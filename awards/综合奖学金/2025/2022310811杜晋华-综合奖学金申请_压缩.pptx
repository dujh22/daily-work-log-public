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/>
    <p:restoredTop sz="96291"/>
  </p:normalViewPr>
  <p:slideViewPr>
    <p:cSldViewPr snapToGrid="0">
      <p:cViewPr varScale="1">
        <p:scale>
          <a:sx n="129" d="100"/>
          <a:sy n="129" d="100"/>
        </p:scale>
        <p:origin x="50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11436" y="2364113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杜晋华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1649" y="1100983"/>
            <a:ext cx="3236852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中共党员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博士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唐杰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3.50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研究方向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LLM</a:t>
            </a:r>
            <a:endParaRPr lang="en-US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主要信息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06035" y="1009650"/>
            <a:ext cx="7085965" cy="3345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主要学术成果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（2024.09～2025.08）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MedAI (IEEE),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独立一作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25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AiMed: Artificial intelligent large language model for Medicine in China</a:t>
            </a:r>
            <a:endParaRPr lang="en-US" altLang="zh-CN" sz="125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Informatics and Health (SCI</a:t>
            </a:r>
            <a:r>
              <a:rPr lang="zh-CN" altLang="en-US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三区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共同一作且本人排序第一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Large language models driven reliable clinical decision-making: Framework and application</a:t>
            </a:r>
            <a:endParaRPr lang="en-US" altLang="zh-CN" sz="125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ACL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2025 (THU-A),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非一作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A Survey of Post-Training Scaling in Large Language Models</a:t>
            </a:r>
            <a:endParaRPr lang="en-US" altLang="zh-CN" sz="125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Engineering (SCI</a:t>
            </a:r>
            <a:r>
              <a:rPr lang="zh-CN" altLang="en-US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一区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非一作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Toward a Large Language Model-Driven Medical Knowledge Retrieval and QA System: Framework Design and Evaluation</a:t>
            </a:r>
            <a:endParaRPr lang="en-US" altLang="zh-CN" sz="125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25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2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Arxiv, 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非一作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Glm-4.5: Agentic, reasoning, and coding (arc) foundation models</a:t>
            </a:r>
            <a:endParaRPr lang="en-US" altLang="zh-CN" sz="125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996180" y="953135"/>
            <a:ext cx="7087870" cy="362775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32081" y="934357"/>
            <a:ext cx="4567241" cy="1899752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080" y="3000375"/>
            <a:ext cx="4486275" cy="4107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及相关荣誉：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年优秀共青团员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年夏季卓越班团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年《社会工作案例研讨课》优秀学员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年秋季笃行班团</a:t>
            </a:r>
            <a:endParaRPr lang="en-US" altLang="zh-CN" sz="1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年社会实践金奖支队</a:t>
            </a: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</a:t>
            </a:r>
            <a:r>
              <a:rPr lang="en-US" altLang="zh-CN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舟山市感谢信、舟山市公安局感谢信</a:t>
            </a:r>
            <a:endParaRPr lang="en-US" altLang="zh-CN" sz="16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2024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挑战杯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”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省级金奖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国家级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铜奖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2080" y="2957195"/>
            <a:ext cx="4567555" cy="359346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52060" y="4832985"/>
            <a:ext cx="6978015" cy="15754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社工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经历：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计研五三带班助理（202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-至今）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班级被推荐至“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甲级团支部”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清华大学校研团实践部定岗组长</a:t>
            </a:r>
            <a:r>
              <a:rPr lang="en-US" altLang="zh-CN" sz="14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（2024.08-2025.02），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“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同行实践平台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微信小程序，上线</a:t>
            </a:r>
            <a:r>
              <a:rPr lang="en-US" altLang="zh-CN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36 </a:t>
            </a:r>
            <a:r>
              <a:rPr lang="zh-CN" alt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个新功能，服务全校硕博研究生上万人次，该系统至今仍是学期中与寒暑假实践必要系统</a:t>
            </a:r>
            <a:endParaRPr lang="zh-CN" altLang="en-US" sz="14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996180" y="4791710"/>
            <a:ext cx="7087870" cy="175895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3" name="图片 2" descr="/Users/djh/Library/Containers/com.kingsoft.wpsoffice.mac/Data/tmp/picturecompress_20251011180710/output_1.jpgoutput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505" y="1177925"/>
            <a:ext cx="722630" cy="1011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djh/Library/Containers/com.kingsoft.wpsoffice.mac/Data/tmp/picturecompress_20251011180710/output_2.pngoutput_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2125" y="3761740"/>
            <a:ext cx="6387465" cy="2212975"/>
          </a:xfrm>
          <a:prstGeom prst="rect">
            <a:avLst/>
          </a:prstGeom>
        </p:spPr>
      </p:pic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代表成果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介绍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Rounded Rectangle 9"/>
          <p:cNvSpPr/>
          <p:nvPr/>
        </p:nvSpPr>
        <p:spPr>
          <a:xfrm>
            <a:off x="238760" y="1099820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9"/>
          <p:cNvSpPr/>
          <p:nvPr/>
        </p:nvSpPr>
        <p:spPr>
          <a:xfrm>
            <a:off x="238760" y="3704590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8470" y="1199515"/>
            <a:ext cx="7508875" cy="20923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AiMed: Artificial intelligent large language model for Medicine in China AiMed</a:t>
            </a:r>
            <a:r>
              <a:rPr lang="zh-CN" altLang="en-US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：中国医学领域的人工智能大型语言模型</a:t>
            </a:r>
            <a:r>
              <a:rPr lang="en-US" altLang="zh-CN" sz="1400" b="1" baseline="30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[1]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在本研究中，我们介绍了一个名为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AiMed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的大型语言模型，该模型专门用于处理中文医疗信息。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AiMed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旨在解决医疗知识问答、医学文献检索与阅读等多项任务，有望在医学研究中发挥重要作用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AiMed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模型的开发采用了多阶段流程，包括预训练、有监督微调、基于人类反馈的强化学习以及直接偏好优化。这些步骤确保了该模型在理解医学术语、分析复杂语境和生成高质量文本方面具备高性能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项目代码和模型参数已开源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对应部署并服务于中国医学科学院医学信息研究所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图书馆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8470" y="3938905"/>
            <a:ext cx="5113655" cy="19392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Large language models driven reliable clinical decision-making: Framework and application </a:t>
            </a:r>
            <a:r>
              <a:rPr lang="zh-CN" altLang="en-US" sz="14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大型语言模型驱动的可靠临床决策：框架与应用</a:t>
            </a:r>
            <a:r>
              <a:rPr lang="en-US" altLang="zh-CN" sz="1400" b="1" baseline="300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[2]</a:t>
            </a: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我们提出了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MedRad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框架，这是一个结合了大型语言模型、知识工程、思维链（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CoT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）推理、检索增强生成（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RAG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）技术以及智能代理（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Agents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）的系统，旨在提高临床决策的可靠性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14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2" name="图片 1" descr="/Users/djh/Library/Containers/com.kingsoft.wpsoffice.mac/Data/tmp/picturecompress_20251011180710/output_3.pngoutput_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242695"/>
            <a:ext cx="3646805" cy="204724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3830" y="6224905"/>
            <a:ext cx="11727180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/>
            <a:r>
              <a:rPr lang="en-US" altLang="zh-CN" sz="1000" b="0" i="0">
                <a:solidFill>
                  <a:srgbClr val="222222"/>
                </a:solidFill>
                <a:latin typeface="Arial" panose="020B0604020202090204"/>
                <a:ea typeface="Arial" panose="020B0604020202090204"/>
              </a:rPr>
              <a:t>[1] Du J, Li X, Jiang Z, et al. AiMed: Artificial intelligent large language model for Medicine in China[C]//2024 IEEE International Conference on Medical Artificial Intelligence (MedAI). IEEE, 2024: 360-365.</a:t>
            </a:r>
            <a:endParaRPr lang="en-US" altLang="zh-CN" sz="1000" b="0" i="0">
              <a:solidFill>
                <a:srgbClr val="222222"/>
              </a:solidFill>
              <a:latin typeface="Arial" panose="020B0604020202090204"/>
              <a:ea typeface="Arial" panose="020B0604020202090204"/>
            </a:endParaRPr>
          </a:p>
          <a:p>
            <a:pPr marL="0" indent="0" algn="l"/>
            <a:r>
              <a:rPr lang="en-US" altLang="zh-CN" sz="1000" b="0" i="0">
                <a:solidFill>
                  <a:srgbClr val="222222"/>
                </a:solidFill>
                <a:latin typeface="Arial" panose="020B0604020202090204"/>
                <a:ea typeface="Arial" panose="020B0604020202090204"/>
              </a:rPr>
              <a:t>[2] Du J, Li X, Liu Y, et al. Large language models driven reliable clinical decision-making: Framework and application[J]. Informatics and Health, 2025.</a:t>
            </a:r>
            <a:endParaRPr lang="en-US" altLang="zh-CN" sz="1000" b="0" i="0">
              <a:solidFill>
                <a:srgbClr val="222222"/>
              </a:solidFill>
              <a:latin typeface="Arial" panose="020B0604020202090204"/>
              <a:ea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1763</Words>
  <Application>WPS 演示</Application>
  <PresentationFormat>Widescreen</PresentationFormat>
  <Paragraphs>50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汉仪旗黑</vt:lpstr>
      <vt:lpstr>Arial</vt:lpstr>
      <vt:lpstr>Calibri</vt:lpstr>
      <vt:lpstr>Helvetica Neue</vt:lpstr>
      <vt:lpstr>宋体</vt:lpstr>
      <vt:lpstr>Arial Unicode MS</vt:lpstr>
      <vt:lpstr>Calibri Light</vt:lpstr>
      <vt:lpstr>等线</vt:lpstr>
      <vt:lpstr>汉仪中等线KW</vt:lpstr>
      <vt:lpstr>汉仪书宋二KW</vt:lpstr>
      <vt:lpstr>Wingdings</vt:lpstr>
      <vt:lpstr>微软雅黑</vt:lpstr>
      <vt:lpstr>Office Theme</vt:lpstr>
      <vt:lpstr>主要信息</vt:lpstr>
      <vt:lpstr>代表成果介绍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个人介绍</dc:title>
  <dc:creator>昊飞 卢</dc:creator>
  <cp:lastModifiedBy>杜晋华(2022310811)</cp:lastModifiedBy>
  <cp:revision>83</cp:revision>
  <dcterms:created xsi:type="dcterms:W3CDTF">2025-10-11T10:07:27Z</dcterms:created>
  <dcterms:modified xsi:type="dcterms:W3CDTF">2025-10-11T10:07:27Z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3AD1FA23A9C24C13A4D4737C6DD4AA13_12</vt:lpwstr>
  </property>
  <property fmtid="{D5CDD505-2E9C-101B-9397-08002B2CF9AE}" pid="3" name="KSOProductBuildVer">
    <vt:lpwstr>2052-12.1.22553.22553</vt:lpwstr>
  </property>
</Properties>
</file>