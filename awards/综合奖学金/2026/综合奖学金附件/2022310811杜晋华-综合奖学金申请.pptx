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18"/>
    <p:restoredTop sz="96291"/>
  </p:normalViewPr>
  <p:slideViewPr>
    <p:cSldViewPr snapToGrid="0">
      <p:cViewPr varScale="1">
        <p:scale>
          <a:sx n="96" d="100"/>
          <a:sy n="96" d="100"/>
        </p:scale>
        <p:origin x="8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0161" y="2364113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杜晋华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81649" y="1100983"/>
            <a:ext cx="3236852" cy="1565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中共党员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软件所博士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唐杰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3.50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研究方向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大语言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12192000" cy="764891"/>
          </a:xfrm>
          <a:prstGeom prst="rect">
            <a:avLst/>
          </a:prstGeom>
          <a:gradFill>
            <a:gsLst>
              <a:gs pos="66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232715" y="22562"/>
            <a:ext cx="9867275" cy="80495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主要信息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6667908"/>
            <a:ext cx="12192000" cy="190092"/>
          </a:xfrm>
          <a:prstGeom prst="rect">
            <a:avLst/>
          </a:prstGeom>
          <a:gradFill>
            <a:gsLst>
              <a:gs pos="62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106037" y="1009672"/>
            <a:ext cx="7148394" cy="443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主要学术成果：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Big Data Mining and Analytics 2026 (THU-A),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共同一作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Towards Artificial Intelligence for Science: A Case Study of Using ChatGPT for Disease Causality Discovery from Biomedical Literature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6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ICML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2026 (THU-A),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四作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From Player to Master: Enhancing Test-Time Learning of LLM Agents via Reinforcement Learning over Memory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6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Arxiv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2026,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非一作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GLM-5: from Vibe Coding to Agentic Engineering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996180" y="953135"/>
            <a:ext cx="7087870" cy="3627755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132081" y="934357"/>
            <a:ext cx="4567241" cy="1899752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038" y="3000628"/>
            <a:ext cx="4645432" cy="336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及相关荣誉：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《软件学报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》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高被关注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综述论文</a:t>
            </a:r>
            <a:endParaRPr lang="en-US" altLang="zh-CN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“计算未来”博硕学术论坛卓越奖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  <a:endParaRPr lang="zh-CN" altLang="en-US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清华大学马约翰杯健美比赛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  <a:endParaRPr lang="en-US" altLang="zh-CN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清华大学学生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优秀共产党员</a:t>
            </a:r>
            <a:endParaRPr lang="zh-CN" altLang="en-US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清华大学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三好学生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清华大学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优秀共青团员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32080" y="2957195"/>
            <a:ext cx="4567555" cy="3593465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052060" y="4832985"/>
            <a:ext cx="690562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社工经历：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计研五三带班助理（202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-至今）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场雁行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校主视频报道</a:t>
            </a:r>
            <a:endParaRPr lang="zh-CN" altLang="en-US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年带领集体荣誉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的突破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获得“笃行班团”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进一步“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卓越班团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年进一步获得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清华大学学生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先进党组织（党支部）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甲级团支部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4996180" y="4791710"/>
            <a:ext cx="7087870" cy="175895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1" name="Picture 53"/>
          <p:cNvGrpSpPr/>
          <p:nvPr/>
        </p:nvGrpSpPr>
        <p:grpSpPr>
          <a:xfrm>
            <a:off x="10418760" y="158425"/>
            <a:ext cx="1540525" cy="464437"/>
            <a:chOff x="10114975" y="-255832"/>
            <a:chExt cx="1540525" cy="891980"/>
          </a:xfrm>
          <a:solidFill>
            <a:schemeClr val="bg1"/>
          </a:solidFill>
        </p:grpSpPr>
        <p:sp>
          <p:nvSpPr>
            <p:cNvPr id="92" name="Freeform 91"/>
            <p:cNvSpPr/>
            <p:nvPr/>
          </p:nvSpPr>
          <p:spPr>
            <a:xfrm>
              <a:off x="10114975" y="-254712"/>
              <a:ext cx="477006" cy="883258"/>
            </a:xfrm>
            <a:custGeom>
              <a:avLst/>
              <a:gdLst>
                <a:gd name="connsiteX0" fmla="*/ 475676 w 477006"/>
                <a:gd name="connsiteY0" fmla="*/ 461682 h 883258"/>
                <a:gd name="connsiteX1" fmla="*/ 475271 w 477006"/>
                <a:gd name="connsiteY1" fmla="*/ 456459 h 883258"/>
                <a:gd name="connsiteX2" fmla="*/ 475676 w 477006"/>
                <a:gd name="connsiteY2" fmla="*/ 422882 h 883258"/>
                <a:gd name="connsiteX3" fmla="*/ 475271 w 477006"/>
                <a:gd name="connsiteY3" fmla="*/ 418405 h 883258"/>
                <a:gd name="connsiteX4" fmla="*/ 474057 w 477006"/>
                <a:gd name="connsiteY4" fmla="*/ 384828 h 883258"/>
                <a:gd name="connsiteX5" fmla="*/ 473248 w 477006"/>
                <a:gd name="connsiteY5" fmla="*/ 380351 h 883258"/>
                <a:gd name="connsiteX6" fmla="*/ 470414 w 477006"/>
                <a:gd name="connsiteY6" fmla="*/ 346775 h 883258"/>
                <a:gd name="connsiteX7" fmla="*/ 469605 w 477006"/>
                <a:gd name="connsiteY7" fmla="*/ 342298 h 883258"/>
                <a:gd name="connsiteX8" fmla="*/ 465153 w 477006"/>
                <a:gd name="connsiteY8" fmla="*/ 309467 h 883258"/>
                <a:gd name="connsiteX9" fmla="*/ 463939 w 477006"/>
                <a:gd name="connsiteY9" fmla="*/ 305736 h 883258"/>
                <a:gd name="connsiteX10" fmla="*/ 458273 w 477006"/>
                <a:gd name="connsiteY10" fmla="*/ 273652 h 883258"/>
                <a:gd name="connsiteX11" fmla="*/ 456654 w 477006"/>
                <a:gd name="connsiteY11" fmla="*/ 269921 h 883258"/>
                <a:gd name="connsiteX12" fmla="*/ 456249 w 477006"/>
                <a:gd name="connsiteY12" fmla="*/ 260967 h 883258"/>
                <a:gd name="connsiteX13" fmla="*/ 450987 w 477006"/>
                <a:gd name="connsiteY13" fmla="*/ 241567 h 883258"/>
                <a:gd name="connsiteX14" fmla="*/ 449773 w 477006"/>
                <a:gd name="connsiteY14" fmla="*/ 238582 h 883258"/>
                <a:gd name="connsiteX15" fmla="*/ 448154 w 477006"/>
                <a:gd name="connsiteY15" fmla="*/ 234852 h 883258"/>
                <a:gd name="connsiteX16" fmla="*/ 447749 w 477006"/>
                <a:gd name="connsiteY16" fmla="*/ 231121 h 883258"/>
                <a:gd name="connsiteX17" fmla="*/ 440060 w 477006"/>
                <a:gd name="connsiteY17" fmla="*/ 206498 h 883258"/>
                <a:gd name="connsiteX18" fmla="*/ 439655 w 477006"/>
                <a:gd name="connsiteY18" fmla="*/ 205752 h 883258"/>
                <a:gd name="connsiteX19" fmla="*/ 437631 w 477006"/>
                <a:gd name="connsiteY19" fmla="*/ 202021 h 883258"/>
                <a:gd name="connsiteX20" fmla="*/ 430751 w 477006"/>
                <a:gd name="connsiteY20" fmla="*/ 179636 h 883258"/>
                <a:gd name="connsiteX21" fmla="*/ 427513 w 477006"/>
                <a:gd name="connsiteY21" fmla="*/ 173667 h 883258"/>
                <a:gd name="connsiteX22" fmla="*/ 425894 w 477006"/>
                <a:gd name="connsiteY22" fmla="*/ 170682 h 883258"/>
                <a:gd name="connsiteX23" fmla="*/ 420228 w 477006"/>
                <a:gd name="connsiteY23" fmla="*/ 154267 h 883258"/>
                <a:gd name="connsiteX24" fmla="*/ 414561 w 477006"/>
                <a:gd name="connsiteY24" fmla="*/ 144567 h 883258"/>
                <a:gd name="connsiteX25" fmla="*/ 412538 w 477006"/>
                <a:gd name="connsiteY25" fmla="*/ 141582 h 883258"/>
                <a:gd name="connsiteX26" fmla="*/ 408086 w 477006"/>
                <a:gd name="connsiteY26" fmla="*/ 128898 h 883258"/>
                <a:gd name="connsiteX27" fmla="*/ 399991 w 477006"/>
                <a:gd name="connsiteY27" fmla="*/ 116959 h 883258"/>
                <a:gd name="connsiteX28" fmla="*/ 397563 w 477006"/>
                <a:gd name="connsiteY28" fmla="*/ 113975 h 883258"/>
                <a:gd name="connsiteX29" fmla="*/ 397158 w 477006"/>
                <a:gd name="connsiteY29" fmla="*/ 110990 h 883258"/>
                <a:gd name="connsiteX30" fmla="*/ 385421 w 477006"/>
                <a:gd name="connsiteY30" fmla="*/ 92336 h 883258"/>
                <a:gd name="connsiteX31" fmla="*/ 384207 w 477006"/>
                <a:gd name="connsiteY31" fmla="*/ 91590 h 883258"/>
                <a:gd name="connsiteX32" fmla="*/ 381778 w 477006"/>
                <a:gd name="connsiteY32" fmla="*/ 89352 h 883258"/>
                <a:gd name="connsiteX33" fmla="*/ 378945 w 477006"/>
                <a:gd name="connsiteY33" fmla="*/ 82636 h 883258"/>
                <a:gd name="connsiteX34" fmla="*/ 376112 w 477006"/>
                <a:gd name="connsiteY34" fmla="*/ 78159 h 883258"/>
                <a:gd name="connsiteX35" fmla="*/ 369232 w 477006"/>
                <a:gd name="connsiteY35" fmla="*/ 71444 h 883258"/>
                <a:gd name="connsiteX36" fmla="*/ 366398 w 477006"/>
                <a:gd name="connsiteY36" fmla="*/ 68459 h 883258"/>
                <a:gd name="connsiteX37" fmla="*/ 363565 w 477006"/>
                <a:gd name="connsiteY37" fmla="*/ 66967 h 883258"/>
                <a:gd name="connsiteX38" fmla="*/ 363161 w 477006"/>
                <a:gd name="connsiteY38" fmla="*/ 66221 h 883258"/>
                <a:gd name="connsiteX39" fmla="*/ 360327 w 477006"/>
                <a:gd name="connsiteY39" fmla="*/ 60998 h 883258"/>
                <a:gd name="connsiteX40" fmla="*/ 358708 w 477006"/>
                <a:gd name="connsiteY40" fmla="*/ 58759 h 883258"/>
                <a:gd name="connsiteX41" fmla="*/ 357494 w 477006"/>
                <a:gd name="connsiteY41" fmla="*/ 58013 h 883258"/>
                <a:gd name="connsiteX42" fmla="*/ 352233 w 477006"/>
                <a:gd name="connsiteY42" fmla="*/ 52790 h 883258"/>
                <a:gd name="connsiteX43" fmla="*/ 351019 w 477006"/>
                <a:gd name="connsiteY43" fmla="*/ 52044 h 883258"/>
                <a:gd name="connsiteX44" fmla="*/ 349400 w 477006"/>
                <a:gd name="connsiteY44" fmla="*/ 51298 h 883258"/>
                <a:gd name="connsiteX45" fmla="*/ 347781 w 477006"/>
                <a:gd name="connsiteY45" fmla="*/ 50552 h 883258"/>
                <a:gd name="connsiteX46" fmla="*/ 346971 w 477006"/>
                <a:gd name="connsiteY46" fmla="*/ 51298 h 883258"/>
                <a:gd name="connsiteX47" fmla="*/ 344948 w 477006"/>
                <a:gd name="connsiteY47" fmla="*/ 47567 h 883258"/>
                <a:gd name="connsiteX48" fmla="*/ 343733 w 477006"/>
                <a:gd name="connsiteY48" fmla="*/ 46075 h 883258"/>
                <a:gd name="connsiteX49" fmla="*/ 339686 w 477006"/>
                <a:gd name="connsiteY49" fmla="*/ 41598 h 883258"/>
                <a:gd name="connsiteX50" fmla="*/ 337662 w 477006"/>
                <a:gd name="connsiteY50" fmla="*/ 40106 h 883258"/>
                <a:gd name="connsiteX51" fmla="*/ 336044 w 477006"/>
                <a:gd name="connsiteY51" fmla="*/ 39360 h 883258"/>
                <a:gd name="connsiteX52" fmla="*/ 335234 w 477006"/>
                <a:gd name="connsiteY52" fmla="*/ 38613 h 883258"/>
                <a:gd name="connsiteX53" fmla="*/ 330377 w 477006"/>
                <a:gd name="connsiteY53" fmla="*/ 36375 h 883258"/>
                <a:gd name="connsiteX54" fmla="*/ 329973 w 477006"/>
                <a:gd name="connsiteY54" fmla="*/ 36375 h 883258"/>
                <a:gd name="connsiteX55" fmla="*/ 327949 w 477006"/>
                <a:gd name="connsiteY55" fmla="*/ 35629 h 883258"/>
                <a:gd name="connsiteX56" fmla="*/ 327544 w 477006"/>
                <a:gd name="connsiteY56" fmla="*/ 34883 h 883258"/>
                <a:gd name="connsiteX57" fmla="*/ 323902 w 477006"/>
                <a:gd name="connsiteY57" fmla="*/ 29660 h 883258"/>
                <a:gd name="connsiteX58" fmla="*/ 322687 w 477006"/>
                <a:gd name="connsiteY58" fmla="*/ 28167 h 883258"/>
                <a:gd name="connsiteX59" fmla="*/ 321878 w 477006"/>
                <a:gd name="connsiteY59" fmla="*/ 28167 h 883258"/>
                <a:gd name="connsiteX60" fmla="*/ 321473 w 477006"/>
                <a:gd name="connsiteY60" fmla="*/ 27421 h 883258"/>
                <a:gd name="connsiteX61" fmla="*/ 318640 w 477006"/>
                <a:gd name="connsiteY61" fmla="*/ 25929 h 883258"/>
                <a:gd name="connsiteX62" fmla="*/ 315402 w 477006"/>
                <a:gd name="connsiteY62" fmla="*/ 24436 h 883258"/>
                <a:gd name="connsiteX63" fmla="*/ 313783 w 477006"/>
                <a:gd name="connsiteY63" fmla="*/ 23690 h 883258"/>
                <a:gd name="connsiteX64" fmla="*/ 310950 w 477006"/>
                <a:gd name="connsiteY64" fmla="*/ 22944 h 883258"/>
                <a:gd name="connsiteX65" fmla="*/ 308522 w 477006"/>
                <a:gd name="connsiteY65" fmla="*/ 22198 h 883258"/>
                <a:gd name="connsiteX66" fmla="*/ 307308 w 477006"/>
                <a:gd name="connsiteY66" fmla="*/ 19960 h 883258"/>
                <a:gd name="connsiteX67" fmla="*/ 302451 w 477006"/>
                <a:gd name="connsiteY67" fmla="*/ 15483 h 883258"/>
                <a:gd name="connsiteX68" fmla="*/ 300427 w 477006"/>
                <a:gd name="connsiteY68" fmla="*/ 14736 h 883258"/>
                <a:gd name="connsiteX69" fmla="*/ 299213 w 477006"/>
                <a:gd name="connsiteY69" fmla="*/ 13990 h 883258"/>
                <a:gd name="connsiteX70" fmla="*/ 297189 w 477006"/>
                <a:gd name="connsiteY70" fmla="*/ 13244 h 883258"/>
                <a:gd name="connsiteX71" fmla="*/ 294356 w 477006"/>
                <a:gd name="connsiteY71" fmla="*/ 13244 h 883258"/>
                <a:gd name="connsiteX72" fmla="*/ 292737 w 477006"/>
                <a:gd name="connsiteY72" fmla="*/ 13244 h 883258"/>
                <a:gd name="connsiteX73" fmla="*/ 291118 w 477006"/>
                <a:gd name="connsiteY73" fmla="*/ 12498 h 883258"/>
                <a:gd name="connsiteX74" fmla="*/ 288285 w 477006"/>
                <a:gd name="connsiteY74" fmla="*/ 12498 h 883258"/>
                <a:gd name="connsiteX75" fmla="*/ 287071 w 477006"/>
                <a:gd name="connsiteY75" fmla="*/ 11006 h 883258"/>
                <a:gd name="connsiteX76" fmla="*/ 286262 w 477006"/>
                <a:gd name="connsiteY76" fmla="*/ 10260 h 883258"/>
                <a:gd name="connsiteX77" fmla="*/ 284238 w 477006"/>
                <a:gd name="connsiteY77" fmla="*/ 8767 h 883258"/>
                <a:gd name="connsiteX78" fmla="*/ 281405 w 477006"/>
                <a:gd name="connsiteY78" fmla="*/ 7275 h 883258"/>
                <a:gd name="connsiteX79" fmla="*/ 279786 w 477006"/>
                <a:gd name="connsiteY79" fmla="*/ 6529 h 883258"/>
                <a:gd name="connsiteX80" fmla="*/ 272905 w 477006"/>
                <a:gd name="connsiteY80" fmla="*/ 5783 h 883258"/>
                <a:gd name="connsiteX81" fmla="*/ 270882 w 477006"/>
                <a:gd name="connsiteY81" fmla="*/ 5783 h 883258"/>
                <a:gd name="connsiteX82" fmla="*/ 268049 w 477006"/>
                <a:gd name="connsiteY82" fmla="*/ 6529 h 883258"/>
                <a:gd name="connsiteX83" fmla="*/ 267239 w 477006"/>
                <a:gd name="connsiteY83" fmla="*/ 5036 h 883258"/>
                <a:gd name="connsiteX84" fmla="*/ 261573 w 477006"/>
                <a:gd name="connsiteY84" fmla="*/ 2052 h 883258"/>
                <a:gd name="connsiteX85" fmla="*/ 259954 w 477006"/>
                <a:gd name="connsiteY85" fmla="*/ 2052 h 883258"/>
                <a:gd name="connsiteX86" fmla="*/ 257526 w 477006"/>
                <a:gd name="connsiteY86" fmla="*/ 1306 h 883258"/>
                <a:gd name="connsiteX87" fmla="*/ 254692 w 477006"/>
                <a:gd name="connsiteY87" fmla="*/ 2052 h 883258"/>
                <a:gd name="connsiteX88" fmla="*/ 250645 w 477006"/>
                <a:gd name="connsiteY88" fmla="*/ 2798 h 883258"/>
                <a:gd name="connsiteX89" fmla="*/ 250240 w 477006"/>
                <a:gd name="connsiteY89" fmla="*/ 2798 h 883258"/>
                <a:gd name="connsiteX90" fmla="*/ 248217 w 477006"/>
                <a:gd name="connsiteY90" fmla="*/ 3544 h 883258"/>
                <a:gd name="connsiteX91" fmla="*/ 247812 w 477006"/>
                <a:gd name="connsiteY91" fmla="*/ 3544 h 883258"/>
                <a:gd name="connsiteX92" fmla="*/ 241741 w 477006"/>
                <a:gd name="connsiteY92" fmla="*/ 560 h 883258"/>
                <a:gd name="connsiteX93" fmla="*/ 235670 w 477006"/>
                <a:gd name="connsiteY93" fmla="*/ 560 h 883258"/>
                <a:gd name="connsiteX94" fmla="*/ 234861 w 477006"/>
                <a:gd name="connsiteY94" fmla="*/ 560 h 883258"/>
                <a:gd name="connsiteX95" fmla="*/ 229599 w 477006"/>
                <a:gd name="connsiteY95" fmla="*/ 2052 h 883258"/>
                <a:gd name="connsiteX96" fmla="*/ 228790 w 477006"/>
                <a:gd name="connsiteY96" fmla="*/ 2798 h 883258"/>
                <a:gd name="connsiteX97" fmla="*/ 227171 w 477006"/>
                <a:gd name="connsiteY97" fmla="*/ 3544 h 883258"/>
                <a:gd name="connsiteX98" fmla="*/ 224742 w 477006"/>
                <a:gd name="connsiteY98" fmla="*/ 2798 h 883258"/>
                <a:gd name="connsiteX99" fmla="*/ 221909 w 477006"/>
                <a:gd name="connsiteY99" fmla="*/ 2052 h 883258"/>
                <a:gd name="connsiteX100" fmla="*/ 219481 w 477006"/>
                <a:gd name="connsiteY100" fmla="*/ 2052 h 883258"/>
                <a:gd name="connsiteX101" fmla="*/ 216648 w 477006"/>
                <a:gd name="connsiteY101" fmla="*/ 2798 h 883258"/>
                <a:gd name="connsiteX102" fmla="*/ 215029 w 477006"/>
                <a:gd name="connsiteY102" fmla="*/ 3544 h 883258"/>
                <a:gd name="connsiteX103" fmla="*/ 211791 w 477006"/>
                <a:gd name="connsiteY103" fmla="*/ 4290 h 883258"/>
                <a:gd name="connsiteX104" fmla="*/ 208958 w 477006"/>
                <a:gd name="connsiteY104" fmla="*/ 5036 h 883258"/>
                <a:gd name="connsiteX105" fmla="*/ 208553 w 477006"/>
                <a:gd name="connsiteY105" fmla="*/ 5783 h 883258"/>
                <a:gd name="connsiteX106" fmla="*/ 206125 w 477006"/>
                <a:gd name="connsiteY106" fmla="*/ 7275 h 883258"/>
                <a:gd name="connsiteX107" fmla="*/ 204910 w 477006"/>
                <a:gd name="connsiteY107" fmla="*/ 6529 h 883258"/>
                <a:gd name="connsiteX108" fmla="*/ 202887 w 477006"/>
                <a:gd name="connsiteY108" fmla="*/ 5783 h 883258"/>
                <a:gd name="connsiteX109" fmla="*/ 196006 w 477006"/>
                <a:gd name="connsiteY109" fmla="*/ 7275 h 883258"/>
                <a:gd name="connsiteX110" fmla="*/ 194387 w 477006"/>
                <a:gd name="connsiteY110" fmla="*/ 8021 h 883258"/>
                <a:gd name="connsiteX111" fmla="*/ 190340 w 477006"/>
                <a:gd name="connsiteY111" fmla="*/ 10260 h 883258"/>
                <a:gd name="connsiteX112" fmla="*/ 188316 w 477006"/>
                <a:gd name="connsiteY112" fmla="*/ 11752 h 883258"/>
                <a:gd name="connsiteX113" fmla="*/ 186698 w 477006"/>
                <a:gd name="connsiteY113" fmla="*/ 12498 h 883258"/>
                <a:gd name="connsiteX114" fmla="*/ 185888 w 477006"/>
                <a:gd name="connsiteY114" fmla="*/ 13244 h 883258"/>
                <a:gd name="connsiteX115" fmla="*/ 183055 w 477006"/>
                <a:gd name="connsiteY115" fmla="*/ 13244 h 883258"/>
                <a:gd name="connsiteX116" fmla="*/ 178198 w 477006"/>
                <a:gd name="connsiteY116" fmla="*/ 13990 h 883258"/>
                <a:gd name="connsiteX117" fmla="*/ 176984 w 477006"/>
                <a:gd name="connsiteY117" fmla="*/ 14736 h 883258"/>
                <a:gd name="connsiteX118" fmla="*/ 176579 w 477006"/>
                <a:gd name="connsiteY118" fmla="*/ 14736 h 883258"/>
                <a:gd name="connsiteX119" fmla="*/ 172937 w 477006"/>
                <a:gd name="connsiteY119" fmla="*/ 16975 h 883258"/>
                <a:gd name="connsiteX120" fmla="*/ 168889 w 477006"/>
                <a:gd name="connsiteY120" fmla="*/ 19960 h 883258"/>
                <a:gd name="connsiteX121" fmla="*/ 168485 w 477006"/>
                <a:gd name="connsiteY121" fmla="*/ 21452 h 883258"/>
                <a:gd name="connsiteX122" fmla="*/ 166866 w 477006"/>
                <a:gd name="connsiteY122" fmla="*/ 22944 h 883258"/>
                <a:gd name="connsiteX123" fmla="*/ 166461 w 477006"/>
                <a:gd name="connsiteY123" fmla="*/ 23690 h 883258"/>
                <a:gd name="connsiteX124" fmla="*/ 163223 w 477006"/>
                <a:gd name="connsiteY124" fmla="*/ 23690 h 883258"/>
                <a:gd name="connsiteX125" fmla="*/ 161604 w 477006"/>
                <a:gd name="connsiteY125" fmla="*/ 24436 h 883258"/>
                <a:gd name="connsiteX126" fmla="*/ 158366 w 477006"/>
                <a:gd name="connsiteY126" fmla="*/ 25929 h 883258"/>
                <a:gd name="connsiteX127" fmla="*/ 155128 w 477006"/>
                <a:gd name="connsiteY127" fmla="*/ 28913 h 883258"/>
                <a:gd name="connsiteX128" fmla="*/ 154319 w 477006"/>
                <a:gd name="connsiteY128" fmla="*/ 29660 h 883258"/>
                <a:gd name="connsiteX129" fmla="*/ 152295 w 477006"/>
                <a:gd name="connsiteY129" fmla="*/ 31152 h 883258"/>
                <a:gd name="connsiteX130" fmla="*/ 150676 w 477006"/>
                <a:gd name="connsiteY130" fmla="*/ 33390 h 883258"/>
                <a:gd name="connsiteX131" fmla="*/ 149057 w 477006"/>
                <a:gd name="connsiteY131" fmla="*/ 34883 h 883258"/>
                <a:gd name="connsiteX132" fmla="*/ 147034 w 477006"/>
                <a:gd name="connsiteY132" fmla="*/ 37867 h 883258"/>
                <a:gd name="connsiteX133" fmla="*/ 146629 w 477006"/>
                <a:gd name="connsiteY133" fmla="*/ 37867 h 883258"/>
                <a:gd name="connsiteX134" fmla="*/ 140558 w 477006"/>
                <a:gd name="connsiteY134" fmla="*/ 40106 h 883258"/>
                <a:gd name="connsiteX135" fmla="*/ 139344 w 477006"/>
                <a:gd name="connsiteY135" fmla="*/ 40852 h 883258"/>
                <a:gd name="connsiteX136" fmla="*/ 138130 w 477006"/>
                <a:gd name="connsiteY136" fmla="*/ 41598 h 883258"/>
                <a:gd name="connsiteX137" fmla="*/ 137320 w 477006"/>
                <a:gd name="connsiteY137" fmla="*/ 42344 h 883258"/>
                <a:gd name="connsiteX138" fmla="*/ 135297 w 477006"/>
                <a:gd name="connsiteY138" fmla="*/ 43090 h 883258"/>
                <a:gd name="connsiteX139" fmla="*/ 131654 w 477006"/>
                <a:gd name="connsiteY139" fmla="*/ 47567 h 883258"/>
                <a:gd name="connsiteX140" fmla="*/ 130035 w 477006"/>
                <a:gd name="connsiteY140" fmla="*/ 49806 h 883258"/>
                <a:gd name="connsiteX141" fmla="*/ 129630 w 477006"/>
                <a:gd name="connsiteY141" fmla="*/ 50552 h 883258"/>
                <a:gd name="connsiteX142" fmla="*/ 128011 w 477006"/>
                <a:gd name="connsiteY142" fmla="*/ 52790 h 883258"/>
                <a:gd name="connsiteX143" fmla="*/ 127607 w 477006"/>
                <a:gd name="connsiteY143" fmla="*/ 52790 h 883258"/>
                <a:gd name="connsiteX144" fmla="*/ 123964 w 477006"/>
                <a:gd name="connsiteY144" fmla="*/ 54283 h 883258"/>
                <a:gd name="connsiteX145" fmla="*/ 122750 w 477006"/>
                <a:gd name="connsiteY145" fmla="*/ 55029 h 883258"/>
                <a:gd name="connsiteX146" fmla="*/ 117488 w 477006"/>
                <a:gd name="connsiteY146" fmla="*/ 60252 h 883258"/>
                <a:gd name="connsiteX147" fmla="*/ 116274 w 477006"/>
                <a:gd name="connsiteY147" fmla="*/ 61744 h 883258"/>
                <a:gd name="connsiteX148" fmla="*/ 114655 w 477006"/>
                <a:gd name="connsiteY148" fmla="*/ 63983 h 883258"/>
                <a:gd name="connsiteX149" fmla="*/ 112227 w 477006"/>
                <a:gd name="connsiteY149" fmla="*/ 66967 h 883258"/>
                <a:gd name="connsiteX150" fmla="*/ 111822 w 477006"/>
                <a:gd name="connsiteY150" fmla="*/ 67713 h 883258"/>
                <a:gd name="connsiteX151" fmla="*/ 109798 w 477006"/>
                <a:gd name="connsiteY151" fmla="*/ 71444 h 883258"/>
                <a:gd name="connsiteX152" fmla="*/ 106156 w 477006"/>
                <a:gd name="connsiteY152" fmla="*/ 72936 h 883258"/>
                <a:gd name="connsiteX153" fmla="*/ 103728 w 477006"/>
                <a:gd name="connsiteY153" fmla="*/ 75175 h 883258"/>
                <a:gd name="connsiteX154" fmla="*/ 98871 w 477006"/>
                <a:gd name="connsiteY154" fmla="*/ 81890 h 883258"/>
                <a:gd name="connsiteX155" fmla="*/ 94419 w 477006"/>
                <a:gd name="connsiteY155" fmla="*/ 90098 h 883258"/>
                <a:gd name="connsiteX156" fmla="*/ 92800 w 477006"/>
                <a:gd name="connsiteY156" fmla="*/ 93829 h 883258"/>
                <a:gd name="connsiteX157" fmla="*/ 90776 w 477006"/>
                <a:gd name="connsiteY157" fmla="*/ 94575 h 883258"/>
                <a:gd name="connsiteX158" fmla="*/ 78634 w 477006"/>
                <a:gd name="connsiteY158" fmla="*/ 113229 h 883258"/>
                <a:gd name="connsiteX159" fmla="*/ 78229 w 477006"/>
                <a:gd name="connsiteY159" fmla="*/ 113975 h 883258"/>
                <a:gd name="connsiteX160" fmla="*/ 76610 w 477006"/>
                <a:gd name="connsiteY160" fmla="*/ 117706 h 883258"/>
                <a:gd name="connsiteX161" fmla="*/ 67706 w 477006"/>
                <a:gd name="connsiteY161" fmla="*/ 131136 h 883258"/>
                <a:gd name="connsiteX162" fmla="*/ 63659 w 477006"/>
                <a:gd name="connsiteY162" fmla="*/ 141582 h 883258"/>
                <a:gd name="connsiteX163" fmla="*/ 62040 w 477006"/>
                <a:gd name="connsiteY163" fmla="*/ 146059 h 883258"/>
                <a:gd name="connsiteX164" fmla="*/ 56374 w 477006"/>
                <a:gd name="connsiteY164" fmla="*/ 155013 h 883258"/>
                <a:gd name="connsiteX165" fmla="*/ 50708 w 477006"/>
                <a:gd name="connsiteY165" fmla="*/ 170682 h 883258"/>
                <a:gd name="connsiteX166" fmla="*/ 49493 w 477006"/>
                <a:gd name="connsiteY166" fmla="*/ 175159 h 883258"/>
                <a:gd name="connsiteX167" fmla="*/ 45446 w 477006"/>
                <a:gd name="connsiteY167" fmla="*/ 181129 h 883258"/>
                <a:gd name="connsiteX168" fmla="*/ 38566 w 477006"/>
                <a:gd name="connsiteY168" fmla="*/ 202021 h 883258"/>
                <a:gd name="connsiteX169" fmla="*/ 37756 w 477006"/>
                <a:gd name="connsiteY169" fmla="*/ 206498 h 883258"/>
                <a:gd name="connsiteX170" fmla="*/ 36137 w 477006"/>
                <a:gd name="connsiteY170" fmla="*/ 207990 h 883258"/>
                <a:gd name="connsiteX171" fmla="*/ 28447 w 477006"/>
                <a:gd name="connsiteY171" fmla="*/ 232613 h 883258"/>
                <a:gd name="connsiteX172" fmla="*/ 28043 w 477006"/>
                <a:gd name="connsiteY172" fmla="*/ 234852 h 883258"/>
                <a:gd name="connsiteX173" fmla="*/ 27638 w 477006"/>
                <a:gd name="connsiteY173" fmla="*/ 239329 h 883258"/>
                <a:gd name="connsiteX174" fmla="*/ 25614 w 477006"/>
                <a:gd name="connsiteY174" fmla="*/ 243059 h 883258"/>
                <a:gd name="connsiteX175" fmla="*/ 20353 w 477006"/>
                <a:gd name="connsiteY175" fmla="*/ 263205 h 883258"/>
                <a:gd name="connsiteX176" fmla="*/ 19543 w 477006"/>
                <a:gd name="connsiteY176" fmla="*/ 269175 h 883258"/>
                <a:gd name="connsiteX177" fmla="*/ 19139 w 477006"/>
                <a:gd name="connsiteY177" fmla="*/ 274398 h 883258"/>
                <a:gd name="connsiteX178" fmla="*/ 12258 w 477006"/>
                <a:gd name="connsiteY178" fmla="*/ 305736 h 883258"/>
                <a:gd name="connsiteX179" fmla="*/ 11853 w 477006"/>
                <a:gd name="connsiteY179" fmla="*/ 310213 h 883258"/>
                <a:gd name="connsiteX180" fmla="*/ 6592 w 477006"/>
                <a:gd name="connsiteY180" fmla="*/ 342298 h 883258"/>
                <a:gd name="connsiteX181" fmla="*/ 6592 w 477006"/>
                <a:gd name="connsiteY181" fmla="*/ 347521 h 883258"/>
                <a:gd name="connsiteX182" fmla="*/ 2949 w 477006"/>
                <a:gd name="connsiteY182" fmla="*/ 380351 h 883258"/>
                <a:gd name="connsiteX183" fmla="*/ 3354 w 477006"/>
                <a:gd name="connsiteY183" fmla="*/ 385575 h 883258"/>
                <a:gd name="connsiteX184" fmla="*/ 1330 w 477006"/>
                <a:gd name="connsiteY184" fmla="*/ 419151 h 883258"/>
                <a:gd name="connsiteX185" fmla="*/ 1735 w 477006"/>
                <a:gd name="connsiteY185" fmla="*/ 424374 h 883258"/>
                <a:gd name="connsiteX186" fmla="*/ 1330 w 477006"/>
                <a:gd name="connsiteY186" fmla="*/ 457951 h 883258"/>
                <a:gd name="connsiteX187" fmla="*/ 1735 w 477006"/>
                <a:gd name="connsiteY187" fmla="*/ 463174 h 883258"/>
                <a:gd name="connsiteX188" fmla="*/ 2949 w 477006"/>
                <a:gd name="connsiteY188" fmla="*/ 496751 h 883258"/>
                <a:gd name="connsiteX189" fmla="*/ 3759 w 477006"/>
                <a:gd name="connsiteY189" fmla="*/ 501228 h 883258"/>
                <a:gd name="connsiteX190" fmla="*/ 6187 w 477006"/>
                <a:gd name="connsiteY190" fmla="*/ 534805 h 883258"/>
                <a:gd name="connsiteX191" fmla="*/ 6997 w 477006"/>
                <a:gd name="connsiteY191" fmla="*/ 539282 h 883258"/>
                <a:gd name="connsiteX192" fmla="*/ 11449 w 477006"/>
                <a:gd name="connsiteY192" fmla="*/ 572113 h 883258"/>
                <a:gd name="connsiteX193" fmla="*/ 12663 w 477006"/>
                <a:gd name="connsiteY193" fmla="*/ 576590 h 883258"/>
                <a:gd name="connsiteX194" fmla="*/ 18329 w 477006"/>
                <a:gd name="connsiteY194" fmla="*/ 607928 h 883258"/>
                <a:gd name="connsiteX195" fmla="*/ 19948 w 477006"/>
                <a:gd name="connsiteY195" fmla="*/ 611659 h 883258"/>
                <a:gd name="connsiteX196" fmla="*/ 20758 w 477006"/>
                <a:gd name="connsiteY196" fmla="*/ 620613 h 883258"/>
                <a:gd name="connsiteX197" fmla="*/ 26019 w 477006"/>
                <a:gd name="connsiteY197" fmla="*/ 639267 h 883258"/>
                <a:gd name="connsiteX198" fmla="*/ 27233 w 477006"/>
                <a:gd name="connsiteY198" fmla="*/ 642251 h 883258"/>
                <a:gd name="connsiteX199" fmla="*/ 28852 w 477006"/>
                <a:gd name="connsiteY199" fmla="*/ 645982 h 883258"/>
                <a:gd name="connsiteX200" fmla="*/ 29257 w 477006"/>
                <a:gd name="connsiteY200" fmla="*/ 648967 h 883258"/>
                <a:gd name="connsiteX201" fmla="*/ 36542 w 477006"/>
                <a:gd name="connsiteY201" fmla="*/ 673590 h 883258"/>
                <a:gd name="connsiteX202" fmla="*/ 36947 w 477006"/>
                <a:gd name="connsiteY202" fmla="*/ 674336 h 883258"/>
                <a:gd name="connsiteX203" fmla="*/ 38566 w 477006"/>
                <a:gd name="connsiteY203" fmla="*/ 678067 h 883258"/>
                <a:gd name="connsiteX204" fmla="*/ 45446 w 477006"/>
                <a:gd name="connsiteY204" fmla="*/ 700451 h 883258"/>
                <a:gd name="connsiteX205" fmla="*/ 48684 w 477006"/>
                <a:gd name="connsiteY205" fmla="*/ 706420 h 883258"/>
                <a:gd name="connsiteX206" fmla="*/ 50303 w 477006"/>
                <a:gd name="connsiteY206" fmla="*/ 709405 h 883258"/>
                <a:gd name="connsiteX207" fmla="*/ 56374 w 477006"/>
                <a:gd name="connsiteY207" fmla="*/ 725820 h 883258"/>
                <a:gd name="connsiteX208" fmla="*/ 62040 w 477006"/>
                <a:gd name="connsiteY208" fmla="*/ 735520 h 883258"/>
                <a:gd name="connsiteX209" fmla="*/ 64064 w 477006"/>
                <a:gd name="connsiteY209" fmla="*/ 738505 h 883258"/>
                <a:gd name="connsiteX210" fmla="*/ 68516 w 477006"/>
                <a:gd name="connsiteY210" fmla="*/ 751190 h 883258"/>
                <a:gd name="connsiteX211" fmla="*/ 76610 w 477006"/>
                <a:gd name="connsiteY211" fmla="*/ 763128 h 883258"/>
                <a:gd name="connsiteX212" fmla="*/ 79039 w 477006"/>
                <a:gd name="connsiteY212" fmla="*/ 766113 h 883258"/>
                <a:gd name="connsiteX213" fmla="*/ 79444 w 477006"/>
                <a:gd name="connsiteY213" fmla="*/ 768351 h 883258"/>
                <a:gd name="connsiteX214" fmla="*/ 91586 w 477006"/>
                <a:gd name="connsiteY214" fmla="*/ 787005 h 883258"/>
                <a:gd name="connsiteX215" fmla="*/ 92800 w 477006"/>
                <a:gd name="connsiteY215" fmla="*/ 788497 h 883258"/>
                <a:gd name="connsiteX216" fmla="*/ 95228 w 477006"/>
                <a:gd name="connsiteY216" fmla="*/ 790736 h 883258"/>
                <a:gd name="connsiteX217" fmla="*/ 99680 w 477006"/>
                <a:gd name="connsiteY217" fmla="*/ 800436 h 883258"/>
                <a:gd name="connsiteX218" fmla="*/ 104537 w 477006"/>
                <a:gd name="connsiteY218" fmla="*/ 806405 h 883258"/>
                <a:gd name="connsiteX219" fmla="*/ 106965 w 477006"/>
                <a:gd name="connsiteY219" fmla="*/ 808643 h 883258"/>
                <a:gd name="connsiteX220" fmla="*/ 109394 w 477006"/>
                <a:gd name="connsiteY220" fmla="*/ 810882 h 883258"/>
                <a:gd name="connsiteX221" fmla="*/ 111822 w 477006"/>
                <a:gd name="connsiteY221" fmla="*/ 812374 h 883258"/>
                <a:gd name="connsiteX222" fmla="*/ 113036 w 477006"/>
                <a:gd name="connsiteY222" fmla="*/ 814613 h 883258"/>
                <a:gd name="connsiteX223" fmla="*/ 115465 w 477006"/>
                <a:gd name="connsiteY223" fmla="*/ 819089 h 883258"/>
                <a:gd name="connsiteX224" fmla="*/ 117084 w 477006"/>
                <a:gd name="connsiteY224" fmla="*/ 821328 h 883258"/>
                <a:gd name="connsiteX225" fmla="*/ 118298 w 477006"/>
                <a:gd name="connsiteY225" fmla="*/ 822074 h 883258"/>
                <a:gd name="connsiteX226" fmla="*/ 123559 w 477006"/>
                <a:gd name="connsiteY226" fmla="*/ 827297 h 883258"/>
                <a:gd name="connsiteX227" fmla="*/ 124774 w 477006"/>
                <a:gd name="connsiteY227" fmla="*/ 828043 h 883258"/>
                <a:gd name="connsiteX228" fmla="*/ 127607 w 477006"/>
                <a:gd name="connsiteY228" fmla="*/ 830282 h 883258"/>
                <a:gd name="connsiteX229" fmla="*/ 128416 w 477006"/>
                <a:gd name="connsiteY229" fmla="*/ 831028 h 883258"/>
                <a:gd name="connsiteX230" fmla="*/ 130035 w 477006"/>
                <a:gd name="connsiteY230" fmla="*/ 831774 h 883258"/>
                <a:gd name="connsiteX231" fmla="*/ 132059 w 477006"/>
                <a:gd name="connsiteY231" fmla="*/ 835505 h 883258"/>
                <a:gd name="connsiteX232" fmla="*/ 135701 w 477006"/>
                <a:gd name="connsiteY232" fmla="*/ 840728 h 883258"/>
                <a:gd name="connsiteX233" fmla="*/ 137320 w 477006"/>
                <a:gd name="connsiteY233" fmla="*/ 841474 h 883258"/>
                <a:gd name="connsiteX234" fmla="*/ 138130 w 477006"/>
                <a:gd name="connsiteY234" fmla="*/ 842220 h 883258"/>
                <a:gd name="connsiteX235" fmla="*/ 139344 w 477006"/>
                <a:gd name="connsiteY235" fmla="*/ 842966 h 883258"/>
                <a:gd name="connsiteX236" fmla="*/ 140558 w 477006"/>
                <a:gd name="connsiteY236" fmla="*/ 843713 h 883258"/>
                <a:gd name="connsiteX237" fmla="*/ 146224 w 477006"/>
                <a:gd name="connsiteY237" fmla="*/ 846697 h 883258"/>
                <a:gd name="connsiteX238" fmla="*/ 146629 w 477006"/>
                <a:gd name="connsiteY238" fmla="*/ 846697 h 883258"/>
                <a:gd name="connsiteX239" fmla="*/ 148653 w 477006"/>
                <a:gd name="connsiteY239" fmla="*/ 847443 h 883258"/>
                <a:gd name="connsiteX240" fmla="*/ 150676 w 477006"/>
                <a:gd name="connsiteY240" fmla="*/ 850428 h 883258"/>
                <a:gd name="connsiteX241" fmla="*/ 152295 w 477006"/>
                <a:gd name="connsiteY241" fmla="*/ 852666 h 883258"/>
                <a:gd name="connsiteX242" fmla="*/ 154319 w 477006"/>
                <a:gd name="connsiteY242" fmla="*/ 854159 h 883258"/>
                <a:gd name="connsiteX243" fmla="*/ 155128 w 477006"/>
                <a:gd name="connsiteY243" fmla="*/ 854905 h 883258"/>
                <a:gd name="connsiteX244" fmla="*/ 158366 w 477006"/>
                <a:gd name="connsiteY244" fmla="*/ 857143 h 883258"/>
                <a:gd name="connsiteX245" fmla="*/ 161604 w 477006"/>
                <a:gd name="connsiteY245" fmla="*/ 858636 h 883258"/>
                <a:gd name="connsiteX246" fmla="*/ 163223 w 477006"/>
                <a:gd name="connsiteY246" fmla="*/ 859382 h 883258"/>
                <a:gd name="connsiteX247" fmla="*/ 165651 w 477006"/>
                <a:gd name="connsiteY247" fmla="*/ 860128 h 883258"/>
                <a:gd name="connsiteX248" fmla="*/ 167270 w 477006"/>
                <a:gd name="connsiteY248" fmla="*/ 860874 h 883258"/>
                <a:gd name="connsiteX249" fmla="*/ 168485 w 477006"/>
                <a:gd name="connsiteY249" fmla="*/ 860874 h 883258"/>
                <a:gd name="connsiteX250" fmla="*/ 170104 w 477006"/>
                <a:gd name="connsiteY250" fmla="*/ 863113 h 883258"/>
                <a:gd name="connsiteX251" fmla="*/ 174151 w 477006"/>
                <a:gd name="connsiteY251" fmla="*/ 866843 h 883258"/>
                <a:gd name="connsiteX252" fmla="*/ 177793 w 477006"/>
                <a:gd name="connsiteY252" fmla="*/ 868336 h 883258"/>
                <a:gd name="connsiteX253" fmla="*/ 178198 w 477006"/>
                <a:gd name="connsiteY253" fmla="*/ 868336 h 883258"/>
                <a:gd name="connsiteX254" fmla="*/ 179817 w 477006"/>
                <a:gd name="connsiteY254" fmla="*/ 869082 h 883258"/>
                <a:gd name="connsiteX255" fmla="*/ 184674 w 477006"/>
                <a:gd name="connsiteY255" fmla="*/ 870574 h 883258"/>
                <a:gd name="connsiteX256" fmla="*/ 189126 w 477006"/>
                <a:gd name="connsiteY256" fmla="*/ 870574 h 883258"/>
                <a:gd name="connsiteX257" fmla="*/ 191959 w 477006"/>
                <a:gd name="connsiteY257" fmla="*/ 873559 h 883258"/>
                <a:gd name="connsiteX258" fmla="*/ 196006 w 477006"/>
                <a:gd name="connsiteY258" fmla="*/ 876543 h 883258"/>
                <a:gd name="connsiteX259" fmla="*/ 197625 w 477006"/>
                <a:gd name="connsiteY259" fmla="*/ 877289 h 883258"/>
                <a:gd name="connsiteX260" fmla="*/ 204506 w 477006"/>
                <a:gd name="connsiteY260" fmla="*/ 878036 h 883258"/>
                <a:gd name="connsiteX261" fmla="*/ 206125 w 477006"/>
                <a:gd name="connsiteY261" fmla="*/ 878036 h 883258"/>
                <a:gd name="connsiteX262" fmla="*/ 208958 w 477006"/>
                <a:gd name="connsiteY262" fmla="*/ 877289 h 883258"/>
                <a:gd name="connsiteX263" fmla="*/ 210172 w 477006"/>
                <a:gd name="connsiteY263" fmla="*/ 878036 h 883258"/>
                <a:gd name="connsiteX264" fmla="*/ 213005 w 477006"/>
                <a:gd name="connsiteY264" fmla="*/ 880274 h 883258"/>
                <a:gd name="connsiteX265" fmla="*/ 216243 w 477006"/>
                <a:gd name="connsiteY265" fmla="*/ 881020 h 883258"/>
                <a:gd name="connsiteX266" fmla="*/ 217862 w 477006"/>
                <a:gd name="connsiteY266" fmla="*/ 881766 h 883258"/>
                <a:gd name="connsiteX267" fmla="*/ 222314 w 477006"/>
                <a:gd name="connsiteY267" fmla="*/ 881766 h 883258"/>
                <a:gd name="connsiteX268" fmla="*/ 225147 w 477006"/>
                <a:gd name="connsiteY268" fmla="*/ 881020 h 883258"/>
                <a:gd name="connsiteX269" fmla="*/ 226766 w 477006"/>
                <a:gd name="connsiteY269" fmla="*/ 880274 h 883258"/>
                <a:gd name="connsiteX270" fmla="*/ 227171 w 477006"/>
                <a:gd name="connsiteY270" fmla="*/ 880274 h 883258"/>
                <a:gd name="connsiteX271" fmla="*/ 228790 w 477006"/>
                <a:gd name="connsiteY271" fmla="*/ 879528 h 883258"/>
                <a:gd name="connsiteX272" fmla="*/ 229194 w 477006"/>
                <a:gd name="connsiteY272" fmla="*/ 879528 h 883258"/>
                <a:gd name="connsiteX273" fmla="*/ 234861 w 477006"/>
                <a:gd name="connsiteY273" fmla="*/ 882513 h 883258"/>
                <a:gd name="connsiteX274" fmla="*/ 235670 w 477006"/>
                <a:gd name="connsiteY274" fmla="*/ 883259 h 883258"/>
                <a:gd name="connsiteX275" fmla="*/ 241741 w 477006"/>
                <a:gd name="connsiteY275" fmla="*/ 882513 h 883258"/>
                <a:gd name="connsiteX276" fmla="*/ 247003 w 477006"/>
                <a:gd name="connsiteY276" fmla="*/ 881020 h 883258"/>
                <a:gd name="connsiteX277" fmla="*/ 247812 w 477006"/>
                <a:gd name="connsiteY277" fmla="*/ 880274 h 883258"/>
                <a:gd name="connsiteX278" fmla="*/ 249431 w 477006"/>
                <a:gd name="connsiteY278" fmla="*/ 879528 h 883258"/>
                <a:gd name="connsiteX279" fmla="*/ 249836 w 477006"/>
                <a:gd name="connsiteY279" fmla="*/ 879528 h 883258"/>
                <a:gd name="connsiteX280" fmla="*/ 254288 w 477006"/>
                <a:gd name="connsiteY280" fmla="*/ 881020 h 883258"/>
                <a:gd name="connsiteX281" fmla="*/ 257121 w 477006"/>
                <a:gd name="connsiteY281" fmla="*/ 881020 h 883258"/>
                <a:gd name="connsiteX282" fmla="*/ 259549 w 477006"/>
                <a:gd name="connsiteY282" fmla="*/ 880274 h 883258"/>
                <a:gd name="connsiteX283" fmla="*/ 261168 w 477006"/>
                <a:gd name="connsiteY283" fmla="*/ 880274 h 883258"/>
                <a:gd name="connsiteX284" fmla="*/ 266834 w 477006"/>
                <a:gd name="connsiteY284" fmla="*/ 877289 h 883258"/>
                <a:gd name="connsiteX285" fmla="*/ 267239 w 477006"/>
                <a:gd name="connsiteY285" fmla="*/ 876543 h 883258"/>
                <a:gd name="connsiteX286" fmla="*/ 269668 w 477006"/>
                <a:gd name="connsiteY286" fmla="*/ 875051 h 883258"/>
                <a:gd name="connsiteX287" fmla="*/ 270477 w 477006"/>
                <a:gd name="connsiteY287" fmla="*/ 875797 h 883258"/>
                <a:gd name="connsiteX288" fmla="*/ 273310 w 477006"/>
                <a:gd name="connsiteY288" fmla="*/ 876543 h 883258"/>
                <a:gd name="connsiteX289" fmla="*/ 280191 w 477006"/>
                <a:gd name="connsiteY289" fmla="*/ 875797 h 883258"/>
                <a:gd name="connsiteX290" fmla="*/ 281809 w 477006"/>
                <a:gd name="connsiteY290" fmla="*/ 875051 h 883258"/>
                <a:gd name="connsiteX291" fmla="*/ 284643 w 477006"/>
                <a:gd name="connsiteY291" fmla="*/ 874305 h 883258"/>
                <a:gd name="connsiteX292" fmla="*/ 286666 w 477006"/>
                <a:gd name="connsiteY292" fmla="*/ 872812 h 883258"/>
                <a:gd name="connsiteX293" fmla="*/ 287476 w 477006"/>
                <a:gd name="connsiteY293" fmla="*/ 872066 h 883258"/>
                <a:gd name="connsiteX294" fmla="*/ 287880 w 477006"/>
                <a:gd name="connsiteY294" fmla="*/ 871320 h 883258"/>
                <a:gd name="connsiteX295" fmla="*/ 289499 w 477006"/>
                <a:gd name="connsiteY295" fmla="*/ 870574 h 883258"/>
                <a:gd name="connsiteX296" fmla="*/ 290309 w 477006"/>
                <a:gd name="connsiteY296" fmla="*/ 869828 h 883258"/>
                <a:gd name="connsiteX297" fmla="*/ 291118 w 477006"/>
                <a:gd name="connsiteY297" fmla="*/ 869828 h 883258"/>
                <a:gd name="connsiteX298" fmla="*/ 293547 w 477006"/>
                <a:gd name="connsiteY298" fmla="*/ 870574 h 883258"/>
                <a:gd name="connsiteX299" fmla="*/ 295166 w 477006"/>
                <a:gd name="connsiteY299" fmla="*/ 870574 h 883258"/>
                <a:gd name="connsiteX300" fmla="*/ 298403 w 477006"/>
                <a:gd name="connsiteY300" fmla="*/ 869828 h 883258"/>
                <a:gd name="connsiteX301" fmla="*/ 300427 w 477006"/>
                <a:gd name="connsiteY301" fmla="*/ 869082 h 883258"/>
                <a:gd name="connsiteX302" fmla="*/ 301641 w 477006"/>
                <a:gd name="connsiteY302" fmla="*/ 868336 h 883258"/>
                <a:gd name="connsiteX303" fmla="*/ 303665 w 477006"/>
                <a:gd name="connsiteY303" fmla="*/ 866843 h 883258"/>
                <a:gd name="connsiteX304" fmla="*/ 308522 w 477006"/>
                <a:gd name="connsiteY304" fmla="*/ 863113 h 883258"/>
                <a:gd name="connsiteX305" fmla="*/ 308927 w 477006"/>
                <a:gd name="connsiteY305" fmla="*/ 862366 h 883258"/>
                <a:gd name="connsiteX306" fmla="*/ 309331 w 477006"/>
                <a:gd name="connsiteY306" fmla="*/ 861620 h 883258"/>
                <a:gd name="connsiteX307" fmla="*/ 310950 w 477006"/>
                <a:gd name="connsiteY307" fmla="*/ 860128 h 883258"/>
                <a:gd name="connsiteX308" fmla="*/ 314188 w 477006"/>
                <a:gd name="connsiteY308" fmla="*/ 860128 h 883258"/>
                <a:gd name="connsiteX309" fmla="*/ 315807 w 477006"/>
                <a:gd name="connsiteY309" fmla="*/ 859382 h 883258"/>
                <a:gd name="connsiteX310" fmla="*/ 319045 w 477006"/>
                <a:gd name="connsiteY310" fmla="*/ 857889 h 883258"/>
                <a:gd name="connsiteX311" fmla="*/ 321878 w 477006"/>
                <a:gd name="connsiteY311" fmla="*/ 856397 h 883258"/>
                <a:gd name="connsiteX312" fmla="*/ 322283 w 477006"/>
                <a:gd name="connsiteY312" fmla="*/ 855651 h 883258"/>
                <a:gd name="connsiteX313" fmla="*/ 323092 w 477006"/>
                <a:gd name="connsiteY313" fmla="*/ 854905 h 883258"/>
                <a:gd name="connsiteX314" fmla="*/ 324711 w 477006"/>
                <a:gd name="connsiteY314" fmla="*/ 853413 h 883258"/>
                <a:gd name="connsiteX315" fmla="*/ 328354 w 477006"/>
                <a:gd name="connsiteY315" fmla="*/ 850428 h 883258"/>
                <a:gd name="connsiteX316" fmla="*/ 330377 w 477006"/>
                <a:gd name="connsiteY316" fmla="*/ 847443 h 883258"/>
                <a:gd name="connsiteX317" fmla="*/ 330782 w 477006"/>
                <a:gd name="connsiteY317" fmla="*/ 847443 h 883258"/>
                <a:gd name="connsiteX318" fmla="*/ 335639 w 477006"/>
                <a:gd name="connsiteY318" fmla="*/ 845951 h 883258"/>
                <a:gd name="connsiteX319" fmla="*/ 336448 w 477006"/>
                <a:gd name="connsiteY319" fmla="*/ 845205 h 883258"/>
                <a:gd name="connsiteX320" fmla="*/ 338067 w 477006"/>
                <a:gd name="connsiteY320" fmla="*/ 844459 h 883258"/>
                <a:gd name="connsiteX321" fmla="*/ 340091 w 477006"/>
                <a:gd name="connsiteY321" fmla="*/ 842220 h 883258"/>
                <a:gd name="connsiteX322" fmla="*/ 344138 w 477006"/>
                <a:gd name="connsiteY322" fmla="*/ 837743 h 883258"/>
                <a:gd name="connsiteX323" fmla="*/ 345352 w 477006"/>
                <a:gd name="connsiteY323" fmla="*/ 836251 h 883258"/>
                <a:gd name="connsiteX324" fmla="*/ 346971 w 477006"/>
                <a:gd name="connsiteY324" fmla="*/ 834013 h 883258"/>
                <a:gd name="connsiteX325" fmla="*/ 347376 w 477006"/>
                <a:gd name="connsiteY325" fmla="*/ 833266 h 883258"/>
                <a:gd name="connsiteX326" fmla="*/ 348995 w 477006"/>
                <a:gd name="connsiteY326" fmla="*/ 830282 h 883258"/>
                <a:gd name="connsiteX327" fmla="*/ 351423 w 477006"/>
                <a:gd name="connsiteY327" fmla="*/ 829536 h 883258"/>
                <a:gd name="connsiteX328" fmla="*/ 353042 w 477006"/>
                <a:gd name="connsiteY328" fmla="*/ 828790 h 883258"/>
                <a:gd name="connsiteX329" fmla="*/ 354256 w 477006"/>
                <a:gd name="connsiteY329" fmla="*/ 828043 h 883258"/>
                <a:gd name="connsiteX330" fmla="*/ 359518 w 477006"/>
                <a:gd name="connsiteY330" fmla="*/ 822820 h 883258"/>
                <a:gd name="connsiteX331" fmla="*/ 360732 w 477006"/>
                <a:gd name="connsiteY331" fmla="*/ 822074 h 883258"/>
                <a:gd name="connsiteX332" fmla="*/ 362351 w 477006"/>
                <a:gd name="connsiteY332" fmla="*/ 819089 h 883258"/>
                <a:gd name="connsiteX333" fmla="*/ 365184 w 477006"/>
                <a:gd name="connsiteY333" fmla="*/ 814613 h 883258"/>
                <a:gd name="connsiteX334" fmla="*/ 367208 w 477006"/>
                <a:gd name="connsiteY334" fmla="*/ 811628 h 883258"/>
                <a:gd name="connsiteX335" fmla="*/ 370850 w 477006"/>
                <a:gd name="connsiteY335" fmla="*/ 809389 h 883258"/>
                <a:gd name="connsiteX336" fmla="*/ 377731 w 477006"/>
                <a:gd name="connsiteY336" fmla="*/ 801928 h 883258"/>
                <a:gd name="connsiteX337" fmla="*/ 380564 w 477006"/>
                <a:gd name="connsiteY337" fmla="*/ 797451 h 883258"/>
                <a:gd name="connsiteX338" fmla="*/ 382992 w 477006"/>
                <a:gd name="connsiteY338" fmla="*/ 792228 h 883258"/>
                <a:gd name="connsiteX339" fmla="*/ 384611 w 477006"/>
                <a:gd name="connsiteY339" fmla="*/ 789243 h 883258"/>
                <a:gd name="connsiteX340" fmla="*/ 386635 w 477006"/>
                <a:gd name="connsiteY340" fmla="*/ 787751 h 883258"/>
                <a:gd name="connsiteX341" fmla="*/ 398372 w 477006"/>
                <a:gd name="connsiteY341" fmla="*/ 769843 h 883258"/>
                <a:gd name="connsiteX342" fmla="*/ 398777 w 477006"/>
                <a:gd name="connsiteY342" fmla="*/ 769097 h 883258"/>
                <a:gd name="connsiteX343" fmla="*/ 400396 w 477006"/>
                <a:gd name="connsiteY343" fmla="*/ 765366 h 883258"/>
                <a:gd name="connsiteX344" fmla="*/ 409300 w 477006"/>
                <a:gd name="connsiteY344" fmla="*/ 752682 h 883258"/>
                <a:gd name="connsiteX345" fmla="*/ 413347 w 477006"/>
                <a:gd name="connsiteY345" fmla="*/ 742236 h 883258"/>
                <a:gd name="connsiteX346" fmla="*/ 414966 w 477006"/>
                <a:gd name="connsiteY346" fmla="*/ 737759 h 883258"/>
                <a:gd name="connsiteX347" fmla="*/ 421442 w 477006"/>
                <a:gd name="connsiteY347" fmla="*/ 728805 h 883258"/>
                <a:gd name="connsiteX348" fmla="*/ 427108 w 477006"/>
                <a:gd name="connsiteY348" fmla="*/ 713136 h 883258"/>
                <a:gd name="connsiteX349" fmla="*/ 428322 w 477006"/>
                <a:gd name="connsiteY349" fmla="*/ 708659 h 883258"/>
                <a:gd name="connsiteX350" fmla="*/ 432370 w 477006"/>
                <a:gd name="connsiteY350" fmla="*/ 702690 h 883258"/>
                <a:gd name="connsiteX351" fmla="*/ 439250 w 477006"/>
                <a:gd name="connsiteY351" fmla="*/ 681797 h 883258"/>
                <a:gd name="connsiteX352" fmla="*/ 440060 w 477006"/>
                <a:gd name="connsiteY352" fmla="*/ 677320 h 883258"/>
                <a:gd name="connsiteX353" fmla="*/ 441678 w 477006"/>
                <a:gd name="connsiteY353" fmla="*/ 675082 h 883258"/>
                <a:gd name="connsiteX354" fmla="*/ 449368 w 477006"/>
                <a:gd name="connsiteY354" fmla="*/ 650459 h 883258"/>
                <a:gd name="connsiteX355" fmla="*/ 449773 w 477006"/>
                <a:gd name="connsiteY355" fmla="*/ 648967 h 883258"/>
                <a:gd name="connsiteX356" fmla="*/ 450178 w 477006"/>
                <a:gd name="connsiteY356" fmla="*/ 643744 h 883258"/>
                <a:gd name="connsiteX357" fmla="*/ 452202 w 477006"/>
                <a:gd name="connsiteY357" fmla="*/ 640013 h 883258"/>
                <a:gd name="connsiteX358" fmla="*/ 457463 w 477006"/>
                <a:gd name="connsiteY358" fmla="*/ 619867 h 883258"/>
                <a:gd name="connsiteX359" fmla="*/ 457058 w 477006"/>
                <a:gd name="connsiteY359" fmla="*/ 610167 h 883258"/>
                <a:gd name="connsiteX360" fmla="*/ 457463 w 477006"/>
                <a:gd name="connsiteY360" fmla="*/ 605690 h 883258"/>
                <a:gd name="connsiteX361" fmla="*/ 464343 w 477006"/>
                <a:gd name="connsiteY361" fmla="*/ 574351 h 883258"/>
                <a:gd name="connsiteX362" fmla="*/ 464748 w 477006"/>
                <a:gd name="connsiteY362" fmla="*/ 569128 h 883258"/>
                <a:gd name="connsiteX363" fmla="*/ 470010 w 477006"/>
                <a:gd name="connsiteY363" fmla="*/ 537044 h 883258"/>
                <a:gd name="connsiteX364" fmla="*/ 470010 w 477006"/>
                <a:gd name="connsiteY364" fmla="*/ 531821 h 883258"/>
                <a:gd name="connsiteX365" fmla="*/ 473652 w 477006"/>
                <a:gd name="connsiteY365" fmla="*/ 498990 h 883258"/>
                <a:gd name="connsiteX366" fmla="*/ 473248 w 477006"/>
                <a:gd name="connsiteY366" fmla="*/ 493767 h 883258"/>
                <a:gd name="connsiteX367" fmla="*/ 475676 w 477006"/>
                <a:gd name="connsiteY367" fmla="*/ 461682 h 883258"/>
                <a:gd name="connsiteX368" fmla="*/ 470414 w 477006"/>
                <a:gd name="connsiteY368" fmla="*/ 390798 h 883258"/>
                <a:gd name="connsiteX369" fmla="*/ 470414 w 477006"/>
                <a:gd name="connsiteY369" fmla="*/ 391544 h 883258"/>
                <a:gd name="connsiteX370" fmla="*/ 470819 w 477006"/>
                <a:gd name="connsiteY370" fmla="*/ 391544 h 883258"/>
                <a:gd name="connsiteX371" fmla="*/ 456249 w 477006"/>
                <a:gd name="connsiteY371" fmla="*/ 436313 h 883258"/>
                <a:gd name="connsiteX372" fmla="*/ 454225 w 477006"/>
                <a:gd name="connsiteY372" fmla="*/ 439298 h 883258"/>
                <a:gd name="connsiteX373" fmla="*/ 454630 w 477006"/>
                <a:gd name="connsiteY373" fmla="*/ 415421 h 883258"/>
                <a:gd name="connsiteX374" fmla="*/ 456249 w 477006"/>
                <a:gd name="connsiteY374" fmla="*/ 411690 h 883258"/>
                <a:gd name="connsiteX375" fmla="*/ 470414 w 477006"/>
                <a:gd name="connsiteY375" fmla="*/ 390798 h 883258"/>
                <a:gd name="connsiteX376" fmla="*/ 467581 w 477006"/>
                <a:gd name="connsiteY376" fmla="*/ 354236 h 883258"/>
                <a:gd name="connsiteX377" fmla="*/ 456249 w 477006"/>
                <a:gd name="connsiteY377" fmla="*/ 399005 h 883258"/>
                <a:gd name="connsiteX378" fmla="*/ 453416 w 477006"/>
                <a:gd name="connsiteY378" fmla="*/ 404228 h 883258"/>
                <a:gd name="connsiteX379" fmla="*/ 452606 w 477006"/>
                <a:gd name="connsiteY379" fmla="*/ 380351 h 883258"/>
                <a:gd name="connsiteX380" fmla="*/ 456249 w 477006"/>
                <a:gd name="connsiteY380" fmla="*/ 372144 h 883258"/>
                <a:gd name="connsiteX381" fmla="*/ 467177 w 477006"/>
                <a:gd name="connsiteY381" fmla="*/ 353490 h 883258"/>
                <a:gd name="connsiteX382" fmla="*/ 462725 w 477006"/>
                <a:gd name="connsiteY382" fmla="*/ 317675 h 883258"/>
                <a:gd name="connsiteX383" fmla="*/ 456249 w 477006"/>
                <a:gd name="connsiteY383" fmla="*/ 360205 h 883258"/>
                <a:gd name="connsiteX384" fmla="*/ 450987 w 477006"/>
                <a:gd name="connsiteY384" fmla="*/ 369159 h 883258"/>
                <a:gd name="connsiteX385" fmla="*/ 450583 w 477006"/>
                <a:gd name="connsiteY385" fmla="*/ 369905 h 883258"/>
                <a:gd name="connsiteX386" fmla="*/ 448964 w 477006"/>
                <a:gd name="connsiteY386" fmla="*/ 346028 h 883258"/>
                <a:gd name="connsiteX387" fmla="*/ 450987 w 477006"/>
                <a:gd name="connsiteY387" fmla="*/ 340059 h 883258"/>
                <a:gd name="connsiteX388" fmla="*/ 456249 w 477006"/>
                <a:gd name="connsiteY388" fmla="*/ 329613 h 883258"/>
                <a:gd name="connsiteX389" fmla="*/ 462320 w 477006"/>
                <a:gd name="connsiteY389" fmla="*/ 316182 h 883258"/>
                <a:gd name="connsiteX390" fmla="*/ 455844 w 477006"/>
                <a:gd name="connsiteY390" fmla="*/ 282605 h 883258"/>
                <a:gd name="connsiteX391" fmla="*/ 455844 w 477006"/>
                <a:gd name="connsiteY391" fmla="*/ 282605 h 883258"/>
                <a:gd name="connsiteX392" fmla="*/ 456249 w 477006"/>
                <a:gd name="connsiteY392" fmla="*/ 318421 h 883258"/>
                <a:gd name="connsiteX393" fmla="*/ 450987 w 477006"/>
                <a:gd name="connsiteY393" fmla="*/ 327375 h 883258"/>
                <a:gd name="connsiteX394" fmla="*/ 447749 w 477006"/>
                <a:gd name="connsiteY394" fmla="*/ 333344 h 883258"/>
                <a:gd name="connsiteX395" fmla="*/ 446535 w 477006"/>
                <a:gd name="connsiteY395" fmla="*/ 336328 h 883258"/>
                <a:gd name="connsiteX396" fmla="*/ 443702 w 477006"/>
                <a:gd name="connsiteY396" fmla="*/ 312452 h 883258"/>
                <a:gd name="connsiteX397" fmla="*/ 447749 w 477006"/>
                <a:gd name="connsiteY397" fmla="*/ 300513 h 883258"/>
                <a:gd name="connsiteX398" fmla="*/ 450987 w 477006"/>
                <a:gd name="connsiteY398" fmla="*/ 293798 h 883258"/>
                <a:gd name="connsiteX399" fmla="*/ 455844 w 477006"/>
                <a:gd name="connsiteY399" fmla="*/ 281113 h 883258"/>
                <a:gd name="connsiteX400" fmla="*/ 447749 w 477006"/>
                <a:gd name="connsiteY400" fmla="*/ 248282 h 883258"/>
                <a:gd name="connsiteX401" fmla="*/ 450987 w 477006"/>
                <a:gd name="connsiteY401" fmla="*/ 257982 h 883258"/>
                <a:gd name="connsiteX402" fmla="*/ 450987 w 477006"/>
                <a:gd name="connsiteY402" fmla="*/ 280367 h 883258"/>
                <a:gd name="connsiteX403" fmla="*/ 447749 w 477006"/>
                <a:gd name="connsiteY403" fmla="*/ 287828 h 883258"/>
                <a:gd name="connsiteX404" fmla="*/ 440869 w 477006"/>
                <a:gd name="connsiteY404" fmla="*/ 303498 h 883258"/>
                <a:gd name="connsiteX405" fmla="*/ 440464 w 477006"/>
                <a:gd name="connsiteY405" fmla="*/ 300513 h 883258"/>
                <a:gd name="connsiteX406" fmla="*/ 436822 w 477006"/>
                <a:gd name="connsiteY406" fmla="*/ 280367 h 883258"/>
                <a:gd name="connsiteX407" fmla="*/ 440060 w 477006"/>
                <a:gd name="connsiteY407" fmla="*/ 268429 h 883258"/>
                <a:gd name="connsiteX408" fmla="*/ 446940 w 477006"/>
                <a:gd name="connsiteY408" fmla="*/ 246790 h 883258"/>
                <a:gd name="connsiteX409" fmla="*/ 438036 w 477006"/>
                <a:gd name="connsiteY409" fmla="*/ 215452 h 883258"/>
                <a:gd name="connsiteX410" fmla="*/ 440464 w 477006"/>
                <a:gd name="connsiteY410" fmla="*/ 219929 h 883258"/>
                <a:gd name="connsiteX411" fmla="*/ 440464 w 477006"/>
                <a:gd name="connsiteY411" fmla="*/ 253505 h 883258"/>
                <a:gd name="connsiteX412" fmla="*/ 433989 w 477006"/>
                <a:gd name="connsiteY412" fmla="*/ 271413 h 883258"/>
                <a:gd name="connsiteX413" fmla="*/ 431155 w 477006"/>
                <a:gd name="connsiteY413" fmla="*/ 263952 h 883258"/>
                <a:gd name="connsiteX414" fmla="*/ 428727 w 477006"/>
                <a:gd name="connsiteY414" fmla="*/ 249775 h 883258"/>
                <a:gd name="connsiteX415" fmla="*/ 431155 w 477006"/>
                <a:gd name="connsiteY415" fmla="*/ 238582 h 883258"/>
                <a:gd name="connsiteX416" fmla="*/ 437631 w 477006"/>
                <a:gd name="connsiteY416" fmla="*/ 214705 h 883258"/>
                <a:gd name="connsiteX417" fmla="*/ 426703 w 477006"/>
                <a:gd name="connsiteY417" fmla="*/ 184113 h 883258"/>
                <a:gd name="connsiteX418" fmla="*/ 431155 w 477006"/>
                <a:gd name="connsiteY418" fmla="*/ 193067 h 883258"/>
                <a:gd name="connsiteX419" fmla="*/ 431155 w 477006"/>
                <a:gd name="connsiteY419" fmla="*/ 220675 h 883258"/>
                <a:gd name="connsiteX420" fmla="*/ 425489 w 477006"/>
                <a:gd name="connsiteY420" fmla="*/ 240821 h 883258"/>
                <a:gd name="connsiteX421" fmla="*/ 420632 w 477006"/>
                <a:gd name="connsiteY421" fmla="*/ 228136 h 883258"/>
                <a:gd name="connsiteX422" fmla="*/ 419418 w 477006"/>
                <a:gd name="connsiteY422" fmla="*/ 219182 h 883258"/>
                <a:gd name="connsiteX423" fmla="*/ 420632 w 477006"/>
                <a:gd name="connsiteY423" fmla="*/ 210229 h 883258"/>
                <a:gd name="connsiteX424" fmla="*/ 426299 w 477006"/>
                <a:gd name="connsiteY424" fmla="*/ 183367 h 883258"/>
                <a:gd name="connsiteX425" fmla="*/ 413347 w 477006"/>
                <a:gd name="connsiteY425" fmla="*/ 154267 h 883258"/>
                <a:gd name="connsiteX426" fmla="*/ 413752 w 477006"/>
                <a:gd name="connsiteY426" fmla="*/ 155013 h 883258"/>
                <a:gd name="connsiteX427" fmla="*/ 420228 w 477006"/>
                <a:gd name="connsiteY427" fmla="*/ 168444 h 883258"/>
                <a:gd name="connsiteX428" fmla="*/ 420228 w 477006"/>
                <a:gd name="connsiteY428" fmla="*/ 189336 h 883258"/>
                <a:gd name="connsiteX429" fmla="*/ 414966 w 477006"/>
                <a:gd name="connsiteY429" fmla="*/ 211721 h 883258"/>
                <a:gd name="connsiteX430" fmla="*/ 408086 w 477006"/>
                <a:gd name="connsiteY430" fmla="*/ 195305 h 883258"/>
                <a:gd name="connsiteX431" fmla="*/ 407681 w 477006"/>
                <a:gd name="connsiteY431" fmla="*/ 192321 h 883258"/>
                <a:gd name="connsiteX432" fmla="*/ 408086 w 477006"/>
                <a:gd name="connsiteY432" fmla="*/ 186352 h 883258"/>
                <a:gd name="connsiteX433" fmla="*/ 413347 w 477006"/>
                <a:gd name="connsiteY433" fmla="*/ 154267 h 883258"/>
                <a:gd name="connsiteX434" fmla="*/ 397158 w 477006"/>
                <a:gd name="connsiteY434" fmla="*/ 145313 h 883258"/>
                <a:gd name="connsiteX435" fmla="*/ 398777 w 477006"/>
                <a:gd name="connsiteY435" fmla="*/ 127406 h 883258"/>
                <a:gd name="connsiteX436" fmla="*/ 399182 w 477006"/>
                <a:gd name="connsiteY436" fmla="*/ 128152 h 883258"/>
                <a:gd name="connsiteX437" fmla="*/ 399182 w 477006"/>
                <a:gd name="connsiteY437" fmla="*/ 127406 h 883258"/>
                <a:gd name="connsiteX438" fmla="*/ 408086 w 477006"/>
                <a:gd name="connsiteY438" fmla="*/ 146059 h 883258"/>
                <a:gd name="connsiteX439" fmla="*/ 408086 w 477006"/>
                <a:gd name="connsiteY439" fmla="*/ 157998 h 883258"/>
                <a:gd name="connsiteX440" fmla="*/ 403229 w 477006"/>
                <a:gd name="connsiteY440" fmla="*/ 184113 h 883258"/>
                <a:gd name="connsiteX441" fmla="*/ 397158 w 477006"/>
                <a:gd name="connsiteY441" fmla="*/ 172921 h 883258"/>
                <a:gd name="connsiteX442" fmla="*/ 395539 w 477006"/>
                <a:gd name="connsiteY442" fmla="*/ 165459 h 883258"/>
                <a:gd name="connsiteX443" fmla="*/ 397158 w 477006"/>
                <a:gd name="connsiteY443" fmla="*/ 145313 h 883258"/>
                <a:gd name="connsiteX444" fmla="*/ 383397 w 477006"/>
                <a:gd name="connsiteY444" fmla="*/ 102783 h 883258"/>
                <a:gd name="connsiteX445" fmla="*/ 383802 w 477006"/>
                <a:gd name="connsiteY445" fmla="*/ 103529 h 883258"/>
                <a:gd name="connsiteX446" fmla="*/ 383802 w 477006"/>
                <a:gd name="connsiteY446" fmla="*/ 102783 h 883258"/>
                <a:gd name="connsiteX447" fmla="*/ 385421 w 477006"/>
                <a:gd name="connsiteY447" fmla="*/ 104275 h 883258"/>
                <a:gd name="connsiteX448" fmla="*/ 390682 w 477006"/>
                <a:gd name="connsiteY448" fmla="*/ 157998 h 883258"/>
                <a:gd name="connsiteX449" fmla="*/ 385421 w 477006"/>
                <a:gd name="connsiteY449" fmla="*/ 151282 h 883258"/>
                <a:gd name="connsiteX450" fmla="*/ 381778 w 477006"/>
                <a:gd name="connsiteY450" fmla="*/ 140836 h 883258"/>
                <a:gd name="connsiteX451" fmla="*/ 383397 w 477006"/>
                <a:gd name="connsiteY451" fmla="*/ 102783 h 883258"/>
                <a:gd name="connsiteX452" fmla="*/ 367208 w 477006"/>
                <a:gd name="connsiteY452" fmla="*/ 80398 h 883258"/>
                <a:gd name="connsiteX453" fmla="*/ 367613 w 477006"/>
                <a:gd name="connsiteY453" fmla="*/ 80398 h 883258"/>
                <a:gd name="connsiteX454" fmla="*/ 370041 w 477006"/>
                <a:gd name="connsiteY454" fmla="*/ 82636 h 883258"/>
                <a:gd name="connsiteX455" fmla="*/ 376921 w 477006"/>
                <a:gd name="connsiteY455" fmla="*/ 92336 h 883258"/>
                <a:gd name="connsiteX456" fmla="*/ 376921 w 477006"/>
                <a:gd name="connsiteY456" fmla="*/ 134867 h 883258"/>
                <a:gd name="connsiteX457" fmla="*/ 370041 w 477006"/>
                <a:gd name="connsiteY457" fmla="*/ 126659 h 883258"/>
                <a:gd name="connsiteX458" fmla="*/ 367208 w 477006"/>
                <a:gd name="connsiteY458" fmla="*/ 119198 h 883258"/>
                <a:gd name="connsiteX459" fmla="*/ 367208 w 477006"/>
                <a:gd name="connsiteY459" fmla="*/ 80398 h 883258"/>
                <a:gd name="connsiteX460" fmla="*/ 350209 w 477006"/>
                <a:gd name="connsiteY460" fmla="*/ 60998 h 883258"/>
                <a:gd name="connsiteX461" fmla="*/ 350614 w 477006"/>
                <a:gd name="connsiteY461" fmla="*/ 61744 h 883258"/>
                <a:gd name="connsiteX462" fmla="*/ 352233 w 477006"/>
                <a:gd name="connsiteY462" fmla="*/ 62490 h 883258"/>
                <a:gd name="connsiteX463" fmla="*/ 353447 w 477006"/>
                <a:gd name="connsiteY463" fmla="*/ 63236 h 883258"/>
                <a:gd name="connsiteX464" fmla="*/ 358708 w 477006"/>
                <a:gd name="connsiteY464" fmla="*/ 69952 h 883258"/>
                <a:gd name="connsiteX465" fmla="*/ 359923 w 477006"/>
                <a:gd name="connsiteY465" fmla="*/ 71444 h 883258"/>
                <a:gd name="connsiteX466" fmla="*/ 361542 w 477006"/>
                <a:gd name="connsiteY466" fmla="*/ 75921 h 883258"/>
                <a:gd name="connsiteX467" fmla="*/ 361542 w 477006"/>
                <a:gd name="connsiteY467" fmla="*/ 105021 h 883258"/>
                <a:gd name="connsiteX468" fmla="*/ 361542 w 477006"/>
                <a:gd name="connsiteY468" fmla="*/ 110990 h 883258"/>
                <a:gd name="connsiteX469" fmla="*/ 361946 w 477006"/>
                <a:gd name="connsiteY469" fmla="*/ 113229 h 883258"/>
                <a:gd name="connsiteX470" fmla="*/ 361542 w 477006"/>
                <a:gd name="connsiteY470" fmla="*/ 112483 h 883258"/>
                <a:gd name="connsiteX471" fmla="*/ 359923 w 477006"/>
                <a:gd name="connsiteY471" fmla="*/ 111736 h 883258"/>
                <a:gd name="connsiteX472" fmla="*/ 358708 w 477006"/>
                <a:gd name="connsiteY472" fmla="*/ 110990 h 883258"/>
                <a:gd name="connsiteX473" fmla="*/ 353447 w 477006"/>
                <a:gd name="connsiteY473" fmla="*/ 104275 h 883258"/>
                <a:gd name="connsiteX474" fmla="*/ 352233 w 477006"/>
                <a:gd name="connsiteY474" fmla="*/ 102036 h 883258"/>
                <a:gd name="connsiteX475" fmla="*/ 351019 w 477006"/>
                <a:gd name="connsiteY475" fmla="*/ 99052 h 883258"/>
                <a:gd name="connsiteX476" fmla="*/ 350614 w 477006"/>
                <a:gd name="connsiteY476" fmla="*/ 93829 h 883258"/>
                <a:gd name="connsiteX477" fmla="*/ 349400 w 477006"/>
                <a:gd name="connsiteY477" fmla="*/ 60998 h 883258"/>
                <a:gd name="connsiteX478" fmla="*/ 331996 w 477006"/>
                <a:gd name="connsiteY478" fmla="*/ 44583 h 883258"/>
                <a:gd name="connsiteX479" fmla="*/ 335639 w 477006"/>
                <a:gd name="connsiteY479" fmla="*/ 46821 h 883258"/>
                <a:gd name="connsiteX480" fmla="*/ 336448 w 477006"/>
                <a:gd name="connsiteY480" fmla="*/ 47567 h 883258"/>
                <a:gd name="connsiteX481" fmla="*/ 338067 w 477006"/>
                <a:gd name="connsiteY481" fmla="*/ 48313 h 883258"/>
                <a:gd name="connsiteX482" fmla="*/ 339686 w 477006"/>
                <a:gd name="connsiteY482" fmla="*/ 50552 h 883258"/>
                <a:gd name="connsiteX483" fmla="*/ 343733 w 477006"/>
                <a:gd name="connsiteY483" fmla="*/ 57267 h 883258"/>
                <a:gd name="connsiteX484" fmla="*/ 344948 w 477006"/>
                <a:gd name="connsiteY484" fmla="*/ 63236 h 883258"/>
                <a:gd name="connsiteX485" fmla="*/ 345757 w 477006"/>
                <a:gd name="connsiteY485" fmla="*/ 94575 h 883258"/>
                <a:gd name="connsiteX486" fmla="*/ 344948 w 477006"/>
                <a:gd name="connsiteY486" fmla="*/ 93829 h 883258"/>
                <a:gd name="connsiteX487" fmla="*/ 343733 w 477006"/>
                <a:gd name="connsiteY487" fmla="*/ 93083 h 883258"/>
                <a:gd name="connsiteX488" fmla="*/ 339686 w 477006"/>
                <a:gd name="connsiteY488" fmla="*/ 90098 h 883258"/>
                <a:gd name="connsiteX489" fmla="*/ 337662 w 477006"/>
                <a:gd name="connsiteY489" fmla="*/ 87113 h 883258"/>
                <a:gd name="connsiteX490" fmla="*/ 336044 w 477006"/>
                <a:gd name="connsiteY490" fmla="*/ 84875 h 883258"/>
                <a:gd name="connsiteX491" fmla="*/ 335234 w 477006"/>
                <a:gd name="connsiteY491" fmla="*/ 82636 h 883258"/>
                <a:gd name="connsiteX492" fmla="*/ 334829 w 477006"/>
                <a:gd name="connsiteY492" fmla="*/ 81144 h 883258"/>
                <a:gd name="connsiteX493" fmla="*/ 331187 w 477006"/>
                <a:gd name="connsiteY493" fmla="*/ 43836 h 883258"/>
                <a:gd name="connsiteX494" fmla="*/ 312569 w 477006"/>
                <a:gd name="connsiteY494" fmla="*/ 31152 h 883258"/>
                <a:gd name="connsiteX495" fmla="*/ 313783 w 477006"/>
                <a:gd name="connsiteY495" fmla="*/ 31152 h 883258"/>
                <a:gd name="connsiteX496" fmla="*/ 315402 w 477006"/>
                <a:gd name="connsiteY496" fmla="*/ 31898 h 883258"/>
                <a:gd name="connsiteX497" fmla="*/ 318640 w 477006"/>
                <a:gd name="connsiteY497" fmla="*/ 33390 h 883258"/>
                <a:gd name="connsiteX498" fmla="*/ 321068 w 477006"/>
                <a:gd name="connsiteY498" fmla="*/ 35629 h 883258"/>
                <a:gd name="connsiteX499" fmla="*/ 321473 w 477006"/>
                <a:gd name="connsiteY499" fmla="*/ 36375 h 883258"/>
                <a:gd name="connsiteX500" fmla="*/ 322283 w 477006"/>
                <a:gd name="connsiteY500" fmla="*/ 37121 h 883258"/>
                <a:gd name="connsiteX501" fmla="*/ 323902 w 477006"/>
                <a:gd name="connsiteY501" fmla="*/ 40106 h 883258"/>
                <a:gd name="connsiteX502" fmla="*/ 327139 w 477006"/>
                <a:gd name="connsiteY502" fmla="*/ 54283 h 883258"/>
                <a:gd name="connsiteX503" fmla="*/ 328758 w 477006"/>
                <a:gd name="connsiteY503" fmla="*/ 78906 h 883258"/>
                <a:gd name="connsiteX504" fmla="*/ 327139 w 477006"/>
                <a:gd name="connsiteY504" fmla="*/ 78159 h 883258"/>
                <a:gd name="connsiteX505" fmla="*/ 323497 w 477006"/>
                <a:gd name="connsiteY505" fmla="*/ 75921 h 883258"/>
                <a:gd name="connsiteX506" fmla="*/ 321878 w 477006"/>
                <a:gd name="connsiteY506" fmla="*/ 75175 h 883258"/>
                <a:gd name="connsiteX507" fmla="*/ 321068 w 477006"/>
                <a:gd name="connsiteY507" fmla="*/ 74429 h 883258"/>
                <a:gd name="connsiteX508" fmla="*/ 320664 w 477006"/>
                <a:gd name="connsiteY508" fmla="*/ 73683 h 883258"/>
                <a:gd name="connsiteX509" fmla="*/ 317831 w 477006"/>
                <a:gd name="connsiteY509" fmla="*/ 69952 h 883258"/>
                <a:gd name="connsiteX510" fmla="*/ 317021 w 477006"/>
                <a:gd name="connsiteY510" fmla="*/ 67713 h 883258"/>
                <a:gd name="connsiteX511" fmla="*/ 314593 w 477006"/>
                <a:gd name="connsiteY511" fmla="*/ 54283 h 883258"/>
                <a:gd name="connsiteX512" fmla="*/ 312974 w 477006"/>
                <a:gd name="connsiteY512" fmla="*/ 39360 h 883258"/>
                <a:gd name="connsiteX513" fmla="*/ 311355 w 477006"/>
                <a:gd name="connsiteY513" fmla="*/ 30406 h 883258"/>
                <a:gd name="connsiteX514" fmla="*/ 293142 w 477006"/>
                <a:gd name="connsiteY514" fmla="*/ 20706 h 883258"/>
                <a:gd name="connsiteX515" fmla="*/ 294761 w 477006"/>
                <a:gd name="connsiteY515" fmla="*/ 20706 h 883258"/>
                <a:gd name="connsiteX516" fmla="*/ 297999 w 477006"/>
                <a:gd name="connsiteY516" fmla="*/ 21452 h 883258"/>
                <a:gd name="connsiteX517" fmla="*/ 300022 w 477006"/>
                <a:gd name="connsiteY517" fmla="*/ 22198 h 883258"/>
                <a:gd name="connsiteX518" fmla="*/ 301237 w 477006"/>
                <a:gd name="connsiteY518" fmla="*/ 22944 h 883258"/>
                <a:gd name="connsiteX519" fmla="*/ 303260 w 477006"/>
                <a:gd name="connsiteY519" fmla="*/ 24436 h 883258"/>
                <a:gd name="connsiteX520" fmla="*/ 308117 w 477006"/>
                <a:gd name="connsiteY520" fmla="*/ 33390 h 883258"/>
                <a:gd name="connsiteX521" fmla="*/ 309331 w 477006"/>
                <a:gd name="connsiteY521" fmla="*/ 38613 h 883258"/>
                <a:gd name="connsiteX522" fmla="*/ 311760 w 477006"/>
                <a:gd name="connsiteY522" fmla="*/ 65475 h 883258"/>
                <a:gd name="connsiteX523" fmla="*/ 308927 w 477006"/>
                <a:gd name="connsiteY523" fmla="*/ 64729 h 883258"/>
                <a:gd name="connsiteX524" fmla="*/ 307712 w 477006"/>
                <a:gd name="connsiteY524" fmla="*/ 63983 h 883258"/>
                <a:gd name="connsiteX525" fmla="*/ 302856 w 477006"/>
                <a:gd name="connsiteY525" fmla="*/ 60998 h 883258"/>
                <a:gd name="connsiteX526" fmla="*/ 300832 w 477006"/>
                <a:gd name="connsiteY526" fmla="*/ 58013 h 883258"/>
                <a:gd name="connsiteX527" fmla="*/ 299618 w 477006"/>
                <a:gd name="connsiteY527" fmla="*/ 56521 h 883258"/>
                <a:gd name="connsiteX528" fmla="*/ 299213 w 477006"/>
                <a:gd name="connsiteY528" fmla="*/ 56521 h 883258"/>
                <a:gd name="connsiteX529" fmla="*/ 297594 w 477006"/>
                <a:gd name="connsiteY529" fmla="*/ 49806 h 883258"/>
                <a:gd name="connsiteX530" fmla="*/ 294356 w 477006"/>
                <a:gd name="connsiteY530" fmla="*/ 29660 h 883258"/>
                <a:gd name="connsiteX531" fmla="*/ 292737 w 477006"/>
                <a:gd name="connsiteY531" fmla="*/ 22944 h 883258"/>
                <a:gd name="connsiteX532" fmla="*/ 291928 w 477006"/>
                <a:gd name="connsiteY532" fmla="*/ 20706 h 883258"/>
                <a:gd name="connsiteX533" fmla="*/ 272905 w 477006"/>
                <a:gd name="connsiteY533" fmla="*/ 13244 h 883258"/>
                <a:gd name="connsiteX534" fmla="*/ 273715 w 477006"/>
                <a:gd name="connsiteY534" fmla="*/ 13244 h 883258"/>
                <a:gd name="connsiteX535" fmla="*/ 280595 w 477006"/>
                <a:gd name="connsiteY535" fmla="*/ 14736 h 883258"/>
                <a:gd name="connsiteX536" fmla="*/ 282214 w 477006"/>
                <a:gd name="connsiteY536" fmla="*/ 15483 h 883258"/>
                <a:gd name="connsiteX537" fmla="*/ 285047 w 477006"/>
                <a:gd name="connsiteY537" fmla="*/ 18467 h 883258"/>
                <a:gd name="connsiteX538" fmla="*/ 287071 w 477006"/>
                <a:gd name="connsiteY538" fmla="*/ 21452 h 883258"/>
                <a:gd name="connsiteX539" fmla="*/ 287880 w 477006"/>
                <a:gd name="connsiteY539" fmla="*/ 22944 h 883258"/>
                <a:gd name="connsiteX540" fmla="*/ 289904 w 477006"/>
                <a:gd name="connsiteY540" fmla="*/ 30406 h 883258"/>
                <a:gd name="connsiteX541" fmla="*/ 291118 w 477006"/>
                <a:gd name="connsiteY541" fmla="*/ 36375 h 883258"/>
                <a:gd name="connsiteX542" fmla="*/ 293547 w 477006"/>
                <a:gd name="connsiteY542" fmla="*/ 53536 h 883258"/>
                <a:gd name="connsiteX543" fmla="*/ 293951 w 477006"/>
                <a:gd name="connsiteY543" fmla="*/ 55775 h 883258"/>
                <a:gd name="connsiteX544" fmla="*/ 291118 w 477006"/>
                <a:gd name="connsiteY544" fmla="*/ 55775 h 883258"/>
                <a:gd name="connsiteX545" fmla="*/ 289904 w 477006"/>
                <a:gd name="connsiteY545" fmla="*/ 55029 h 883258"/>
                <a:gd name="connsiteX546" fmla="*/ 287880 w 477006"/>
                <a:gd name="connsiteY546" fmla="*/ 54283 h 883258"/>
                <a:gd name="connsiteX547" fmla="*/ 286666 w 477006"/>
                <a:gd name="connsiteY547" fmla="*/ 53536 h 883258"/>
                <a:gd name="connsiteX548" fmla="*/ 284643 w 477006"/>
                <a:gd name="connsiteY548" fmla="*/ 52790 h 883258"/>
                <a:gd name="connsiteX549" fmla="*/ 281809 w 477006"/>
                <a:gd name="connsiteY549" fmla="*/ 49806 h 883258"/>
                <a:gd name="connsiteX550" fmla="*/ 281000 w 477006"/>
                <a:gd name="connsiteY550" fmla="*/ 48313 h 883258"/>
                <a:gd name="connsiteX551" fmla="*/ 280595 w 477006"/>
                <a:gd name="connsiteY551" fmla="*/ 46821 h 883258"/>
                <a:gd name="connsiteX552" fmla="*/ 273715 w 477006"/>
                <a:gd name="connsiteY552" fmla="*/ 18467 h 883258"/>
                <a:gd name="connsiteX553" fmla="*/ 272096 w 477006"/>
                <a:gd name="connsiteY553" fmla="*/ 13990 h 883258"/>
                <a:gd name="connsiteX554" fmla="*/ 252669 w 477006"/>
                <a:gd name="connsiteY554" fmla="*/ 9513 h 883258"/>
                <a:gd name="connsiteX555" fmla="*/ 254288 w 477006"/>
                <a:gd name="connsiteY555" fmla="*/ 8767 h 883258"/>
                <a:gd name="connsiteX556" fmla="*/ 257121 w 477006"/>
                <a:gd name="connsiteY556" fmla="*/ 8767 h 883258"/>
                <a:gd name="connsiteX557" fmla="*/ 259549 w 477006"/>
                <a:gd name="connsiteY557" fmla="*/ 9513 h 883258"/>
                <a:gd name="connsiteX558" fmla="*/ 261168 w 477006"/>
                <a:gd name="connsiteY558" fmla="*/ 10260 h 883258"/>
                <a:gd name="connsiteX559" fmla="*/ 266834 w 477006"/>
                <a:gd name="connsiteY559" fmla="*/ 15483 h 883258"/>
                <a:gd name="connsiteX560" fmla="*/ 270882 w 477006"/>
                <a:gd name="connsiteY560" fmla="*/ 27421 h 883258"/>
                <a:gd name="connsiteX561" fmla="*/ 273715 w 477006"/>
                <a:gd name="connsiteY561" fmla="*/ 43836 h 883258"/>
                <a:gd name="connsiteX562" fmla="*/ 275334 w 477006"/>
                <a:gd name="connsiteY562" fmla="*/ 48313 h 883258"/>
                <a:gd name="connsiteX563" fmla="*/ 273715 w 477006"/>
                <a:gd name="connsiteY563" fmla="*/ 49059 h 883258"/>
                <a:gd name="connsiteX564" fmla="*/ 270882 w 477006"/>
                <a:gd name="connsiteY564" fmla="*/ 48313 h 883258"/>
                <a:gd name="connsiteX565" fmla="*/ 267239 w 477006"/>
                <a:gd name="connsiteY565" fmla="*/ 47567 h 883258"/>
                <a:gd name="connsiteX566" fmla="*/ 262787 w 477006"/>
                <a:gd name="connsiteY566" fmla="*/ 43090 h 883258"/>
                <a:gd name="connsiteX567" fmla="*/ 261573 w 477006"/>
                <a:gd name="connsiteY567" fmla="*/ 40106 h 883258"/>
                <a:gd name="connsiteX568" fmla="*/ 259954 w 477006"/>
                <a:gd name="connsiteY568" fmla="*/ 35629 h 883258"/>
                <a:gd name="connsiteX569" fmla="*/ 257526 w 477006"/>
                <a:gd name="connsiteY569" fmla="*/ 26675 h 883258"/>
                <a:gd name="connsiteX570" fmla="*/ 254692 w 477006"/>
                <a:gd name="connsiteY570" fmla="*/ 16229 h 883258"/>
                <a:gd name="connsiteX571" fmla="*/ 252669 w 477006"/>
                <a:gd name="connsiteY571" fmla="*/ 9513 h 883258"/>
                <a:gd name="connsiteX572" fmla="*/ 232432 w 477006"/>
                <a:gd name="connsiteY572" fmla="*/ 8767 h 883258"/>
                <a:gd name="connsiteX573" fmla="*/ 234861 w 477006"/>
                <a:gd name="connsiteY573" fmla="*/ 8021 h 883258"/>
                <a:gd name="connsiteX574" fmla="*/ 235670 w 477006"/>
                <a:gd name="connsiteY574" fmla="*/ 8021 h 883258"/>
                <a:gd name="connsiteX575" fmla="*/ 241741 w 477006"/>
                <a:gd name="connsiteY575" fmla="*/ 8021 h 883258"/>
                <a:gd name="connsiteX576" fmla="*/ 247812 w 477006"/>
                <a:gd name="connsiteY576" fmla="*/ 13990 h 883258"/>
                <a:gd name="connsiteX577" fmla="*/ 249836 w 477006"/>
                <a:gd name="connsiteY577" fmla="*/ 18467 h 883258"/>
                <a:gd name="connsiteX578" fmla="*/ 254288 w 477006"/>
                <a:gd name="connsiteY578" fmla="*/ 37121 h 883258"/>
                <a:gd name="connsiteX579" fmla="*/ 256716 w 477006"/>
                <a:gd name="connsiteY579" fmla="*/ 43836 h 883258"/>
                <a:gd name="connsiteX580" fmla="*/ 254288 w 477006"/>
                <a:gd name="connsiteY580" fmla="*/ 44583 h 883258"/>
                <a:gd name="connsiteX581" fmla="*/ 249836 w 477006"/>
                <a:gd name="connsiteY581" fmla="*/ 44583 h 883258"/>
                <a:gd name="connsiteX582" fmla="*/ 247812 w 477006"/>
                <a:gd name="connsiteY582" fmla="*/ 43836 h 883258"/>
                <a:gd name="connsiteX583" fmla="*/ 243765 w 477006"/>
                <a:gd name="connsiteY583" fmla="*/ 40852 h 883258"/>
                <a:gd name="connsiteX584" fmla="*/ 241741 w 477006"/>
                <a:gd name="connsiteY584" fmla="*/ 36375 h 883258"/>
                <a:gd name="connsiteX585" fmla="*/ 235670 w 477006"/>
                <a:gd name="connsiteY585" fmla="*/ 17721 h 883258"/>
                <a:gd name="connsiteX586" fmla="*/ 234861 w 477006"/>
                <a:gd name="connsiteY586" fmla="*/ 15483 h 883258"/>
                <a:gd name="connsiteX587" fmla="*/ 232027 w 477006"/>
                <a:gd name="connsiteY587" fmla="*/ 8767 h 883258"/>
                <a:gd name="connsiteX588" fmla="*/ 212196 w 477006"/>
                <a:gd name="connsiteY588" fmla="*/ 11752 h 883258"/>
                <a:gd name="connsiteX589" fmla="*/ 215433 w 477006"/>
                <a:gd name="connsiteY589" fmla="*/ 10260 h 883258"/>
                <a:gd name="connsiteX590" fmla="*/ 217052 w 477006"/>
                <a:gd name="connsiteY590" fmla="*/ 9513 h 883258"/>
                <a:gd name="connsiteX591" fmla="*/ 219886 w 477006"/>
                <a:gd name="connsiteY591" fmla="*/ 8767 h 883258"/>
                <a:gd name="connsiteX592" fmla="*/ 222314 w 477006"/>
                <a:gd name="connsiteY592" fmla="*/ 9513 h 883258"/>
                <a:gd name="connsiteX593" fmla="*/ 225147 w 477006"/>
                <a:gd name="connsiteY593" fmla="*/ 10260 h 883258"/>
                <a:gd name="connsiteX594" fmla="*/ 227575 w 477006"/>
                <a:gd name="connsiteY594" fmla="*/ 12498 h 883258"/>
                <a:gd name="connsiteX595" fmla="*/ 229194 w 477006"/>
                <a:gd name="connsiteY595" fmla="*/ 15483 h 883258"/>
                <a:gd name="connsiteX596" fmla="*/ 235265 w 477006"/>
                <a:gd name="connsiteY596" fmla="*/ 34136 h 883258"/>
                <a:gd name="connsiteX597" fmla="*/ 236075 w 477006"/>
                <a:gd name="connsiteY597" fmla="*/ 36375 h 883258"/>
                <a:gd name="connsiteX598" fmla="*/ 238503 w 477006"/>
                <a:gd name="connsiteY598" fmla="*/ 41598 h 883258"/>
                <a:gd name="connsiteX599" fmla="*/ 235670 w 477006"/>
                <a:gd name="connsiteY599" fmla="*/ 43090 h 883258"/>
                <a:gd name="connsiteX600" fmla="*/ 234861 w 477006"/>
                <a:gd name="connsiteY600" fmla="*/ 43090 h 883258"/>
                <a:gd name="connsiteX601" fmla="*/ 228790 w 477006"/>
                <a:gd name="connsiteY601" fmla="*/ 43836 h 883258"/>
                <a:gd name="connsiteX602" fmla="*/ 227171 w 477006"/>
                <a:gd name="connsiteY602" fmla="*/ 43090 h 883258"/>
                <a:gd name="connsiteX603" fmla="*/ 225147 w 477006"/>
                <a:gd name="connsiteY603" fmla="*/ 41598 h 883258"/>
                <a:gd name="connsiteX604" fmla="*/ 224742 w 477006"/>
                <a:gd name="connsiteY604" fmla="*/ 40852 h 883258"/>
                <a:gd name="connsiteX605" fmla="*/ 221909 w 477006"/>
                <a:gd name="connsiteY605" fmla="*/ 36375 h 883258"/>
                <a:gd name="connsiteX606" fmla="*/ 219481 w 477006"/>
                <a:gd name="connsiteY606" fmla="*/ 31152 h 883258"/>
                <a:gd name="connsiteX607" fmla="*/ 216648 w 477006"/>
                <a:gd name="connsiteY607" fmla="*/ 23690 h 883258"/>
                <a:gd name="connsiteX608" fmla="*/ 215029 w 477006"/>
                <a:gd name="connsiteY608" fmla="*/ 19960 h 883258"/>
                <a:gd name="connsiteX609" fmla="*/ 211791 w 477006"/>
                <a:gd name="connsiteY609" fmla="*/ 13244 h 883258"/>
                <a:gd name="connsiteX610" fmla="*/ 211386 w 477006"/>
                <a:gd name="connsiteY610" fmla="*/ 12498 h 883258"/>
                <a:gd name="connsiteX611" fmla="*/ 191959 w 477006"/>
                <a:gd name="connsiteY611" fmla="*/ 16975 h 883258"/>
                <a:gd name="connsiteX612" fmla="*/ 194792 w 477006"/>
                <a:gd name="connsiteY612" fmla="*/ 15483 h 883258"/>
                <a:gd name="connsiteX613" fmla="*/ 196411 w 477006"/>
                <a:gd name="connsiteY613" fmla="*/ 14736 h 883258"/>
                <a:gd name="connsiteX614" fmla="*/ 202887 w 477006"/>
                <a:gd name="connsiteY614" fmla="*/ 13990 h 883258"/>
                <a:gd name="connsiteX615" fmla="*/ 205720 w 477006"/>
                <a:gd name="connsiteY615" fmla="*/ 14736 h 883258"/>
                <a:gd name="connsiteX616" fmla="*/ 209767 w 477006"/>
                <a:gd name="connsiteY616" fmla="*/ 19213 h 883258"/>
                <a:gd name="connsiteX617" fmla="*/ 212600 w 477006"/>
                <a:gd name="connsiteY617" fmla="*/ 25929 h 883258"/>
                <a:gd name="connsiteX618" fmla="*/ 215029 w 477006"/>
                <a:gd name="connsiteY618" fmla="*/ 35629 h 883258"/>
                <a:gd name="connsiteX619" fmla="*/ 216648 w 477006"/>
                <a:gd name="connsiteY619" fmla="*/ 40106 h 883258"/>
                <a:gd name="connsiteX620" fmla="*/ 219076 w 477006"/>
                <a:gd name="connsiteY620" fmla="*/ 43836 h 883258"/>
                <a:gd name="connsiteX621" fmla="*/ 217052 w 477006"/>
                <a:gd name="connsiteY621" fmla="*/ 44583 h 883258"/>
                <a:gd name="connsiteX622" fmla="*/ 215433 w 477006"/>
                <a:gd name="connsiteY622" fmla="*/ 45329 h 883258"/>
                <a:gd name="connsiteX623" fmla="*/ 212196 w 477006"/>
                <a:gd name="connsiteY623" fmla="*/ 46075 h 883258"/>
                <a:gd name="connsiteX624" fmla="*/ 209362 w 477006"/>
                <a:gd name="connsiteY624" fmla="*/ 46075 h 883258"/>
                <a:gd name="connsiteX625" fmla="*/ 205720 w 477006"/>
                <a:gd name="connsiteY625" fmla="*/ 44583 h 883258"/>
                <a:gd name="connsiteX626" fmla="*/ 205315 w 477006"/>
                <a:gd name="connsiteY626" fmla="*/ 43836 h 883258"/>
                <a:gd name="connsiteX627" fmla="*/ 202482 w 477006"/>
                <a:gd name="connsiteY627" fmla="*/ 39360 h 883258"/>
                <a:gd name="connsiteX628" fmla="*/ 196006 w 477006"/>
                <a:gd name="connsiteY628" fmla="*/ 25929 h 883258"/>
                <a:gd name="connsiteX629" fmla="*/ 194387 w 477006"/>
                <a:gd name="connsiteY629" fmla="*/ 22944 h 883258"/>
                <a:gd name="connsiteX630" fmla="*/ 191150 w 477006"/>
                <a:gd name="connsiteY630" fmla="*/ 17721 h 883258"/>
                <a:gd name="connsiteX631" fmla="*/ 172127 w 477006"/>
                <a:gd name="connsiteY631" fmla="*/ 26675 h 883258"/>
                <a:gd name="connsiteX632" fmla="*/ 173341 w 477006"/>
                <a:gd name="connsiteY632" fmla="*/ 25929 h 883258"/>
                <a:gd name="connsiteX633" fmla="*/ 176984 w 477006"/>
                <a:gd name="connsiteY633" fmla="*/ 23690 h 883258"/>
                <a:gd name="connsiteX634" fmla="*/ 177389 w 477006"/>
                <a:gd name="connsiteY634" fmla="*/ 22944 h 883258"/>
                <a:gd name="connsiteX635" fmla="*/ 179008 w 477006"/>
                <a:gd name="connsiteY635" fmla="*/ 22198 h 883258"/>
                <a:gd name="connsiteX636" fmla="*/ 183864 w 477006"/>
                <a:gd name="connsiteY636" fmla="*/ 21452 h 883258"/>
                <a:gd name="connsiteX637" fmla="*/ 184674 w 477006"/>
                <a:gd name="connsiteY637" fmla="*/ 21452 h 883258"/>
                <a:gd name="connsiteX638" fmla="*/ 186293 w 477006"/>
                <a:gd name="connsiteY638" fmla="*/ 22198 h 883258"/>
                <a:gd name="connsiteX639" fmla="*/ 187102 w 477006"/>
                <a:gd name="connsiteY639" fmla="*/ 22944 h 883258"/>
                <a:gd name="connsiteX640" fmla="*/ 190745 w 477006"/>
                <a:gd name="connsiteY640" fmla="*/ 27421 h 883258"/>
                <a:gd name="connsiteX641" fmla="*/ 194792 w 477006"/>
                <a:gd name="connsiteY641" fmla="*/ 36375 h 883258"/>
                <a:gd name="connsiteX642" fmla="*/ 196411 w 477006"/>
                <a:gd name="connsiteY642" fmla="*/ 39360 h 883258"/>
                <a:gd name="connsiteX643" fmla="*/ 200863 w 477006"/>
                <a:gd name="connsiteY643" fmla="*/ 48313 h 883258"/>
                <a:gd name="connsiteX644" fmla="*/ 196411 w 477006"/>
                <a:gd name="connsiteY644" fmla="*/ 51298 h 883258"/>
                <a:gd name="connsiteX645" fmla="*/ 194792 w 477006"/>
                <a:gd name="connsiteY645" fmla="*/ 52044 h 883258"/>
                <a:gd name="connsiteX646" fmla="*/ 190745 w 477006"/>
                <a:gd name="connsiteY646" fmla="*/ 52790 h 883258"/>
                <a:gd name="connsiteX647" fmla="*/ 187912 w 477006"/>
                <a:gd name="connsiteY647" fmla="*/ 52044 h 883258"/>
                <a:gd name="connsiteX648" fmla="*/ 187507 w 477006"/>
                <a:gd name="connsiteY648" fmla="*/ 51298 h 883258"/>
                <a:gd name="connsiteX649" fmla="*/ 186293 w 477006"/>
                <a:gd name="connsiteY649" fmla="*/ 49806 h 883258"/>
                <a:gd name="connsiteX650" fmla="*/ 184674 w 477006"/>
                <a:gd name="connsiteY650" fmla="*/ 48313 h 883258"/>
                <a:gd name="connsiteX651" fmla="*/ 184269 w 477006"/>
                <a:gd name="connsiteY651" fmla="*/ 47567 h 883258"/>
                <a:gd name="connsiteX652" fmla="*/ 183864 w 477006"/>
                <a:gd name="connsiteY652" fmla="*/ 46821 h 883258"/>
                <a:gd name="connsiteX653" fmla="*/ 179008 w 477006"/>
                <a:gd name="connsiteY653" fmla="*/ 37867 h 883258"/>
                <a:gd name="connsiteX654" fmla="*/ 176984 w 477006"/>
                <a:gd name="connsiteY654" fmla="*/ 34883 h 883258"/>
                <a:gd name="connsiteX655" fmla="*/ 176579 w 477006"/>
                <a:gd name="connsiteY655" fmla="*/ 34883 h 883258"/>
                <a:gd name="connsiteX656" fmla="*/ 172937 w 477006"/>
                <a:gd name="connsiteY656" fmla="*/ 28913 h 883258"/>
                <a:gd name="connsiteX657" fmla="*/ 171318 w 477006"/>
                <a:gd name="connsiteY657" fmla="*/ 26675 h 883258"/>
                <a:gd name="connsiteX658" fmla="*/ 152700 w 477006"/>
                <a:gd name="connsiteY658" fmla="*/ 38613 h 883258"/>
                <a:gd name="connsiteX659" fmla="*/ 154319 w 477006"/>
                <a:gd name="connsiteY659" fmla="*/ 37121 h 883258"/>
                <a:gd name="connsiteX660" fmla="*/ 155128 w 477006"/>
                <a:gd name="connsiteY660" fmla="*/ 36375 h 883258"/>
                <a:gd name="connsiteX661" fmla="*/ 158366 w 477006"/>
                <a:gd name="connsiteY661" fmla="*/ 33390 h 883258"/>
                <a:gd name="connsiteX662" fmla="*/ 161604 w 477006"/>
                <a:gd name="connsiteY662" fmla="*/ 31898 h 883258"/>
                <a:gd name="connsiteX663" fmla="*/ 163223 w 477006"/>
                <a:gd name="connsiteY663" fmla="*/ 31152 h 883258"/>
                <a:gd name="connsiteX664" fmla="*/ 166866 w 477006"/>
                <a:gd name="connsiteY664" fmla="*/ 31898 h 883258"/>
                <a:gd name="connsiteX665" fmla="*/ 169699 w 477006"/>
                <a:gd name="connsiteY665" fmla="*/ 34136 h 883258"/>
                <a:gd name="connsiteX666" fmla="*/ 173746 w 477006"/>
                <a:gd name="connsiteY666" fmla="*/ 40106 h 883258"/>
                <a:gd name="connsiteX667" fmla="*/ 177389 w 477006"/>
                <a:gd name="connsiteY667" fmla="*/ 46821 h 883258"/>
                <a:gd name="connsiteX668" fmla="*/ 177793 w 477006"/>
                <a:gd name="connsiteY668" fmla="*/ 47567 h 883258"/>
                <a:gd name="connsiteX669" fmla="*/ 179412 w 477006"/>
                <a:gd name="connsiteY669" fmla="*/ 50552 h 883258"/>
                <a:gd name="connsiteX670" fmla="*/ 183055 w 477006"/>
                <a:gd name="connsiteY670" fmla="*/ 55775 h 883258"/>
                <a:gd name="connsiteX671" fmla="*/ 179412 w 477006"/>
                <a:gd name="connsiteY671" fmla="*/ 58759 h 883258"/>
                <a:gd name="connsiteX672" fmla="*/ 177793 w 477006"/>
                <a:gd name="connsiteY672" fmla="*/ 59506 h 883258"/>
                <a:gd name="connsiteX673" fmla="*/ 177389 w 477006"/>
                <a:gd name="connsiteY673" fmla="*/ 59506 h 883258"/>
                <a:gd name="connsiteX674" fmla="*/ 173746 w 477006"/>
                <a:gd name="connsiteY674" fmla="*/ 60998 h 883258"/>
                <a:gd name="connsiteX675" fmla="*/ 169699 w 477006"/>
                <a:gd name="connsiteY675" fmla="*/ 60252 h 883258"/>
                <a:gd name="connsiteX676" fmla="*/ 166866 w 477006"/>
                <a:gd name="connsiteY676" fmla="*/ 57267 h 883258"/>
                <a:gd name="connsiteX677" fmla="*/ 163223 w 477006"/>
                <a:gd name="connsiteY677" fmla="*/ 52044 h 883258"/>
                <a:gd name="connsiteX678" fmla="*/ 161604 w 477006"/>
                <a:gd name="connsiteY678" fmla="*/ 49806 h 883258"/>
                <a:gd name="connsiteX679" fmla="*/ 158366 w 477006"/>
                <a:gd name="connsiteY679" fmla="*/ 44583 h 883258"/>
                <a:gd name="connsiteX680" fmla="*/ 155128 w 477006"/>
                <a:gd name="connsiteY680" fmla="*/ 39360 h 883258"/>
                <a:gd name="connsiteX681" fmla="*/ 154319 w 477006"/>
                <a:gd name="connsiteY681" fmla="*/ 38613 h 883258"/>
                <a:gd name="connsiteX682" fmla="*/ 152700 w 477006"/>
                <a:gd name="connsiteY682" fmla="*/ 38613 h 883258"/>
                <a:gd name="connsiteX683" fmla="*/ 134082 w 477006"/>
                <a:gd name="connsiteY683" fmla="*/ 53536 h 883258"/>
                <a:gd name="connsiteX684" fmla="*/ 135701 w 477006"/>
                <a:gd name="connsiteY684" fmla="*/ 52044 h 883258"/>
                <a:gd name="connsiteX685" fmla="*/ 136916 w 477006"/>
                <a:gd name="connsiteY685" fmla="*/ 50552 h 883258"/>
                <a:gd name="connsiteX686" fmla="*/ 137725 w 477006"/>
                <a:gd name="connsiteY686" fmla="*/ 49806 h 883258"/>
                <a:gd name="connsiteX687" fmla="*/ 138939 w 477006"/>
                <a:gd name="connsiteY687" fmla="*/ 49059 h 883258"/>
                <a:gd name="connsiteX688" fmla="*/ 140153 w 477006"/>
                <a:gd name="connsiteY688" fmla="*/ 48313 h 883258"/>
                <a:gd name="connsiteX689" fmla="*/ 146224 w 477006"/>
                <a:gd name="connsiteY689" fmla="*/ 46075 h 883258"/>
                <a:gd name="connsiteX690" fmla="*/ 150272 w 477006"/>
                <a:gd name="connsiteY690" fmla="*/ 48313 h 883258"/>
                <a:gd name="connsiteX691" fmla="*/ 151891 w 477006"/>
                <a:gd name="connsiteY691" fmla="*/ 49806 h 883258"/>
                <a:gd name="connsiteX692" fmla="*/ 153914 w 477006"/>
                <a:gd name="connsiteY692" fmla="*/ 52044 h 883258"/>
                <a:gd name="connsiteX693" fmla="*/ 154724 w 477006"/>
                <a:gd name="connsiteY693" fmla="*/ 52790 h 883258"/>
                <a:gd name="connsiteX694" fmla="*/ 157962 w 477006"/>
                <a:gd name="connsiteY694" fmla="*/ 58759 h 883258"/>
                <a:gd name="connsiteX695" fmla="*/ 161199 w 477006"/>
                <a:gd name="connsiteY695" fmla="*/ 63236 h 883258"/>
                <a:gd name="connsiteX696" fmla="*/ 162818 w 477006"/>
                <a:gd name="connsiteY696" fmla="*/ 64729 h 883258"/>
                <a:gd name="connsiteX697" fmla="*/ 164033 w 477006"/>
                <a:gd name="connsiteY697" fmla="*/ 66221 h 883258"/>
                <a:gd name="connsiteX698" fmla="*/ 162818 w 477006"/>
                <a:gd name="connsiteY698" fmla="*/ 66967 h 883258"/>
                <a:gd name="connsiteX699" fmla="*/ 161199 w 477006"/>
                <a:gd name="connsiteY699" fmla="*/ 68459 h 883258"/>
                <a:gd name="connsiteX700" fmla="*/ 157962 w 477006"/>
                <a:gd name="connsiteY700" fmla="*/ 71444 h 883258"/>
                <a:gd name="connsiteX701" fmla="*/ 154724 w 477006"/>
                <a:gd name="connsiteY701" fmla="*/ 72936 h 883258"/>
                <a:gd name="connsiteX702" fmla="*/ 153914 w 477006"/>
                <a:gd name="connsiteY702" fmla="*/ 73683 h 883258"/>
                <a:gd name="connsiteX703" fmla="*/ 151891 w 477006"/>
                <a:gd name="connsiteY703" fmla="*/ 73683 h 883258"/>
                <a:gd name="connsiteX704" fmla="*/ 151486 w 477006"/>
                <a:gd name="connsiteY704" fmla="*/ 72936 h 883258"/>
                <a:gd name="connsiteX705" fmla="*/ 149867 w 477006"/>
                <a:gd name="connsiteY705" fmla="*/ 72190 h 883258"/>
                <a:gd name="connsiteX706" fmla="*/ 145820 w 477006"/>
                <a:gd name="connsiteY706" fmla="*/ 67713 h 883258"/>
                <a:gd name="connsiteX707" fmla="*/ 139749 w 477006"/>
                <a:gd name="connsiteY707" fmla="*/ 60252 h 883258"/>
                <a:gd name="connsiteX708" fmla="*/ 138534 w 477006"/>
                <a:gd name="connsiteY708" fmla="*/ 59506 h 883258"/>
                <a:gd name="connsiteX709" fmla="*/ 137320 w 477006"/>
                <a:gd name="connsiteY709" fmla="*/ 57267 h 883258"/>
                <a:gd name="connsiteX710" fmla="*/ 136916 w 477006"/>
                <a:gd name="connsiteY710" fmla="*/ 58013 h 883258"/>
                <a:gd name="connsiteX711" fmla="*/ 135297 w 477006"/>
                <a:gd name="connsiteY711" fmla="*/ 56521 h 883258"/>
                <a:gd name="connsiteX712" fmla="*/ 133678 w 477006"/>
                <a:gd name="connsiteY712" fmla="*/ 55775 h 883258"/>
                <a:gd name="connsiteX713" fmla="*/ 116274 w 477006"/>
                <a:gd name="connsiteY713" fmla="*/ 72190 h 883258"/>
                <a:gd name="connsiteX714" fmla="*/ 117893 w 477006"/>
                <a:gd name="connsiteY714" fmla="*/ 69952 h 883258"/>
                <a:gd name="connsiteX715" fmla="*/ 122750 w 477006"/>
                <a:gd name="connsiteY715" fmla="*/ 63983 h 883258"/>
                <a:gd name="connsiteX716" fmla="*/ 123964 w 477006"/>
                <a:gd name="connsiteY716" fmla="*/ 63236 h 883258"/>
                <a:gd name="connsiteX717" fmla="*/ 127607 w 477006"/>
                <a:gd name="connsiteY717" fmla="*/ 62490 h 883258"/>
                <a:gd name="connsiteX718" fmla="*/ 129226 w 477006"/>
                <a:gd name="connsiteY718" fmla="*/ 62490 h 883258"/>
                <a:gd name="connsiteX719" fmla="*/ 131249 w 477006"/>
                <a:gd name="connsiteY719" fmla="*/ 63236 h 883258"/>
                <a:gd name="connsiteX720" fmla="*/ 134892 w 477006"/>
                <a:gd name="connsiteY720" fmla="*/ 66221 h 883258"/>
                <a:gd name="connsiteX721" fmla="*/ 136511 w 477006"/>
                <a:gd name="connsiteY721" fmla="*/ 67713 h 883258"/>
                <a:gd name="connsiteX722" fmla="*/ 137320 w 477006"/>
                <a:gd name="connsiteY722" fmla="*/ 69206 h 883258"/>
                <a:gd name="connsiteX723" fmla="*/ 138534 w 477006"/>
                <a:gd name="connsiteY723" fmla="*/ 70698 h 883258"/>
                <a:gd name="connsiteX724" fmla="*/ 139749 w 477006"/>
                <a:gd name="connsiteY724" fmla="*/ 72936 h 883258"/>
                <a:gd name="connsiteX725" fmla="*/ 145820 w 477006"/>
                <a:gd name="connsiteY725" fmla="*/ 79652 h 883258"/>
                <a:gd name="connsiteX726" fmla="*/ 146224 w 477006"/>
                <a:gd name="connsiteY726" fmla="*/ 79652 h 883258"/>
                <a:gd name="connsiteX727" fmla="*/ 146224 w 477006"/>
                <a:gd name="connsiteY727" fmla="*/ 80398 h 883258"/>
                <a:gd name="connsiteX728" fmla="*/ 140153 w 477006"/>
                <a:gd name="connsiteY728" fmla="*/ 87113 h 883258"/>
                <a:gd name="connsiteX729" fmla="*/ 138939 w 477006"/>
                <a:gd name="connsiteY729" fmla="*/ 87859 h 883258"/>
                <a:gd name="connsiteX730" fmla="*/ 137725 w 477006"/>
                <a:gd name="connsiteY730" fmla="*/ 88606 h 883258"/>
                <a:gd name="connsiteX731" fmla="*/ 136916 w 477006"/>
                <a:gd name="connsiteY731" fmla="*/ 89352 h 883258"/>
                <a:gd name="connsiteX732" fmla="*/ 134487 w 477006"/>
                <a:gd name="connsiteY732" fmla="*/ 89352 h 883258"/>
                <a:gd name="connsiteX733" fmla="*/ 131654 w 477006"/>
                <a:gd name="connsiteY733" fmla="*/ 87859 h 883258"/>
                <a:gd name="connsiteX734" fmla="*/ 129630 w 477006"/>
                <a:gd name="connsiteY734" fmla="*/ 85621 h 883258"/>
                <a:gd name="connsiteX735" fmla="*/ 128011 w 477006"/>
                <a:gd name="connsiteY735" fmla="*/ 84875 h 883258"/>
                <a:gd name="connsiteX736" fmla="*/ 124369 w 477006"/>
                <a:gd name="connsiteY736" fmla="*/ 80398 h 883258"/>
                <a:gd name="connsiteX737" fmla="*/ 123155 w 477006"/>
                <a:gd name="connsiteY737" fmla="*/ 79652 h 883258"/>
                <a:gd name="connsiteX738" fmla="*/ 117893 w 477006"/>
                <a:gd name="connsiteY738" fmla="*/ 75175 h 883258"/>
                <a:gd name="connsiteX739" fmla="*/ 116679 w 477006"/>
                <a:gd name="connsiteY739" fmla="*/ 74429 h 883258"/>
                <a:gd name="connsiteX740" fmla="*/ 116274 w 477006"/>
                <a:gd name="connsiteY740" fmla="*/ 74429 h 883258"/>
                <a:gd name="connsiteX741" fmla="*/ 99275 w 477006"/>
                <a:gd name="connsiteY741" fmla="*/ 93083 h 883258"/>
                <a:gd name="connsiteX742" fmla="*/ 104132 w 477006"/>
                <a:gd name="connsiteY742" fmla="*/ 85621 h 883258"/>
                <a:gd name="connsiteX743" fmla="*/ 106561 w 477006"/>
                <a:gd name="connsiteY743" fmla="*/ 82636 h 883258"/>
                <a:gd name="connsiteX744" fmla="*/ 112632 w 477006"/>
                <a:gd name="connsiteY744" fmla="*/ 80398 h 883258"/>
                <a:gd name="connsiteX745" fmla="*/ 115060 w 477006"/>
                <a:gd name="connsiteY745" fmla="*/ 81144 h 883258"/>
                <a:gd name="connsiteX746" fmla="*/ 116679 w 477006"/>
                <a:gd name="connsiteY746" fmla="*/ 81890 h 883258"/>
                <a:gd name="connsiteX747" fmla="*/ 117893 w 477006"/>
                <a:gd name="connsiteY747" fmla="*/ 82636 h 883258"/>
                <a:gd name="connsiteX748" fmla="*/ 123155 w 477006"/>
                <a:gd name="connsiteY748" fmla="*/ 88606 h 883258"/>
                <a:gd name="connsiteX749" fmla="*/ 124369 w 477006"/>
                <a:gd name="connsiteY749" fmla="*/ 89352 h 883258"/>
                <a:gd name="connsiteX750" fmla="*/ 128011 w 477006"/>
                <a:gd name="connsiteY750" fmla="*/ 93829 h 883258"/>
                <a:gd name="connsiteX751" fmla="*/ 129630 w 477006"/>
                <a:gd name="connsiteY751" fmla="*/ 94575 h 883258"/>
                <a:gd name="connsiteX752" fmla="*/ 130035 w 477006"/>
                <a:gd name="connsiteY752" fmla="*/ 94575 h 883258"/>
                <a:gd name="connsiteX753" fmla="*/ 129630 w 477006"/>
                <a:gd name="connsiteY753" fmla="*/ 95321 h 883258"/>
                <a:gd name="connsiteX754" fmla="*/ 128011 w 477006"/>
                <a:gd name="connsiteY754" fmla="*/ 98306 h 883258"/>
                <a:gd name="connsiteX755" fmla="*/ 124369 w 477006"/>
                <a:gd name="connsiteY755" fmla="*/ 102783 h 883258"/>
                <a:gd name="connsiteX756" fmla="*/ 123155 w 477006"/>
                <a:gd name="connsiteY756" fmla="*/ 103529 h 883258"/>
                <a:gd name="connsiteX757" fmla="*/ 118703 w 477006"/>
                <a:gd name="connsiteY757" fmla="*/ 105021 h 883258"/>
                <a:gd name="connsiteX758" fmla="*/ 117893 w 477006"/>
                <a:gd name="connsiteY758" fmla="*/ 105021 h 883258"/>
                <a:gd name="connsiteX759" fmla="*/ 116679 w 477006"/>
                <a:gd name="connsiteY759" fmla="*/ 104275 h 883258"/>
                <a:gd name="connsiteX760" fmla="*/ 115060 w 477006"/>
                <a:gd name="connsiteY760" fmla="*/ 103529 h 883258"/>
                <a:gd name="connsiteX761" fmla="*/ 112632 w 477006"/>
                <a:gd name="connsiteY761" fmla="*/ 102036 h 883258"/>
                <a:gd name="connsiteX762" fmla="*/ 106561 w 477006"/>
                <a:gd name="connsiteY762" fmla="*/ 96813 h 883258"/>
                <a:gd name="connsiteX763" fmla="*/ 104132 w 477006"/>
                <a:gd name="connsiteY763" fmla="*/ 95321 h 883258"/>
                <a:gd name="connsiteX764" fmla="*/ 99275 w 477006"/>
                <a:gd name="connsiteY764" fmla="*/ 92336 h 883258"/>
                <a:gd name="connsiteX765" fmla="*/ 98871 w 477006"/>
                <a:gd name="connsiteY765" fmla="*/ 92336 h 883258"/>
                <a:gd name="connsiteX766" fmla="*/ 83086 w 477006"/>
                <a:gd name="connsiteY766" fmla="*/ 116213 h 883258"/>
                <a:gd name="connsiteX767" fmla="*/ 90776 w 477006"/>
                <a:gd name="connsiteY767" fmla="*/ 103529 h 883258"/>
                <a:gd name="connsiteX768" fmla="*/ 98871 w 477006"/>
                <a:gd name="connsiteY768" fmla="*/ 102783 h 883258"/>
                <a:gd name="connsiteX769" fmla="*/ 103728 w 477006"/>
                <a:gd name="connsiteY769" fmla="*/ 105767 h 883258"/>
                <a:gd name="connsiteX770" fmla="*/ 106156 w 477006"/>
                <a:gd name="connsiteY770" fmla="*/ 108006 h 883258"/>
                <a:gd name="connsiteX771" fmla="*/ 112227 w 477006"/>
                <a:gd name="connsiteY771" fmla="*/ 113229 h 883258"/>
                <a:gd name="connsiteX772" fmla="*/ 113846 w 477006"/>
                <a:gd name="connsiteY772" fmla="*/ 113975 h 883258"/>
                <a:gd name="connsiteX773" fmla="*/ 112227 w 477006"/>
                <a:gd name="connsiteY773" fmla="*/ 116959 h 883258"/>
                <a:gd name="connsiteX774" fmla="*/ 106156 w 477006"/>
                <a:gd name="connsiteY774" fmla="*/ 125167 h 883258"/>
                <a:gd name="connsiteX775" fmla="*/ 103728 w 477006"/>
                <a:gd name="connsiteY775" fmla="*/ 126659 h 883258"/>
                <a:gd name="connsiteX776" fmla="*/ 102513 w 477006"/>
                <a:gd name="connsiteY776" fmla="*/ 127406 h 883258"/>
                <a:gd name="connsiteX777" fmla="*/ 98871 w 477006"/>
                <a:gd name="connsiteY777" fmla="*/ 126659 h 883258"/>
                <a:gd name="connsiteX778" fmla="*/ 90776 w 477006"/>
                <a:gd name="connsiteY778" fmla="*/ 121436 h 883258"/>
                <a:gd name="connsiteX779" fmla="*/ 83086 w 477006"/>
                <a:gd name="connsiteY779" fmla="*/ 117706 h 883258"/>
                <a:gd name="connsiteX780" fmla="*/ 68516 w 477006"/>
                <a:gd name="connsiteY780" fmla="*/ 143075 h 883258"/>
                <a:gd name="connsiteX781" fmla="*/ 79039 w 477006"/>
                <a:gd name="connsiteY781" fmla="*/ 126659 h 883258"/>
                <a:gd name="connsiteX782" fmla="*/ 91181 w 477006"/>
                <a:gd name="connsiteY782" fmla="*/ 131136 h 883258"/>
                <a:gd name="connsiteX783" fmla="*/ 99275 w 477006"/>
                <a:gd name="connsiteY783" fmla="*/ 135613 h 883258"/>
                <a:gd name="connsiteX784" fmla="*/ 91181 w 477006"/>
                <a:gd name="connsiteY784" fmla="*/ 149044 h 883258"/>
                <a:gd name="connsiteX785" fmla="*/ 88752 w 477006"/>
                <a:gd name="connsiteY785" fmla="*/ 149790 h 883258"/>
                <a:gd name="connsiteX786" fmla="*/ 79039 w 477006"/>
                <a:gd name="connsiteY786" fmla="*/ 146806 h 883258"/>
                <a:gd name="connsiteX787" fmla="*/ 68111 w 477006"/>
                <a:gd name="connsiteY787" fmla="*/ 143075 h 883258"/>
                <a:gd name="connsiteX788" fmla="*/ 55160 w 477006"/>
                <a:gd name="connsiteY788" fmla="*/ 171429 h 883258"/>
                <a:gd name="connsiteX789" fmla="*/ 56374 w 477006"/>
                <a:gd name="connsiteY789" fmla="*/ 168444 h 883258"/>
                <a:gd name="connsiteX790" fmla="*/ 68516 w 477006"/>
                <a:gd name="connsiteY790" fmla="*/ 152775 h 883258"/>
                <a:gd name="connsiteX791" fmla="*/ 79444 w 477006"/>
                <a:gd name="connsiteY791" fmla="*/ 157252 h 883258"/>
                <a:gd name="connsiteX792" fmla="*/ 85515 w 477006"/>
                <a:gd name="connsiteY792" fmla="*/ 158744 h 883258"/>
                <a:gd name="connsiteX793" fmla="*/ 79444 w 477006"/>
                <a:gd name="connsiteY793" fmla="*/ 172175 h 883258"/>
                <a:gd name="connsiteX794" fmla="*/ 75801 w 477006"/>
                <a:gd name="connsiteY794" fmla="*/ 175159 h 883258"/>
                <a:gd name="connsiteX795" fmla="*/ 68516 w 477006"/>
                <a:gd name="connsiteY795" fmla="*/ 174413 h 883258"/>
                <a:gd name="connsiteX796" fmla="*/ 56374 w 477006"/>
                <a:gd name="connsiteY796" fmla="*/ 171429 h 883258"/>
                <a:gd name="connsiteX797" fmla="*/ 55160 w 477006"/>
                <a:gd name="connsiteY797" fmla="*/ 172175 h 883258"/>
                <a:gd name="connsiteX798" fmla="*/ 43018 w 477006"/>
                <a:gd name="connsiteY798" fmla="*/ 201275 h 883258"/>
                <a:gd name="connsiteX799" fmla="*/ 45446 w 477006"/>
                <a:gd name="connsiteY799" fmla="*/ 193067 h 883258"/>
                <a:gd name="connsiteX800" fmla="*/ 56374 w 477006"/>
                <a:gd name="connsiteY800" fmla="*/ 180382 h 883258"/>
                <a:gd name="connsiteX801" fmla="*/ 68516 w 477006"/>
                <a:gd name="connsiteY801" fmla="*/ 184113 h 883258"/>
                <a:gd name="connsiteX802" fmla="*/ 72563 w 477006"/>
                <a:gd name="connsiteY802" fmla="*/ 184859 h 883258"/>
                <a:gd name="connsiteX803" fmla="*/ 68516 w 477006"/>
                <a:gd name="connsiteY803" fmla="*/ 196798 h 883258"/>
                <a:gd name="connsiteX804" fmla="*/ 64064 w 477006"/>
                <a:gd name="connsiteY804" fmla="*/ 202767 h 883258"/>
                <a:gd name="connsiteX805" fmla="*/ 56374 w 477006"/>
                <a:gd name="connsiteY805" fmla="*/ 203513 h 883258"/>
                <a:gd name="connsiteX806" fmla="*/ 45446 w 477006"/>
                <a:gd name="connsiteY806" fmla="*/ 202021 h 883258"/>
                <a:gd name="connsiteX807" fmla="*/ 43018 w 477006"/>
                <a:gd name="connsiteY807" fmla="*/ 202767 h 883258"/>
                <a:gd name="connsiteX808" fmla="*/ 32899 w 477006"/>
                <a:gd name="connsiteY808" fmla="*/ 233359 h 883258"/>
                <a:gd name="connsiteX809" fmla="*/ 36137 w 477006"/>
                <a:gd name="connsiteY809" fmla="*/ 219929 h 883258"/>
                <a:gd name="connsiteX810" fmla="*/ 45446 w 477006"/>
                <a:gd name="connsiteY810" fmla="*/ 210229 h 883258"/>
                <a:gd name="connsiteX811" fmla="*/ 56374 w 477006"/>
                <a:gd name="connsiteY811" fmla="*/ 212467 h 883258"/>
                <a:gd name="connsiteX812" fmla="*/ 60826 w 477006"/>
                <a:gd name="connsiteY812" fmla="*/ 211721 h 883258"/>
                <a:gd name="connsiteX813" fmla="*/ 56374 w 477006"/>
                <a:gd name="connsiteY813" fmla="*/ 227390 h 883258"/>
                <a:gd name="connsiteX814" fmla="*/ 53136 w 477006"/>
                <a:gd name="connsiteY814" fmla="*/ 231121 h 883258"/>
                <a:gd name="connsiteX815" fmla="*/ 45446 w 477006"/>
                <a:gd name="connsiteY815" fmla="*/ 233359 h 883258"/>
                <a:gd name="connsiteX816" fmla="*/ 36137 w 477006"/>
                <a:gd name="connsiteY816" fmla="*/ 233359 h 883258"/>
                <a:gd name="connsiteX817" fmla="*/ 32495 w 477006"/>
                <a:gd name="connsiteY817" fmla="*/ 234105 h 883258"/>
                <a:gd name="connsiteX818" fmla="*/ 23591 w 477006"/>
                <a:gd name="connsiteY818" fmla="*/ 267682 h 883258"/>
                <a:gd name="connsiteX819" fmla="*/ 25210 w 477006"/>
                <a:gd name="connsiteY819" fmla="*/ 257982 h 883258"/>
                <a:gd name="connsiteX820" fmla="*/ 28447 w 477006"/>
                <a:gd name="connsiteY820" fmla="*/ 249029 h 883258"/>
                <a:gd name="connsiteX821" fmla="*/ 35733 w 477006"/>
                <a:gd name="connsiteY821" fmla="*/ 242313 h 883258"/>
                <a:gd name="connsiteX822" fmla="*/ 45041 w 477006"/>
                <a:gd name="connsiteY822" fmla="*/ 243059 h 883258"/>
                <a:gd name="connsiteX823" fmla="*/ 50708 w 477006"/>
                <a:gd name="connsiteY823" fmla="*/ 242313 h 883258"/>
                <a:gd name="connsiteX824" fmla="*/ 45041 w 477006"/>
                <a:gd name="connsiteY824" fmla="*/ 260967 h 883258"/>
                <a:gd name="connsiteX825" fmla="*/ 43422 w 477006"/>
                <a:gd name="connsiteY825" fmla="*/ 262459 h 883258"/>
                <a:gd name="connsiteX826" fmla="*/ 35733 w 477006"/>
                <a:gd name="connsiteY826" fmla="*/ 265444 h 883258"/>
                <a:gd name="connsiteX827" fmla="*/ 28043 w 477006"/>
                <a:gd name="connsiteY827" fmla="*/ 266190 h 883258"/>
                <a:gd name="connsiteX828" fmla="*/ 24805 w 477006"/>
                <a:gd name="connsiteY828" fmla="*/ 266936 h 883258"/>
                <a:gd name="connsiteX829" fmla="*/ 23186 w 477006"/>
                <a:gd name="connsiteY829" fmla="*/ 267682 h 883258"/>
                <a:gd name="connsiteX830" fmla="*/ 16305 w 477006"/>
                <a:gd name="connsiteY830" fmla="*/ 302752 h 883258"/>
                <a:gd name="connsiteX831" fmla="*/ 19948 w 477006"/>
                <a:gd name="connsiteY831" fmla="*/ 284098 h 883258"/>
                <a:gd name="connsiteX832" fmla="*/ 25210 w 477006"/>
                <a:gd name="connsiteY832" fmla="*/ 276636 h 883258"/>
                <a:gd name="connsiteX833" fmla="*/ 28447 w 477006"/>
                <a:gd name="connsiteY833" fmla="*/ 275144 h 883258"/>
                <a:gd name="connsiteX834" fmla="*/ 36137 w 477006"/>
                <a:gd name="connsiteY834" fmla="*/ 274398 h 883258"/>
                <a:gd name="connsiteX835" fmla="*/ 42208 w 477006"/>
                <a:gd name="connsiteY835" fmla="*/ 272159 h 883258"/>
                <a:gd name="connsiteX836" fmla="*/ 36542 w 477006"/>
                <a:gd name="connsiteY836" fmla="*/ 293798 h 883258"/>
                <a:gd name="connsiteX837" fmla="*/ 36137 w 477006"/>
                <a:gd name="connsiteY837" fmla="*/ 294544 h 883258"/>
                <a:gd name="connsiteX838" fmla="*/ 28447 w 477006"/>
                <a:gd name="connsiteY838" fmla="*/ 299021 h 883258"/>
                <a:gd name="connsiteX839" fmla="*/ 25210 w 477006"/>
                <a:gd name="connsiteY839" fmla="*/ 299767 h 883258"/>
                <a:gd name="connsiteX840" fmla="*/ 19948 w 477006"/>
                <a:gd name="connsiteY840" fmla="*/ 301259 h 883258"/>
                <a:gd name="connsiteX841" fmla="*/ 16305 w 477006"/>
                <a:gd name="connsiteY841" fmla="*/ 304244 h 883258"/>
                <a:gd name="connsiteX842" fmla="*/ 20353 w 477006"/>
                <a:gd name="connsiteY842" fmla="*/ 310213 h 883258"/>
                <a:gd name="connsiteX843" fmla="*/ 25614 w 477006"/>
                <a:gd name="connsiteY843" fmla="*/ 307975 h 883258"/>
                <a:gd name="connsiteX844" fmla="*/ 28852 w 477006"/>
                <a:gd name="connsiteY844" fmla="*/ 307228 h 883258"/>
                <a:gd name="connsiteX845" fmla="*/ 35328 w 477006"/>
                <a:gd name="connsiteY845" fmla="*/ 303498 h 883258"/>
                <a:gd name="connsiteX846" fmla="*/ 30471 w 477006"/>
                <a:gd name="connsiteY846" fmla="*/ 325882 h 883258"/>
                <a:gd name="connsiteX847" fmla="*/ 28852 w 477006"/>
                <a:gd name="connsiteY847" fmla="*/ 327375 h 883258"/>
                <a:gd name="connsiteX848" fmla="*/ 25614 w 477006"/>
                <a:gd name="connsiteY848" fmla="*/ 329613 h 883258"/>
                <a:gd name="connsiteX849" fmla="*/ 20353 w 477006"/>
                <a:gd name="connsiteY849" fmla="*/ 332598 h 883258"/>
                <a:gd name="connsiteX850" fmla="*/ 11044 w 477006"/>
                <a:gd name="connsiteY850" fmla="*/ 338567 h 883258"/>
                <a:gd name="connsiteX851" fmla="*/ 11044 w 477006"/>
                <a:gd name="connsiteY851" fmla="*/ 337821 h 883258"/>
                <a:gd name="connsiteX852" fmla="*/ 10639 w 477006"/>
                <a:gd name="connsiteY852" fmla="*/ 337821 h 883258"/>
                <a:gd name="connsiteX853" fmla="*/ 20353 w 477006"/>
                <a:gd name="connsiteY853" fmla="*/ 310213 h 883258"/>
                <a:gd name="connsiteX854" fmla="*/ 6997 w 477006"/>
                <a:gd name="connsiteY854" fmla="*/ 375875 h 883258"/>
                <a:gd name="connsiteX855" fmla="*/ 20353 w 477006"/>
                <a:gd name="connsiteY855" fmla="*/ 342298 h 883258"/>
                <a:gd name="connsiteX856" fmla="*/ 25614 w 477006"/>
                <a:gd name="connsiteY856" fmla="*/ 340805 h 883258"/>
                <a:gd name="connsiteX857" fmla="*/ 28852 w 477006"/>
                <a:gd name="connsiteY857" fmla="*/ 339313 h 883258"/>
                <a:gd name="connsiteX858" fmla="*/ 29662 w 477006"/>
                <a:gd name="connsiteY858" fmla="*/ 338567 h 883258"/>
                <a:gd name="connsiteX859" fmla="*/ 28852 w 477006"/>
                <a:gd name="connsiteY859" fmla="*/ 351998 h 883258"/>
                <a:gd name="connsiteX860" fmla="*/ 26019 w 477006"/>
                <a:gd name="connsiteY860" fmla="*/ 361698 h 883258"/>
                <a:gd name="connsiteX861" fmla="*/ 25614 w 477006"/>
                <a:gd name="connsiteY861" fmla="*/ 361698 h 883258"/>
                <a:gd name="connsiteX862" fmla="*/ 20353 w 477006"/>
                <a:gd name="connsiteY862" fmla="*/ 366921 h 883258"/>
                <a:gd name="connsiteX863" fmla="*/ 6997 w 477006"/>
                <a:gd name="connsiteY863" fmla="*/ 377367 h 883258"/>
                <a:gd name="connsiteX864" fmla="*/ 20353 w 477006"/>
                <a:gd name="connsiteY864" fmla="*/ 375875 h 883258"/>
                <a:gd name="connsiteX865" fmla="*/ 25614 w 477006"/>
                <a:gd name="connsiteY865" fmla="*/ 371398 h 883258"/>
                <a:gd name="connsiteX866" fmla="*/ 25614 w 477006"/>
                <a:gd name="connsiteY866" fmla="*/ 381098 h 883258"/>
                <a:gd name="connsiteX867" fmla="*/ 22781 w 477006"/>
                <a:gd name="connsiteY867" fmla="*/ 395275 h 883258"/>
                <a:gd name="connsiteX868" fmla="*/ 19948 w 477006"/>
                <a:gd name="connsiteY868" fmla="*/ 399005 h 883258"/>
                <a:gd name="connsiteX869" fmla="*/ 4568 w 477006"/>
                <a:gd name="connsiteY869" fmla="*/ 413928 h 883258"/>
                <a:gd name="connsiteX870" fmla="*/ 4568 w 477006"/>
                <a:gd name="connsiteY870" fmla="*/ 413182 h 883258"/>
                <a:gd name="connsiteX871" fmla="*/ 20353 w 477006"/>
                <a:gd name="connsiteY871" fmla="*/ 375875 h 883258"/>
                <a:gd name="connsiteX872" fmla="*/ 4164 w 477006"/>
                <a:gd name="connsiteY872" fmla="*/ 451236 h 883258"/>
                <a:gd name="connsiteX873" fmla="*/ 20353 w 477006"/>
                <a:gd name="connsiteY873" fmla="*/ 410198 h 883258"/>
                <a:gd name="connsiteX874" fmla="*/ 23186 w 477006"/>
                <a:gd name="connsiteY874" fmla="*/ 406467 h 883258"/>
                <a:gd name="connsiteX875" fmla="*/ 21567 w 477006"/>
                <a:gd name="connsiteY875" fmla="*/ 430344 h 883258"/>
                <a:gd name="connsiteX876" fmla="*/ 19948 w 477006"/>
                <a:gd name="connsiteY876" fmla="*/ 433328 h 883258"/>
                <a:gd name="connsiteX877" fmla="*/ 4164 w 477006"/>
                <a:gd name="connsiteY877" fmla="*/ 452728 h 883258"/>
                <a:gd name="connsiteX878" fmla="*/ 4164 w 477006"/>
                <a:gd name="connsiteY878" fmla="*/ 451236 h 883258"/>
                <a:gd name="connsiteX879" fmla="*/ 5782 w 477006"/>
                <a:gd name="connsiteY879" fmla="*/ 489290 h 883258"/>
                <a:gd name="connsiteX880" fmla="*/ 5378 w 477006"/>
                <a:gd name="connsiteY880" fmla="*/ 488544 h 883258"/>
                <a:gd name="connsiteX881" fmla="*/ 19948 w 477006"/>
                <a:gd name="connsiteY881" fmla="*/ 444521 h 883258"/>
                <a:gd name="connsiteX882" fmla="*/ 21972 w 477006"/>
                <a:gd name="connsiteY882" fmla="*/ 440790 h 883258"/>
                <a:gd name="connsiteX883" fmla="*/ 21567 w 477006"/>
                <a:gd name="connsiteY883" fmla="*/ 464667 h 883258"/>
                <a:gd name="connsiteX884" fmla="*/ 19948 w 477006"/>
                <a:gd name="connsiteY884" fmla="*/ 468398 h 883258"/>
                <a:gd name="connsiteX885" fmla="*/ 5782 w 477006"/>
                <a:gd name="connsiteY885" fmla="*/ 489290 h 883258"/>
                <a:gd name="connsiteX886" fmla="*/ 8616 w 477006"/>
                <a:gd name="connsiteY886" fmla="*/ 525105 h 883258"/>
                <a:gd name="connsiteX887" fmla="*/ 19948 w 477006"/>
                <a:gd name="connsiteY887" fmla="*/ 480336 h 883258"/>
                <a:gd name="connsiteX888" fmla="*/ 22781 w 477006"/>
                <a:gd name="connsiteY888" fmla="*/ 475113 h 883258"/>
                <a:gd name="connsiteX889" fmla="*/ 23591 w 477006"/>
                <a:gd name="connsiteY889" fmla="*/ 498990 h 883258"/>
                <a:gd name="connsiteX890" fmla="*/ 19948 w 477006"/>
                <a:gd name="connsiteY890" fmla="*/ 507197 h 883258"/>
                <a:gd name="connsiteX891" fmla="*/ 9020 w 477006"/>
                <a:gd name="connsiteY891" fmla="*/ 525851 h 883258"/>
                <a:gd name="connsiteX892" fmla="*/ 13877 w 477006"/>
                <a:gd name="connsiteY892" fmla="*/ 561667 h 883258"/>
                <a:gd name="connsiteX893" fmla="*/ 20353 w 477006"/>
                <a:gd name="connsiteY893" fmla="*/ 519136 h 883258"/>
                <a:gd name="connsiteX894" fmla="*/ 25614 w 477006"/>
                <a:gd name="connsiteY894" fmla="*/ 510182 h 883258"/>
                <a:gd name="connsiteX895" fmla="*/ 26019 w 477006"/>
                <a:gd name="connsiteY895" fmla="*/ 509436 h 883258"/>
                <a:gd name="connsiteX896" fmla="*/ 27638 w 477006"/>
                <a:gd name="connsiteY896" fmla="*/ 533313 h 883258"/>
                <a:gd name="connsiteX897" fmla="*/ 25614 w 477006"/>
                <a:gd name="connsiteY897" fmla="*/ 539282 h 883258"/>
                <a:gd name="connsiteX898" fmla="*/ 20353 w 477006"/>
                <a:gd name="connsiteY898" fmla="*/ 549728 h 883258"/>
                <a:gd name="connsiteX899" fmla="*/ 14282 w 477006"/>
                <a:gd name="connsiteY899" fmla="*/ 562413 h 883258"/>
                <a:gd name="connsiteX900" fmla="*/ 20353 w 477006"/>
                <a:gd name="connsiteY900" fmla="*/ 597482 h 883258"/>
                <a:gd name="connsiteX901" fmla="*/ 20353 w 477006"/>
                <a:gd name="connsiteY901" fmla="*/ 597482 h 883258"/>
                <a:gd name="connsiteX902" fmla="*/ 19948 w 477006"/>
                <a:gd name="connsiteY902" fmla="*/ 561667 h 883258"/>
                <a:gd name="connsiteX903" fmla="*/ 25210 w 477006"/>
                <a:gd name="connsiteY903" fmla="*/ 552713 h 883258"/>
                <a:gd name="connsiteX904" fmla="*/ 28447 w 477006"/>
                <a:gd name="connsiteY904" fmla="*/ 546744 h 883258"/>
                <a:gd name="connsiteX905" fmla="*/ 29662 w 477006"/>
                <a:gd name="connsiteY905" fmla="*/ 543759 h 883258"/>
                <a:gd name="connsiteX906" fmla="*/ 32495 w 477006"/>
                <a:gd name="connsiteY906" fmla="*/ 567636 h 883258"/>
                <a:gd name="connsiteX907" fmla="*/ 28447 w 477006"/>
                <a:gd name="connsiteY907" fmla="*/ 580321 h 883258"/>
                <a:gd name="connsiteX908" fmla="*/ 25210 w 477006"/>
                <a:gd name="connsiteY908" fmla="*/ 587036 h 883258"/>
                <a:gd name="connsiteX909" fmla="*/ 20353 w 477006"/>
                <a:gd name="connsiteY909" fmla="*/ 599720 h 883258"/>
                <a:gd name="connsiteX910" fmla="*/ 28447 w 477006"/>
                <a:gd name="connsiteY910" fmla="*/ 631805 h 883258"/>
                <a:gd name="connsiteX911" fmla="*/ 25210 w 477006"/>
                <a:gd name="connsiteY911" fmla="*/ 622105 h 883258"/>
                <a:gd name="connsiteX912" fmla="*/ 25210 w 477006"/>
                <a:gd name="connsiteY912" fmla="*/ 600467 h 883258"/>
                <a:gd name="connsiteX913" fmla="*/ 28447 w 477006"/>
                <a:gd name="connsiteY913" fmla="*/ 592259 h 883258"/>
                <a:gd name="connsiteX914" fmla="*/ 35328 w 477006"/>
                <a:gd name="connsiteY914" fmla="*/ 576590 h 883258"/>
                <a:gd name="connsiteX915" fmla="*/ 36137 w 477006"/>
                <a:gd name="connsiteY915" fmla="*/ 578828 h 883258"/>
                <a:gd name="connsiteX916" fmla="*/ 39375 w 477006"/>
                <a:gd name="connsiteY916" fmla="*/ 598974 h 883258"/>
                <a:gd name="connsiteX917" fmla="*/ 36137 w 477006"/>
                <a:gd name="connsiteY917" fmla="*/ 610913 h 883258"/>
                <a:gd name="connsiteX918" fmla="*/ 29257 w 477006"/>
                <a:gd name="connsiteY918" fmla="*/ 632551 h 883258"/>
                <a:gd name="connsiteX919" fmla="*/ 38566 w 477006"/>
                <a:gd name="connsiteY919" fmla="*/ 664636 h 883258"/>
                <a:gd name="connsiteX920" fmla="*/ 36137 w 477006"/>
                <a:gd name="connsiteY920" fmla="*/ 659413 h 883258"/>
                <a:gd name="connsiteX921" fmla="*/ 36137 w 477006"/>
                <a:gd name="connsiteY921" fmla="*/ 625836 h 883258"/>
                <a:gd name="connsiteX922" fmla="*/ 42613 w 477006"/>
                <a:gd name="connsiteY922" fmla="*/ 607928 h 883258"/>
                <a:gd name="connsiteX923" fmla="*/ 45446 w 477006"/>
                <a:gd name="connsiteY923" fmla="*/ 615390 h 883258"/>
                <a:gd name="connsiteX924" fmla="*/ 47875 w 477006"/>
                <a:gd name="connsiteY924" fmla="*/ 630313 h 883258"/>
                <a:gd name="connsiteX925" fmla="*/ 45446 w 477006"/>
                <a:gd name="connsiteY925" fmla="*/ 640759 h 883258"/>
                <a:gd name="connsiteX926" fmla="*/ 38970 w 477006"/>
                <a:gd name="connsiteY926" fmla="*/ 664636 h 883258"/>
                <a:gd name="connsiteX927" fmla="*/ 49898 w 477006"/>
                <a:gd name="connsiteY927" fmla="*/ 695974 h 883258"/>
                <a:gd name="connsiteX928" fmla="*/ 45446 w 477006"/>
                <a:gd name="connsiteY928" fmla="*/ 686274 h 883258"/>
                <a:gd name="connsiteX929" fmla="*/ 45446 w 477006"/>
                <a:gd name="connsiteY929" fmla="*/ 658667 h 883258"/>
                <a:gd name="connsiteX930" fmla="*/ 51517 w 477006"/>
                <a:gd name="connsiteY930" fmla="*/ 639267 h 883258"/>
                <a:gd name="connsiteX931" fmla="*/ 56374 w 477006"/>
                <a:gd name="connsiteY931" fmla="*/ 651205 h 883258"/>
                <a:gd name="connsiteX932" fmla="*/ 57588 w 477006"/>
                <a:gd name="connsiteY932" fmla="*/ 660159 h 883258"/>
                <a:gd name="connsiteX933" fmla="*/ 56374 w 477006"/>
                <a:gd name="connsiteY933" fmla="*/ 669859 h 883258"/>
                <a:gd name="connsiteX934" fmla="*/ 50708 w 477006"/>
                <a:gd name="connsiteY934" fmla="*/ 695974 h 883258"/>
                <a:gd name="connsiteX935" fmla="*/ 63254 w 477006"/>
                <a:gd name="connsiteY935" fmla="*/ 725820 h 883258"/>
                <a:gd name="connsiteX936" fmla="*/ 62850 w 477006"/>
                <a:gd name="connsiteY936" fmla="*/ 725074 h 883258"/>
                <a:gd name="connsiteX937" fmla="*/ 62850 w 477006"/>
                <a:gd name="connsiteY937" fmla="*/ 725820 h 883258"/>
                <a:gd name="connsiteX938" fmla="*/ 56779 w 477006"/>
                <a:gd name="connsiteY938" fmla="*/ 711643 h 883258"/>
                <a:gd name="connsiteX939" fmla="*/ 56779 w 477006"/>
                <a:gd name="connsiteY939" fmla="*/ 690751 h 883258"/>
                <a:gd name="connsiteX940" fmla="*/ 62040 w 477006"/>
                <a:gd name="connsiteY940" fmla="*/ 668367 h 883258"/>
                <a:gd name="connsiteX941" fmla="*/ 68921 w 477006"/>
                <a:gd name="connsiteY941" fmla="*/ 685528 h 883258"/>
                <a:gd name="connsiteX942" fmla="*/ 69325 w 477006"/>
                <a:gd name="connsiteY942" fmla="*/ 689259 h 883258"/>
                <a:gd name="connsiteX943" fmla="*/ 68921 w 477006"/>
                <a:gd name="connsiteY943" fmla="*/ 694482 h 883258"/>
                <a:gd name="connsiteX944" fmla="*/ 63254 w 477006"/>
                <a:gd name="connsiteY944" fmla="*/ 725820 h 883258"/>
                <a:gd name="connsiteX945" fmla="*/ 79039 w 477006"/>
                <a:gd name="connsiteY945" fmla="*/ 736267 h 883258"/>
                <a:gd name="connsiteX946" fmla="*/ 77420 w 477006"/>
                <a:gd name="connsiteY946" fmla="*/ 753428 h 883258"/>
                <a:gd name="connsiteX947" fmla="*/ 77015 w 477006"/>
                <a:gd name="connsiteY947" fmla="*/ 752682 h 883258"/>
                <a:gd name="connsiteX948" fmla="*/ 68516 w 477006"/>
                <a:gd name="connsiteY948" fmla="*/ 733282 h 883258"/>
                <a:gd name="connsiteX949" fmla="*/ 68516 w 477006"/>
                <a:gd name="connsiteY949" fmla="*/ 722090 h 883258"/>
                <a:gd name="connsiteX950" fmla="*/ 72968 w 477006"/>
                <a:gd name="connsiteY950" fmla="*/ 695974 h 883258"/>
                <a:gd name="connsiteX951" fmla="*/ 79039 w 477006"/>
                <a:gd name="connsiteY951" fmla="*/ 707167 h 883258"/>
                <a:gd name="connsiteX952" fmla="*/ 81063 w 477006"/>
                <a:gd name="connsiteY952" fmla="*/ 715374 h 883258"/>
                <a:gd name="connsiteX953" fmla="*/ 79039 w 477006"/>
                <a:gd name="connsiteY953" fmla="*/ 736267 h 883258"/>
                <a:gd name="connsiteX954" fmla="*/ 92800 w 477006"/>
                <a:gd name="connsiteY954" fmla="*/ 778051 h 883258"/>
                <a:gd name="connsiteX955" fmla="*/ 91181 w 477006"/>
                <a:gd name="connsiteY955" fmla="*/ 775813 h 883258"/>
                <a:gd name="connsiteX956" fmla="*/ 85919 w 477006"/>
                <a:gd name="connsiteY956" fmla="*/ 722090 h 883258"/>
                <a:gd name="connsiteX957" fmla="*/ 91181 w 477006"/>
                <a:gd name="connsiteY957" fmla="*/ 728805 h 883258"/>
                <a:gd name="connsiteX958" fmla="*/ 94823 w 477006"/>
                <a:gd name="connsiteY958" fmla="*/ 739251 h 883258"/>
                <a:gd name="connsiteX959" fmla="*/ 92800 w 477006"/>
                <a:gd name="connsiteY959" fmla="*/ 778051 h 883258"/>
                <a:gd name="connsiteX960" fmla="*/ 109394 w 477006"/>
                <a:gd name="connsiteY960" fmla="*/ 800436 h 883258"/>
                <a:gd name="connsiteX961" fmla="*/ 108989 w 477006"/>
                <a:gd name="connsiteY961" fmla="*/ 799690 h 883258"/>
                <a:gd name="connsiteX962" fmla="*/ 106561 w 477006"/>
                <a:gd name="connsiteY962" fmla="*/ 797451 h 883258"/>
                <a:gd name="connsiteX963" fmla="*/ 104132 w 477006"/>
                <a:gd name="connsiteY963" fmla="*/ 795213 h 883258"/>
                <a:gd name="connsiteX964" fmla="*/ 99275 w 477006"/>
                <a:gd name="connsiteY964" fmla="*/ 786259 h 883258"/>
                <a:gd name="connsiteX965" fmla="*/ 99275 w 477006"/>
                <a:gd name="connsiteY965" fmla="*/ 756413 h 883258"/>
                <a:gd name="connsiteX966" fmla="*/ 99680 w 477006"/>
                <a:gd name="connsiteY966" fmla="*/ 745966 h 883258"/>
                <a:gd name="connsiteX967" fmla="*/ 104132 w 477006"/>
                <a:gd name="connsiteY967" fmla="*/ 751190 h 883258"/>
                <a:gd name="connsiteX968" fmla="*/ 106561 w 477006"/>
                <a:gd name="connsiteY968" fmla="*/ 754174 h 883258"/>
                <a:gd name="connsiteX969" fmla="*/ 109394 w 477006"/>
                <a:gd name="connsiteY969" fmla="*/ 761636 h 883258"/>
                <a:gd name="connsiteX970" fmla="*/ 109394 w 477006"/>
                <a:gd name="connsiteY970" fmla="*/ 800436 h 883258"/>
                <a:gd name="connsiteX971" fmla="*/ 126392 w 477006"/>
                <a:gd name="connsiteY971" fmla="*/ 819089 h 883258"/>
                <a:gd name="connsiteX972" fmla="*/ 123964 w 477006"/>
                <a:gd name="connsiteY972" fmla="*/ 817597 h 883258"/>
                <a:gd name="connsiteX973" fmla="*/ 122750 w 477006"/>
                <a:gd name="connsiteY973" fmla="*/ 816851 h 883258"/>
                <a:gd name="connsiteX974" fmla="*/ 117488 w 477006"/>
                <a:gd name="connsiteY974" fmla="*/ 810136 h 883258"/>
                <a:gd name="connsiteX975" fmla="*/ 116274 w 477006"/>
                <a:gd name="connsiteY975" fmla="*/ 807897 h 883258"/>
                <a:gd name="connsiteX976" fmla="*/ 114655 w 477006"/>
                <a:gd name="connsiteY976" fmla="*/ 802674 h 883258"/>
                <a:gd name="connsiteX977" fmla="*/ 114655 w 477006"/>
                <a:gd name="connsiteY977" fmla="*/ 773574 h 883258"/>
                <a:gd name="connsiteX978" fmla="*/ 114655 w 477006"/>
                <a:gd name="connsiteY978" fmla="*/ 767605 h 883258"/>
                <a:gd name="connsiteX979" fmla="*/ 114251 w 477006"/>
                <a:gd name="connsiteY979" fmla="*/ 766113 h 883258"/>
                <a:gd name="connsiteX980" fmla="*/ 114655 w 477006"/>
                <a:gd name="connsiteY980" fmla="*/ 766113 h 883258"/>
                <a:gd name="connsiteX981" fmla="*/ 116274 w 477006"/>
                <a:gd name="connsiteY981" fmla="*/ 766859 h 883258"/>
                <a:gd name="connsiteX982" fmla="*/ 117488 w 477006"/>
                <a:gd name="connsiteY982" fmla="*/ 767605 h 883258"/>
                <a:gd name="connsiteX983" fmla="*/ 122750 w 477006"/>
                <a:gd name="connsiteY983" fmla="*/ 774320 h 883258"/>
                <a:gd name="connsiteX984" fmla="*/ 123964 w 477006"/>
                <a:gd name="connsiteY984" fmla="*/ 776559 h 883258"/>
                <a:gd name="connsiteX985" fmla="*/ 125178 w 477006"/>
                <a:gd name="connsiteY985" fmla="*/ 780290 h 883258"/>
                <a:gd name="connsiteX986" fmla="*/ 126797 w 477006"/>
                <a:gd name="connsiteY986" fmla="*/ 818343 h 883258"/>
                <a:gd name="connsiteX987" fmla="*/ 144605 w 477006"/>
                <a:gd name="connsiteY987" fmla="*/ 835505 h 883258"/>
                <a:gd name="connsiteX988" fmla="*/ 139749 w 477006"/>
                <a:gd name="connsiteY988" fmla="*/ 832520 h 883258"/>
                <a:gd name="connsiteX989" fmla="*/ 138534 w 477006"/>
                <a:gd name="connsiteY989" fmla="*/ 831774 h 883258"/>
                <a:gd name="connsiteX990" fmla="*/ 137320 w 477006"/>
                <a:gd name="connsiteY990" fmla="*/ 831028 h 883258"/>
                <a:gd name="connsiteX991" fmla="*/ 136511 w 477006"/>
                <a:gd name="connsiteY991" fmla="*/ 830282 h 883258"/>
                <a:gd name="connsiteX992" fmla="*/ 134892 w 477006"/>
                <a:gd name="connsiteY992" fmla="*/ 828043 h 883258"/>
                <a:gd name="connsiteX993" fmla="*/ 131249 w 477006"/>
                <a:gd name="connsiteY993" fmla="*/ 817597 h 883258"/>
                <a:gd name="connsiteX994" fmla="*/ 130440 w 477006"/>
                <a:gd name="connsiteY994" fmla="*/ 785513 h 883258"/>
                <a:gd name="connsiteX995" fmla="*/ 131249 w 477006"/>
                <a:gd name="connsiteY995" fmla="*/ 786259 h 883258"/>
                <a:gd name="connsiteX996" fmla="*/ 134892 w 477006"/>
                <a:gd name="connsiteY996" fmla="*/ 789243 h 883258"/>
                <a:gd name="connsiteX997" fmla="*/ 136511 w 477006"/>
                <a:gd name="connsiteY997" fmla="*/ 790736 h 883258"/>
                <a:gd name="connsiteX998" fmla="*/ 137320 w 477006"/>
                <a:gd name="connsiteY998" fmla="*/ 791482 h 883258"/>
                <a:gd name="connsiteX999" fmla="*/ 138534 w 477006"/>
                <a:gd name="connsiteY999" fmla="*/ 793720 h 883258"/>
                <a:gd name="connsiteX1000" fmla="*/ 139749 w 477006"/>
                <a:gd name="connsiteY1000" fmla="*/ 795213 h 883258"/>
                <a:gd name="connsiteX1001" fmla="*/ 141368 w 477006"/>
                <a:gd name="connsiteY1001" fmla="*/ 798943 h 883258"/>
                <a:gd name="connsiteX1002" fmla="*/ 145010 w 477006"/>
                <a:gd name="connsiteY1002" fmla="*/ 836251 h 883258"/>
                <a:gd name="connsiteX1003" fmla="*/ 145415 w 477006"/>
                <a:gd name="connsiteY1003" fmla="*/ 792974 h 883258"/>
                <a:gd name="connsiteX1004" fmla="*/ 140153 w 477006"/>
                <a:gd name="connsiteY1004" fmla="*/ 784020 h 883258"/>
                <a:gd name="connsiteX1005" fmla="*/ 138939 w 477006"/>
                <a:gd name="connsiteY1005" fmla="*/ 783274 h 883258"/>
                <a:gd name="connsiteX1006" fmla="*/ 137725 w 477006"/>
                <a:gd name="connsiteY1006" fmla="*/ 782528 h 883258"/>
                <a:gd name="connsiteX1007" fmla="*/ 136916 w 477006"/>
                <a:gd name="connsiteY1007" fmla="*/ 781782 h 883258"/>
                <a:gd name="connsiteX1008" fmla="*/ 135297 w 477006"/>
                <a:gd name="connsiteY1008" fmla="*/ 781036 h 883258"/>
                <a:gd name="connsiteX1009" fmla="*/ 131654 w 477006"/>
                <a:gd name="connsiteY1009" fmla="*/ 778797 h 883258"/>
                <a:gd name="connsiteX1010" fmla="*/ 129630 w 477006"/>
                <a:gd name="connsiteY1010" fmla="*/ 778051 h 883258"/>
                <a:gd name="connsiteX1011" fmla="*/ 129226 w 477006"/>
                <a:gd name="connsiteY1011" fmla="*/ 778051 h 883258"/>
                <a:gd name="connsiteX1012" fmla="*/ 128011 w 477006"/>
                <a:gd name="connsiteY1012" fmla="*/ 775066 h 883258"/>
                <a:gd name="connsiteX1013" fmla="*/ 124369 w 477006"/>
                <a:gd name="connsiteY1013" fmla="*/ 768351 h 883258"/>
                <a:gd name="connsiteX1014" fmla="*/ 123155 w 477006"/>
                <a:gd name="connsiteY1014" fmla="*/ 766859 h 883258"/>
                <a:gd name="connsiteX1015" fmla="*/ 117893 w 477006"/>
                <a:gd name="connsiteY1015" fmla="*/ 761636 h 883258"/>
                <a:gd name="connsiteX1016" fmla="*/ 116679 w 477006"/>
                <a:gd name="connsiteY1016" fmla="*/ 760890 h 883258"/>
                <a:gd name="connsiteX1017" fmla="*/ 115060 w 477006"/>
                <a:gd name="connsiteY1017" fmla="*/ 760143 h 883258"/>
                <a:gd name="connsiteX1018" fmla="*/ 113441 w 477006"/>
                <a:gd name="connsiteY1018" fmla="*/ 759397 h 883258"/>
                <a:gd name="connsiteX1019" fmla="*/ 112632 w 477006"/>
                <a:gd name="connsiteY1019" fmla="*/ 756413 h 883258"/>
                <a:gd name="connsiteX1020" fmla="*/ 106561 w 477006"/>
                <a:gd name="connsiteY1020" fmla="*/ 745966 h 883258"/>
                <a:gd name="connsiteX1021" fmla="*/ 104132 w 477006"/>
                <a:gd name="connsiteY1021" fmla="*/ 742982 h 883258"/>
                <a:gd name="connsiteX1022" fmla="*/ 99275 w 477006"/>
                <a:gd name="connsiteY1022" fmla="*/ 738505 h 883258"/>
                <a:gd name="connsiteX1023" fmla="*/ 98871 w 477006"/>
                <a:gd name="connsiteY1023" fmla="*/ 737759 h 883258"/>
                <a:gd name="connsiteX1024" fmla="*/ 91181 w 477006"/>
                <a:gd name="connsiteY1024" fmla="*/ 721343 h 883258"/>
                <a:gd name="connsiteX1025" fmla="*/ 85515 w 477006"/>
                <a:gd name="connsiteY1025" fmla="*/ 714628 h 883258"/>
                <a:gd name="connsiteX1026" fmla="*/ 79039 w 477006"/>
                <a:gd name="connsiteY1026" fmla="*/ 697467 h 883258"/>
                <a:gd name="connsiteX1027" fmla="*/ 72968 w 477006"/>
                <a:gd name="connsiteY1027" fmla="*/ 688513 h 883258"/>
                <a:gd name="connsiteX1028" fmla="*/ 68516 w 477006"/>
                <a:gd name="connsiteY1028" fmla="*/ 672097 h 883258"/>
                <a:gd name="connsiteX1029" fmla="*/ 62040 w 477006"/>
                <a:gd name="connsiteY1029" fmla="*/ 661651 h 883258"/>
                <a:gd name="connsiteX1030" fmla="*/ 56374 w 477006"/>
                <a:gd name="connsiteY1030" fmla="*/ 640013 h 883258"/>
                <a:gd name="connsiteX1031" fmla="*/ 52327 w 477006"/>
                <a:gd name="connsiteY1031" fmla="*/ 632551 h 883258"/>
                <a:gd name="connsiteX1032" fmla="*/ 45446 w 477006"/>
                <a:gd name="connsiteY1032" fmla="*/ 604944 h 883258"/>
                <a:gd name="connsiteX1033" fmla="*/ 43827 w 477006"/>
                <a:gd name="connsiteY1033" fmla="*/ 601959 h 883258"/>
                <a:gd name="connsiteX1034" fmla="*/ 36947 w 477006"/>
                <a:gd name="connsiteY1034" fmla="*/ 569874 h 883258"/>
                <a:gd name="connsiteX1035" fmla="*/ 36137 w 477006"/>
                <a:gd name="connsiteY1035" fmla="*/ 554951 h 883258"/>
                <a:gd name="connsiteX1036" fmla="*/ 31685 w 477006"/>
                <a:gd name="connsiteY1036" fmla="*/ 537044 h 883258"/>
                <a:gd name="connsiteX1037" fmla="*/ 28852 w 477006"/>
                <a:gd name="connsiteY1037" fmla="*/ 505705 h 883258"/>
                <a:gd name="connsiteX1038" fmla="*/ 28043 w 477006"/>
                <a:gd name="connsiteY1038" fmla="*/ 501974 h 883258"/>
                <a:gd name="connsiteX1039" fmla="*/ 28447 w 477006"/>
                <a:gd name="connsiteY1039" fmla="*/ 498244 h 883258"/>
                <a:gd name="connsiteX1040" fmla="*/ 28447 w 477006"/>
                <a:gd name="connsiteY1040" fmla="*/ 484067 h 883258"/>
                <a:gd name="connsiteX1041" fmla="*/ 25614 w 477006"/>
                <a:gd name="connsiteY1041" fmla="*/ 467651 h 883258"/>
                <a:gd name="connsiteX1042" fmla="*/ 25614 w 477006"/>
                <a:gd name="connsiteY1042" fmla="*/ 434821 h 883258"/>
                <a:gd name="connsiteX1043" fmla="*/ 25614 w 477006"/>
                <a:gd name="connsiteY1043" fmla="*/ 434075 h 883258"/>
                <a:gd name="connsiteX1044" fmla="*/ 26424 w 477006"/>
                <a:gd name="connsiteY1044" fmla="*/ 400498 h 883258"/>
                <a:gd name="connsiteX1045" fmla="*/ 28852 w 477006"/>
                <a:gd name="connsiteY1045" fmla="*/ 393036 h 883258"/>
                <a:gd name="connsiteX1046" fmla="*/ 29257 w 477006"/>
                <a:gd name="connsiteY1046" fmla="*/ 366921 h 883258"/>
                <a:gd name="connsiteX1047" fmla="*/ 33304 w 477006"/>
                <a:gd name="connsiteY1047" fmla="*/ 333344 h 883258"/>
                <a:gd name="connsiteX1048" fmla="*/ 36137 w 477006"/>
                <a:gd name="connsiteY1048" fmla="*/ 325882 h 883258"/>
                <a:gd name="connsiteX1049" fmla="*/ 38970 w 477006"/>
                <a:gd name="connsiteY1049" fmla="*/ 301259 h 883258"/>
                <a:gd name="connsiteX1050" fmla="*/ 45446 w 477006"/>
                <a:gd name="connsiteY1050" fmla="*/ 281113 h 883258"/>
                <a:gd name="connsiteX1051" fmla="*/ 46660 w 477006"/>
                <a:gd name="connsiteY1051" fmla="*/ 269921 h 883258"/>
                <a:gd name="connsiteX1052" fmla="*/ 55564 w 477006"/>
                <a:gd name="connsiteY1052" fmla="*/ 240075 h 883258"/>
                <a:gd name="connsiteX1053" fmla="*/ 56374 w 477006"/>
                <a:gd name="connsiteY1053" fmla="*/ 239329 h 883258"/>
                <a:gd name="connsiteX1054" fmla="*/ 65683 w 477006"/>
                <a:gd name="connsiteY1054" fmla="*/ 211721 h 883258"/>
                <a:gd name="connsiteX1055" fmla="*/ 68516 w 477006"/>
                <a:gd name="connsiteY1055" fmla="*/ 208736 h 883258"/>
                <a:gd name="connsiteX1056" fmla="*/ 77420 w 477006"/>
                <a:gd name="connsiteY1056" fmla="*/ 184859 h 883258"/>
                <a:gd name="connsiteX1057" fmla="*/ 79039 w 477006"/>
                <a:gd name="connsiteY1057" fmla="*/ 183367 h 883258"/>
                <a:gd name="connsiteX1058" fmla="*/ 89967 w 477006"/>
                <a:gd name="connsiteY1058" fmla="*/ 160236 h 883258"/>
                <a:gd name="connsiteX1059" fmla="*/ 91181 w 477006"/>
                <a:gd name="connsiteY1059" fmla="*/ 159490 h 883258"/>
                <a:gd name="connsiteX1060" fmla="*/ 99275 w 477006"/>
                <a:gd name="connsiteY1060" fmla="*/ 149044 h 883258"/>
                <a:gd name="connsiteX1061" fmla="*/ 103728 w 477006"/>
                <a:gd name="connsiteY1061" fmla="*/ 137106 h 883258"/>
                <a:gd name="connsiteX1062" fmla="*/ 104132 w 477006"/>
                <a:gd name="connsiteY1062" fmla="*/ 137106 h 883258"/>
                <a:gd name="connsiteX1063" fmla="*/ 106561 w 477006"/>
                <a:gd name="connsiteY1063" fmla="*/ 136359 h 883258"/>
                <a:gd name="connsiteX1064" fmla="*/ 112632 w 477006"/>
                <a:gd name="connsiteY1064" fmla="*/ 129644 h 883258"/>
                <a:gd name="connsiteX1065" fmla="*/ 115060 w 477006"/>
                <a:gd name="connsiteY1065" fmla="*/ 125913 h 883258"/>
                <a:gd name="connsiteX1066" fmla="*/ 116679 w 477006"/>
                <a:gd name="connsiteY1066" fmla="*/ 122929 h 883258"/>
                <a:gd name="connsiteX1067" fmla="*/ 117893 w 477006"/>
                <a:gd name="connsiteY1067" fmla="*/ 120690 h 883258"/>
                <a:gd name="connsiteX1068" fmla="*/ 119107 w 477006"/>
                <a:gd name="connsiteY1068" fmla="*/ 117706 h 883258"/>
                <a:gd name="connsiteX1069" fmla="*/ 123155 w 477006"/>
                <a:gd name="connsiteY1069" fmla="*/ 116213 h 883258"/>
                <a:gd name="connsiteX1070" fmla="*/ 124369 w 477006"/>
                <a:gd name="connsiteY1070" fmla="*/ 115467 h 883258"/>
                <a:gd name="connsiteX1071" fmla="*/ 128011 w 477006"/>
                <a:gd name="connsiteY1071" fmla="*/ 110990 h 883258"/>
                <a:gd name="connsiteX1072" fmla="*/ 129630 w 477006"/>
                <a:gd name="connsiteY1072" fmla="*/ 108752 h 883258"/>
                <a:gd name="connsiteX1073" fmla="*/ 131654 w 477006"/>
                <a:gd name="connsiteY1073" fmla="*/ 105767 h 883258"/>
                <a:gd name="connsiteX1074" fmla="*/ 134892 w 477006"/>
                <a:gd name="connsiteY1074" fmla="*/ 99798 h 883258"/>
                <a:gd name="connsiteX1075" fmla="*/ 135297 w 477006"/>
                <a:gd name="connsiteY1075" fmla="*/ 99798 h 883258"/>
                <a:gd name="connsiteX1076" fmla="*/ 136916 w 477006"/>
                <a:gd name="connsiteY1076" fmla="*/ 99052 h 883258"/>
                <a:gd name="connsiteX1077" fmla="*/ 137725 w 477006"/>
                <a:gd name="connsiteY1077" fmla="*/ 99052 h 883258"/>
                <a:gd name="connsiteX1078" fmla="*/ 138939 w 477006"/>
                <a:gd name="connsiteY1078" fmla="*/ 98306 h 883258"/>
                <a:gd name="connsiteX1079" fmla="*/ 140153 w 477006"/>
                <a:gd name="connsiteY1079" fmla="*/ 97559 h 883258"/>
                <a:gd name="connsiteX1080" fmla="*/ 146224 w 477006"/>
                <a:gd name="connsiteY1080" fmla="*/ 91590 h 883258"/>
                <a:gd name="connsiteX1081" fmla="*/ 150272 w 477006"/>
                <a:gd name="connsiteY1081" fmla="*/ 84875 h 883258"/>
                <a:gd name="connsiteX1082" fmla="*/ 151486 w 477006"/>
                <a:gd name="connsiteY1082" fmla="*/ 83383 h 883258"/>
                <a:gd name="connsiteX1083" fmla="*/ 151891 w 477006"/>
                <a:gd name="connsiteY1083" fmla="*/ 84129 h 883258"/>
                <a:gd name="connsiteX1084" fmla="*/ 153914 w 477006"/>
                <a:gd name="connsiteY1084" fmla="*/ 83383 h 883258"/>
                <a:gd name="connsiteX1085" fmla="*/ 154724 w 477006"/>
                <a:gd name="connsiteY1085" fmla="*/ 83383 h 883258"/>
                <a:gd name="connsiteX1086" fmla="*/ 157962 w 477006"/>
                <a:gd name="connsiteY1086" fmla="*/ 81890 h 883258"/>
                <a:gd name="connsiteX1087" fmla="*/ 161199 w 477006"/>
                <a:gd name="connsiteY1087" fmla="*/ 79652 h 883258"/>
                <a:gd name="connsiteX1088" fmla="*/ 162818 w 477006"/>
                <a:gd name="connsiteY1088" fmla="*/ 78159 h 883258"/>
                <a:gd name="connsiteX1089" fmla="*/ 166461 w 477006"/>
                <a:gd name="connsiteY1089" fmla="*/ 73683 h 883258"/>
                <a:gd name="connsiteX1090" fmla="*/ 168485 w 477006"/>
                <a:gd name="connsiteY1090" fmla="*/ 70698 h 883258"/>
                <a:gd name="connsiteX1091" fmla="*/ 168889 w 477006"/>
                <a:gd name="connsiteY1091" fmla="*/ 70698 h 883258"/>
                <a:gd name="connsiteX1092" fmla="*/ 172937 w 477006"/>
                <a:gd name="connsiteY1092" fmla="*/ 70698 h 883258"/>
                <a:gd name="connsiteX1093" fmla="*/ 176579 w 477006"/>
                <a:gd name="connsiteY1093" fmla="*/ 69952 h 883258"/>
                <a:gd name="connsiteX1094" fmla="*/ 176984 w 477006"/>
                <a:gd name="connsiteY1094" fmla="*/ 69206 h 883258"/>
                <a:gd name="connsiteX1095" fmla="*/ 178603 w 477006"/>
                <a:gd name="connsiteY1095" fmla="*/ 68459 h 883258"/>
                <a:gd name="connsiteX1096" fmla="*/ 183460 w 477006"/>
                <a:gd name="connsiteY1096" fmla="*/ 63983 h 883258"/>
                <a:gd name="connsiteX1097" fmla="*/ 183864 w 477006"/>
                <a:gd name="connsiteY1097" fmla="*/ 63236 h 883258"/>
                <a:gd name="connsiteX1098" fmla="*/ 184269 w 477006"/>
                <a:gd name="connsiteY1098" fmla="*/ 62490 h 883258"/>
                <a:gd name="connsiteX1099" fmla="*/ 185888 w 477006"/>
                <a:gd name="connsiteY1099" fmla="*/ 60252 h 883258"/>
                <a:gd name="connsiteX1100" fmla="*/ 186698 w 477006"/>
                <a:gd name="connsiteY1100" fmla="*/ 60252 h 883258"/>
                <a:gd name="connsiteX1101" fmla="*/ 190340 w 477006"/>
                <a:gd name="connsiteY1101" fmla="*/ 60998 h 883258"/>
                <a:gd name="connsiteX1102" fmla="*/ 194387 w 477006"/>
                <a:gd name="connsiteY1102" fmla="*/ 60252 h 883258"/>
                <a:gd name="connsiteX1103" fmla="*/ 196006 w 477006"/>
                <a:gd name="connsiteY1103" fmla="*/ 59506 h 883258"/>
                <a:gd name="connsiteX1104" fmla="*/ 202887 w 477006"/>
                <a:gd name="connsiteY1104" fmla="*/ 54283 h 883258"/>
                <a:gd name="connsiteX1105" fmla="*/ 204506 w 477006"/>
                <a:gd name="connsiteY1105" fmla="*/ 52790 h 883258"/>
                <a:gd name="connsiteX1106" fmla="*/ 205315 w 477006"/>
                <a:gd name="connsiteY1106" fmla="*/ 53536 h 883258"/>
                <a:gd name="connsiteX1107" fmla="*/ 209362 w 477006"/>
                <a:gd name="connsiteY1107" fmla="*/ 54283 h 883258"/>
                <a:gd name="connsiteX1108" fmla="*/ 212196 w 477006"/>
                <a:gd name="connsiteY1108" fmla="*/ 54283 h 883258"/>
                <a:gd name="connsiteX1109" fmla="*/ 215433 w 477006"/>
                <a:gd name="connsiteY1109" fmla="*/ 53536 h 883258"/>
                <a:gd name="connsiteX1110" fmla="*/ 217052 w 477006"/>
                <a:gd name="connsiteY1110" fmla="*/ 52790 h 883258"/>
                <a:gd name="connsiteX1111" fmla="*/ 219481 w 477006"/>
                <a:gd name="connsiteY1111" fmla="*/ 50552 h 883258"/>
                <a:gd name="connsiteX1112" fmla="*/ 221909 w 477006"/>
                <a:gd name="connsiteY1112" fmla="*/ 49059 h 883258"/>
                <a:gd name="connsiteX1113" fmla="*/ 223123 w 477006"/>
                <a:gd name="connsiteY1113" fmla="*/ 48313 h 883258"/>
                <a:gd name="connsiteX1114" fmla="*/ 224742 w 477006"/>
                <a:gd name="connsiteY1114" fmla="*/ 49059 h 883258"/>
                <a:gd name="connsiteX1115" fmla="*/ 227171 w 477006"/>
                <a:gd name="connsiteY1115" fmla="*/ 49806 h 883258"/>
                <a:gd name="connsiteX1116" fmla="*/ 228790 w 477006"/>
                <a:gd name="connsiteY1116" fmla="*/ 49806 h 883258"/>
                <a:gd name="connsiteX1117" fmla="*/ 234861 w 477006"/>
                <a:gd name="connsiteY1117" fmla="*/ 49806 h 883258"/>
                <a:gd name="connsiteX1118" fmla="*/ 235670 w 477006"/>
                <a:gd name="connsiteY1118" fmla="*/ 49806 h 883258"/>
                <a:gd name="connsiteX1119" fmla="*/ 241336 w 477006"/>
                <a:gd name="connsiteY1119" fmla="*/ 46821 h 883258"/>
                <a:gd name="connsiteX1120" fmla="*/ 241741 w 477006"/>
                <a:gd name="connsiteY1120" fmla="*/ 46821 h 883258"/>
                <a:gd name="connsiteX1121" fmla="*/ 247812 w 477006"/>
                <a:gd name="connsiteY1121" fmla="*/ 50552 h 883258"/>
                <a:gd name="connsiteX1122" fmla="*/ 254288 w 477006"/>
                <a:gd name="connsiteY1122" fmla="*/ 50552 h 883258"/>
                <a:gd name="connsiteX1123" fmla="*/ 257121 w 477006"/>
                <a:gd name="connsiteY1123" fmla="*/ 49806 h 883258"/>
                <a:gd name="connsiteX1124" fmla="*/ 259549 w 477006"/>
                <a:gd name="connsiteY1124" fmla="*/ 49059 h 883258"/>
                <a:gd name="connsiteX1125" fmla="*/ 259954 w 477006"/>
                <a:gd name="connsiteY1125" fmla="*/ 48313 h 883258"/>
                <a:gd name="connsiteX1126" fmla="*/ 261168 w 477006"/>
                <a:gd name="connsiteY1126" fmla="*/ 51298 h 883258"/>
                <a:gd name="connsiteX1127" fmla="*/ 266834 w 477006"/>
                <a:gd name="connsiteY1127" fmla="*/ 55029 h 883258"/>
                <a:gd name="connsiteX1128" fmla="*/ 270477 w 477006"/>
                <a:gd name="connsiteY1128" fmla="*/ 55775 h 883258"/>
                <a:gd name="connsiteX1129" fmla="*/ 273310 w 477006"/>
                <a:gd name="connsiteY1129" fmla="*/ 55775 h 883258"/>
                <a:gd name="connsiteX1130" fmla="*/ 278167 w 477006"/>
                <a:gd name="connsiteY1130" fmla="*/ 55029 h 883258"/>
                <a:gd name="connsiteX1131" fmla="*/ 280191 w 477006"/>
                <a:gd name="connsiteY1131" fmla="*/ 58013 h 883258"/>
                <a:gd name="connsiteX1132" fmla="*/ 281809 w 477006"/>
                <a:gd name="connsiteY1132" fmla="*/ 59506 h 883258"/>
                <a:gd name="connsiteX1133" fmla="*/ 284643 w 477006"/>
                <a:gd name="connsiteY1133" fmla="*/ 60998 h 883258"/>
                <a:gd name="connsiteX1134" fmla="*/ 286666 w 477006"/>
                <a:gd name="connsiteY1134" fmla="*/ 61744 h 883258"/>
                <a:gd name="connsiteX1135" fmla="*/ 287476 w 477006"/>
                <a:gd name="connsiteY1135" fmla="*/ 61744 h 883258"/>
                <a:gd name="connsiteX1136" fmla="*/ 289499 w 477006"/>
                <a:gd name="connsiteY1136" fmla="*/ 62490 h 883258"/>
                <a:gd name="connsiteX1137" fmla="*/ 290714 w 477006"/>
                <a:gd name="connsiteY1137" fmla="*/ 62490 h 883258"/>
                <a:gd name="connsiteX1138" fmla="*/ 293142 w 477006"/>
                <a:gd name="connsiteY1138" fmla="*/ 63236 h 883258"/>
                <a:gd name="connsiteX1139" fmla="*/ 296785 w 477006"/>
                <a:gd name="connsiteY1139" fmla="*/ 63236 h 883258"/>
                <a:gd name="connsiteX1140" fmla="*/ 297999 w 477006"/>
                <a:gd name="connsiteY1140" fmla="*/ 64729 h 883258"/>
                <a:gd name="connsiteX1141" fmla="*/ 300022 w 477006"/>
                <a:gd name="connsiteY1141" fmla="*/ 67713 h 883258"/>
                <a:gd name="connsiteX1142" fmla="*/ 301237 w 477006"/>
                <a:gd name="connsiteY1142" fmla="*/ 68459 h 883258"/>
                <a:gd name="connsiteX1143" fmla="*/ 303260 w 477006"/>
                <a:gd name="connsiteY1143" fmla="*/ 69952 h 883258"/>
                <a:gd name="connsiteX1144" fmla="*/ 308117 w 477006"/>
                <a:gd name="connsiteY1144" fmla="*/ 72190 h 883258"/>
                <a:gd name="connsiteX1145" fmla="*/ 309331 w 477006"/>
                <a:gd name="connsiteY1145" fmla="*/ 72936 h 883258"/>
                <a:gd name="connsiteX1146" fmla="*/ 314188 w 477006"/>
                <a:gd name="connsiteY1146" fmla="*/ 73683 h 883258"/>
                <a:gd name="connsiteX1147" fmla="*/ 314593 w 477006"/>
                <a:gd name="connsiteY1147" fmla="*/ 73683 h 883258"/>
                <a:gd name="connsiteX1148" fmla="*/ 315807 w 477006"/>
                <a:gd name="connsiteY1148" fmla="*/ 75175 h 883258"/>
                <a:gd name="connsiteX1149" fmla="*/ 319045 w 477006"/>
                <a:gd name="connsiteY1149" fmla="*/ 79652 h 883258"/>
                <a:gd name="connsiteX1150" fmla="*/ 321878 w 477006"/>
                <a:gd name="connsiteY1150" fmla="*/ 81890 h 883258"/>
                <a:gd name="connsiteX1151" fmla="*/ 322283 w 477006"/>
                <a:gd name="connsiteY1151" fmla="*/ 82636 h 883258"/>
                <a:gd name="connsiteX1152" fmla="*/ 323092 w 477006"/>
                <a:gd name="connsiteY1152" fmla="*/ 83383 h 883258"/>
                <a:gd name="connsiteX1153" fmla="*/ 324711 w 477006"/>
                <a:gd name="connsiteY1153" fmla="*/ 84129 h 883258"/>
                <a:gd name="connsiteX1154" fmla="*/ 328354 w 477006"/>
                <a:gd name="connsiteY1154" fmla="*/ 85621 h 883258"/>
                <a:gd name="connsiteX1155" fmla="*/ 331187 w 477006"/>
                <a:gd name="connsiteY1155" fmla="*/ 86367 h 883258"/>
                <a:gd name="connsiteX1156" fmla="*/ 331996 w 477006"/>
                <a:gd name="connsiteY1156" fmla="*/ 86367 h 883258"/>
                <a:gd name="connsiteX1157" fmla="*/ 336044 w 477006"/>
                <a:gd name="connsiteY1157" fmla="*/ 93829 h 883258"/>
                <a:gd name="connsiteX1158" fmla="*/ 336044 w 477006"/>
                <a:gd name="connsiteY1158" fmla="*/ 95321 h 883258"/>
                <a:gd name="connsiteX1159" fmla="*/ 337662 w 477006"/>
                <a:gd name="connsiteY1159" fmla="*/ 96067 h 883258"/>
                <a:gd name="connsiteX1160" fmla="*/ 339686 w 477006"/>
                <a:gd name="connsiteY1160" fmla="*/ 98306 h 883258"/>
                <a:gd name="connsiteX1161" fmla="*/ 343733 w 477006"/>
                <a:gd name="connsiteY1161" fmla="*/ 101290 h 883258"/>
                <a:gd name="connsiteX1162" fmla="*/ 344948 w 477006"/>
                <a:gd name="connsiteY1162" fmla="*/ 102036 h 883258"/>
                <a:gd name="connsiteX1163" fmla="*/ 346971 w 477006"/>
                <a:gd name="connsiteY1163" fmla="*/ 102783 h 883258"/>
                <a:gd name="connsiteX1164" fmla="*/ 347376 w 477006"/>
                <a:gd name="connsiteY1164" fmla="*/ 102783 h 883258"/>
                <a:gd name="connsiteX1165" fmla="*/ 350614 w 477006"/>
                <a:gd name="connsiteY1165" fmla="*/ 109498 h 883258"/>
                <a:gd name="connsiteX1166" fmla="*/ 352233 w 477006"/>
                <a:gd name="connsiteY1166" fmla="*/ 112483 h 883258"/>
                <a:gd name="connsiteX1167" fmla="*/ 353447 w 477006"/>
                <a:gd name="connsiteY1167" fmla="*/ 113975 h 883258"/>
                <a:gd name="connsiteX1168" fmla="*/ 358708 w 477006"/>
                <a:gd name="connsiteY1168" fmla="*/ 119198 h 883258"/>
                <a:gd name="connsiteX1169" fmla="*/ 359923 w 477006"/>
                <a:gd name="connsiteY1169" fmla="*/ 119944 h 883258"/>
                <a:gd name="connsiteX1170" fmla="*/ 361542 w 477006"/>
                <a:gd name="connsiteY1170" fmla="*/ 120690 h 883258"/>
                <a:gd name="connsiteX1171" fmla="*/ 363161 w 477006"/>
                <a:gd name="connsiteY1171" fmla="*/ 121436 h 883258"/>
                <a:gd name="connsiteX1172" fmla="*/ 364779 w 477006"/>
                <a:gd name="connsiteY1172" fmla="*/ 125913 h 883258"/>
                <a:gd name="connsiteX1173" fmla="*/ 370446 w 477006"/>
                <a:gd name="connsiteY1173" fmla="*/ 134867 h 883258"/>
                <a:gd name="connsiteX1174" fmla="*/ 377326 w 477006"/>
                <a:gd name="connsiteY1174" fmla="*/ 141582 h 883258"/>
                <a:gd name="connsiteX1175" fmla="*/ 378136 w 477006"/>
                <a:gd name="connsiteY1175" fmla="*/ 142329 h 883258"/>
                <a:gd name="connsiteX1176" fmla="*/ 379755 w 477006"/>
                <a:gd name="connsiteY1176" fmla="*/ 148298 h 883258"/>
                <a:gd name="connsiteX1177" fmla="*/ 385826 w 477006"/>
                <a:gd name="connsiteY1177" fmla="*/ 159490 h 883258"/>
                <a:gd name="connsiteX1178" fmla="*/ 391492 w 477006"/>
                <a:gd name="connsiteY1178" fmla="*/ 166206 h 883258"/>
                <a:gd name="connsiteX1179" fmla="*/ 397563 w 477006"/>
                <a:gd name="connsiteY1179" fmla="*/ 182621 h 883258"/>
                <a:gd name="connsiteX1180" fmla="*/ 404038 w 477006"/>
                <a:gd name="connsiteY1180" fmla="*/ 191575 h 883258"/>
                <a:gd name="connsiteX1181" fmla="*/ 408895 w 477006"/>
                <a:gd name="connsiteY1181" fmla="*/ 207990 h 883258"/>
                <a:gd name="connsiteX1182" fmla="*/ 415371 w 477006"/>
                <a:gd name="connsiteY1182" fmla="*/ 218436 h 883258"/>
                <a:gd name="connsiteX1183" fmla="*/ 421037 w 477006"/>
                <a:gd name="connsiteY1183" fmla="*/ 240821 h 883258"/>
                <a:gd name="connsiteX1184" fmla="*/ 425085 w 477006"/>
                <a:gd name="connsiteY1184" fmla="*/ 248282 h 883258"/>
                <a:gd name="connsiteX1185" fmla="*/ 431965 w 477006"/>
                <a:gd name="connsiteY1185" fmla="*/ 275144 h 883258"/>
                <a:gd name="connsiteX1186" fmla="*/ 433584 w 477006"/>
                <a:gd name="connsiteY1186" fmla="*/ 278875 h 883258"/>
                <a:gd name="connsiteX1187" fmla="*/ 440464 w 477006"/>
                <a:gd name="connsiteY1187" fmla="*/ 310213 h 883258"/>
                <a:gd name="connsiteX1188" fmla="*/ 441274 w 477006"/>
                <a:gd name="connsiteY1188" fmla="*/ 325882 h 883258"/>
                <a:gd name="connsiteX1189" fmla="*/ 445726 w 477006"/>
                <a:gd name="connsiteY1189" fmla="*/ 343044 h 883258"/>
                <a:gd name="connsiteX1190" fmla="*/ 448964 w 477006"/>
                <a:gd name="connsiteY1190" fmla="*/ 374382 h 883258"/>
                <a:gd name="connsiteX1191" fmla="*/ 449368 w 477006"/>
                <a:gd name="connsiteY1191" fmla="*/ 375875 h 883258"/>
                <a:gd name="connsiteX1192" fmla="*/ 448964 w 477006"/>
                <a:gd name="connsiteY1192" fmla="*/ 379605 h 883258"/>
                <a:gd name="connsiteX1193" fmla="*/ 448964 w 477006"/>
                <a:gd name="connsiteY1193" fmla="*/ 393782 h 883258"/>
                <a:gd name="connsiteX1194" fmla="*/ 451797 w 477006"/>
                <a:gd name="connsiteY1194" fmla="*/ 410198 h 883258"/>
                <a:gd name="connsiteX1195" fmla="*/ 452202 w 477006"/>
                <a:gd name="connsiteY1195" fmla="*/ 443774 h 883258"/>
                <a:gd name="connsiteX1196" fmla="*/ 452202 w 477006"/>
                <a:gd name="connsiteY1196" fmla="*/ 444521 h 883258"/>
                <a:gd name="connsiteX1197" fmla="*/ 451392 w 477006"/>
                <a:gd name="connsiteY1197" fmla="*/ 478098 h 883258"/>
                <a:gd name="connsiteX1198" fmla="*/ 448964 w 477006"/>
                <a:gd name="connsiteY1198" fmla="*/ 486305 h 883258"/>
                <a:gd name="connsiteX1199" fmla="*/ 448559 w 477006"/>
                <a:gd name="connsiteY1199" fmla="*/ 512421 h 883258"/>
                <a:gd name="connsiteX1200" fmla="*/ 444512 w 477006"/>
                <a:gd name="connsiteY1200" fmla="*/ 545997 h 883258"/>
                <a:gd name="connsiteX1201" fmla="*/ 441678 w 477006"/>
                <a:gd name="connsiteY1201" fmla="*/ 553459 h 883258"/>
                <a:gd name="connsiteX1202" fmla="*/ 438441 w 477006"/>
                <a:gd name="connsiteY1202" fmla="*/ 578082 h 883258"/>
                <a:gd name="connsiteX1203" fmla="*/ 432370 w 477006"/>
                <a:gd name="connsiteY1203" fmla="*/ 598974 h 883258"/>
                <a:gd name="connsiteX1204" fmla="*/ 431155 w 477006"/>
                <a:gd name="connsiteY1204" fmla="*/ 609420 h 883258"/>
                <a:gd name="connsiteX1205" fmla="*/ 422251 w 477006"/>
                <a:gd name="connsiteY1205" fmla="*/ 639267 h 883258"/>
                <a:gd name="connsiteX1206" fmla="*/ 421442 w 477006"/>
                <a:gd name="connsiteY1206" fmla="*/ 640013 h 883258"/>
                <a:gd name="connsiteX1207" fmla="*/ 412133 w 477006"/>
                <a:gd name="connsiteY1207" fmla="*/ 667620 h 883258"/>
                <a:gd name="connsiteX1208" fmla="*/ 409300 w 477006"/>
                <a:gd name="connsiteY1208" fmla="*/ 670605 h 883258"/>
                <a:gd name="connsiteX1209" fmla="*/ 400396 w 477006"/>
                <a:gd name="connsiteY1209" fmla="*/ 694482 h 883258"/>
                <a:gd name="connsiteX1210" fmla="*/ 398372 w 477006"/>
                <a:gd name="connsiteY1210" fmla="*/ 696720 h 883258"/>
                <a:gd name="connsiteX1211" fmla="*/ 387444 w 477006"/>
                <a:gd name="connsiteY1211" fmla="*/ 719851 h 883258"/>
                <a:gd name="connsiteX1212" fmla="*/ 386635 w 477006"/>
                <a:gd name="connsiteY1212" fmla="*/ 720597 h 883258"/>
                <a:gd name="connsiteX1213" fmla="*/ 380564 w 477006"/>
                <a:gd name="connsiteY1213" fmla="*/ 727313 h 883258"/>
                <a:gd name="connsiteX1214" fmla="*/ 377731 w 477006"/>
                <a:gd name="connsiteY1214" fmla="*/ 732536 h 883258"/>
                <a:gd name="connsiteX1215" fmla="*/ 373684 w 477006"/>
                <a:gd name="connsiteY1215" fmla="*/ 742982 h 883258"/>
                <a:gd name="connsiteX1216" fmla="*/ 370850 w 477006"/>
                <a:gd name="connsiteY1216" fmla="*/ 743728 h 883258"/>
                <a:gd name="connsiteX1217" fmla="*/ 365184 w 477006"/>
                <a:gd name="connsiteY1217" fmla="*/ 749697 h 883258"/>
                <a:gd name="connsiteX1218" fmla="*/ 362351 w 477006"/>
                <a:gd name="connsiteY1218" fmla="*/ 754920 h 883258"/>
                <a:gd name="connsiteX1219" fmla="*/ 360732 w 477006"/>
                <a:gd name="connsiteY1219" fmla="*/ 757905 h 883258"/>
                <a:gd name="connsiteX1220" fmla="*/ 359518 w 477006"/>
                <a:gd name="connsiteY1220" fmla="*/ 760143 h 883258"/>
                <a:gd name="connsiteX1221" fmla="*/ 358304 w 477006"/>
                <a:gd name="connsiteY1221" fmla="*/ 763128 h 883258"/>
                <a:gd name="connsiteX1222" fmla="*/ 354256 w 477006"/>
                <a:gd name="connsiteY1222" fmla="*/ 764620 h 883258"/>
                <a:gd name="connsiteX1223" fmla="*/ 353042 w 477006"/>
                <a:gd name="connsiteY1223" fmla="*/ 765366 h 883258"/>
                <a:gd name="connsiteX1224" fmla="*/ 351423 w 477006"/>
                <a:gd name="connsiteY1224" fmla="*/ 766859 h 883258"/>
                <a:gd name="connsiteX1225" fmla="*/ 347781 w 477006"/>
                <a:gd name="connsiteY1225" fmla="*/ 771336 h 883258"/>
                <a:gd name="connsiteX1226" fmla="*/ 345757 w 477006"/>
                <a:gd name="connsiteY1226" fmla="*/ 774320 h 883258"/>
                <a:gd name="connsiteX1227" fmla="*/ 344543 w 477006"/>
                <a:gd name="connsiteY1227" fmla="*/ 777305 h 883258"/>
                <a:gd name="connsiteX1228" fmla="*/ 342519 w 477006"/>
                <a:gd name="connsiteY1228" fmla="*/ 780290 h 883258"/>
                <a:gd name="connsiteX1229" fmla="*/ 340496 w 477006"/>
                <a:gd name="connsiteY1229" fmla="*/ 781036 h 883258"/>
                <a:gd name="connsiteX1230" fmla="*/ 338472 w 477006"/>
                <a:gd name="connsiteY1230" fmla="*/ 781782 h 883258"/>
                <a:gd name="connsiteX1231" fmla="*/ 336853 w 477006"/>
                <a:gd name="connsiteY1231" fmla="*/ 782528 h 883258"/>
                <a:gd name="connsiteX1232" fmla="*/ 336044 w 477006"/>
                <a:gd name="connsiteY1232" fmla="*/ 783274 h 883258"/>
                <a:gd name="connsiteX1233" fmla="*/ 331187 w 477006"/>
                <a:gd name="connsiteY1233" fmla="*/ 788497 h 883258"/>
                <a:gd name="connsiteX1234" fmla="*/ 325925 w 477006"/>
                <a:gd name="connsiteY1234" fmla="*/ 795959 h 883258"/>
                <a:gd name="connsiteX1235" fmla="*/ 321878 w 477006"/>
                <a:gd name="connsiteY1235" fmla="*/ 795959 h 883258"/>
                <a:gd name="connsiteX1236" fmla="*/ 319045 w 477006"/>
                <a:gd name="connsiteY1236" fmla="*/ 797451 h 883258"/>
                <a:gd name="connsiteX1237" fmla="*/ 315807 w 477006"/>
                <a:gd name="connsiteY1237" fmla="*/ 800436 h 883258"/>
                <a:gd name="connsiteX1238" fmla="*/ 314188 w 477006"/>
                <a:gd name="connsiteY1238" fmla="*/ 801182 h 883258"/>
                <a:gd name="connsiteX1239" fmla="*/ 309331 w 477006"/>
                <a:gd name="connsiteY1239" fmla="*/ 807151 h 883258"/>
                <a:gd name="connsiteX1240" fmla="*/ 308522 w 477006"/>
                <a:gd name="connsiteY1240" fmla="*/ 807897 h 883258"/>
                <a:gd name="connsiteX1241" fmla="*/ 308117 w 477006"/>
                <a:gd name="connsiteY1241" fmla="*/ 807897 h 883258"/>
                <a:gd name="connsiteX1242" fmla="*/ 303260 w 477006"/>
                <a:gd name="connsiteY1242" fmla="*/ 807897 h 883258"/>
                <a:gd name="connsiteX1243" fmla="*/ 301237 w 477006"/>
                <a:gd name="connsiteY1243" fmla="*/ 808643 h 883258"/>
                <a:gd name="connsiteX1244" fmla="*/ 300022 w 477006"/>
                <a:gd name="connsiteY1244" fmla="*/ 809389 h 883258"/>
                <a:gd name="connsiteX1245" fmla="*/ 297999 w 477006"/>
                <a:gd name="connsiteY1245" fmla="*/ 810136 h 883258"/>
                <a:gd name="connsiteX1246" fmla="*/ 294761 w 477006"/>
                <a:gd name="connsiteY1246" fmla="*/ 813120 h 883258"/>
                <a:gd name="connsiteX1247" fmla="*/ 293142 w 477006"/>
                <a:gd name="connsiteY1247" fmla="*/ 813866 h 883258"/>
                <a:gd name="connsiteX1248" fmla="*/ 290714 w 477006"/>
                <a:gd name="connsiteY1248" fmla="*/ 816851 h 883258"/>
                <a:gd name="connsiteX1249" fmla="*/ 290309 w 477006"/>
                <a:gd name="connsiteY1249" fmla="*/ 817597 h 883258"/>
                <a:gd name="connsiteX1250" fmla="*/ 289904 w 477006"/>
                <a:gd name="connsiteY1250" fmla="*/ 816851 h 883258"/>
                <a:gd name="connsiteX1251" fmla="*/ 287880 w 477006"/>
                <a:gd name="connsiteY1251" fmla="*/ 816105 h 883258"/>
                <a:gd name="connsiteX1252" fmla="*/ 285047 w 477006"/>
                <a:gd name="connsiteY1252" fmla="*/ 816105 h 883258"/>
                <a:gd name="connsiteX1253" fmla="*/ 282214 w 477006"/>
                <a:gd name="connsiteY1253" fmla="*/ 816851 h 883258"/>
                <a:gd name="connsiteX1254" fmla="*/ 280595 w 477006"/>
                <a:gd name="connsiteY1254" fmla="*/ 817597 h 883258"/>
                <a:gd name="connsiteX1255" fmla="*/ 273715 w 477006"/>
                <a:gd name="connsiteY1255" fmla="*/ 822820 h 883258"/>
                <a:gd name="connsiteX1256" fmla="*/ 272096 w 477006"/>
                <a:gd name="connsiteY1256" fmla="*/ 824313 h 883258"/>
                <a:gd name="connsiteX1257" fmla="*/ 270882 w 477006"/>
                <a:gd name="connsiteY1257" fmla="*/ 824313 h 883258"/>
                <a:gd name="connsiteX1258" fmla="*/ 267239 w 477006"/>
                <a:gd name="connsiteY1258" fmla="*/ 823566 h 883258"/>
                <a:gd name="connsiteX1259" fmla="*/ 261573 w 477006"/>
                <a:gd name="connsiteY1259" fmla="*/ 824313 h 883258"/>
                <a:gd name="connsiteX1260" fmla="*/ 259954 w 477006"/>
                <a:gd name="connsiteY1260" fmla="*/ 825059 h 883258"/>
                <a:gd name="connsiteX1261" fmla="*/ 257526 w 477006"/>
                <a:gd name="connsiteY1261" fmla="*/ 825805 h 883258"/>
                <a:gd name="connsiteX1262" fmla="*/ 254692 w 477006"/>
                <a:gd name="connsiteY1262" fmla="*/ 827297 h 883258"/>
                <a:gd name="connsiteX1263" fmla="*/ 253883 w 477006"/>
                <a:gd name="connsiteY1263" fmla="*/ 828043 h 883258"/>
                <a:gd name="connsiteX1264" fmla="*/ 250240 w 477006"/>
                <a:gd name="connsiteY1264" fmla="*/ 825805 h 883258"/>
                <a:gd name="connsiteX1265" fmla="*/ 248217 w 477006"/>
                <a:gd name="connsiteY1265" fmla="*/ 825059 h 883258"/>
                <a:gd name="connsiteX1266" fmla="*/ 242146 w 477006"/>
                <a:gd name="connsiteY1266" fmla="*/ 825805 h 883258"/>
                <a:gd name="connsiteX1267" fmla="*/ 236075 w 477006"/>
                <a:gd name="connsiteY1267" fmla="*/ 828790 h 883258"/>
                <a:gd name="connsiteX1268" fmla="*/ 235670 w 477006"/>
                <a:gd name="connsiteY1268" fmla="*/ 829536 h 883258"/>
                <a:gd name="connsiteX1269" fmla="*/ 235265 w 477006"/>
                <a:gd name="connsiteY1269" fmla="*/ 828790 h 883258"/>
                <a:gd name="connsiteX1270" fmla="*/ 229194 w 477006"/>
                <a:gd name="connsiteY1270" fmla="*/ 825059 h 883258"/>
                <a:gd name="connsiteX1271" fmla="*/ 225147 w 477006"/>
                <a:gd name="connsiteY1271" fmla="*/ 825059 h 883258"/>
                <a:gd name="connsiteX1272" fmla="*/ 222314 w 477006"/>
                <a:gd name="connsiteY1272" fmla="*/ 825805 h 883258"/>
                <a:gd name="connsiteX1273" fmla="*/ 219886 w 477006"/>
                <a:gd name="connsiteY1273" fmla="*/ 826551 h 883258"/>
                <a:gd name="connsiteX1274" fmla="*/ 217052 w 477006"/>
                <a:gd name="connsiteY1274" fmla="*/ 827297 h 883258"/>
                <a:gd name="connsiteX1275" fmla="*/ 216648 w 477006"/>
                <a:gd name="connsiteY1275" fmla="*/ 828043 h 883258"/>
                <a:gd name="connsiteX1276" fmla="*/ 215433 w 477006"/>
                <a:gd name="connsiteY1276" fmla="*/ 826551 h 883258"/>
                <a:gd name="connsiteX1277" fmla="*/ 212196 w 477006"/>
                <a:gd name="connsiteY1277" fmla="*/ 824313 h 883258"/>
                <a:gd name="connsiteX1278" fmla="*/ 209362 w 477006"/>
                <a:gd name="connsiteY1278" fmla="*/ 822820 h 883258"/>
                <a:gd name="connsiteX1279" fmla="*/ 205315 w 477006"/>
                <a:gd name="connsiteY1279" fmla="*/ 822074 h 883258"/>
                <a:gd name="connsiteX1280" fmla="*/ 202482 w 477006"/>
                <a:gd name="connsiteY1280" fmla="*/ 822074 h 883258"/>
                <a:gd name="connsiteX1281" fmla="*/ 197625 w 477006"/>
                <a:gd name="connsiteY1281" fmla="*/ 822820 h 883258"/>
                <a:gd name="connsiteX1282" fmla="*/ 195602 w 477006"/>
                <a:gd name="connsiteY1282" fmla="*/ 819836 h 883258"/>
                <a:gd name="connsiteX1283" fmla="*/ 193983 w 477006"/>
                <a:gd name="connsiteY1283" fmla="*/ 819089 h 883258"/>
                <a:gd name="connsiteX1284" fmla="*/ 189935 w 477006"/>
                <a:gd name="connsiteY1284" fmla="*/ 816105 h 883258"/>
                <a:gd name="connsiteX1285" fmla="*/ 186293 w 477006"/>
                <a:gd name="connsiteY1285" fmla="*/ 815359 h 883258"/>
                <a:gd name="connsiteX1286" fmla="*/ 179008 w 477006"/>
                <a:gd name="connsiteY1286" fmla="*/ 815359 h 883258"/>
                <a:gd name="connsiteX1287" fmla="*/ 177389 w 477006"/>
                <a:gd name="connsiteY1287" fmla="*/ 812374 h 883258"/>
                <a:gd name="connsiteX1288" fmla="*/ 175770 w 477006"/>
                <a:gd name="connsiteY1288" fmla="*/ 810882 h 883258"/>
                <a:gd name="connsiteX1289" fmla="*/ 175365 w 477006"/>
                <a:gd name="connsiteY1289" fmla="*/ 810136 h 883258"/>
                <a:gd name="connsiteX1290" fmla="*/ 171722 w 477006"/>
                <a:gd name="connsiteY1290" fmla="*/ 807151 h 883258"/>
                <a:gd name="connsiteX1291" fmla="*/ 167675 w 477006"/>
                <a:gd name="connsiteY1291" fmla="*/ 804913 h 883258"/>
                <a:gd name="connsiteX1292" fmla="*/ 164842 w 477006"/>
                <a:gd name="connsiteY1292" fmla="*/ 804166 h 883258"/>
                <a:gd name="connsiteX1293" fmla="*/ 161199 w 477006"/>
                <a:gd name="connsiteY1293" fmla="*/ 803420 h 883258"/>
                <a:gd name="connsiteX1294" fmla="*/ 160795 w 477006"/>
                <a:gd name="connsiteY1294" fmla="*/ 803420 h 883258"/>
                <a:gd name="connsiteX1295" fmla="*/ 159580 w 477006"/>
                <a:gd name="connsiteY1295" fmla="*/ 801182 h 883258"/>
                <a:gd name="connsiteX1296" fmla="*/ 156343 w 477006"/>
                <a:gd name="connsiteY1296" fmla="*/ 796705 h 883258"/>
                <a:gd name="connsiteX1297" fmla="*/ 153105 w 477006"/>
                <a:gd name="connsiteY1297" fmla="*/ 793720 h 883258"/>
                <a:gd name="connsiteX1298" fmla="*/ 152295 w 477006"/>
                <a:gd name="connsiteY1298" fmla="*/ 792974 h 883258"/>
                <a:gd name="connsiteX1299" fmla="*/ 150272 w 477006"/>
                <a:gd name="connsiteY1299" fmla="*/ 792228 h 883258"/>
                <a:gd name="connsiteX1300" fmla="*/ 148653 w 477006"/>
                <a:gd name="connsiteY1300" fmla="*/ 791482 h 883258"/>
                <a:gd name="connsiteX1301" fmla="*/ 144605 w 477006"/>
                <a:gd name="connsiteY1301" fmla="*/ 790736 h 883258"/>
                <a:gd name="connsiteX1302" fmla="*/ 145415 w 477006"/>
                <a:gd name="connsiteY1302" fmla="*/ 792974 h 883258"/>
                <a:gd name="connsiteX1303" fmla="*/ 450583 w 477006"/>
                <a:gd name="connsiteY1303" fmla="*/ 519882 h 883258"/>
                <a:gd name="connsiteX1304" fmla="*/ 450583 w 477006"/>
                <a:gd name="connsiteY1304" fmla="*/ 519882 h 883258"/>
                <a:gd name="connsiteX1305" fmla="*/ 456249 w 477006"/>
                <a:gd name="connsiteY1305" fmla="*/ 513913 h 883258"/>
                <a:gd name="connsiteX1306" fmla="*/ 469200 w 477006"/>
                <a:gd name="connsiteY1306" fmla="*/ 503467 h 883258"/>
                <a:gd name="connsiteX1307" fmla="*/ 469605 w 477006"/>
                <a:gd name="connsiteY1307" fmla="*/ 504213 h 883258"/>
                <a:gd name="connsiteX1308" fmla="*/ 456249 w 477006"/>
                <a:gd name="connsiteY1308" fmla="*/ 537044 h 883258"/>
                <a:gd name="connsiteX1309" fmla="*/ 450987 w 477006"/>
                <a:gd name="connsiteY1309" fmla="*/ 539282 h 883258"/>
                <a:gd name="connsiteX1310" fmla="*/ 447749 w 477006"/>
                <a:gd name="connsiteY1310" fmla="*/ 541521 h 883258"/>
                <a:gd name="connsiteX1311" fmla="*/ 446940 w 477006"/>
                <a:gd name="connsiteY1311" fmla="*/ 542267 h 883258"/>
                <a:gd name="connsiteX1312" fmla="*/ 447749 w 477006"/>
                <a:gd name="connsiteY1312" fmla="*/ 528836 h 883258"/>
                <a:gd name="connsiteX1313" fmla="*/ 450583 w 477006"/>
                <a:gd name="connsiteY1313" fmla="*/ 519882 h 883258"/>
                <a:gd name="connsiteX1314" fmla="*/ 164033 w 477006"/>
                <a:gd name="connsiteY1314" fmla="*/ 848936 h 883258"/>
                <a:gd name="connsiteX1315" fmla="*/ 162818 w 477006"/>
                <a:gd name="connsiteY1315" fmla="*/ 848936 h 883258"/>
                <a:gd name="connsiteX1316" fmla="*/ 161199 w 477006"/>
                <a:gd name="connsiteY1316" fmla="*/ 848189 h 883258"/>
                <a:gd name="connsiteX1317" fmla="*/ 157962 w 477006"/>
                <a:gd name="connsiteY1317" fmla="*/ 846697 h 883258"/>
                <a:gd name="connsiteX1318" fmla="*/ 154724 w 477006"/>
                <a:gd name="connsiteY1318" fmla="*/ 843713 h 883258"/>
                <a:gd name="connsiteX1319" fmla="*/ 153914 w 477006"/>
                <a:gd name="connsiteY1319" fmla="*/ 842966 h 883258"/>
                <a:gd name="connsiteX1320" fmla="*/ 151891 w 477006"/>
                <a:gd name="connsiteY1320" fmla="*/ 839982 h 883258"/>
                <a:gd name="connsiteX1321" fmla="*/ 150272 w 477006"/>
                <a:gd name="connsiteY1321" fmla="*/ 834759 h 883258"/>
                <a:gd name="connsiteX1322" fmla="*/ 147439 w 477006"/>
                <a:gd name="connsiteY1322" fmla="*/ 801182 h 883258"/>
                <a:gd name="connsiteX1323" fmla="*/ 150272 w 477006"/>
                <a:gd name="connsiteY1323" fmla="*/ 802674 h 883258"/>
                <a:gd name="connsiteX1324" fmla="*/ 151891 w 477006"/>
                <a:gd name="connsiteY1324" fmla="*/ 803420 h 883258"/>
                <a:gd name="connsiteX1325" fmla="*/ 153914 w 477006"/>
                <a:gd name="connsiteY1325" fmla="*/ 804913 h 883258"/>
                <a:gd name="connsiteX1326" fmla="*/ 154724 w 477006"/>
                <a:gd name="connsiteY1326" fmla="*/ 805659 h 883258"/>
                <a:gd name="connsiteX1327" fmla="*/ 157962 w 477006"/>
                <a:gd name="connsiteY1327" fmla="*/ 810882 h 883258"/>
                <a:gd name="connsiteX1328" fmla="*/ 158771 w 477006"/>
                <a:gd name="connsiteY1328" fmla="*/ 812374 h 883258"/>
                <a:gd name="connsiteX1329" fmla="*/ 161199 w 477006"/>
                <a:gd name="connsiteY1329" fmla="*/ 826551 h 883258"/>
                <a:gd name="connsiteX1330" fmla="*/ 162818 w 477006"/>
                <a:gd name="connsiteY1330" fmla="*/ 839236 h 883258"/>
                <a:gd name="connsiteX1331" fmla="*/ 164033 w 477006"/>
                <a:gd name="connsiteY1331" fmla="*/ 848936 h 883258"/>
                <a:gd name="connsiteX1332" fmla="*/ 183460 w 477006"/>
                <a:gd name="connsiteY1332" fmla="*/ 859382 h 883258"/>
                <a:gd name="connsiteX1333" fmla="*/ 178603 w 477006"/>
                <a:gd name="connsiteY1333" fmla="*/ 857889 h 883258"/>
                <a:gd name="connsiteX1334" fmla="*/ 176984 w 477006"/>
                <a:gd name="connsiteY1334" fmla="*/ 857143 h 883258"/>
                <a:gd name="connsiteX1335" fmla="*/ 176579 w 477006"/>
                <a:gd name="connsiteY1335" fmla="*/ 857143 h 883258"/>
                <a:gd name="connsiteX1336" fmla="*/ 172937 w 477006"/>
                <a:gd name="connsiteY1336" fmla="*/ 854159 h 883258"/>
                <a:gd name="connsiteX1337" fmla="*/ 168889 w 477006"/>
                <a:gd name="connsiteY1337" fmla="*/ 847443 h 883258"/>
                <a:gd name="connsiteX1338" fmla="*/ 166056 w 477006"/>
                <a:gd name="connsiteY1338" fmla="*/ 829536 h 883258"/>
                <a:gd name="connsiteX1339" fmla="*/ 164437 w 477006"/>
                <a:gd name="connsiteY1339" fmla="*/ 813866 h 883258"/>
                <a:gd name="connsiteX1340" fmla="*/ 166056 w 477006"/>
                <a:gd name="connsiteY1340" fmla="*/ 814613 h 883258"/>
                <a:gd name="connsiteX1341" fmla="*/ 168889 w 477006"/>
                <a:gd name="connsiteY1341" fmla="*/ 815359 h 883258"/>
                <a:gd name="connsiteX1342" fmla="*/ 172937 w 477006"/>
                <a:gd name="connsiteY1342" fmla="*/ 818343 h 883258"/>
                <a:gd name="connsiteX1343" fmla="*/ 176579 w 477006"/>
                <a:gd name="connsiteY1343" fmla="*/ 823566 h 883258"/>
                <a:gd name="connsiteX1344" fmla="*/ 176984 w 477006"/>
                <a:gd name="connsiteY1344" fmla="*/ 823566 h 883258"/>
                <a:gd name="connsiteX1345" fmla="*/ 176984 w 477006"/>
                <a:gd name="connsiteY1345" fmla="*/ 824313 h 883258"/>
                <a:gd name="connsiteX1346" fmla="*/ 178603 w 477006"/>
                <a:gd name="connsiteY1346" fmla="*/ 829536 h 883258"/>
                <a:gd name="connsiteX1347" fmla="*/ 183460 w 477006"/>
                <a:gd name="connsiteY1347" fmla="*/ 857143 h 883258"/>
                <a:gd name="connsiteX1348" fmla="*/ 183460 w 477006"/>
                <a:gd name="connsiteY1348" fmla="*/ 859382 h 883258"/>
                <a:gd name="connsiteX1349" fmla="*/ 203696 w 477006"/>
                <a:gd name="connsiteY1349" fmla="*/ 866843 h 883258"/>
                <a:gd name="connsiteX1350" fmla="*/ 202887 w 477006"/>
                <a:gd name="connsiteY1350" fmla="*/ 866843 h 883258"/>
                <a:gd name="connsiteX1351" fmla="*/ 196006 w 477006"/>
                <a:gd name="connsiteY1351" fmla="*/ 865351 h 883258"/>
                <a:gd name="connsiteX1352" fmla="*/ 194387 w 477006"/>
                <a:gd name="connsiteY1352" fmla="*/ 864605 h 883258"/>
                <a:gd name="connsiteX1353" fmla="*/ 190340 w 477006"/>
                <a:gd name="connsiteY1353" fmla="*/ 860128 h 883258"/>
                <a:gd name="connsiteX1354" fmla="*/ 186698 w 477006"/>
                <a:gd name="connsiteY1354" fmla="*/ 851174 h 883258"/>
                <a:gd name="connsiteX1355" fmla="*/ 185888 w 477006"/>
                <a:gd name="connsiteY1355" fmla="*/ 845951 h 883258"/>
                <a:gd name="connsiteX1356" fmla="*/ 184269 w 477006"/>
                <a:gd name="connsiteY1356" fmla="*/ 833266 h 883258"/>
                <a:gd name="connsiteX1357" fmla="*/ 183864 w 477006"/>
                <a:gd name="connsiteY1357" fmla="*/ 829536 h 883258"/>
                <a:gd name="connsiteX1358" fmla="*/ 183460 w 477006"/>
                <a:gd name="connsiteY1358" fmla="*/ 827297 h 883258"/>
                <a:gd name="connsiteX1359" fmla="*/ 183055 w 477006"/>
                <a:gd name="connsiteY1359" fmla="*/ 825059 h 883258"/>
                <a:gd name="connsiteX1360" fmla="*/ 184674 w 477006"/>
                <a:gd name="connsiteY1360" fmla="*/ 825059 h 883258"/>
                <a:gd name="connsiteX1361" fmla="*/ 186293 w 477006"/>
                <a:gd name="connsiteY1361" fmla="*/ 825805 h 883258"/>
                <a:gd name="connsiteX1362" fmla="*/ 187102 w 477006"/>
                <a:gd name="connsiteY1362" fmla="*/ 825805 h 883258"/>
                <a:gd name="connsiteX1363" fmla="*/ 190745 w 477006"/>
                <a:gd name="connsiteY1363" fmla="*/ 827297 h 883258"/>
                <a:gd name="connsiteX1364" fmla="*/ 194792 w 477006"/>
                <a:gd name="connsiteY1364" fmla="*/ 831028 h 883258"/>
                <a:gd name="connsiteX1365" fmla="*/ 195602 w 477006"/>
                <a:gd name="connsiteY1365" fmla="*/ 831774 h 883258"/>
                <a:gd name="connsiteX1366" fmla="*/ 196006 w 477006"/>
                <a:gd name="connsiteY1366" fmla="*/ 833266 h 883258"/>
                <a:gd name="connsiteX1367" fmla="*/ 202887 w 477006"/>
                <a:gd name="connsiteY1367" fmla="*/ 861620 h 883258"/>
                <a:gd name="connsiteX1368" fmla="*/ 203696 w 477006"/>
                <a:gd name="connsiteY1368" fmla="*/ 866843 h 883258"/>
                <a:gd name="connsiteX1369" fmla="*/ 223933 w 477006"/>
                <a:gd name="connsiteY1369" fmla="*/ 870574 h 883258"/>
                <a:gd name="connsiteX1370" fmla="*/ 217052 w 477006"/>
                <a:gd name="connsiteY1370" fmla="*/ 871320 h 883258"/>
                <a:gd name="connsiteX1371" fmla="*/ 215433 w 477006"/>
                <a:gd name="connsiteY1371" fmla="*/ 870574 h 883258"/>
                <a:gd name="connsiteX1372" fmla="*/ 212196 w 477006"/>
                <a:gd name="connsiteY1372" fmla="*/ 868336 h 883258"/>
                <a:gd name="connsiteX1373" fmla="*/ 209362 w 477006"/>
                <a:gd name="connsiteY1373" fmla="*/ 865351 h 883258"/>
                <a:gd name="connsiteX1374" fmla="*/ 205315 w 477006"/>
                <a:gd name="connsiteY1374" fmla="*/ 852666 h 883258"/>
                <a:gd name="connsiteX1375" fmla="*/ 202482 w 477006"/>
                <a:gd name="connsiteY1375" fmla="*/ 836997 h 883258"/>
                <a:gd name="connsiteX1376" fmla="*/ 200863 w 477006"/>
                <a:gd name="connsiteY1376" fmla="*/ 831774 h 883258"/>
                <a:gd name="connsiteX1377" fmla="*/ 204910 w 477006"/>
                <a:gd name="connsiteY1377" fmla="*/ 831774 h 883258"/>
                <a:gd name="connsiteX1378" fmla="*/ 208958 w 477006"/>
                <a:gd name="connsiteY1378" fmla="*/ 832520 h 883258"/>
                <a:gd name="connsiteX1379" fmla="*/ 211791 w 477006"/>
                <a:gd name="connsiteY1379" fmla="*/ 834013 h 883258"/>
                <a:gd name="connsiteX1380" fmla="*/ 213815 w 477006"/>
                <a:gd name="connsiteY1380" fmla="*/ 836251 h 883258"/>
                <a:gd name="connsiteX1381" fmla="*/ 215029 w 477006"/>
                <a:gd name="connsiteY1381" fmla="*/ 839236 h 883258"/>
                <a:gd name="connsiteX1382" fmla="*/ 216648 w 477006"/>
                <a:gd name="connsiteY1382" fmla="*/ 844459 h 883258"/>
                <a:gd name="connsiteX1383" fmla="*/ 219481 w 477006"/>
                <a:gd name="connsiteY1383" fmla="*/ 854159 h 883258"/>
                <a:gd name="connsiteX1384" fmla="*/ 221909 w 477006"/>
                <a:gd name="connsiteY1384" fmla="*/ 863859 h 883258"/>
                <a:gd name="connsiteX1385" fmla="*/ 244169 w 477006"/>
                <a:gd name="connsiteY1385" fmla="*/ 870574 h 883258"/>
                <a:gd name="connsiteX1386" fmla="*/ 241741 w 477006"/>
                <a:gd name="connsiteY1386" fmla="*/ 871320 h 883258"/>
                <a:gd name="connsiteX1387" fmla="*/ 235670 w 477006"/>
                <a:gd name="connsiteY1387" fmla="*/ 871320 h 883258"/>
                <a:gd name="connsiteX1388" fmla="*/ 234861 w 477006"/>
                <a:gd name="connsiteY1388" fmla="*/ 871320 h 883258"/>
                <a:gd name="connsiteX1389" fmla="*/ 228790 w 477006"/>
                <a:gd name="connsiteY1389" fmla="*/ 865351 h 883258"/>
                <a:gd name="connsiteX1390" fmla="*/ 227171 w 477006"/>
                <a:gd name="connsiteY1390" fmla="*/ 861620 h 883258"/>
                <a:gd name="connsiteX1391" fmla="*/ 224742 w 477006"/>
                <a:gd name="connsiteY1391" fmla="*/ 852666 h 883258"/>
                <a:gd name="connsiteX1392" fmla="*/ 221909 w 477006"/>
                <a:gd name="connsiteY1392" fmla="*/ 842220 h 883258"/>
                <a:gd name="connsiteX1393" fmla="*/ 219886 w 477006"/>
                <a:gd name="connsiteY1393" fmla="*/ 835505 h 883258"/>
                <a:gd name="connsiteX1394" fmla="*/ 221909 w 477006"/>
                <a:gd name="connsiteY1394" fmla="*/ 834759 h 883258"/>
                <a:gd name="connsiteX1395" fmla="*/ 226766 w 477006"/>
                <a:gd name="connsiteY1395" fmla="*/ 834759 h 883258"/>
                <a:gd name="connsiteX1396" fmla="*/ 228385 w 477006"/>
                <a:gd name="connsiteY1396" fmla="*/ 835505 h 883258"/>
                <a:gd name="connsiteX1397" fmla="*/ 232432 w 477006"/>
                <a:gd name="connsiteY1397" fmla="*/ 838489 h 883258"/>
                <a:gd name="connsiteX1398" fmla="*/ 234456 w 477006"/>
                <a:gd name="connsiteY1398" fmla="*/ 842966 h 883258"/>
                <a:gd name="connsiteX1399" fmla="*/ 235265 w 477006"/>
                <a:gd name="connsiteY1399" fmla="*/ 844459 h 883258"/>
                <a:gd name="connsiteX1400" fmla="*/ 241336 w 477006"/>
                <a:gd name="connsiteY1400" fmla="*/ 863113 h 883258"/>
                <a:gd name="connsiteX1401" fmla="*/ 244169 w 477006"/>
                <a:gd name="connsiteY1401" fmla="*/ 869828 h 883258"/>
                <a:gd name="connsiteX1402" fmla="*/ 264406 w 477006"/>
                <a:gd name="connsiteY1402" fmla="*/ 869082 h 883258"/>
                <a:gd name="connsiteX1403" fmla="*/ 261168 w 477006"/>
                <a:gd name="connsiteY1403" fmla="*/ 870574 h 883258"/>
                <a:gd name="connsiteX1404" fmla="*/ 259549 w 477006"/>
                <a:gd name="connsiteY1404" fmla="*/ 870574 h 883258"/>
                <a:gd name="connsiteX1405" fmla="*/ 257121 w 477006"/>
                <a:gd name="connsiteY1405" fmla="*/ 871320 h 883258"/>
                <a:gd name="connsiteX1406" fmla="*/ 254288 w 477006"/>
                <a:gd name="connsiteY1406" fmla="*/ 871320 h 883258"/>
                <a:gd name="connsiteX1407" fmla="*/ 249836 w 477006"/>
                <a:gd name="connsiteY1407" fmla="*/ 868336 h 883258"/>
                <a:gd name="connsiteX1408" fmla="*/ 247812 w 477006"/>
                <a:gd name="connsiteY1408" fmla="*/ 865351 h 883258"/>
                <a:gd name="connsiteX1409" fmla="*/ 241741 w 477006"/>
                <a:gd name="connsiteY1409" fmla="*/ 845951 h 883258"/>
                <a:gd name="connsiteX1410" fmla="*/ 238503 w 477006"/>
                <a:gd name="connsiteY1410" fmla="*/ 838489 h 883258"/>
                <a:gd name="connsiteX1411" fmla="*/ 241741 w 477006"/>
                <a:gd name="connsiteY1411" fmla="*/ 837743 h 883258"/>
                <a:gd name="connsiteX1412" fmla="*/ 247812 w 477006"/>
                <a:gd name="connsiteY1412" fmla="*/ 836997 h 883258"/>
                <a:gd name="connsiteX1413" fmla="*/ 249836 w 477006"/>
                <a:gd name="connsiteY1413" fmla="*/ 837743 h 883258"/>
                <a:gd name="connsiteX1414" fmla="*/ 251455 w 477006"/>
                <a:gd name="connsiteY1414" fmla="*/ 838489 h 883258"/>
                <a:gd name="connsiteX1415" fmla="*/ 254288 w 477006"/>
                <a:gd name="connsiteY1415" fmla="*/ 843713 h 883258"/>
                <a:gd name="connsiteX1416" fmla="*/ 257121 w 477006"/>
                <a:gd name="connsiteY1416" fmla="*/ 850428 h 883258"/>
                <a:gd name="connsiteX1417" fmla="*/ 259549 w 477006"/>
                <a:gd name="connsiteY1417" fmla="*/ 857143 h 883258"/>
                <a:gd name="connsiteX1418" fmla="*/ 261168 w 477006"/>
                <a:gd name="connsiteY1418" fmla="*/ 861620 h 883258"/>
                <a:gd name="connsiteX1419" fmla="*/ 264811 w 477006"/>
                <a:gd name="connsiteY1419" fmla="*/ 869082 h 883258"/>
                <a:gd name="connsiteX1420" fmla="*/ 284643 w 477006"/>
                <a:gd name="connsiteY1420" fmla="*/ 863113 h 883258"/>
                <a:gd name="connsiteX1421" fmla="*/ 281809 w 477006"/>
                <a:gd name="connsiteY1421" fmla="*/ 864605 h 883258"/>
                <a:gd name="connsiteX1422" fmla="*/ 280191 w 477006"/>
                <a:gd name="connsiteY1422" fmla="*/ 865351 h 883258"/>
                <a:gd name="connsiteX1423" fmla="*/ 273310 w 477006"/>
                <a:gd name="connsiteY1423" fmla="*/ 866097 h 883258"/>
                <a:gd name="connsiteX1424" fmla="*/ 270477 w 477006"/>
                <a:gd name="connsiteY1424" fmla="*/ 865351 h 883258"/>
                <a:gd name="connsiteX1425" fmla="*/ 266834 w 477006"/>
                <a:gd name="connsiteY1425" fmla="*/ 860128 h 883258"/>
                <a:gd name="connsiteX1426" fmla="*/ 261168 w 477006"/>
                <a:gd name="connsiteY1426" fmla="*/ 844459 h 883258"/>
                <a:gd name="connsiteX1427" fmla="*/ 259549 w 477006"/>
                <a:gd name="connsiteY1427" fmla="*/ 839982 h 883258"/>
                <a:gd name="connsiteX1428" fmla="*/ 257526 w 477006"/>
                <a:gd name="connsiteY1428" fmla="*/ 836251 h 883258"/>
                <a:gd name="connsiteX1429" fmla="*/ 259549 w 477006"/>
                <a:gd name="connsiteY1429" fmla="*/ 835505 h 883258"/>
                <a:gd name="connsiteX1430" fmla="*/ 261168 w 477006"/>
                <a:gd name="connsiteY1430" fmla="*/ 834759 h 883258"/>
                <a:gd name="connsiteX1431" fmla="*/ 266834 w 477006"/>
                <a:gd name="connsiteY1431" fmla="*/ 834013 h 883258"/>
                <a:gd name="connsiteX1432" fmla="*/ 270477 w 477006"/>
                <a:gd name="connsiteY1432" fmla="*/ 834759 h 883258"/>
                <a:gd name="connsiteX1433" fmla="*/ 270882 w 477006"/>
                <a:gd name="connsiteY1433" fmla="*/ 835505 h 883258"/>
                <a:gd name="connsiteX1434" fmla="*/ 273715 w 477006"/>
                <a:gd name="connsiteY1434" fmla="*/ 839982 h 883258"/>
                <a:gd name="connsiteX1435" fmla="*/ 280595 w 477006"/>
                <a:gd name="connsiteY1435" fmla="*/ 854159 h 883258"/>
                <a:gd name="connsiteX1436" fmla="*/ 282214 w 477006"/>
                <a:gd name="connsiteY1436" fmla="*/ 857143 h 883258"/>
                <a:gd name="connsiteX1437" fmla="*/ 285047 w 477006"/>
                <a:gd name="connsiteY1437" fmla="*/ 861620 h 883258"/>
                <a:gd name="connsiteX1438" fmla="*/ 285452 w 477006"/>
                <a:gd name="connsiteY1438" fmla="*/ 862366 h 883258"/>
                <a:gd name="connsiteX1439" fmla="*/ 304474 w 477006"/>
                <a:gd name="connsiteY1439" fmla="*/ 853413 h 883258"/>
                <a:gd name="connsiteX1440" fmla="*/ 302856 w 477006"/>
                <a:gd name="connsiteY1440" fmla="*/ 854159 h 883258"/>
                <a:gd name="connsiteX1441" fmla="*/ 300832 w 477006"/>
                <a:gd name="connsiteY1441" fmla="*/ 855651 h 883258"/>
                <a:gd name="connsiteX1442" fmla="*/ 299618 w 477006"/>
                <a:gd name="connsiteY1442" fmla="*/ 856397 h 883258"/>
                <a:gd name="connsiteX1443" fmla="*/ 297594 w 477006"/>
                <a:gd name="connsiteY1443" fmla="*/ 857143 h 883258"/>
                <a:gd name="connsiteX1444" fmla="*/ 294356 w 477006"/>
                <a:gd name="connsiteY1444" fmla="*/ 857889 h 883258"/>
                <a:gd name="connsiteX1445" fmla="*/ 292737 w 477006"/>
                <a:gd name="connsiteY1445" fmla="*/ 857889 h 883258"/>
                <a:gd name="connsiteX1446" fmla="*/ 290309 w 477006"/>
                <a:gd name="connsiteY1446" fmla="*/ 857143 h 883258"/>
                <a:gd name="connsiteX1447" fmla="*/ 289095 w 477006"/>
                <a:gd name="connsiteY1447" fmla="*/ 856397 h 883258"/>
                <a:gd name="connsiteX1448" fmla="*/ 287071 w 477006"/>
                <a:gd name="connsiteY1448" fmla="*/ 854159 h 883258"/>
                <a:gd name="connsiteX1449" fmla="*/ 286262 w 477006"/>
                <a:gd name="connsiteY1449" fmla="*/ 853413 h 883258"/>
                <a:gd name="connsiteX1450" fmla="*/ 284238 w 477006"/>
                <a:gd name="connsiteY1450" fmla="*/ 849682 h 883258"/>
                <a:gd name="connsiteX1451" fmla="*/ 281405 w 477006"/>
                <a:gd name="connsiteY1451" fmla="*/ 843713 h 883258"/>
                <a:gd name="connsiteX1452" fmla="*/ 279786 w 477006"/>
                <a:gd name="connsiteY1452" fmla="*/ 839982 h 883258"/>
                <a:gd name="connsiteX1453" fmla="*/ 275334 w 477006"/>
                <a:gd name="connsiteY1453" fmla="*/ 831028 h 883258"/>
                <a:gd name="connsiteX1454" fmla="*/ 279786 w 477006"/>
                <a:gd name="connsiteY1454" fmla="*/ 828043 h 883258"/>
                <a:gd name="connsiteX1455" fmla="*/ 281405 w 477006"/>
                <a:gd name="connsiteY1455" fmla="*/ 827297 h 883258"/>
                <a:gd name="connsiteX1456" fmla="*/ 284238 w 477006"/>
                <a:gd name="connsiteY1456" fmla="*/ 826551 h 883258"/>
                <a:gd name="connsiteX1457" fmla="*/ 286262 w 477006"/>
                <a:gd name="connsiteY1457" fmla="*/ 826551 h 883258"/>
                <a:gd name="connsiteX1458" fmla="*/ 287071 w 477006"/>
                <a:gd name="connsiteY1458" fmla="*/ 827297 h 883258"/>
                <a:gd name="connsiteX1459" fmla="*/ 288690 w 477006"/>
                <a:gd name="connsiteY1459" fmla="*/ 828043 h 883258"/>
                <a:gd name="connsiteX1460" fmla="*/ 289095 w 477006"/>
                <a:gd name="connsiteY1460" fmla="*/ 828790 h 883258"/>
                <a:gd name="connsiteX1461" fmla="*/ 290309 w 477006"/>
                <a:gd name="connsiteY1461" fmla="*/ 829536 h 883258"/>
                <a:gd name="connsiteX1462" fmla="*/ 292737 w 477006"/>
                <a:gd name="connsiteY1462" fmla="*/ 833266 h 883258"/>
                <a:gd name="connsiteX1463" fmla="*/ 294356 w 477006"/>
                <a:gd name="connsiteY1463" fmla="*/ 835505 h 883258"/>
                <a:gd name="connsiteX1464" fmla="*/ 297594 w 477006"/>
                <a:gd name="connsiteY1464" fmla="*/ 841474 h 883258"/>
                <a:gd name="connsiteX1465" fmla="*/ 299618 w 477006"/>
                <a:gd name="connsiteY1465" fmla="*/ 845205 h 883258"/>
                <a:gd name="connsiteX1466" fmla="*/ 300832 w 477006"/>
                <a:gd name="connsiteY1466" fmla="*/ 847443 h 883258"/>
                <a:gd name="connsiteX1467" fmla="*/ 302856 w 477006"/>
                <a:gd name="connsiteY1467" fmla="*/ 850428 h 883258"/>
                <a:gd name="connsiteX1468" fmla="*/ 304879 w 477006"/>
                <a:gd name="connsiteY1468" fmla="*/ 852666 h 883258"/>
                <a:gd name="connsiteX1469" fmla="*/ 323497 w 477006"/>
                <a:gd name="connsiteY1469" fmla="*/ 841474 h 883258"/>
                <a:gd name="connsiteX1470" fmla="*/ 322283 w 477006"/>
                <a:gd name="connsiteY1470" fmla="*/ 842966 h 883258"/>
                <a:gd name="connsiteX1471" fmla="*/ 321473 w 477006"/>
                <a:gd name="connsiteY1471" fmla="*/ 843713 h 883258"/>
                <a:gd name="connsiteX1472" fmla="*/ 321068 w 477006"/>
                <a:gd name="connsiteY1472" fmla="*/ 844459 h 883258"/>
                <a:gd name="connsiteX1473" fmla="*/ 318235 w 477006"/>
                <a:gd name="connsiteY1473" fmla="*/ 847443 h 883258"/>
                <a:gd name="connsiteX1474" fmla="*/ 314997 w 477006"/>
                <a:gd name="connsiteY1474" fmla="*/ 848189 h 883258"/>
                <a:gd name="connsiteX1475" fmla="*/ 313379 w 477006"/>
                <a:gd name="connsiteY1475" fmla="*/ 848936 h 883258"/>
                <a:gd name="connsiteX1476" fmla="*/ 308522 w 477006"/>
                <a:gd name="connsiteY1476" fmla="*/ 847443 h 883258"/>
                <a:gd name="connsiteX1477" fmla="*/ 307308 w 477006"/>
                <a:gd name="connsiteY1477" fmla="*/ 846697 h 883258"/>
                <a:gd name="connsiteX1478" fmla="*/ 302451 w 477006"/>
                <a:gd name="connsiteY1478" fmla="*/ 839982 h 883258"/>
                <a:gd name="connsiteX1479" fmla="*/ 300427 w 477006"/>
                <a:gd name="connsiteY1479" fmla="*/ 835505 h 883258"/>
                <a:gd name="connsiteX1480" fmla="*/ 299213 w 477006"/>
                <a:gd name="connsiteY1480" fmla="*/ 832520 h 883258"/>
                <a:gd name="connsiteX1481" fmla="*/ 297189 w 477006"/>
                <a:gd name="connsiteY1481" fmla="*/ 828790 h 883258"/>
                <a:gd name="connsiteX1482" fmla="*/ 293951 w 477006"/>
                <a:gd name="connsiteY1482" fmla="*/ 823566 h 883258"/>
                <a:gd name="connsiteX1483" fmla="*/ 297189 w 477006"/>
                <a:gd name="connsiteY1483" fmla="*/ 820582 h 883258"/>
                <a:gd name="connsiteX1484" fmla="*/ 299213 w 477006"/>
                <a:gd name="connsiteY1484" fmla="*/ 819089 h 883258"/>
                <a:gd name="connsiteX1485" fmla="*/ 300427 w 477006"/>
                <a:gd name="connsiteY1485" fmla="*/ 818343 h 883258"/>
                <a:gd name="connsiteX1486" fmla="*/ 302451 w 477006"/>
                <a:gd name="connsiteY1486" fmla="*/ 817597 h 883258"/>
                <a:gd name="connsiteX1487" fmla="*/ 306903 w 477006"/>
                <a:gd name="connsiteY1487" fmla="*/ 818343 h 883258"/>
                <a:gd name="connsiteX1488" fmla="*/ 307308 w 477006"/>
                <a:gd name="connsiteY1488" fmla="*/ 819089 h 883258"/>
                <a:gd name="connsiteX1489" fmla="*/ 308522 w 477006"/>
                <a:gd name="connsiteY1489" fmla="*/ 819836 h 883258"/>
                <a:gd name="connsiteX1490" fmla="*/ 313379 w 477006"/>
                <a:gd name="connsiteY1490" fmla="*/ 825805 h 883258"/>
                <a:gd name="connsiteX1491" fmla="*/ 314997 w 477006"/>
                <a:gd name="connsiteY1491" fmla="*/ 828043 h 883258"/>
                <a:gd name="connsiteX1492" fmla="*/ 318235 w 477006"/>
                <a:gd name="connsiteY1492" fmla="*/ 833266 h 883258"/>
                <a:gd name="connsiteX1493" fmla="*/ 321068 w 477006"/>
                <a:gd name="connsiteY1493" fmla="*/ 837743 h 883258"/>
                <a:gd name="connsiteX1494" fmla="*/ 321473 w 477006"/>
                <a:gd name="connsiteY1494" fmla="*/ 838489 h 883258"/>
                <a:gd name="connsiteX1495" fmla="*/ 322283 w 477006"/>
                <a:gd name="connsiteY1495" fmla="*/ 839236 h 883258"/>
                <a:gd name="connsiteX1496" fmla="*/ 323902 w 477006"/>
                <a:gd name="connsiteY1496" fmla="*/ 840728 h 883258"/>
                <a:gd name="connsiteX1497" fmla="*/ 342519 w 477006"/>
                <a:gd name="connsiteY1497" fmla="*/ 826551 h 883258"/>
                <a:gd name="connsiteX1498" fmla="*/ 339686 w 477006"/>
                <a:gd name="connsiteY1498" fmla="*/ 829536 h 883258"/>
                <a:gd name="connsiteX1499" fmla="*/ 337662 w 477006"/>
                <a:gd name="connsiteY1499" fmla="*/ 831774 h 883258"/>
                <a:gd name="connsiteX1500" fmla="*/ 336044 w 477006"/>
                <a:gd name="connsiteY1500" fmla="*/ 832520 h 883258"/>
                <a:gd name="connsiteX1501" fmla="*/ 335234 w 477006"/>
                <a:gd name="connsiteY1501" fmla="*/ 833266 h 883258"/>
                <a:gd name="connsiteX1502" fmla="*/ 330377 w 477006"/>
                <a:gd name="connsiteY1502" fmla="*/ 834759 h 883258"/>
                <a:gd name="connsiteX1503" fmla="*/ 327544 w 477006"/>
                <a:gd name="connsiteY1503" fmla="*/ 834013 h 883258"/>
                <a:gd name="connsiteX1504" fmla="*/ 323902 w 477006"/>
                <a:gd name="connsiteY1504" fmla="*/ 831028 h 883258"/>
                <a:gd name="connsiteX1505" fmla="*/ 322283 w 477006"/>
                <a:gd name="connsiteY1505" fmla="*/ 828790 h 883258"/>
                <a:gd name="connsiteX1506" fmla="*/ 321473 w 477006"/>
                <a:gd name="connsiteY1506" fmla="*/ 827297 h 883258"/>
                <a:gd name="connsiteX1507" fmla="*/ 321068 w 477006"/>
                <a:gd name="connsiteY1507" fmla="*/ 826551 h 883258"/>
                <a:gd name="connsiteX1508" fmla="*/ 318235 w 477006"/>
                <a:gd name="connsiteY1508" fmla="*/ 821328 h 883258"/>
                <a:gd name="connsiteX1509" fmla="*/ 314997 w 477006"/>
                <a:gd name="connsiteY1509" fmla="*/ 816105 h 883258"/>
                <a:gd name="connsiteX1510" fmla="*/ 313379 w 477006"/>
                <a:gd name="connsiteY1510" fmla="*/ 814613 h 883258"/>
                <a:gd name="connsiteX1511" fmla="*/ 311760 w 477006"/>
                <a:gd name="connsiteY1511" fmla="*/ 813866 h 883258"/>
                <a:gd name="connsiteX1512" fmla="*/ 313379 w 477006"/>
                <a:gd name="connsiteY1512" fmla="*/ 812374 h 883258"/>
                <a:gd name="connsiteX1513" fmla="*/ 314997 w 477006"/>
                <a:gd name="connsiteY1513" fmla="*/ 810882 h 883258"/>
                <a:gd name="connsiteX1514" fmla="*/ 318235 w 477006"/>
                <a:gd name="connsiteY1514" fmla="*/ 807897 h 883258"/>
                <a:gd name="connsiteX1515" fmla="*/ 321068 w 477006"/>
                <a:gd name="connsiteY1515" fmla="*/ 806405 h 883258"/>
                <a:gd name="connsiteX1516" fmla="*/ 321473 w 477006"/>
                <a:gd name="connsiteY1516" fmla="*/ 806405 h 883258"/>
                <a:gd name="connsiteX1517" fmla="*/ 322283 w 477006"/>
                <a:gd name="connsiteY1517" fmla="*/ 805659 h 883258"/>
                <a:gd name="connsiteX1518" fmla="*/ 323902 w 477006"/>
                <a:gd name="connsiteY1518" fmla="*/ 805659 h 883258"/>
                <a:gd name="connsiteX1519" fmla="*/ 324306 w 477006"/>
                <a:gd name="connsiteY1519" fmla="*/ 806405 h 883258"/>
                <a:gd name="connsiteX1520" fmla="*/ 327139 w 477006"/>
                <a:gd name="connsiteY1520" fmla="*/ 808643 h 883258"/>
                <a:gd name="connsiteX1521" fmla="*/ 329973 w 477006"/>
                <a:gd name="connsiteY1521" fmla="*/ 811628 h 883258"/>
                <a:gd name="connsiteX1522" fmla="*/ 334829 w 477006"/>
                <a:gd name="connsiteY1522" fmla="*/ 817597 h 883258"/>
                <a:gd name="connsiteX1523" fmla="*/ 335639 w 477006"/>
                <a:gd name="connsiteY1523" fmla="*/ 819089 h 883258"/>
                <a:gd name="connsiteX1524" fmla="*/ 337258 w 477006"/>
                <a:gd name="connsiteY1524" fmla="*/ 820582 h 883258"/>
                <a:gd name="connsiteX1525" fmla="*/ 339281 w 477006"/>
                <a:gd name="connsiteY1525" fmla="*/ 823566 h 883258"/>
                <a:gd name="connsiteX1526" fmla="*/ 342519 w 477006"/>
                <a:gd name="connsiteY1526" fmla="*/ 826551 h 883258"/>
                <a:gd name="connsiteX1527" fmla="*/ 360327 w 477006"/>
                <a:gd name="connsiteY1527" fmla="*/ 808643 h 883258"/>
                <a:gd name="connsiteX1528" fmla="*/ 360327 w 477006"/>
                <a:gd name="connsiteY1528" fmla="*/ 808643 h 883258"/>
                <a:gd name="connsiteX1529" fmla="*/ 358708 w 477006"/>
                <a:gd name="connsiteY1529" fmla="*/ 810882 h 883258"/>
                <a:gd name="connsiteX1530" fmla="*/ 353447 w 477006"/>
                <a:gd name="connsiteY1530" fmla="*/ 816851 h 883258"/>
                <a:gd name="connsiteX1531" fmla="*/ 352233 w 477006"/>
                <a:gd name="connsiteY1531" fmla="*/ 817597 h 883258"/>
                <a:gd name="connsiteX1532" fmla="*/ 350614 w 477006"/>
                <a:gd name="connsiteY1532" fmla="*/ 818343 h 883258"/>
                <a:gd name="connsiteX1533" fmla="*/ 346971 w 477006"/>
                <a:gd name="connsiteY1533" fmla="*/ 819089 h 883258"/>
                <a:gd name="connsiteX1534" fmla="*/ 344948 w 477006"/>
                <a:gd name="connsiteY1534" fmla="*/ 818343 h 883258"/>
                <a:gd name="connsiteX1535" fmla="*/ 343733 w 477006"/>
                <a:gd name="connsiteY1535" fmla="*/ 817597 h 883258"/>
                <a:gd name="connsiteX1536" fmla="*/ 339686 w 477006"/>
                <a:gd name="connsiteY1536" fmla="*/ 813120 h 883258"/>
                <a:gd name="connsiteX1537" fmla="*/ 337662 w 477006"/>
                <a:gd name="connsiteY1537" fmla="*/ 810136 h 883258"/>
                <a:gd name="connsiteX1538" fmla="*/ 336044 w 477006"/>
                <a:gd name="connsiteY1538" fmla="*/ 808643 h 883258"/>
                <a:gd name="connsiteX1539" fmla="*/ 335234 w 477006"/>
                <a:gd name="connsiteY1539" fmla="*/ 807151 h 883258"/>
                <a:gd name="connsiteX1540" fmla="*/ 330377 w 477006"/>
                <a:gd name="connsiteY1540" fmla="*/ 801928 h 883258"/>
                <a:gd name="connsiteX1541" fmla="*/ 329973 w 477006"/>
                <a:gd name="connsiteY1541" fmla="*/ 801182 h 883258"/>
                <a:gd name="connsiteX1542" fmla="*/ 330377 w 477006"/>
                <a:gd name="connsiteY1542" fmla="*/ 800436 h 883258"/>
                <a:gd name="connsiteX1543" fmla="*/ 335234 w 477006"/>
                <a:gd name="connsiteY1543" fmla="*/ 794466 h 883258"/>
                <a:gd name="connsiteX1544" fmla="*/ 336044 w 477006"/>
                <a:gd name="connsiteY1544" fmla="*/ 793720 h 883258"/>
                <a:gd name="connsiteX1545" fmla="*/ 337662 w 477006"/>
                <a:gd name="connsiteY1545" fmla="*/ 792974 h 883258"/>
                <a:gd name="connsiteX1546" fmla="*/ 339686 w 477006"/>
                <a:gd name="connsiteY1546" fmla="*/ 792228 h 883258"/>
                <a:gd name="connsiteX1547" fmla="*/ 341710 w 477006"/>
                <a:gd name="connsiteY1547" fmla="*/ 792228 h 883258"/>
                <a:gd name="connsiteX1548" fmla="*/ 343733 w 477006"/>
                <a:gd name="connsiteY1548" fmla="*/ 792974 h 883258"/>
                <a:gd name="connsiteX1549" fmla="*/ 344948 w 477006"/>
                <a:gd name="connsiteY1549" fmla="*/ 793720 h 883258"/>
                <a:gd name="connsiteX1550" fmla="*/ 346971 w 477006"/>
                <a:gd name="connsiteY1550" fmla="*/ 795213 h 883258"/>
                <a:gd name="connsiteX1551" fmla="*/ 350614 w 477006"/>
                <a:gd name="connsiteY1551" fmla="*/ 798943 h 883258"/>
                <a:gd name="connsiteX1552" fmla="*/ 352233 w 477006"/>
                <a:gd name="connsiteY1552" fmla="*/ 800436 h 883258"/>
                <a:gd name="connsiteX1553" fmla="*/ 353447 w 477006"/>
                <a:gd name="connsiteY1553" fmla="*/ 801182 h 883258"/>
                <a:gd name="connsiteX1554" fmla="*/ 358708 w 477006"/>
                <a:gd name="connsiteY1554" fmla="*/ 806405 h 883258"/>
                <a:gd name="connsiteX1555" fmla="*/ 359923 w 477006"/>
                <a:gd name="connsiteY1555" fmla="*/ 807151 h 883258"/>
                <a:gd name="connsiteX1556" fmla="*/ 360327 w 477006"/>
                <a:gd name="connsiteY1556" fmla="*/ 808643 h 883258"/>
                <a:gd name="connsiteX1557" fmla="*/ 376921 w 477006"/>
                <a:gd name="connsiteY1557" fmla="*/ 787005 h 883258"/>
                <a:gd name="connsiteX1558" fmla="*/ 376517 w 477006"/>
                <a:gd name="connsiteY1558" fmla="*/ 787751 h 883258"/>
                <a:gd name="connsiteX1559" fmla="*/ 369636 w 477006"/>
                <a:gd name="connsiteY1559" fmla="*/ 796705 h 883258"/>
                <a:gd name="connsiteX1560" fmla="*/ 363970 w 477006"/>
                <a:gd name="connsiteY1560" fmla="*/ 798943 h 883258"/>
                <a:gd name="connsiteX1561" fmla="*/ 361137 w 477006"/>
                <a:gd name="connsiteY1561" fmla="*/ 798197 h 883258"/>
                <a:gd name="connsiteX1562" fmla="*/ 359518 w 477006"/>
                <a:gd name="connsiteY1562" fmla="*/ 797451 h 883258"/>
                <a:gd name="connsiteX1563" fmla="*/ 358304 w 477006"/>
                <a:gd name="connsiteY1563" fmla="*/ 796705 h 883258"/>
                <a:gd name="connsiteX1564" fmla="*/ 353042 w 477006"/>
                <a:gd name="connsiteY1564" fmla="*/ 790736 h 883258"/>
                <a:gd name="connsiteX1565" fmla="*/ 351828 w 477006"/>
                <a:gd name="connsiteY1565" fmla="*/ 789990 h 883258"/>
                <a:gd name="connsiteX1566" fmla="*/ 350209 w 477006"/>
                <a:gd name="connsiteY1566" fmla="*/ 787751 h 883258"/>
                <a:gd name="connsiteX1567" fmla="*/ 346567 w 477006"/>
                <a:gd name="connsiteY1567" fmla="*/ 784766 h 883258"/>
                <a:gd name="connsiteX1568" fmla="*/ 346162 w 477006"/>
                <a:gd name="connsiteY1568" fmla="*/ 784766 h 883258"/>
                <a:gd name="connsiteX1569" fmla="*/ 346567 w 477006"/>
                <a:gd name="connsiteY1569" fmla="*/ 784020 h 883258"/>
                <a:gd name="connsiteX1570" fmla="*/ 350209 w 477006"/>
                <a:gd name="connsiteY1570" fmla="*/ 778797 h 883258"/>
                <a:gd name="connsiteX1571" fmla="*/ 351828 w 477006"/>
                <a:gd name="connsiteY1571" fmla="*/ 776559 h 883258"/>
                <a:gd name="connsiteX1572" fmla="*/ 353042 w 477006"/>
                <a:gd name="connsiteY1572" fmla="*/ 775813 h 883258"/>
                <a:gd name="connsiteX1573" fmla="*/ 357494 w 477006"/>
                <a:gd name="connsiteY1573" fmla="*/ 773574 h 883258"/>
                <a:gd name="connsiteX1574" fmla="*/ 358304 w 477006"/>
                <a:gd name="connsiteY1574" fmla="*/ 773574 h 883258"/>
                <a:gd name="connsiteX1575" fmla="*/ 359518 w 477006"/>
                <a:gd name="connsiteY1575" fmla="*/ 774320 h 883258"/>
                <a:gd name="connsiteX1576" fmla="*/ 361137 w 477006"/>
                <a:gd name="connsiteY1576" fmla="*/ 775066 h 883258"/>
                <a:gd name="connsiteX1577" fmla="*/ 363970 w 477006"/>
                <a:gd name="connsiteY1577" fmla="*/ 776559 h 883258"/>
                <a:gd name="connsiteX1578" fmla="*/ 369636 w 477006"/>
                <a:gd name="connsiteY1578" fmla="*/ 781782 h 883258"/>
                <a:gd name="connsiteX1579" fmla="*/ 376517 w 477006"/>
                <a:gd name="connsiteY1579" fmla="*/ 787005 h 883258"/>
                <a:gd name="connsiteX1580" fmla="*/ 377326 w 477006"/>
                <a:gd name="connsiteY1580" fmla="*/ 787005 h 883258"/>
                <a:gd name="connsiteX1581" fmla="*/ 392706 w 477006"/>
                <a:gd name="connsiteY1581" fmla="*/ 763874 h 883258"/>
                <a:gd name="connsiteX1582" fmla="*/ 385016 w 477006"/>
                <a:gd name="connsiteY1582" fmla="*/ 776559 h 883258"/>
                <a:gd name="connsiteX1583" fmla="*/ 378945 w 477006"/>
                <a:gd name="connsiteY1583" fmla="*/ 778797 h 883258"/>
                <a:gd name="connsiteX1584" fmla="*/ 376112 w 477006"/>
                <a:gd name="connsiteY1584" fmla="*/ 778051 h 883258"/>
                <a:gd name="connsiteX1585" fmla="*/ 369232 w 477006"/>
                <a:gd name="connsiteY1585" fmla="*/ 772828 h 883258"/>
                <a:gd name="connsiteX1586" fmla="*/ 363565 w 477006"/>
                <a:gd name="connsiteY1586" fmla="*/ 767605 h 883258"/>
                <a:gd name="connsiteX1587" fmla="*/ 361542 w 477006"/>
                <a:gd name="connsiteY1587" fmla="*/ 766859 h 883258"/>
                <a:gd name="connsiteX1588" fmla="*/ 363565 w 477006"/>
                <a:gd name="connsiteY1588" fmla="*/ 763128 h 883258"/>
                <a:gd name="connsiteX1589" fmla="*/ 369232 w 477006"/>
                <a:gd name="connsiteY1589" fmla="*/ 755666 h 883258"/>
                <a:gd name="connsiteX1590" fmla="*/ 372469 w 477006"/>
                <a:gd name="connsiteY1590" fmla="*/ 754174 h 883258"/>
                <a:gd name="connsiteX1591" fmla="*/ 376112 w 477006"/>
                <a:gd name="connsiteY1591" fmla="*/ 754920 h 883258"/>
                <a:gd name="connsiteX1592" fmla="*/ 378945 w 477006"/>
                <a:gd name="connsiteY1592" fmla="*/ 755666 h 883258"/>
                <a:gd name="connsiteX1593" fmla="*/ 385016 w 477006"/>
                <a:gd name="connsiteY1593" fmla="*/ 760143 h 883258"/>
                <a:gd name="connsiteX1594" fmla="*/ 392706 w 477006"/>
                <a:gd name="connsiteY1594" fmla="*/ 763874 h 883258"/>
                <a:gd name="connsiteX1595" fmla="*/ 407276 w 477006"/>
                <a:gd name="connsiteY1595" fmla="*/ 737013 h 883258"/>
                <a:gd name="connsiteX1596" fmla="*/ 396753 w 477006"/>
                <a:gd name="connsiteY1596" fmla="*/ 753428 h 883258"/>
                <a:gd name="connsiteX1597" fmla="*/ 385016 w 477006"/>
                <a:gd name="connsiteY1597" fmla="*/ 748205 h 883258"/>
                <a:gd name="connsiteX1598" fmla="*/ 378945 w 477006"/>
                <a:gd name="connsiteY1598" fmla="*/ 744474 h 883258"/>
                <a:gd name="connsiteX1599" fmla="*/ 376921 w 477006"/>
                <a:gd name="connsiteY1599" fmla="*/ 743728 h 883258"/>
                <a:gd name="connsiteX1600" fmla="*/ 378945 w 477006"/>
                <a:gd name="connsiteY1600" fmla="*/ 738505 h 883258"/>
                <a:gd name="connsiteX1601" fmla="*/ 385016 w 477006"/>
                <a:gd name="connsiteY1601" fmla="*/ 729551 h 883258"/>
                <a:gd name="connsiteX1602" fmla="*/ 387040 w 477006"/>
                <a:gd name="connsiteY1602" fmla="*/ 728805 h 883258"/>
                <a:gd name="connsiteX1603" fmla="*/ 396753 w 477006"/>
                <a:gd name="connsiteY1603" fmla="*/ 731790 h 883258"/>
                <a:gd name="connsiteX1604" fmla="*/ 407681 w 477006"/>
                <a:gd name="connsiteY1604" fmla="*/ 736267 h 883258"/>
                <a:gd name="connsiteX1605" fmla="*/ 421037 w 477006"/>
                <a:gd name="connsiteY1605" fmla="*/ 708659 h 883258"/>
                <a:gd name="connsiteX1606" fmla="*/ 419823 w 477006"/>
                <a:gd name="connsiteY1606" fmla="*/ 712390 h 883258"/>
                <a:gd name="connsiteX1607" fmla="*/ 407681 w 477006"/>
                <a:gd name="connsiteY1607" fmla="*/ 728059 h 883258"/>
                <a:gd name="connsiteX1608" fmla="*/ 396753 w 477006"/>
                <a:gd name="connsiteY1608" fmla="*/ 722836 h 883258"/>
                <a:gd name="connsiteX1609" fmla="*/ 391087 w 477006"/>
                <a:gd name="connsiteY1609" fmla="*/ 720597 h 883258"/>
                <a:gd name="connsiteX1610" fmla="*/ 396753 w 477006"/>
                <a:gd name="connsiteY1610" fmla="*/ 707913 h 883258"/>
                <a:gd name="connsiteX1611" fmla="*/ 400396 w 477006"/>
                <a:gd name="connsiteY1611" fmla="*/ 704182 h 883258"/>
                <a:gd name="connsiteX1612" fmla="*/ 408086 w 477006"/>
                <a:gd name="connsiteY1612" fmla="*/ 704928 h 883258"/>
                <a:gd name="connsiteX1613" fmla="*/ 420228 w 477006"/>
                <a:gd name="connsiteY1613" fmla="*/ 707913 h 883258"/>
                <a:gd name="connsiteX1614" fmla="*/ 421037 w 477006"/>
                <a:gd name="connsiteY1614" fmla="*/ 708659 h 883258"/>
                <a:gd name="connsiteX1615" fmla="*/ 433179 w 477006"/>
                <a:gd name="connsiteY1615" fmla="*/ 678813 h 883258"/>
                <a:gd name="connsiteX1616" fmla="*/ 430751 w 477006"/>
                <a:gd name="connsiteY1616" fmla="*/ 687020 h 883258"/>
                <a:gd name="connsiteX1617" fmla="*/ 419823 w 477006"/>
                <a:gd name="connsiteY1617" fmla="*/ 699705 h 883258"/>
                <a:gd name="connsiteX1618" fmla="*/ 407681 w 477006"/>
                <a:gd name="connsiteY1618" fmla="*/ 695974 h 883258"/>
                <a:gd name="connsiteX1619" fmla="*/ 403229 w 477006"/>
                <a:gd name="connsiteY1619" fmla="*/ 695228 h 883258"/>
                <a:gd name="connsiteX1620" fmla="*/ 407681 w 477006"/>
                <a:gd name="connsiteY1620" fmla="*/ 683290 h 883258"/>
                <a:gd name="connsiteX1621" fmla="*/ 412133 w 477006"/>
                <a:gd name="connsiteY1621" fmla="*/ 677320 h 883258"/>
                <a:gd name="connsiteX1622" fmla="*/ 419823 w 477006"/>
                <a:gd name="connsiteY1622" fmla="*/ 676574 h 883258"/>
                <a:gd name="connsiteX1623" fmla="*/ 430751 w 477006"/>
                <a:gd name="connsiteY1623" fmla="*/ 677320 h 883258"/>
                <a:gd name="connsiteX1624" fmla="*/ 433179 w 477006"/>
                <a:gd name="connsiteY1624" fmla="*/ 676574 h 883258"/>
                <a:gd name="connsiteX1625" fmla="*/ 443702 w 477006"/>
                <a:gd name="connsiteY1625" fmla="*/ 646728 h 883258"/>
                <a:gd name="connsiteX1626" fmla="*/ 440060 w 477006"/>
                <a:gd name="connsiteY1626" fmla="*/ 660159 h 883258"/>
                <a:gd name="connsiteX1627" fmla="*/ 430751 w 477006"/>
                <a:gd name="connsiteY1627" fmla="*/ 669859 h 883258"/>
                <a:gd name="connsiteX1628" fmla="*/ 419823 w 477006"/>
                <a:gd name="connsiteY1628" fmla="*/ 668367 h 883258"/>
                <a:gd name="connsiteX1629" fmla="*/ 414966 w 477006"/>
                <a:gd name="connsiteY1629" fmla="*/ 668367 h 883258"/>
                <a:gd name="connsiteX1630" fmla="*/ 419823 w 477006"/>
                <a:gd name="connsiteY1630" fmla="*/ 652697 h 883258"/>
                <a:gd name="connsiteX1631" fmla="*/ 422656 w 477006"/>
                <a:gd name="connsiteY1631" fmla="*/ 648967 h 883258"/>
                <a:gd name="connsiteX1632" fmla="*/ 430346 w 477006"/>
                <a:gd name="connsiteY1632" fmla="*/ 646728 h 883258"/>
                <a:gd name="connsiteX1633" fmla="*/ 439655 w 477006"/>
                <a:gd name="connsiteY1633" fmla="*/ 646728 h 883258"/>
                <a:gd name="connsiteX1634" fmla="*/ 443297 w 477006"/>
                <a:gd name="connsiteY1634" fmla="*/ 645982 h 883258"/>
                <a:gd name="connsiteX1635" fmla="*/ 443297 w 477006"/>
                <a:gd name="connsiteY1635" fmla="*/ 646728 h 883258"/>
                <a:gd name="connsiteX1636" fmla="*/ 452606 w 477006"/>
                <a:gd name="connsiteY1636" fmla="*/ 613151 h 883258"/>
                <a:gd name="connsiteX1637" fmla="*/ 450987 w 477006"/>
                <a:gd name="connsiteY1637" fmla="*/ 622851 h 883258"/>
                <a:gd name="connsiteX1638" fmla="*/ 447749 w 477006"/>
                <a:gd name="connsiteY1638" fmla="*/ 631805 h 883258"/>
                <a:gd name="connsiteX1639" fmla="*/ 440060 w 477006"/>
                <a:gd name="connsiteY1639" fmla="*/ 638520 h 883258"/>
                <a:gd name="connsiteX1640" fmla="*/ 430751 w 477006"/>
                <a:gd name="connsiteY1640" fmla="*/ 638520 h 883258"/>
                <a:gd name="connsiteX1641" fmla="*/ 425085 w 477006"/>
                <a:gd name="connsiteY1641" fmla="*/ 639267 h 883258"/>
                <a:gd name="connsiteX1642" fmla="*/ 430751 w 477006"/>
                <a:gd name="connsiteY1642" fmla="*/ 621359 h 883258"/>
                <a:gd name="connsiteX1643" fmla="*/ 432370 w 477006"/>
                <a:gd name="connsiteY1643" fmla="*/ 619120 h 883258"/>
                <a:gd name="connsiteX1644" fmla="*/ 440060 w 477006"/>
                <a:gd name="connsiteY1644" fmla="*/ 616136 h 883258"/>
                <a:gd name="connsiteX1645" fmla="*/ 447749 w 477006"/>
                <a:gd name="connsiteY1645" fmla="*/ 615390 h 883258"/>
                <a:gd name="connsiteX1646" fmla="*/ 450987 w 477006"/>
                <a:gd name="connsiteY1646" fmla="*/ 614644 h 883258"/>
                <a:gd name="connsiteX1647" fmla="*/ 452606 w 477006"/>
                <a:gd name="connsiteY1647" fmla="*/ 613897 h 883258"/>
                <a:gd name="connsiteX1648" fmla="*/ 459891 w 477006"/>
                <a:gd name="connsiteY1648" fmla="*/ 577336 h 883258"/>
                <a:gd name="connsiteX1649" fmla="*/ 456249 w 477006"/>
                <a:gd name="connsiteY1649" fmla="*/ 596736 h 883258"/>
                <a:gd name="connsiteX1650" fmla="*/ 450987 w 477006"/>
                <a:gd name="connsiteY1650" fmla="*/ 603451 h 883258"/>
                <a:gd name="connsiteX1651" fmla="*/ 447749 w 477006"/>
                <a:gd name="connsiteY1651" fmla="*/ 604944 h 883258"/>
                <a:gd name="connsiteX1652" fmla="*/ 440060 w 477006"/>
                <a:gd name="connsiteY1652" fmla="*/ 605690 h 883258"/>
                <a:gd name="connsiteX1653" fmla="*/ 433989 w 477006"/>
                <a:gd name="connsiteY1653" fmla="*/ 607928 h 883258"/>
                <a:gd name="connsiteX1654" fmla="*/ 439655 w 477006"/>
                <a:gd name="connsiteY1654" fmla="*/ 586290 h 883258"/>
                <a:gd name="connsiteX1655" fmla="*/ 440060 w 477006"/>
                <a:gd name="connsiteY1655" fmla="*/ 586290 h 883258"/>
                <a:gd name="connsiteX1656" fmla="*/ 447749 w 477006"/>
                <a:gd name="connsiteY1656" fmla="*/ 581067 h 883258"/>
                <a:gd name="connsiteX1657" fmla="*/ 450987 w 477006"/>
                <a:gd name="connsiteY1657" fmla="*/ 580321 h 883258"/>
                <a:gd name="connsiteX1658" fmla="*/ 456249 w 477006"/>
                <a:gd name="connsiteY1658" fmla="*/ 578082 h 883258"/>
                <a:gd name="connsiteX1659" fmla="*/ 459891 w 477006"/>
                <a:gd name="connsiteY1659" fmla="*/ 577336 h 883258"/>
                <a:gd name="connsiteX1660" fmla="*/ 456249 w 477006"/>
                <a:gd name="connsiteY1660" fmla="*/ 570620 h 883258"/>
                <a:gd name="connsiteX1661" fmla="*/ 450987 w 477006"/>
                <a:gd name="connsiteY1661" fmla="*/ 572113 h 883258"/>
                <a:gd name="connsiteX1662" fmla="*/ 447749 w 477006"/>
                <a:gd name="connsiteY1662" fmla="*/ 572859 h 883258"/>
                <a:gd name="connsiteX1663" fmla="*/ 440869 w 477006"/>
                <a:gd name="connsiteY1663" fmla="*/ 575844 h 883258"/>
                <a:gd name="connsiteX1664" fmla="*/ 445726 w 477006"/>
                <a:gd name="connsiteY1664" fmla="*/ 553459 h 883258"/>
                <a:gd name="connsiteX1665" fmla="*/ 447345 w 477006"/>
                <a:gd name="connsiteY1665" fmla="*/ 551221 h 883258"/>
                <a:gd name="connsiteX1666" fmla="*/ 450583 w 477006"/>
                <a:gd name="connsiteY1666" fmla="*/ 548982 h 883258"/>
                <a:gd name="connsiteX1667" fmla="*/ 455844 w 477006"/>
                <a:gd name="connsiteY1667" fmla="*/ 545997 h 883258"/>
                <a:gd name="connsiteX1668" fmla="*/ 465153 w 477006"/>
                <a:gd name="connsiteY1668" fmla="*/ 540028 h 883258"/>
                <a:gd name="connsiteX1669" fmla="*/ 465153 w 477006"/>
                <a:gd name="connsiteY1669" fmla="*/ 540774 h 883258"/>
                <a:gd name="connsiteX1670" fmla="*/ 465558 w 477006"/>
                <a:gd name="connsiteY1670" fmla="*/ 540774 h 883258"/>
                <a:gd name="connsiteX1671" fmla="*/ 456249 w 477006"/>
                <a:gd name="connsiteY1671" fmla="*/ 570620 h 883258"/>
                <a:gd name="connsiteX1672" fmla="*/ 456249 w 477006"/>
                <a:gd name="connsiteY1672" fmla="*/ 504213 h 883258"/>
                <a:gd name="connsiteX1673" fmla="*/ 450987 w 477006"/>
                <a:gd name="connsiteY1673" fmla="*/ 508690 h 883258"/>
                <a:gd name="connsiteX1674" fmla="*/ 450987 w 477006"/>
                <a:gd name="connsiteY1674" fmla="*/ 499736 h 883258"/>
                <a:gd name="connsiteX1675" fmla="*/ 453820 w 477006"/>
                <a:gd name="connsiteY1675" fmla="*/ 485559 h 883258"/>
                <a:gd name="connsiteX1676" fmla="*/ 456654 w 477006"/>
                <a:gd name="connsiteY1676" fmla="*/ 481828 h 883258"/>
                <a:gd name="connsiteX1677" fmla="*/ 472033 w 477006"/>
                <a:gd name="connsiteY1677" fmla="*/ 466905 h 883258"/>
                <a:gd name="connsiteX1678" fmla="*/ 472033 w 477006"/>
                <a:gd name="connsiteY1678" fmla="*/ 467651 h 883258"/>
                <a:gd name="connsiteX1679" fmla="*/ 456249 w 477006"/>
                <a:gd name="connsiteY1679" fmla="*/ 504213 h 883258"/>
                <a:gd name="connsiteX1680" fmla="*/ 456249 w 477006"/>
                <a:gd name="connsiteY1680" fmla="*/ 471382 h 883258"/>
                <a:gd name="connsiteX1681" fmla="*/ 453416 w 477006"/>
                <a:gd name="connsiteY1681" fmla="*/ 474367 h 883258"/>
                <a:gd name="connsiteX1682" fmla="*/ 455035 w 477006"/>
                <a:gd name="connsiteY1682" fmla="*/ 450490 h 883258"/>
                <a:gd name="connsiteX1683" fmla="*/ 456654 w 477006"/>
                <a:gd name="connsiteY1683" fmla="*/ 447505 h 883258"/>
                <a:gd name="connsiteX1684" fmla="*/ 472438 w 477006"/>
                <a:gd name="connsiteY1684" fmla="*/ 428105 h 883258"/>
                <a:gd name="connsiteX1685" fmla="*/ 472438 w 477006"/>
                <a:gd name="connsiteY1685" fmla="*/ 428851 h 883258"/>
                <a:gd name="connsiteX1686" fmla="*/ 472843 w 477006"/>
                <a:gd name="connsiteY1686" fmla="*/ 428851 h 883258"/>
                <a:gd name="connsiteX1687" fmla="*/ 456249 w 477006"/>
                <a:gd name="connsiteY1687" fmla="*/ 471382 h 88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</a:cxnLst>
              <a:rect l="l" t="t" r="r" b="b"/>
              <a:pathLst>
                <a:path w="477006" h="883258">
                  <a:moveTo>
                    <a:pt x="475676" y="461682"/>
                  </a:moveTo>
                  <a:cubicBezTo>
                    <a:pt x="475676" y="460190"/>
                    <a:pt x="475271" y="458698"/>
                    <a:pt x="475271" y="456459"/>
                  </a:cubicBezTo>
                  <a:cubicBezTo>
                    <a:pt x="477295" y="446013"/>
                    <a:pt x="477700" y="434075"/>
                    <a:pt x="475676" y="422882"/>
                  </a:cubicBezTo>
                  <a:cubicBezTo>
                    <a:pt x="475676" y="421390"/>
                    <a:pt x="475271" y="419898"/>
                    <a:pt x="475271" y="418405"/>
                  </a:cubicBezTo>
                  <a:cubicBezTo>
                    <a:pt x="476890" y="410944"/>
                    <a:pt x="476890" y="400498"/>
                    <a:pt x="474057" y="384828"/>
                  </a:cubicBezTo>
                  <a:cubicBezTo>
                    <a:pt x="474057" y="384828"/>
                    <a:pt x="473652" y="381844"/>
                    <a:pt x="473248" y="380351"/>
                  </a:cubicBezTo>
                  <a:cubicBezTo>
                    <a:pt x="474462" y="372890"/>
                    <a:pt x="474057" y="362444"/>
                    <a:pt x="470414" y="346775"/>
                  </a:cubicBezTo>
                  <a:cubicBezTo>
                    <a:pt x="470414" y="346028"/>
                    <a:pt x="470010" y="343790"/>
                    <a:pt x="469605" y="342298"/>
                  </a:cubicBezTo>
                  <a:cubicBezTo>
                    <a:pt x="470010" y="331105"/>
                    <a:pt x="468391" y="319167"/>
                    <a:pt x="465153" y="309467"/>
                  </a:cubicBezTo>
                  <a:cubicBezTo>
                    <a:pt x="464748" y="307975"/>
                    <a:pt x="464343" y="307228"/>
                    <a:pt x="463939" y="305736"/>
                  </a:cubicBezTo>
                  <a:cubicBezTo>
                    <a:pt x="463939" y="293798"/>
                    <a:pt x="461915" y="282605"/>
                    <a:pt x="458273" y="273652"/>
                  </a:cubicBezTo>
                  <a:cubicBezTo>
                    <a:pt x="458273" y="273652"/>
                    <a:pt x="457463" y="271413"/>
                    <a:pt x="456654" y="269921"/>
                  </a:cubicBezTo>
                  <a:cubicBezTo>
                    <a:pt x="457058" y="266936"/>
                    <a:pt x="456654" y="263952"/>
                    <a:pt x="456249" y="260967"/>
                  </a:cubicBezTo>
                  <a:cubicBezTo>
                    <a:pt x="455035" y="254252"/>
                    <a:pt x="453011" y="247536"/>
                    <a:pt x="450987" y="241567"/>
                  </a:cubicBezTo>
                  <a:cubicBezTo>
                    <a:pt x="450583" y="240821"/>
                    <a:pt x="450178" y="240075"/>
                    <a:pt x="449773" y="238582"/>
                  </a:cubicBezTo>
                  <a:cubicBezTo>
                    <a:pt x="449368" y="237090"/>
                    <a:pt x="448559" y="235598"/>
                    <a:pt x="448154" y="234852"/>
                  </a:cubicBezTo>
                  <a:cubicBezTo>
                    <a:pt x="448154" y="233359"/>
                    <a:pt x="448154" y="232613"/>
                    <a:pt x="447749" y="231121"/>
                  </a:cubicBezTo>
                  <a:cubicBezTo>
                    <a:pt x="446535" y="222167"/>
                    <a:pt x="443702" y="213213"/>
                    <a:pt x="440060" y="206498"/>
                  </a:cubicBezTo>
                  <a:lnTo>
                    <a:pt x="439655" y="205752"/>
                  </a:lnTo>
                  <a:lnTo>
                    <a:pt x="437631" y="202021"/>
                  </a:lnTo>
                  <a:cubicBezTo>
                    <a:pt x="436822" y="193067"/>
                    <a:pt x="434393" y="185606"/>
                    <a:pt x="430751" y="179636"/>
                  </a:cubicBezTo>
                  <a:lnTo>
                    <a:pt x="427513" y="173667"/>
                  </a:lnTo>
                  <a:cubicBezTo>
                    <a:pt x="426703" y="172921"/>
                    <a:pt x="426299" y="171429"/>
                    <a:pt x="425894" y="170682"/>
                  </a:cubicBezTo>
                  <a:cubicBezTo>
                    <a:pt x="424680" y="164713"/>
                    <a:pt x="422656" y="158744"/>
                    <a:pt x="420228" y="154267"/>
                  </a:cubicBezTo>
                  <a:cubicBezTo>
                    <a:pt x="418609" y="150536"/>
                    <a:pt x="416585" y="147552"/>
                    <a:pt x="414561" y="144567"/>
                  </a:cubicBezTo>
                  <a:cubicBezTo>
                    <a:pt x="414157" y="144567"/>
                    <a:pt x="413347" y="143075"/>
                    <a:pt x="412538" y="141582"/>
                  </a:cubicBezTo>
                  <a:cubicBezTo>
                    <a:pt x="411324" y="137106"/>
                    <a:pt x="410109" y="132629"/>
                    <a:pt x="408086" y="128898"/>
                  </a:cubicBezTo>
                  <a:cubicBezTo>
                    <a:pt x="405657" y="124421"/>
                    <a:pt x="402824" y="120690"/>
                    <a:pt x="399991" y="116959"/>
                  </a:cubicBezTo>
                  <a:cubicBezTo>
                    <a:pt x="399586" y="116213"/>
                    <a:pt x="398372" y="115467"/>
                    <a:pt x="397563" y="113975"/>
                  </a:cubicBezTo>
                  <a:cubicBezTo>
                    <a:pt x="397563" y="113229"/>
                    <a:pt x="397158" y="112483"/>
                    <a:pt x="397158" y="110990"/>
                  </a:cubicBezTo>
                  <a:cubicBezTo>
                    <a:pt x="394325" y="103529"/>
                    <a:pt x="390278" y="96813"/>
                    <a:pt x="385421" y="92336"/>
                  </a:cubicBezTo>
                  <a:cubicBezTo>
                    <a:pt x="385016" y="91590"/>
                    <a:pt x="384611" y="91590"/>
                    <a:pt x="384207" y="91590"/>
                  </a:cubicBezTo>
                  <a:lnTo>
                    <a:pt x="381778" y="89352"/>
                  </a:lnTo>
                  <a:cubicBezTo>
                    <a:pt x="380969" y="87113"/>
                    <a:pt x="380159" y="84875"/>
                    <a:pt x="378945" y="82636"/>
                  </a:cubicBezTo>
                  <a:cubicBezTo>
                    <a:pt x="378136" y="81144"/>
                    <a:pt x="377326" y="79652"/>
                    <a:pt x="376112" y="78159"/>
                  </a:cubicBezTo>
                  <a:cubicBezTo>
                    <a:pt x="374088" y="75175"/>
                    <a:pt x="371660" y="72936"/>
                    <a:pt x="369232" y="71444"/>
                  </a:cubicBezTo>
                  <a:cubicBezTo>
                    <a:pt x="368422" y="70698"/>
                    <a:pt x="367613" y="69952"/>
                    <a:pt x="366398" y="68459"/>
                  </a:cubicBezTo>
                  <a:cubicBezTo>
                    <a:pt x="365589" y="68459"/>
                    <a:pt x="364779" y="67713"/>
                    <a:pt x="363565" y="66967"/>
                  </a:cubicBezTo>
                  <a:cubicBezTo>
                    <a:pt x="363565" y="66221"/>
                    <a:pt x="363565" y="66221"/>
                    <a:pt x="363161" y="66221"/>
                  </a:cubicBezTo>
                  <a:cubicBezTo>
                    <a:pt x="362351" y="63983"/>
                    <a:pt x="361137" y="62490"/>
                    <a:pt x="360327" y="60998"/>
                  </a:cubicBezTo>
                  <a:cubicBezTo>
                    <a:pt x="359923" y="60252"/>
                    <a:pt x="359518" y="59506"/>
                    <a:pt x="358708" y="58759"/>
                  </a:cubicBezTo>
                  <a:cubicBezTo>
                    <a:pt x="357899" y="58013"/>
                    <a:pt x="357899" y="58013"/>
                    <a:pt x="357494" y="58013"/>
                  </a:cubicBezTo>
                  <a:cubicBezTo>
                    <a:pt x="355875" y="56521"/>
                    <a:pt x="353852" y="54283"/>
                    <a:pt x="352233" y="52790"/>
                  </a:cubicBezTo>
                  <a:cubicBezTo>
                    <a:pt x="351828" y="52044"/>
                    <a:pt x="351423" y="52044"/>
                    <a:pt x="351019" y="52044"/>
                  </a:cubicBezTo>
                  <a:cubicBezTo>
                    <a:pt x="350614" y="52044"/>
                    <a:pt x="349804" y="51298"/>
                    <a:pt x="349400" y="51298"/>
                  </a:cubicBezTo>
                  <a:cubicBezTo>
                    <a:pt x="348995" y="51298"/>
                    <a:pt x="348590" y="50552"/>
                    <a:pt x="347781" y="50552"/>
                  </a:cubicBezTo>
                  <a:cubicBezTo>
                    <a:pt x="346971" y="50552"/>
                    <a:pt x="347781" y="52044"/>
                    <a:pt x="346971" y="51298"/>
                  </a:cubicBezTo>
                  <a:cubicBezTo>
                    <a:pt x="346567" y="49806"/>
                    <a:pt x="345757" y="48313"/>
                    <a:pt x="344948" y="47567"/>
                  </a:cubicBezTo>
                  <a:cubicBezTo>
                    <a:pt x="344543" y="46821"/>
                    <a:pt x="344138" y="46821"/>
                    <a:pt x="343733" y="46075"/>
                  </a:cubicBezTo>
                  <a:cubicBezTo>
                    <a:pt x="342519" y="44583"/>
                    <a:pt x="340900" y="43090"/>
                    <a:pt x="339686" y="41598"/>
                  </a:cubicBezTo>
                  <a:cubicBezTo>
                    <a:pt x="339281" y="40852"/>
                    <a:pt x="338067" y="40852"/>
                    <a:pt x="337662" y="40106"/>
                  </a:cubicBezTo>
                  <a:cubicBezTo>
                    <a:pt x="337258" y="39360"/>
                    <a:pt x="336853" y="39360"/>
                    <a:pt x="336044" y="39360"/>
                  </a:cubicBezTo>
                  <a:cubicBezTo>
                    <a:pt x="335639" y="39360"/>
                    <a:pt x="335234" y="39360"/>
                    <a:pt x="335234" y="38613"/>
                  </a:cubicBezTo>
                  <a:cubicBezTo>
                    <a:pt x="333615" y="37867"/>
                    <a:pt x="332401" y="37121"/>
                    <a:pt x="330377" y="36375"/>
                  </a:cubicBezTo>
                  <a:lnTo>
                    <a:pt x="329973" y="36375"/>
                  </a:lnTo>
                  <a:cubicBezTo>
                    <a:pt x="329973" y="35629"/>
                    <a:pt x="328758" y="35629"/>
                    <a:pt x="327949" y="35629"/>
                  </a:cubicBezTo>
                  <a:lnTo>
                    <a:pt x="327544" y="34883"/>
                  </a:lnTo>
                  <a:cubicBezTo>
                    <a:pt x="326330" y="32644"/>
                    <a:pt x="325521" y="31152"/>
                    <a:pt x="323902" y="29660"/>
                  </a:cubicBezTo>
                  <a:lnTo>
                    <a:pt x="322687" y="28167"/>
                  </a:lnTo>
                  <a:lnTo>
                    <a:pt x="321878" y="28167"/>
                  </a:lnTo>
                  <a:cubicBezTo>
                    <a:pt x="321473" y="28167"/>
                    <a:pt x="321473" y="28167"/>
                    <a:pt x="321473" y="27421"/>
                  </a:cubicBezTo>
                  <a:lnTo>
                    <a:pt x="318640" y="25929"/>
                  </a:lnTo>
                  <a:lnTo>
                    <a:pt x="315402" y="24436"/>
                  </a:lnTo>
                  <a:cubicBezTo>
                    <a:pt x="314997" y="24436"/>
                    <a:pt x="314188" y="24436"/>
                    <a:pt x="313783" y="23690"/>
                  </a:cubicBezTo>
                  <a:cubicBezTo>
                    <a:pt x="312974" y="23690"/>
                    <a:pt x="312164" y="23690"/>
                    <a:pt x="310950" y="22944"/>
                  </a:cubicBezTo>
                  <a:cubicBezTo>
                    <a:pt x="310141" y="22944"/>
                    <a:pt x="309331" y="22944"/>
                    <a:pt x="308522" y="22198"/>
                  </a:cubicBezTo>
                  <a:lnTo>
                    <a:pt x="307308" y="19960"/>
                  </a:lnTo>
                  <a:cubicBezTo>
                    <a:pt x="305689" y="18467"/>
                    <a:pt x="304474" y="16975"/>
                    <a:pt x="302451" y="15483"/>
                  </a:cubicBezTo>
                  <a:cubicBezTo>
                    <a:pt x="301641" y="15483"/>
                    <a:pt x="301237" y="14736"/>
                    <a:pt x="300427" y="14736"/>
                  </a:cubicBezTo>
                  <a:cubicBezTo>
                    <a:pt x="300022" y="14736"/>
                    <a:pt x="299618" y="13990"/>
                    <a:pt x="299213" y="13990"/>
                  </a:cubicBezTo>
                  <a:cubicBezTo>
                    <a:pt x="298808" y="13990"/>
                    <a:pt x="297594" y="13244"/>
                    <a:pt x="297189" y="13244"/>
                  </a:cubicBezTo>
                  <a:cubicBezTo>
                    <a:pt x="296785" y="13244"/>
                    <a:pt x="295570" y="13990"/>
                    <a:pt x="294356" y="13244"/>
                  </a:cubicBezTo>
                  <a:lnTo>
                    <a:pt x="292737" y="13244"/>
                  </a:lnTo>
                  <a:cubicBezTo>
                    <a:pt x="292333" y="13244"/>
                    <a:pt x="291523" y="12498"/>
                    <a:pt x="291118" y="12498"/>
                  </a:cubicBezTo>
                  <a:lnTo>
                    <a:pt x="288285" y="12498"/>
                  </a:lnTo>
                  <a:cubicBezTo>
                    <a:pt x="287880" y="11752"/>
                    <a:pt x="287476" y="11752"/>
                    <a:pt x="287071" y="11006"/>
                  </a:cubicBezTo>
                  <a:cubicBezTo>
                    <a:pt x="286666" y="11006"/>
                    <a:pt x="286262" y="11006"/>
                    <a:pt x="286262" y="10260"/>
                  </a:cubicBezTo>
                  <a:cubicBezTo>
                    <a:pt x="285452" y="9513"/>
                    <a:pt x="285047" y="8767"/>
                    <a:pt x="284238" y="8767"/>
                  </a:cubicBezTo>
                  <a:lnTo>
                    <a:pt x="281405" y="7275"/>
                  </a:lnTo>
                  <a:cubicBezTo>
                    <a:pt x="281000" y="7275"/>
                    <a:pt x="280595" y="7275"/>
                    <a:pt x="279786" y="6529"/>
                  </a:cubicBezTo>
                  <a:cubicBezTo>
                    <a:pt x="278167" y="5783"/>
                    <a:pt x="275738" y="5783"/>
                    <a:pt x="272905" y="5783"/>
                  </a:cubicBezTo>
                  <a:lnTo>
                    <a:pt x="270882" y="5783"/>
                  </a:lnTo>
                  <a:cubicBezTo>
                    <a:pt x="270477" y="5783"/>
                    <a:pt x="269263" y="6529"/>
                    <a:pt x="268049" y="6529"/>
                  </a:cubicBezTo>
                  <a:cubicBezTo>
                    <a:pt x="266834" y="6529"/>
                    <a:pt x="267644" y="5783"/>
                    <a:pt x="267239" y="5036"/>
                  </a:cubicBezTo>
                  <a:cubicBezTo>
                    <a:pt x="265620" y="3544"/>
                    <a:pt x="263597" y="2052"/>
                    <a:pt x="261573" y="2052"/>
                  </a:cubicBezTo>
                  <a:lnTo>
                    <a:pt x="259954" y="2052"/>
                  </a:lnTo>
                  <a:cubicBezTo>
                    <a:pt x="259144" y="1306"/>
                    <a:pt x="258335" y="1306"/>
                    <a:pt x="257526" y="1306"/>
                  </a:cubicBezTo>
                  <a:cubicBezTo>
                    <a:pt x="256716" y="1306"/>
                    <a:pt x="255502" y="1306"/>
                    <a:pt x="254692" y="2052"/>
                  </a:cubicBezTo>
                  <a:cubicBezTo>
                    <a:pt x="253478" y="2052"/>
                    <a:pt x="251859" y="2052"/>
                    <a:pt x="250645" y="2798"/>
                  </a:cubicBezTo>
                  <a:lnTo>
                    <a:pt x="250240" y="2798"/>
                  </a:lnTo>
                  <a:cubicBezTo>
                    <a:pt x="249836" y="2798"/>
                    <a:pt x="248621" y="3544"/>
                    <a:pt x="248217" y="3544"/>
                  </a:cubicBezTo>
                  <a:lnTo>
                    <a:pt x="247812" y="3544"/>
                  </a:lnTo>
                  <a:cubicBezTo>
                    <a:pt x="245788" y="2052"/>
                    <a:pt x="243765" y="1306"/>
                    <a:pt x="241741" y="560"/>
                  </a:cubicBezTo>
                  <a:cubicBezTo>
                    <a:pt x="239717" y="-187"/>
                    <a:pt x="237694" y="-187"/>
                    <a:pt x="235670" y="560"/>
                  </a:cubicBezTo>
                  <a:lnTo>
                    <a:pt x="234861" y="560"/>
                  </a:lnTo>
                  <a:cubicBezTo>
                    <a:pt x="233242" y="1306"/>
                    <a:pt x="231623" y="1306"/>
                    <a:pt x="229599" y="2052"/>
                  </a:cubicBezTo>
                  <a:cubicBezTo>
                    <a:pt x="229194" y="2052"/>
                    <a:pt x="229194" y="2798"/>
                    <a:pt x="228790" y="2798"/>
                  </a:cubicBezTo>
                  <a:cubicBezTo>
                    <a:pt x="228385" y="2798"/>
                    <a:pt x="227575" y="3544"/>
                    <a:pt x="227171" y="3544"/>
                  </a:cubicBezTo>
                  <a:cubicBezTo>
                    <a:pt x="226766" y="3544"/>
                    <a:pt x="225552" y="2798"/>
                    <a:pt x="224742" y="2798"/>
                  </a:cubicBezTo>
                  <a:cubicBezTo>
                    <a:pt x="223933" y="2052"/>
                    <a:pt x="223123" y="2052"/>
                    <a:pt x="221909" y="2052"/>
                  </a:cubicBezTo>
                  <a:lnTo>
                    <a:pt x="219481" y="2052"/>
                  </a:lnTo>
                  <a:cubicBezTo>
                    <a:pt x="218671" y="2052"/>
                    <a:pt x="217862" y="2052"/>
                    <a:pt x="216648" y="2798"/>
                  </a:cubicBezTo>
                  <a:cubicBezTo>
                    <a:pt x="216243" y="2798"/>
                    <a:pt x="215433" y="2798"/>
                    <a:pt x="215029" y="3544"/>
                  </a:cubicBezTo>
                  <a:cubicBezTo>
                    <a:pt x="213815" y="3544"/>
                    <a:pt x="213005" y="4290"/>
                    <a:pt x="211791" y="4290"/>
                  </a:cubicBezTo>
                  <a:cubicBezTo>
                    <a:pt x="210981" y="5036"/>
                    <a:pt x="210172" y="5036"/>
                    <a:pt x="208958" y="5036"/>
                  </a:cubicBezTo>
                  <a:cubicBezTo>
                    <a:pt x="208958" y="5783"/>
                    <a:pt x="208553" y="5783"/>
                    <a:pt x="208553" y="5783"/>
                  </a:cubicBezTo>
                  <a:cubicBezTo>
                    <a:pt x="208553" y="5783"/>
                    <a:pt x="206934" y="6529"/>
                    <a:pt x="206125" y="7275"/>
                  </a:cubicBezTo>
                  <a:cubicBezTo>
                    <a:pt x="205315" y="8021"/>
                    <a:pt x="205720" y="6529"/>
                    <a:pt x="204910" y="6529"/>
                  </a:cubicBezTo>
                  <a:cubicBezTo>
                    <a:pt x="204506" y="5783"/>
                    <a:pt x="203696" y="5783"/>
                    <a:pt x="202887" y="5783"/>
                  </a:cubicBezTo>
                  <a:cubicBezTo>
                    <a:pt x="200458" y="5783"/>
                    <a:pt x="198435" y="6529"/>
                    <a:pt x="196006" y="7275"/>
                  </a:cubicBezTo>
                  <a:cubicBezTo>
                    <a:pt x="195602" y="7275"/>
                    <a:pt x="195197" y="7275"/>
                    <a:pt x="194387" y="8021"/>
                  </a:cubicBezTo>
                  <a:cubicBezTo>
                    <a:pt x="193173" y="8767"/>
                    <a:pt x="191554" y="9513"/>
                    <a:pt x="190340" y="10260"/>
                  </a:cubicBezTo>
                  <a:cubicBezTo>
                    <a:pt x="189935" y="11006"/>
                    <a:pt x="188721" y="11006"/>
                    <a:pt x="188316" y="11752"/>
                  </a:cubicBezTo>
                  <a:cubicBezTo>
                    <a:pt x="187912" y="11752"/>
                    <a:pt x="187507" y="12498"/>
                    <a:pt x="186698" y="12498"/>
                  </a:cubicBezTo>
                  <a:cubicBezTo>
                    <a:pt x="186293" y="12498"/>
                    <a:pt x="186293" y="13244"/>
                    <a:pt x="185888" y="13244"/>
                  </a:cubicBezTo>
                  <a:lnTo>
                    <a:pt x="183055" y="13244"/>
                  </a:lnTo>
                  <a:cubicBezTo>
                    <a:pt x="181436" y="13244"/>
                    <a:pt x="179817" y="13244"/>
                    <a:pt x="178198" y="13990"/>
                  </a:cubicBezTo>
                  <a:cubicBezTo>
                    <a:pt x="177793" y="13990"/>
                    <a:pt x="177793" y="13990"/>
                    <a:pt x="176984" y="14736"/>
                  </a:cubicBezTo>
                  <a:lnTo>
                    <a:pt x="176579" y="14736"/>
                  </a:lnTo>
                  <a:lnTo>
                    <a:pt x="172937" y="16975"/>
                  </a:lnTo>
                  <a:cubicBezTo>
                    <a:pt x="171722" y="17721"/>
                    <a:pt x="170104" y="19213"/>
                    <a:pt x="168889" y="19960"/>
                  </a:cubicBezTo>
                  <a:cubicBezTo>
                    <a:pt x="168889" y="20706"/>
                    <a:pt x="168889" y="20706"/>
                    <a:pt x="168485" y="21452"/>
                  </a:cubicBezTo>
                  <a:cubicBezTo>
                    <a:pt x="168080" y="22198"/>
                    <a:pt x="167270" y="22944"/>
                    <a:pt x="166866" y="22944"/>
                  </a:cubicBezTo>
                  <a:lnTo>
                    <a:pt x="166461" y="23690"/>
                  </a:lnTo>
                  <a:lnTo>
                    <a:pt x="163223" y="23690"/>
                  </a:lnTo>
                  <a:cubicBezTo>
                    <a:pt x="162818" y="23690"/>
                    <a:pt x="162414" y="24436"/>
                    <a:pt x="161604" y="24436"/>
                  </a:cubicBezTo>
                  <a:cubicBezTo>
                    <a:pt x="160795" y="24436"/>
                    <a:pt x="159580" y="25183"/>
                    <a:pt x="158366" y="25929"/>
                  </a:cubicBezTo>
                  <a:cubicBezTo>
                    <a:pt x="157152" y="26675"/>
                    <a:pt x="156343" y="27421"/>
                    <a:pt x="155128" y="28913"/>
                  </a:cubicBezTo>
                  <a:cubicBezTo>
                    <a:pt x="154724" y="28913"/>
                    <a:pt x="154319" y="28913"/>
                    <a:pt x="154319" y="29660"/>
                  </a:cubicBezTo>
                  <a:cubicBezTo>
                    <a:pt x="153914" y="30406"/>
                    <a:pt x="152700" y="30406"/>
                    <a:pt x="152295" y="31152"/>
                  </a:cubicBezTo>
                  <a:cubicBezTo>
                    <a:pt x="151486" y="31898"/>
                    <a:pt x="151081" y="32644"/>
                    <a:pt x="150676" y="33390"/>
                  </a:cubicBezTo>
                  <a:cubicBezTo>
                    <a:pt x="150272" y="34136"/>
                    <a:pt x="149867" y="34883"/>
                    <a:pt x="149057" y="34883"/>
                  </a:cubicBezTo>
                  <a:cubicBezTo>
                    <a:pt x="148653" y="34883"/>
                    <a:pt x="147843" y="36375"/>
                    <a:pt x="147034" y="37867"/>
                  </a:cubicBezTo>
                  <a:lnTo>
                    <a:pt x="146629" y="37867"/>
                  </a:lnTo>
                  <a:cubicBezTo>
                    <a:pt x="144605" y="37867"/>
                    <a:pt x="142582" y="38613"/>
                    <a:pt x="140558" y="40106"/>
                  </a:cubicBezTo>
                  <a:cubicBezTo>
                    <a:pt x="140153" y="40106"/>
                    <a:pt x="140153" y="40852"/>
                    <a:pt x="139344" y="40852"/>
                  </a:cubicBezTo>
                  <a:cubicBezTo>
                    <a:pt x="138939" y="40852"/>
                    <a:pt x="138534" y="41598"/>
                    <a:pt x="138130" y="41598"/>
                  </a:cubicBezTo>
                  <a:cubicBezTo>
                    <a:pt x="137725" y="41598"/>
                    <a:pt x="137725" y="42344"/>
                    <a:pt x="137320" y="42344"/>
                  </a:cubicBezTo>
                  <a:cubicBezTo>
                    <a:pt x="136511" y="42344"/>
                    <a:pt x="136106" y="43090"/>
                    <a:pt x="135297" y="43090"/>
                  </a:cubicBezTo>
                  <a:lnTo>
                    <a:pt x="131654" y="47567"/>
                  </a:lnTo>
                  <a:cubicBezTo>
                    <a:pt x="131249" y="48313"/>
                    <a:pt x="130440" y="49059"/>
                    <a:pt x="130035" y="49806"/>
                  </a:cubicBezTo>
                  <a:cubicBezTo>
                    <a:pt x="130035" y="50552"/>
                    <a:pt x="130035" y="50552"/>
                    <a:pt x="129630" y="50552"/>
                  </a:cubicBezTo>
                  <a:cubicBezTo>
                    <a:pt x="129226" y="51298"/>
                    <a:pt x="128416" y="52044"/>
                    <a:pt x="128011" y="52790"/>
                  </a:cubicBezTo>
                  <a:lnTo>
                    <a:pt x="127607" y="52790"/>
                  </a:lnTo>
                  <a:cubicBezTo>
                    <a:pt x="126392" y="52790"/>
                    <a:pt x="125178" y="53536"/>
                    <a:pt x="123964" y="54283"/>
                  </a:cubicBezTo>
                  <a:cubicBezTo>
                    <a:pt x="123559" y="54283"/>
                    <a:pt x="123559" y="55029"/>
                    <a:pt x="122750" y="55029"/>
                  </a:cubicBezTo>
                  <a:cubicBezTo>
                    <a:pt x="121131" y="56521"/>
                    <a:pt x="119107" y="58759"/>
                    <a:pt x="117488" y="60252"/>
                  </a:cubicBezTo>
                  <a:cubicBezTo>
                    <a:pt x="117084" y="60998"/>
                    <a:pt x="116679" y="61744"/>
                    <a:pt x="116274" y="61744"/>
                  </a:cubicBezTo>
                  <a:cubicBezTo>
                    <a:pt x="115869" y="62490"/>
                    <a:pt x="115465" y="62490"/>
                    <a:pt x="114655" y="63983"/>
                  </a:cubicBezTo>
                  <a:cubicBezTo>
                    <a:pt x="113846" y="65475"/>
                    <a:pt x="113036" y="66221"/>
                    <a:pt x="112227" y="66967"/>
                  </a:cubicBezTo>
                  <a:lnTo>
                    <a:pt x="111822" y="67713"/>
                  </a:lnTo>
                  <a:lnTo>
                    <a:pt x="109798" y="71444"/>
                  </a:lnTo>
                  <a:cubicBezTo>
                    <a:pt x="108584" y="71444"/>
                    <a:pt x="107370" y="72190"/>
                    <a:pt x="106156" y="72936"/>
                  </a:cubicBezTo>
                  <a:lnTo>
                    <a:pt x="103728" y="75175"/>
                  </a:lnTo>
                  <a:cubicBezTo>
                    <a:pt x="102109" y="77413"/>
                    <a:pt x="100490" y="78906"/>
                    <a:pt x="98871" y="81890"/>
                  </a:cubicBezTo>
                  <a:cubicBezTo>
                    <a:pt x="97252" y="84129"/>
                    <a:pt x="95633" y="87113"/>
                    <a:pt x="94419" y="90098"/>
                  </a:cubicBezTo>
                  <a:cubicBezTo>
                    <a:pt x="93609" y="91590"/>
                    <a:pt x="93204" y="92336"/>
                    <a:pt x="92800" y="93829"/>
                  </a:cubicBezTo>
                  <a:cubicBezTo>
                    <a:pt x="91990" y="93829"/>
                    <a:pt x="91586" y="94575"/>
                    <a:pt x="90776" y="94575"/>
                  </a:cubicBezTo>
                  <a:cubicBezTo>
                    <a:pt x="85919" y="99052"/>
                    <a:pt x="81872" y="105021"/>
                    <a:pt x="78634" y="113229"/>
                  </a:cubicBezTo>
                  <a:cubicBezTo>
                    <a:pt x="78634" y="113229"/>
                    <a:pt x="78634" y="113975"/>
                    <a:pt x="78229" y="113975"/>
                  </a:cubicBezTo>
                  <a:cubicBezTo>
                    <a:pt x="77825" y="115467"/>
                    <a:pt x="77420" y="116959"/>
                    <a:pt x="76610" y="117706"/>
                  </a:cubicBezTo>
                  <a:cubicBezTo>
                    <a:pt x="72968" y="120690"/>
                    <a:pt x="70135" y="125167"/>
                    <a:pt x="67706" y="131136"/>
                  </a:cubicBezTo>
                  <a:cubicBezTo>
                    <a:pt x="66087" y="134121"/>
                    <a:pt x="64873" y="137852"/>
                    <a:pt x="63659" y="141582"/>
                  </a:cubicBezTo>
                  <a:cubicBezTo>
                    <a:pt x="63254" y="142329"/>
                    <a:pt x="62850" y="144567"/>
                    <a:pt x="62040" y="146059"/>
                  </a:cubicBezTo>
                  <a:cubicBezTo>
                    <a:pt x="60421" y="148298"/>
                    <a:pt x="58398" y="151282"/>
                    <a:pt x="56374" y="155013"/>
                  </a:cubicBezTo>
                  <a:cubicBezTo>
                    <a:pt x="54350" y="159490"/>
                    <a:pt x="52327" y="164713"/>
                    <a:pt x="50708" y="170682"/>
                  </a:cubicBezTo>
                  <a:lnTo>
                    <a:pt x="49493" y="175159"/>
                  </a:lnTo>
                  <a:cubicBezTo>
                    <a:pt x="47875" y="176652"/>
                    <a:pt x="46660" y="178890"/>
                    <a:pt x="45446" y="181129"/>
                  </a:cubicBezTo>
                  <a:cubicBezTo>
                    <a:pt x="42613" y="187098"/>
                    <a:pt x="40185" y="194559"/>
                    <a:pt x="38566" y="202021"/>
                  </a:cubicBezTo>
                  <a:cubicBezTo>
                    <a:pt x="38566" y="202767"/>
                    <a:pt x="38161" y="205005"/>
                    <a:pt x="37756" y="206498"/>
                  </a:cubicBezTo>
                  <a:cubicBezTo>
                    <a:pt x="36947" y="207244"/>
                    <a:pt x="36947" y="207990"/>
                    <a:pt x="36137" y="207990"/>
                  </a:cubicBezTo>
                  <a:cubicBezTo>
                    <a:pt x="32495" y="214705"/>
                    <a:pt x="30066" y="223659"/>
                    <a:pt x="28447" y="232613"/>
                  </a:cubicBezTo>
                  <a:cubicBezTo>
                    <a:pt x="28043" y="233359"/>
                    <a:pt x="28043" y="233359"/>
                    <a:pt x="28043" y="234852"/>
                  </a:cubicBezTo>
                  <a:cubicBezTo>
                    <a:pt x="28043" y="236344"/>
                    <a:pt x="28043" y="237836"/>
                    <a:pt x="27638" y="239329"/>
                  </a:cubicBezTo>
                  <a:cubicBezTo>
                    <a:pt x="26828" y="240075"/>
                    <a:pt x="26019" y="241567"/>
                    <a:pt x="25614" y="243059"/>
                  </a:cubicBezTo>
                  <a:cubicBezTo>
                    <a:pt x="23186" y="249029"/>
                    <a:pt x="21162" y="255744"/>
                    <a:pt x="20353" y="263205"/>
                  </a:cubicBezTo>
                  <a:cubicBezTo>
                    <a:pt x="19948" y="264698"/>
                    <a:pt x="19948" y="266936"/>
                    <a:pt x="19543" y="269175"/>
                  </a:cubicBezTo>
                  <a:cubicBezTo>
                    <a:pt x="19543" y="270667"/>
                    <a:pt x="19139" y="272159"/>
                    <a:pt x="19139" y="274398"/>
                  </a:cubicBezTo>
                  <a:cubicBezTo>
                    <a:pt x="15091" y="283352"/>
                    <a:pt x="12663" y="293798"/>
                    <a:pt x="12258" y="305736"/>
                  </a:cubicBezTo>
                  <a:cubicBezTo>
                    <a:pt x="11853" y="307228"/>
                    <a:pt x="11853" y="308721"/>
                    <a:pt x="11853" y="310213"/>
                  </a:cubicBezTo>
                  <a:cubicBezTo>
                    <a:pt x="8211" y="319913"/>
                    <a:pt x="6592" y="331105"/>
                    <a:pt x="6592" y="342298"/>
                  </a:cubicBezTo>
                  <a:lnTo>
                    <a:pt x="6592" y="347521"/>
                  </a:lnTo>
                  <a:cubicBezTo>
                    <a:pt x="4164" y="354236"/>
                    <a:pt x="2545" y="363936"/>
                    <a:pt x="2949" y="380351"/>
                  </a:cubicBezTo>
                  <a:cubicBezTo>
                    <a:pt x="2949" y="381098"/>
                    <a:pt x="3354" y="383336"/>
                    <a:pt x="3354" y="385575"/>
                  </a:cubicBezTo>
                  <a:cubicBezTo>
                    <a:pt x="926" y="392290"/>
                    <a:pt x="116" y="402736"/>
                    <a:pt x="1330" y="419151"/>
                  </a:cubicBezTo>
                  <a:cubicBezTo>
                    <a:pt x="1330" y="420644"/>
                    <a:pt x="1330" y="422136"/>
                    <a:pt x="1735" y="424374"/>
                  </a:cubicBezTo>
                  <a:cubicBezTo>
                    <a:pt x="-289" y="434821"/>
                    <a:pt x="-693" y="446759"/>
                    <a:pt x="1330" y="457951"/>
                  </a:cubicBezTo>
                  <a:cubicBezTo>
                    <a:pt x="1330" y="459444"/>
                    <a:pt x="1735" y="460936"/>
                    <a:pt x="1735" y="463174"/>
                  </a:cubicBezTo>
                  <a:cubicBezTo>
                    <a:pt x="116" y="474367"/>
                    <a:pt x="521" y="485559"/>
                    <a:pt x="2949" y="496751"/>
                  </a:cubicBezTo>
                  <a:cubicBezTo>
                    <a:pt x="2949" y="497498"/>
                    <a:pt x="3354" y="499736"/>
                    <a:pt x="3759" y="501228"/>
                  </a:cubicBezTo>
                  <a:cubicBezTo>
                    <a:pt x="2545" y="512421"/>
                    <a:pt x="3354" y="524359"/>
                    <a:pt x="6187" y="534805"/>
                  </a:cubicBezTo>
                  <a:cubicBezTo>
                    <a:pt x="6187" y="535551"/>
                    <a:pt x="6592" y="537790"/>
                    <a:pt x="6997" y="539282"/>
                  </a:cubicBezTo>
                  <a:cubicBezTo>
                    <a:pt x="6592" y="550474"/>
                    <a:pt x="8211" y="562413"/>
                    <a:pt x="11449" y="572113"/>
                  </a:cubicBezTo>
                  <a:lnTo>
                    <a:pt x="12663" y="576590"/>
                  </a:lnTo>
                  <a:cubicBezTo>
                    <a:pt x="12258" y="584051"/>
                    <a:pt x="13472" y="594497"/>
                    <a:pt x="18329" y="607928"/>
                  </a:cubicBezTo>
                  <a:cubicBezTo>
                    <a:pt x="18734" y="609420"/>
                    <a:pt x="19543" y="610167"/>
                    <a:pt x="19948" y="611659"/>
                  </a:cubicBezTo>
                  <a:cubicBezTo>
                    <a:pt x="19948" y="614644"/>
                    <a:pt x="20353" y="617628"/>
                    <a:pt x="20758" y="620613"/>
                  </a:cubicBezTo>
                  <a:cubicBezTo>
                    <a:pt x="21972" y="627328"/>
                    <a:pt x="23591" y="634044"/>
                    <a:pt x="26019" y="639267"/>
                  </a:cubicBezTo>
                  <a:cubicBezTo>
                    <a:pt x="26424" y="640013"/>
                    <a:pt x="26828" y="641505"/>
                    <a:pt x="27233" y="642251"/>
                  </a:cubicBezTo>
                  <a:cubicBezTo>
                    <a:pt x="27638" y="642997"/>
                    <a:pt x="28043" y="644490"/>
                    <a:pt x="28852" y="645982"/>
                  </a:cubicBezTo>
                  <a:cubicBezTo>
                    <a:pt x="28852" y="646728"/>
                    <a:pt x="28852" y="648220"/>
                    <a:pt x="29257" y="648967"/>
                  </a:cubicBezTo>
                  <a:cubicBezTo>
                    <a:pt x="30471" y="658667"/>
                    <a:pt x="32899" y="666874"/>
                    <a:pt x="36542" y="673590"/>
                  </a:cubicBezTo>
                  <a:lnTo>
                    <a:pt x="36947" y="674336"/>
                  </a:lnTo>
                  <a:cubicBezTo>
                    <a:pt x="37756" y="675828"/>
                    <a:pt x="38161" y="676574"/>
                    <a:pt x="38566" y="678067"/>
                  </a:cubicBezTo>
                  <a:cubicBezTo>
                    <a:pt x="39780" y="687020"/>
                    <a:pt x="42208" y="694482"/>
                    <a:pt x="45446" y="700451"/>
                  </a:cubicBezTo>
                  <a:cubicBezTo>
                    <a:pt x="46256" y="702690"/>
                    <a:pt x="47470" y="704182"/>
                    <a:pt x="48684" y="706420"/>
                  </a:cubicBezTo>
                  <a:cubicBezTo>
                    <a:pt x="48684" y="707167"/>
                    <a:pt x="49898" y="708659"/>
                    <a:pt x="50303" y="709405"/>
                  </a:cubicBezTo>
                  <a:cubicBezTo>
                    <a:pt x="51517" y="715374"/>
                    <a:pt x="53541" y="721343"/>
                    <a:pt x="56374" y="725820"/>
                  </a:cubicBezTo>
                  <a:cubicBezTo>
                    <a:pt x="57993" y="729551"/>
                    <a:pt x="60016" y="732536"/>
                    <a:pt x="62040" y="735520"/>
                  </a:cubicBezTo>
                  <a:cubicBezTo>
                    <a:pt x="62445" y="735520"/>
                    <a:pt x="63254" y="737013"/>
                    <a:pt x="64064" y="738505"/>
                  </a:cubicBezTo>
                  <a:cubicBezTo>
                    <a:pt x="65278" y="742982"/>
                    <a:pt x="66492" y="747459"/>
                    <a:pt x="68516" y="751190"/>
                  </a:cubicBezTo>
                  <a:cubicBezTo>
                    <a:pt x="70944" y="755666"/>
                    <a:pt x="73777" y="759397"/>
                    <a:pt x="76610" y="763128"/>
                  </a:cubicBezTo>
                  <a:cubicBezTo>
                    <a:pt x="77015" y="763874"/>
                    <a:pt x="78229" y="764620"/>
                    <a:pt x="79039" y="766113"/>
                  </a:cubicBezTo>
                  <a:cubicBezTo>
                    <a:pt x="79039" y="766859"/>
                    <a:pt x="79444" y="767605"/>
                    <a:pt x="79444" y="768351"/>
                  </a:cubicBezTo>
                  <a:cubicBezTo>
                    <a:pt x="82681" y="776559"/>
                    <a:pt x="86729" y="783274"/>
                    <a:pt x="91586" y="787005"/>
                  </a:cubicBezTo>
                  <a:cubicBezTo>
                    <a:pt x="91990" y="787751"/>
                    <a:pt x="92395" y="787751"/>
                    <a:pt x="92800" y="788497"/>
                  </a:cubicBezTo>
                  <a:lnTo>
                    <a:pt x="95228" y="790736"/>
                  </a:lnTo>
                  <a:cubicBezTo>
                    <a:pt x="96442" y="794466"/>
                    <a:pt x="98061" y="797451"/>
                    <a:pt x="99680" y="800436"/>
                  </a:cubicBezTo>
                  <a:cubicBezTo>
                    <a:pt x="101299" y="801928"/>
                    <a:pt x="102918" y="804166"/>
                    <a:pt x="104537" y="806405"/>
                  </a:cubicBezTo>
                  <a:lnTo>
                    <a:pt x="106965" y="808643"/>
                  </a:lnTo>
                  <a:lnTo>
                    <a:pt x="109394" y="810882"/>
                  </a:lnTo>
                  <a:cubicBezTo>
                    <a:pt x="109798" y="810882"/>
                    <a:pt x="111013" y="811628"/>
                    <a:pt x="111822" y="812374"/>
                  </a:cubicBezTo>
                  <a:cubicBezTo>
                    <a:pt x="112632" y="813120"/>
                    <a:pt x="112632" y="813866"/>
                    <a:pt x="113036" y="814613"/>
                  </a:cubicBezTo>
                  <a:lnTo>
                    <a:pt x="115465" y="819089"/>
                  </a:lnTo>
                  <a:cubicBezTo>
                    <a:pt x="115869" y="819836"/>
                    <a:pt x="116274" y="820582"/>
                    <a:pt x="117084" y="821328"/>
                  </a:cubicBezTo>
                  <a:cubicBezTo>
                    <a:pt x="117488" y="822074"/>
                    <a:pt x="117893" y="822074"/>
                    <a:pt x="118298" y="822074"/>
                  </a:cubicBezTo>
                  <a:cubicBezTo>
                    <a:pt x="119917" y="824313"/>
                    <a:pt x="121536" y="825805"/>
                    <a:pt x="123559" y="827297"/>
                  </a:cubicBezTo>
                  <a:cubicBezTo>
                    <a:pt x="123964" y="827297"/>
                    <a:pt x="124369" y="828043"/>
                    <a:pt x="124774" y="828043"/>
                  </a:cubicBezTo>
                  <a:cubicBezTo>
                    <a:pt x="125178" y="828043"/>
                    <a:pt x="126797" y="829536"/>
                    <a:pt x="127607" y="830282"/>
                  </a:cubicBezTo>
                  <a:cubicBezTo>
                    <a:pt x="128011" y="830282"/>
                    <a:pt x="128416" y="830282"/>
                    <a:pt x="128416" y="831028"/>
                  </a:cubicBezTo>
                  <a:cubicBezTo>
                    <a:pt x="128821" y="831028"/>
                    <a:pt x="129630" y="831774"/>
                    <a:pt x="130035" y="831774"/>
                  </a:cubicBezTo>
                  <a:cubicBezTo>
                    <a:pt x="130440" y="833266"/>
                    <a:pt x="131249" y="834759"/>
                    <a:pt x="132059" y="835505"/>
                  </a:cubicBezTo>
                  <a:cubicBezTo>
                    <a:pt x="133273" y="837743"/>
                    <a:pt x="134487" y="839236"/>
                    <a:pt x="135701" y="840728"/>
                  </a:cubicBezTo>
                  <a:cubicBezTo>
                    <a:pt x="136106" y="840728"/>
                    <a:pt x="136511" y="841474"/>
                    <a:pt x="137320" y="841474"/>
                  </a:cubicBezTo>
                  <a:cubicBezTo>
                    <a:pt x="137725" y="841474"/>
                    <a:pt x="137725" y="842220"/>
                    <a:pt x="138130" y="842220"/>
                  </a:cubicBezTo>
                  <a:cubicBezTo>
                    <a:pt x="138534" y="842966"/>
                    <a:pt x="138939" y="842966"/>
                    <a:pt x="139344" y="842966"/>
                  </a:cubicBezTo>
                  <a:cubicBezTo>
                    <a:pt x="139749" y="843713"/>
                    <a:pt x="140153" y="843713"/>
                    <a:pt x="140558" y="843713"/>
                  </a:cubicBezTo>
                  <a:cubicBezTo>
                    <a:pt x="142582" y="845205"/>
                    <a:pt x="144605" y="845951"/>
                    <a:pt x="146224" y="846697"/>
                  </a:cubicBezTo>
                  <a:lnTo>
                    <a:pt x="146629" y="846697"/>
                  </a:lnTo>
                  <a:cubicBezTo>
                    <a:pt x="147034" y="847443"/>
                    <a:pt x="148248" y="847443"/>
                    <a:pt x="148653" y="847443"/>
                  </a:cubicBezTo>
                  <a:cubicBezTo>
                    <a:pt x="149057" y="847443"/>
                    <a:pt x="150272" y="849682"/>
                    <a:pt x="150676" y="850428"/>
                  </a:cubicBezTo>
                  <a:cubicBezTo>
                    <a:pt x="151486" y="851174"/>
                    <a:pt x="151891" y="851920"/>
                    <a:pt x="152295" y="852666"/>
                  </a:cubicBezTo>
                  <a:cubicBezTo>
                    <a:pt x="153105" y="853413"/>
                    <a:pt x="153510" y="854159"/>
                    <a:pt x="154319" y="854159"/>
                  </a:cubicBezTo>
                  <a:cubicBezTo>
                    <a:pt x="154724" y="854159"/>
                    <a:pt x="154724" y="854905"/>
                    <a:pt x="155128" y="854905"/>
                  </a:cubicBezTo>
                  <a:cubicBezTo>
                    <a:pt x="155938" y="855651"/>
                    <a:pt x="157152" y="856397"/>
                    <a:pt x="158366" y="857143"/>
                  </a:cubicBezTo>
                  <a:lnTo>
                    <a:pt x="161604" y="858636"/>
                  </a:lnTo>
                  <a:cubicBezTo>
                    <a:pt x="162009" y="858636"/>
                    <a:pt x="162414" y="858636"/>
                    <a:pt x="163223" y="859382"/>
                  </a:cubicBezTo>
                  <a:cubicBezTo>
                    <a:pt x="163628" y="859382"/>
                    <a:pt x="164842" y="860128"/>
                    <a:pt x="165651" y="860128"/>
                  </a:cubicBezTo>
                  <a:cubicBezTo>
                    <a:pt x="166056" y="860128"/>
                    <a:pt x="166461" y="860128"/>
                    <a:pt x="167270" y="860874"/>
                  </a:cubicBezTo>
                  <a:lnTo>
                    <a:pt x="168485" y="860874"/>
                  </a:lnTo>
                  <a:cubicBezTo>
                    <a:pt x="168889" y="861620"/>
                    <a:pt x="169699" y="862366"/>
                    <a:pt x="170104" y="863113"/>
                  </a:cubicBezTo>
                  <a:cubicBezTo>
                    <a:pt x="171318" y="863859"/>
                    <a:pt x="172937" y="866097"/>
                    <a:pt x="174151" y="866843"/>
                  </a:cubicBezTo>
                  <a:lnTo>
                    <a:pt x="177793" y="868336"/>
                  </a:lnTo>
                  <a:lnTo>
                    <a:pt x="178198" y="868336"/>
                  </a:lnTo>
                  <a:cubicBezTo>
                    <a:pt x="178603" y="869082"/>
                    <a:pt x="179008" y="869082"/>
                    <a:pt x="179817" y="869082"/>
                  </a:cubicBezTo>
                  <a:lnTo>
                    <a:pt x="184674" y="870574"/>
                  </a:lnTo>
                  <a:lnTo>
                    <a:pt x="189126" y="870574"/>
                  </a:lnTo>
                  <a:cubicBezTo>
                    <a:pt x="189935" y="872066"/>
                    <a:pt x="190745" y="872812"/>
                    <a:pt x="191959" y="873559"/>
                  </a:cubicBezTo>
                  <a:cubicBezTo>
                    <a:pt x="193173" y="875051"/>
                    <a:pt x="194792" y="875797"/>
                    <a:pt x="196006" y="876543"/>
                  </a:cubicBezTo>
                  <a:cubicBezTo>
                    <a:pt x="196411" y="876543"/>
                    <a:pt x="196816" y="877289"/>
                    <a:pt x="197625" y="877289"/>
                  </a:cubicBezTo>
                  <a:cubicBezTo>
                    <a:pt x="199649" y="878036"/>
                    <a:pt x="202077" y="878036"/>
                    <a:pt x="204506" y="878036"/>
                  </a:cubicBezTo>
                  <a:lnTo>
                    <a:pt x="206125" y="878036"/>
                  </a:lnTo>
                  <a:cubicBezTo>
                    <a:pt x="206934" y="878036"/>
                    <a:pt x="207744" y="877289"/>
                    <a:pt x="208958" y="877289"/>
                  </a:cubicBezTo>
                  <a:cubicBezTo>
                    <a:pt x="209362" y="878036"/>
                    <a:pt x="209767" y="878036"/>
                    <a:pt x="210172" y="878036"/>
                  </a:cubicBezTo>
                  <a:cubicBezTo>
                    <a:pt x="210981" y="878782"/>
                    <a:pt x="211791" y="879528"/>
                    <a:pt x="213005" y="880274"/>
                  </a:cubicBezTo>
                  <a:cubicBezTo>
                    <a:pt x="214219" y="881020"/>
                    <a:pt x="215029" y="881020"/>
                    <a:pt x="216243" y="881020"/>
                  </a:cubicBezTo>
                  <a:cubicBezTo>
                    <a:pt x="216648" y="881020"/>
                    <a:pt x="217457" y="881020"/>
                    <a:pt x="217862" y="881766"/>
                  </a:cubicBezTo>
                  <a:lnTo>
                    <a:pt x="222314" y="881766"/>
                  </a:lnTo>
                  <a:cubicBezTo>
                    <a:pt x="223123" y="881766"/>
                    <a:pt x="223933" y="881020"/>
                    <a:pt x="225147" y="881020"/>
                  </a:cubicBezTo>
                  <a:cubicBezTo>
                    <a:pt x="225552" y="881020"/>
                    <a:pt x="226361" y="881020"/>
                    <a:pt x="226766" y="880274"/>
                  </a:cubicBezTo>
                  <a:lnTo>
                    <a:pt x="227171" y="880274"/>
                  </a:lnTo>
                  <a:cubicBezTo>
                    <a:pt x="227575" y="880274"/>
                    <a:pt x="228385" y="880274"/>
                    <a:pt x="228790" y="879528"/>
                  </a:cubicBezTo>
                  <a:lnTo>
                    <a:pt x="229194" y="879528"/>
                  </a:lnTo>
                  <a:cubicBezTo>
                    <a:pt x="230813" y="881020"/>
                    <a:pt x="232837" y="882513"/>
                    <a:pt x="234861" y="882513"/>
                  </a:cubicBezTo>
                  <a:cubicBezTo>
                    <a:pt x="235265" y="883259"/>
                    <a:pt x="235265" y="883259"/>
                    <a:pt x="235670" y="883259"/>
                  </a:cubicBezTo>
                  <a:cubicBezTo>
                    <a:pt x="237694" y="883259"/>
                    <a:pt x="239717" y="883259"/>
                    <a:pt x="241741" y="882513"/>
                  </a:cubicBezTo>
                  <a:cubicBezTo>
                    <a:pt x="243360" y="881766"/>
                    <a:pt x="244979" y="881766"/>
                    <a:pt x="247003" y="881020"/>
                  </a:cubicBezTo>
                  <a:cubicBezTo>
                    <a:pt x="247407" y="881020"/>
                    <a:pt x="247812" y="881020"/>
                    <a:pt x="247812" y="880274"/>
                  </a:cubicBezTo>
                  <a:cubicBezTo>
                    <a:pt x="248217" y="880274"/>
                    <a:pt x="249026" y="879528"/>
                    <a:pt x="249431" y="879528"/>
                  </a:cubicBezTo>
                  <a:lnTo>
                    <a:pt x="249836" y="879528"/>
                  </a:lnTo>
                  <a:cubicBezTo>
                    <a:pt x="251050" y="881020"/>
                    <a:pt x="252669" y="881020"/>
                    <a:pt x="254288" y="881020"/>
                  </a:cubicBezTo>
                  <a:lnTo>
                    <a:pt x="257121" y="881020"/>
                  </a:lnTo>
                  <a:cubicBezTo>
                    <a:pt x="257930" y="881020"/>
                    <a:pt x="258740" y="881020"/>
                    <a:pt x="259549" y="880274"/>
                  </a:cubicBezTo>
                  <a:lnTo>
                    <a:pt x="261168" y="880274"/>
                  </a:lnTo>
                  <a:cubicBezTo>
                    <a:pt x="263192" y="879528"/>
                    <a:pt x="265215" y="878782"/>
                    <a:pt x="266834" y="877289"/>
                  </a:cubicBezTo>
                  <a:cubicBezTo>
                    <a:pt x="267239" y="877289"/>
                    <a:pt x="267239" y="876543"/>
                    <a:pt x="267239" y="876543"/>
                  </a:cubicBezTo>
                  <a:cubicBezTo>
                    <a:pt x="268049" y="876543"/>
                    <a:pt x="268858" y="875797"/>
                    <a:pt x="269668" y="875051"/>
                  </a:cubicBezTo>
                  <a:cubicBezTo>
                    <a:pt x="270072" y="875797"/>
                    <a:pt x="270072" y="875797"/>
                    <a:pt x="270477" y="875797"/>
                  </a:cubicBezTo>
                  <a:cubicBezTo>
                    <a:pt x="271286" y="876543"/>
                    <a:pt x="272501" y="876543"/>
                    <a:pt x="273310" y="876543"/>
                  </a:cubicBezTo>
                  <a:cubicBezTo>
                    <a:pt x="275738" y="877289"/>
                    <a:pt x="277762" y="876543"/>
                    <a:pt x="280191" y="875797"/>
                  </a:cubicBezTo>
                  <a:cubicBezTo>
                    <a:pt x="280595" y="875051"/>
                    <a:pt x="281405" y="875051"/>
                    <a:pt x="281809" y="875051"/>
                  </a:cubicBezTo>
                  <a:cubicBezTo>
                    <a:pt x="282619" y="875051"/>
                    <a:pt x="283428" y="874305"/>
                    <a:pt x="284643" y="874305"/>
                  </a:cubicBezTo>
                  <a:cubicBezTo>
                    <a:pt x="285047" y="873559"/>
                    <a:pt x="286262" y="873559"/>
                    <a:pt x="286666" y="872812"/>
                  </a:cubicBezTo>
                  <a:cubicBezTo>
                    <a:pt x="287071" y="872812"/>
                    <a:pt x="287476" y="872812"/>
                    <a:pt x="287476" y="872066"/>
                  </a:cubicBezTo>
                  <a:cubicBezTo>
                    <a:pt x="287880" y="872066"/>
                    <a:pt x="287880" y="872066"/>
                    <a:pt x="287880" y="871320"/>
                  </a:cubicBezTo>
                  <a:cubicBezTo>
                    <a:pt x="288285" y="871320"/>
                    <a:pt x="288690" y="870574"/>
                    <a:pt x="289499" y="870574"/>
                  </a:cubicBezTo>
                  <a:cubicBezTo>
                    <a:pt x="289904" y="870574"/>
                    <a:pt x="289904" y="869828"/>
                    <a:pt x="290309" y="869828"/>
                  </a:cubicBezTo>
                  <a:lnTo>
                    <a:pt x="291118" y="869828"/>
                  </a:lnTo>
                  <a:cubicBezTo>
                    <a:pt x="291523" y="869828"/>
                    <a:pt x="292737" y="870574"/>
                    <a:pt x="293547" y="870574"/>
                  </a:cubicBezTo>
                  <a:lnTo>
                    <a:pt x="295166" y="870574"/>
                  </a:lnTo>
                  <a:cubicBezTo>
                    <a:pt x="296380" y="869828"/>
                    <a:pt x="297189" y="869828"/>
                    <a:pt x="298403" y="869828"/>
                  </a:cubicBezTo>
                  <a:cubicBezTo>
                    <a:pt x="299618" y="869828"/>
                    <a:pt x="300022" y="869082"/>
                    <a:pt x="300427" y="869082"/>
                  </a:cubicBezTo>
                  <a:cubicBezTo>
                    <a:pt x="300832" y="869082"/>
                    <a:pt x="301237" y="868336"/>
                    <a:pt x="301641" y="868336"/>
                  </a:cubicBezTo>
                  <a:cubicBezTo>
                    <a:pt x="302451" y="867589"/>
                    <a:pt x="302856" y="867589"/>
                    <a:pt x="303665" y="866843"/>
                  </a:cubicBezTo>
                  <a:cubicBezTo>
                    <a:pt x="305284" y="866097"/>
                    <a:pt x="306498" y="864605"/>
                    <a:pt x="308522" y="863113"/>
                  </a:cubicBezTo>
                  <a:cubicBezTo>
                    <a:pt x="308927" y="863113"/>
                    <a:pt x="308927" y="863113"/>
                    <a:pt x="308927" y="862366"/>
                  </a:cubicBezTo>
                  <a:cubicBezTo>
                    <a:pt x="309331" y="862366"/>
                    <a:pt x="309331" y="862366"/>
                    <a:pt x="309331" y="861620"/>
                  </a:cubicBezTo>
                  <a:cubicBezTo>
                    <a:pt x="310141" y="860874"/>
                    <a:pt x="310545" y="860874"/>
                    <a:pt x="310950" y="860128"/>
                  </a:cubicBezTo>
                  <a:cubicBezTo>
                    <a:pt x="312164" y="860874"/>
                    <a:pt x="312974" y="860874"/>
                    <a:pt x="314188" y="860128"/>
                  </a:cubicBezTo>
                  <a:cubicBezTo>
                    <a:pt x="314593" y="860128"/>
                    <a:pt x="314997" y="860128"/>
                    <a:pt x="315807" y="859382"/>
                  </a:cubicBezTo>
                  <a:cubicBezTo>
                    <a:pt x="317021" y="859382"/>
                    <a:pt x="317831" y="858636"/>
                    <a:pt x="319045" y="857889"/>
                  </a:cubicBezTo>
                  <a:lnTo>
                    <a:pt x="321878" y="856397"/>
                  </a:lnTo>
                  <a:lnTo>
                    <a:pt x="322283" y="855651"/>
                  </a:lnTo>
                  <a:cubicBezTo>
                    <a:pt x="322687" y="854905"/>
                    <a:pt x="322687" y="854905"/>
                    <a:pt x="323092" y="854905"/>
                  </a:cubicBezTo>
                  <a:lnTo>
                    <a:pt x="324711" y="853413"/>
                  </a:lnTo>
                  <a:lnTo>
                    <a:pt x="328354" y="850428"/>
                  </a:lnTo>
                  <a:cubicBezTo>
                    <a:pt x="329163" y="849682"/>
                    <a:pt x="329568" y="848189"/>
                    <a:pt x="330377" y="847443"/>
                  </a:cubicBezTo>
                  <a:lnTo>
                    <a:pt x="330782" y="847443"/>
                  </a:lnTo>
                  <a:cubicBezTo>
                    <a:pt x="332401" y="847443"/>
                    <a:pt x="334020" y="846697"/>
                    <a:pt x="335639" y="845951"/>
                  </a:cubicBezTo>
                  <a:cubicBezTo>
                    <a:pt x="336044" y="845205"/>
                    <a:pt x="336044" y="845205"/>
                    <a:pt x="336448" y="845205"/>
                  </a:cubicBezTo>
                  <a:cubicBezTo>
                    <a:pt x="336853" y="845205"/>
                    <a:pt x="337258" y="844459"/>
                    <a:pt x="338067" y="844459"/>
                  </a:cubicBezTo>
                  <a:cubicBezTo>
                    <a:pt x="338877" y="844459"/>
                    <a:pt x="339686" y="842966"/>
                    <a:pt x="340091" y="842220"/>
                  </a:cubicBezTo>
                  <a:cubicBezTo>
                    <a:pt x="341305" y="840728"/>
                    <a:pt x="342924" y="839236"/>
                    <a:pt x="344138" y="837743"/>
                  </a:cubicBezTo>
                  <a:cubicBezTo>
                    <a:pt x="344543" y="836997"/>
                    <a:pt x="344948" y="836997"/>
                    <a:pt x="345352" y="836251"/>
                  </a:cubicBezTo>
                  <a:cubicBezTo>
                    <a:pt x="345757" y="835505"/>
                    <a:pt x="346567" y="834759"/>
                    <a:pt x="346971" y="834013"/>
                  </a:cubicBezTo>
                  <a:cubicBezTo>
                    <a:pt x="347376" y="834013"/>
                    <a:pt x="347376" y="833266"/>
                    <a:pt x="347376" y="833266"/>
                  </a:cubicBezTo>
                  <a:cubicBezTo>
                    <a:pt x="347376" y="833266"/>
                    <a:pt x="348590" y="831774"/>
                    <a:pt x="348995" y="830282"/>
                  </a:cubicBezTo>
                  <a:cubicBezTo>
                    <a:pt x="349804" y="830282"/>
                    <a:pt x="350614" y="830282"/>
                    <a:pt x="351423" y="829536"/>
                  </a:cubicBezTo>
                  <a:cubicBezTo>
                    <a:pt x="351828" y="829536"/>
                    <a:pt x="352638" y="828790"/>
                    <a:pt x="353042" y="828790"/>
                  </a:cubicBezTo>
                  <a:cubicBezTo>
                    <a:pt x="353447" y="828790"/>
                    <a:pt x="353447" y="828043"/>
                    <a:pt x="354256" y="828043"/>
                  </a:cubicBezTo>
                  <a:cubicBezTo>
                    <a:pt x="356280" y="826551"/>
                    <a:pt x="357899" y="825059"/>
                    <a:pt x="359518" y="822820"/>
                  </a:cubicBezTo>
                  <a:cubicBezTo>
                    <a:pt x="359923" y="822074"/>
                    <a:pt x="360327" y="822074"/>
                    <a:pt x="360732" y="822074"/>
                  </a:cubicBezTo>
                  <a:lnTo>
                    <a:pt x="362351" y="819089"/>
                  </a:lnTo>
                  <a:cubicBezTo>
                    <a:pt x="363565" y="817597"/>
                    <a:pt x="364375" y="816105"/>
                    <a:pt x="365184" y="814613"/>
                  </a:cubicBezTo>
                  <a:cubicBezTo>
                    <a:pt x="365994" y="813120"/>
                    <a:pt x="366398" y="812374"/>
                    <a:pt x="367208" y="811628"/>
                  </a:cubicBezTo>
                  <a:lnTo>
                    <a:pt x="370850" y="809389"/>
                  </a:lnTo>
                  <a:cubicBezTo>
                    <a:pt x="373279" y="807151"/>
                    <a:pt x="375707" y="804913"/>
                    <a:pt x="377731" y="801928"/>
                  </a:cubicBezTo>
                  <a:cubicBezTo>
                    <a:pt x="378540" y="800436"/>
                    <a:pt x="379350" y="798943"/>
                    <a:pt x="380564" y="797451"/>
                  </a:cubicBezTo>
                  <a:cubicBezTo>
                    <a:pt x="381373" y="795959"/>
                    <a:pt x="382183" y="793720"/>
                    <a:pt x="382992" y="792228"/>
                  </a:cubicBezTo>
                  <a:cubicBezTo>
                    <a:pt x="383397" y="790736"/>
                    <a:pt x="384207" y="789990"/>
                    <a:pt x="384611" y="789243"/>
                  </a:cubicBezTo>
                  <a:cubicBezTo>
                    <a:pt x="385421" y="788497"/>
                    <a:pt x="385826" y="787751"/>
                    <a:pt x="386635" y="787751"/>
                  </a:cubicBezTo>
                  <a:cubicBezTo>
                    <a:pt x="391492" y="783274"/>
                    <a:pt x="395134" y="777305"/>
                    <a:pt x="398372" y="769843"/>
                  </a:cubicBezTo>
                  <a:lnTo>
                    <a:pt x="398777" y="769097"/>
                  </a:lnTo>
                  <a:cubicBezTo>
                    <a:pt x="398777" y="768351"/>
                    <a:pt x="399586" y="766859"/>
                    <a:pt x="400396" y="765366"/>
                  </a:cubicBezTo>
                  <a:cubicBezTo>
                    <a:pt x="404038" y="763128"/>
                    <a:pt x="406872" y="758651"/>
                    <a:pt x="409300" y="752682"/>
                  </a:cubicBezTo>
                  <a:cubicBezTo>
                    <a:pt x="410514" y="749697"/>
                    <a:pt x="412133" y="745966"/>
                    <a:pt x="413347" y="742236"/>
                  </a:cubicBezTo>
                  <a:cubicBezTo>
                    <a:pt x="413752" y="740743"/>
                    <a:pt x="414561" y="739251"/>
                    <a:pt x="414966" y="737759"/>
                  </a:cubicBezTo>
                  <a:cubicBezTo>
                    <a:pt x="417395" y="735520"/>
                    <a:pt x="419823" y="732536"/>
                    <a:pt x="421442" y="728805"/>
                  </a:cubicBezTo>
                  <a:cubicBezTo>
                    <a:pt x="423466" y="724328"/>
                    <a:pt x="425489" y="719105"/>
                    <a:pt x="427108" y="713136"/>
                  </a:cubicBezTo>
                  <a:lnTo>
                    <a:pt x="428322" y="708659"/>
                  </a:lnTo>
                  <a:cubicBezTo>
                    <a:pt x="429941" y="707167"/>
                    <a:pt x="431155" y="704928"/>
                    <a:pt x="432370" y="702690"/>
                  </a:cubicBezTo>
                  <a:cubicBezTo>
                    <a:pt x="435203" y="696720"/>
                    <a:pt x="437631" y="689259"/>
                    <a:pt x="439250" y="681797"/>
                  </a:cubicBezTo>
                  <a:cubicBezTo>
                    <a:pt x="439250" y="681051"/>
                    <a:pt x="439655" y="678813"/>
                    <a:pt x="440060" y="677320"/>
                  </a:cubicBezTo>
                  <a:cubicBezTo>
                    <a:pt x="440464" y="676574"/>
                    <a:pt x="440869" y="675828"/>
                    <a:pt x="441678" y="675082"/>
                  </a:cubicBezTo>
                  <a:cubicBezTo>
                    <a:pt x="445321" y="668367"/>
                    <a:pt x="447749" y="659413"/>
                    <a:pt x="449368" y="650459"/>
                  </a:cubicBezTo>
                  <a:cubicBezTo>
                    <a:pt x="449773" y="649713"/>
                    <a:pt x="449773" y="649713"/>
                    <a:pt x="449773" y="648967"/>
                  </a:cubicBezTo>
                  <a:cubicBezTo>
                    <a:pt x="449773" y="647474"/>
                    <a:pt x="450178" y="645236"/>
                    <a:pt x="450178" y="643744"/>
                  </a:cubicBezTo>
                  <a:cubicBezTo>
                    <a:pt x="450987" y="642997"/>
                    <a:pt x="451797" y="641505"/>
                    <a:pt x="452202" y="640013"/>
                  </a:cubicBezTo>
                  <a:cubicBezTo>
                    <a:pt x="454630" y="634044"/>
                    <a:pt x="456654" y="627328"/>
                    <a:pt x="457463" y="619867"/>
                  </a:cubicBezTo>
                  <a:lnTo>
                    <a:pt x="457058" y="610167"/>
                  </a:lnTo>
                  <a:cubicBezTo>
                    <a:pt x="457058" y="610167"/>
                    <a:pt x="457463" y="607182"/>
                    <a:pt x="457463" y="605690"/>
                  </a:cubicBezTo>
                  <a:cubicBezTo>
                    <a:pt x="461106" y="596736"/>
                    <a:pt x="463534" y="585544"/>
                    <a:pt x="464343" y="574351"/>
                  </a:cubicBezTo>
                  <a:cubicBezTo>
                    <a:pt x="464343" y="572859"/>
                    <a:pt x="464343" y="571367"/>
                    <a:pt x="464748" y="569128"/>
                  </a:cubicBezTo>
                  <a:cubicBezTo>
                    <a:pt x="468391" y="559428"/>
                    <a:pt x="470010" y="548236"/>
                    <a:pt x="470010" y="537044"/>
                  </a:cubicBezTo>
                  <a:lnTo>
                    <a:pt x="470010" y="531821"/>
                  </a:lnTo>
                  <a:cubicBezTo>
                    <a:pt x="472843" y="525105"/>
                    <a:pt x="474057" y="515405"/>
                    <a:pt x="473652" y="498990"/>
                  </a:cubicBezTo>
                  <a:cubicBezTo>
                    <a:pt x="473652" y="497498"/>
                    <a:pt x="473248" y="496005"/>
                    <a:pt x="473248" y="493767"/>
                  </a:cubicBezTo>
                  <a:cubicBezTo>
                    <a:pt x="475676" y="488544"/>
                    <a:pt x="476485" y="478844"/>
                    <a:pt x="475676" y="461682"/>
                  </a:cubicBezTo>
                  <a:close/>
                  <a:moveTo>
                    <a:pt x="470414" y="390798"/>
                  </a:moveTo>
                  <a:lnTo>
                    <a:pt x="470414" y="391544"/>
                  </a:lnTo>
                  <a:lnTo>
                    <a:pt x="470819" y="391544"/>
                  </a:lnTo>
                  <a:cubicBezTo>
                    <a:pt x="475676" y="425121"/>
                    <a:pt x="463939" y="426613"/>
                    <a:pt x="456249" y="436313"/>
                  </a:cubicBezTo>
                  <a:cubicBezTo>
                    <a:pt x="455439" y="437059"/>
                    <a:pt x="455035" y="438551"/>
                    <a:pt x="454225" y="439298"/>
                  </a:cubicBezTo>
                  <a:cubicBezTo>
                    <a:pt x="452606" y="426613"/>
                    <a:pt x="453011" y="419898"/>
                    <a:pt x="454630" y="415421"/>
                  </a:cubicBezTo>
                  <a:cubicBezTo>
                    <a:pt x="455035" y="414675"/>
                    <a:pt x="455844" y="412436"/>
                    <a:pt x="456249" y="411690"/>
                  </a:cubicBezTo>
                  <a:cubicBezTo>
                    <a:pt x="460701" y="403482"/>
                    <a:pt x="466772" y="398259"/>
                    <a:pt x="470414" y="390798"/>
                  </a:cubicBezTo>
                  <a:close/>
                  <a:moveTo>
                    <a:pt x="467581" y="354236"/>
                  </a:moveTo>
                  <a:cubicBezTo>
                    <a:pt x="474057" y="385575"/>
                    <a:pt x="463129" y="390051"/>
                    <a:pt x="456249" y="399005"/>
                  </a:cubicBezTo>
                  <a:cubicBezTo>
                    <a:pt x="455035" y="400498"/>
                    <a:pt x="454225" y="401990"/>
                    <a:pt x="453416" y="404228"/>
                  </a:cubicBezTo>
                  <a:cubicBezTo>
                    <a:pt x="451392" y="396767"/>
                    <a:pt x="451392" y="387813"/>
                    <a:pt x="452606" y="380351"/>
                  </a:cubicBezTo>
                  <a:cubicBezTo>
                    <a:pt x="453820" y="377367"/>
                    <a:pt x="455035" y="375128"/>
                    <a:pt x="456249" y="372144"/>
                  </a:cubicBezTo>
                  <a:cubicBezTo>
                    <a:pt x="460296" y="366921"/>
                    <a:pt x="463939" y="360205"/>
                    <a:pt x="467177" y="353490"/>
                  </a:cubicBezTo>
                  <a:close/>
                  <a:moveTo>
                    <a:pt x="462725" y="317675"/>
                  </a:moveTo>
                  <a:cubicBezTo>
                    <a:pt x="469605" y="343790"/>
                    <a:pt x="462320" y="351251"/>
                    <a:pt x="456249" y="360205"/>
                  </a:cubicBezTo>
                  <a:cubicBezTo>
                    <a:pt x="454225" y="363190"/>
                    <a:pt x="452606" y="366175"/>
                    <a:pt x="450987" y="369159"/>
                  </a:cubicBezTo>
                  <a:cubicBezTo>
                    <a:pt x="450987" y="369159"/>
                    <a:pt x="450987" y="369905"/>
                    <a:pt x="450583" y="369905"/>
                  </a:cubicBezTo>
                  <a:cubicBezTo>
                    <a:pt x="447749" y="358713"/>
                    <a:pt x="447749" y="351251"/>
                    <a:pt x="448964" y="346028"/>
                  </a:cubicBezTo>
                  <a:cubicBezTo>
                    <a:pt x="449368" y="343790"/>
                    <a:pt x="450178" y="341552"/>
                    <a:pt x="450987" y="340059"/>
                  </a:cubicBezTo>
                  <a:cubicBezTo>
                    <a:pt x="452606" y="336328"/>
                    <a:pt x="454225" y="333344"/>
                    <a:pt x="456249" y="329613"/>
                  </a:cubicBezTo>
                  <a:cubicBezTo>
                    <a:pt x="458677" y="325882"/>
                    <a:pt x="460701" y="321405"/>
                    <a:pt x="462320" y="316182"/>
                  </a:cubicBezTo>
                  <a:close/>
                  <a:moveTo>
                    <a:pt x="455844" y="282605"/>
                  </a:moveTo>
                  <a:cubicBezTo>
                    <a:pt x="456249" y="282605"/>
                    <a:pt x="456249" y="282605"/>
                    <a:pt x="455844" y="282605"/>
                  </a:cubicBezTo>
                  <a:cubicBezTo>
                    <a:pt x="461510" y="301259"/>
                    <a:pt x="459891" y="310213"/>
                    <a:pt x="456249" y="318421"/>
                  </a:cubicBezTo>
                  <a:cubicBezTo>
                    <a:pt x="454630" y="321405"/>
                    <a:pt x="452606" y="324390"/>
                    <a:pt x="450987" y="327375"/>
                  </a:cubicBezTo>
                  <a:cubicBezTo>
                    <a:pt x="449773" y="328867"/>
                    <a:pt x="448964" y="331105"/>
                    <a:pt x="447749" y="333344"/>
                  </a:cubicBezTo>
                  <a:cubicBezTo>
                    <a:pt x="447345" y="334090"/>
                    <a:pt x="446940" y="335582"/>
                    <a:pt x="446535" y="336328"/>
                  </a:cubicBezTo>
                  <a:cubicBezTo>
                    <a:pt x="443702" y="329613"/>
                    <a:pt x="442893" y="320659"/>
                    <a:pt x="443702" y="312452"/>
                  </a:cubicBezTo>
                  <a:cubicBezTo>
                    <a:pt x="444916" y="307975"/>
                    <a:pt x="446131" y="304244"/>
                    <a:pt x="447749" y="300513"/>
                  </a:cubicBezTo>
                  <a:cubicBezTo>
                    <a:pt x="448559" y="298275"/>
                    <a:pt x="449773" y="296036"/>
                    <a:pt x="450987" y="293798"/>
                  </a:cubicBezTo>
                  <a:cubicBezTo>
                    <a:pt x="452606" y="290067"/>
                    <a:pt x="454225" y="285590"/>
                    <a:pt x="455844" y="281113"/>
                  </a:cubicBezTo>
                  <a:close/>
                  <a:moveTo>
                    <a:pt x="447749" y="248282"/>
                  </a:moveTo>
                  <a:cubicBezTo>
                    <a:pt x="449368" y="252013"/>
                    <a:pt x="450178" y="254998"/>
                    <a:pt x="450987" y="257982"/>
                  </a:cubicBezTo>
                  <a:cubicBezTo>
                    <a:pt x="453011" y="264698"/>
                    <a:pt x="453011" y="273652"/>
                    <a:pt x="450987" y="280367"/>
                  </a:cubicBezTo>
                  <a:cubicBezTo>
                    <a:pt x="450178" y="283352"/>
                    <a:pt x="448964" y="285590"/>
                    <a:pt x="447749" y="287828"/>
                  </a:cubicBezTo>
                  <a:cubicBezTo>
                    <a:pt x="445321" y="293052"/>
                    <a:pt x="442893" y="298275"/>
                    <a:pt x="440869" y="303498"/>
                  </a:cubicBezTo>
                  <a:cubicBezTo>
                    <a:pt x="440464" y="302752"/>
                    <a:pt x="440464" y="302005"/>
                    <a:pt x="440464" y="300513"/>
                  </a:cubicBezTo>
                  <a:cubicBezTo>
                    <a:pt x="438036" y="294544"/>
                    <a:pt x="436822" y="287082"/>
                    <a:pt x="436822" y="280367"/>
                  </a:cubicBezTo>
                  <a:cubicBezTo>
                    <a:pt x="437631" y="275890"/>
                    <a:pt x="438441" y="272159"/>
                    <a:pt x="440060" y="268429"/>
                  </a:cubicBezTo>
                  <a:cubicBezTo>
                    <a:pt x="442893" y="261713"/>
                    <a:pt x="445321" y="254252"/>
                    <a:pt x="446940" y="246790"/>
                  </a:cubicBezTo>
                  <a:close/>
                  <a:moveTo>
                    <a:pt x="438036" y="215452"/>
                  </a:moveTo>
                  <a:lnTo>
                    <a:pt x="440464" y="219929"/>
                  </a:lnTo>
                  <a:cubicBezTo>
                    <a:pt x="444916" y="229629"/>
                    <a:pt x="444916" y="243805"/>
                    <a:pt x="440464" y="253505"/>
                  </a:cubicBezTo>
                  <a:cubicBezTo>
                    <a:pt x="438036" y="258729"/>
                    <a:pt x="435608" y="264698"/>
                    <a:pt x="433989" y="271413"/>
                  </a:cubicBezTo>
                  <a:cubicBezTo>
                    <a:pt x="432774" y="268429"/>
                    <a:pt x="431965" y="266190"/>
                    <a:pt x="431155" y="263952"/>
                  </a:cubicBezTo>
                  <a:cubicBezTo>
                    <a:pt x="429537" y="259475"/>
                    <a:pt x="428727" y="254998"/>
                    <a:pt x="428727" y="249775"/>
                  </a:cubicBezTo>
                  <a:cubicBezTo>
                    <a:pt x="429132" y="246044"/>
                    <a:pt x="429941" y="242313"/>
                    <a:pt x="431155" y="238582"/>
                  </a:cubicBezTo>
                  <a:cubicBezTo>
                    <a:pt x="433584" y="231121"/>
                    <a:pt x="436012" y="222913"/>
                    <a:pt x="437631" y="214705"/>
                  </a:cubicBezTo>
                  <a:close/>
                  <a:moveTo>
                    <a:pt x="426703" y="184113"/>
                  </a:moveTo>
                  <a:cubicBezTo>
                    <a:pt x="428322" y="187098"/>
                    <a:pt x="429941" y="190829"/>
                    <a:pt x="431155" y="193067"/>
                  </a:cubicBezTo>
                  <a:cubicBezTo>
                    <a:pt x="434393" y="201275"/>
                    <a:pt x="434393" y="212467"/>
                    <a:pt x="431155" y="220675"/>
                  </a:cubicBezTo>
                  <a:cubicBezTo>
                    <a:pt x="428727" y="226644"/>
                    <a:pt x="426703" y="233359"/>
                    <a:pt x="425489" y="240821"/>
                  </a:cubicBezTo>
                  <a:cubicBezTo>
                    <a:pt x="423466" y="237090"/>
                    <a:pt x="421847" y="232613"/>
                    <a:pt x="420632" y="228136"/>
                  </a:cubicBezTo>
                  <a:cubicBezTo>
                    <a:pt x="419823" y="225152"/>
                    <a:pt x="419418" y="222167"/>
                    <a:pt x="419418" y="219182"/>
                  </a:cubicBezTo>
                  <a:lnTo>
                    <a:pt x="420632" y="210229"/>
                  </a:lnTo>
                  <a:cubicBezTo>
                    <a:pt x="423061" y="201275"/>
                    <a:pt x="425085" y="192321"/>
                    <a:pt x="426299" y="183367"/>
                  </a:cubicBezTo>
                  <a:close/>
                  <a:moveTo>
                    <a:pt x="413347" y="154267"/>
                  </a:moveTo>
                  <a:lnTo>
                    <a:pt x="413752" y="155013"/>
                  </a:lnTo>
                  <a:cubicBezTo>
                    <a:pt x="416180" y="158744"/>
                    <a:pt x="418609" y="163221"/>
                    <a:pt x="420228" y="168444"/>
                  </a:cubicBezTo>
                  <a:cubicBezTo>
                    <a:pt x="422251" y="175159"/>
                    <a:pt x="422251" y="182621"/>
                    <a:pt x="420228" y="189336"/>
                  </a:cubicBezTo>
                  <a:cubicBezTo>
                    <a:pt x="417799" y="196052"/>
                    <a:pt x="416180" y="203513"/>
                    <a:pt x="414966" y="211721"/>
                  </a:cubicBezTo>
                  <a:cubicBezTo>
                    <a:pt x="411728" y="207244"/>
                    <a:pt x="409705" y="202021"/>
                    <a:pt x="408086" y="195305"/>
                  </a:cubicBezTo>
                  <a:cubicBezTo>
                    <a:pt x="407681" y="194559"/>
                    <a:pt x="407681" y="193067"/>
                    <a:pt x="407681" y="192321"/>
                  </a:cubicBezTo>
                  <a:cubicBezTo>
                    <a:pt x="407681" y="191575"/>
                    <a:pt x="408086" y="188590"/>
                    <a:pt x="408086" y="186352"/>
                  </a:cubicBezTo>
                  <a:cubicBezTo>
                    <a:pt x="409300" y="173667"/>
                    <a:pt x="412538" y="163967"/>
                    <a:pt x="413347" y="154267"/>
                  </a:cubicBezTo>
                  <a:close/>
                  <a:moveTo>
                    <a:pt x="397158" y="145313"/>
                  </a:moveTo>
                  <a:cubicBezTo>
                    <a:pt x="397967" y="139344"/>
                    <a:pt x="398777" y="133375"/>
                    <a:pt x="398777" y="127406"/>
                  </a:cubicBezTo>
                  <a:lnTo>
                    <a:pt x="399182" y="128152"/>
                  </a:lnTo>
                  <a:lnTo>
                    <a:pt x="399182" y="127406"/>
                  </a:lnTo>
                  <a:cubicBezTo>
                    <a:pt x="403229" y="131882"/>
                    <a:pt x="406467" y="137852"/>
                    <a:pt x="408086" y="146059"/>
                  </a:cubicBezTo>
                  <a:cubicBezTo>
                    <a:pt x="408491" y="149790"/>
                    <a:pt x="408491" y="154267"/>
                    <a:pt x="408086" y="157998"/>
                  </a:cubicBezTo>
                  <a:cubicBezTo>
                    <a:pt x="406872" y="166206"/>
                    <a:pt x="403634" y="175159"/>
                    <a:pt x="403229" y="184113"/>
                  </a:cubicBezTo>
                  <a:cubicBezTo>
                    <a:pt x="400801" y="181129"/>
                    <a:pt x="398777" y="177398"/>
                    <a:pt x="397158" y="172921"/>
                  </a:cubicBezTo>
                  <a:cubicBezTo>
                    <a:pt x="396349" y="170682"/>
                    <a:pt x="395944" y="168444"/>
                    <a:pt x="395539" y="165459"/>
                  </a:cubicBezTo>
                  <a:cubicBezTo>
                    <a:pt x="395539" y="157998"/>
                    <a:pt x="395944" y="151282"/>
                    <a:pt x="397158" y="145313"/>
                  </a:cubicBezTo>
                  <a:close/>
                  <a:moveTo>
                    <a:pt x="383397" y="102783"/>
                  </a:moveTo>
                  <a:lnTo>
                    <a:pt x="383802" y="103529"/>
                  </a:lnTo>
                  <a:lnTo>
                    <a:pt x="383802" y="102783"/>
                  </a:lnTo>
                  <a:cubicBezTo>
                    <a:pt x="384207" y="103529"/>
                    <a:pt x="384611" y="103529"/>
                    <a:pt x="385421" y="104275"/>
                  </a:cubicBezTo>
                  <a:cubicBezTo>
                    <a:pt x="401610" y="122182"/>
                    <a:pt x="390682" y="140836"/>
                    <a:pt x="390682" y="157998"/>
                  </a:cubicBezTo>
                  <a:cubicBezTo>
                    <a:pt x="388659" y="156506"/>
                    <a:pt x="387040" y="153521"/>
                    <a:pt x="385421" y="151282"/>
                  </a:cubicBezTo>
                  <a:cubicBezTo>
                    <a:pt x="383802" y="148298"/>
                    <a:pt x="382588" y="145313"/>
                    <a:pt x="381778" y="140836"/>
                  </a:cubicBezTo>
                  <a:cubicBezTo>
                    <a:pt x="380969" y="126659"/>
                    <a:pt x="383802" y="114721"/>
                    <a:pt x="383397" y="102783"/>
                  </a:cubicBezTo>
                  <a:close/>
                  <a:moveTo>
                    <a:pt x="367208" y="80398"/>
                  </a:moveTo>
                  <a:lnTo>
                    <a:pt x="367613" y="80398"/>
                  </a:lnTo>
                  <a:lnTo>
                    <a:pt x="370041" y="82636"/>
                  </a:lnTo>
                  <a:cubicBezTo>
                    <a:pt x="372469" y="84875"/>
                    <a:pt x="374898" y="88606"/>
                    <a:pt x="376921" y="92336"/>
                  </a:cubicBezTo>
                  <a:cubicBezTo>
                    <a:pt x="382588" y="105767"/>
                    <a:pt x="376517" y="121436"/>
                    <a:pt x="376921" y="134867"/>
                  </a:cubicBezTo>
                  <a:cubicBezTo>
                    <a:pt x="374493" y="132629"/>
                    <a:pt x="372065" y="129644"/>
                    <a:pt x="370041" y="126659"/>
                  </a:cubicBezTo>
                  <a:cubicBezTo>
                    <a:pt x="368827" y="125167"/>
                    <a:pt x="367613" y="122182"/>
                    <a:pt x="367208" y="119198"/>
                  </a:cubicBezTo>
                  <a:cubicBezTo>
                    <a:pt x="365589" y="105021"/>
                    <a:pt x="368422" y="91590"/>
                    <a:pt x="367208" y="80398"/>
                  </a:cubicBezTo>
                  <a:close/>
                  <a:moveTo>
                    <a:pt x="350209" y="60998"/>
                  </a:moveTo>
                  <a:cubicBezTo>
                    <a:pt x="350614" y="60998"/>
                    <a:pt x="350614" y="60998"/>
                    <a:pt x="350614" y="61744"/>
                  </a:cubicBezTo>
                  <a:cubicBezTo>
                    <a:pt x="351423" y="61744"/>
                    <a:pt x="351828" y="62490"/>
                    <a:pt x="352233" y="62490"/>
                  </a:cubicBezTo>
                  <a:cubicBezTo>
                    <a:pt x="352638" y="63236"/>
                    <a:pt x="352638" y="63236"/>
                    <a:pt x="353447" y="63236"/>
                  </a:cubicBezTo>
                  <a:cubicBezTo>
                    <a:pt x="355471" y="64729"/>
                    <a:pt x="357090" y="66967"/>
                    <a:pt x="358708" y="69952"/>
                  </a:cubicBezTo>
                  <a:cubicBezTo>
                    <a:pt x="359113" y="70698"/>
                    <a:pt x="359518" y="71444"/>
                    <a:pt x="359923" y="71444"/>
                  </a:cubicBezTo>
                  <a:cubicBezTo>
                    <a:pt x="360327" y="72936"/>
                    <a:pt x="361137" y="74429"/>
                    <a:pt x="361542" y="75921"/>
                  </a:cubicBezTo>
                  <a:cubicBezTo>
                    <a:pt x="363970" y="84875"/>
                    <a:pt x="361946" y="95321"/>
                    <a:pt x="361542" y="105021"/>
                  </a:cubicBezTo>
                  <a:lnTo>
                    <a:pt x="361542" y="110990"/>
                  </a:lnTo>
                  <a:cubicBezTo>
                    <a:pt x="361542" y="111736"/>
                    <a:pt x="361542" y="112483"/>
                    <a:pt x="361946" y="113229"/>
                  </a:cubicBezTo>
                  <a:cubicBezTo>
                    <a:pt x="361946" y="113229"/>
                    <a:pt x="361542" y="113229"/>
                    <a:pt x="361542" y="112483"/>
                  </a:cubicBezTo>
                  <a:cubicBezTo>
                    <a:pt x="361137" y="112483"/>
                    <a:pt x="360327" y="111736"/>
                    <a:pt x="359923" y="111736"/>
                  </a:cubicBezTo>
                  <a:cubicBezTo>
                    <a:pt x="359518" y="110990"/>
                    <a:pt x="359113" y="110990"/>
                    <a:pt x="358708" y="110990"/>
                  </a:cubicBezTo>
                  <a:cubicBezTo>
                    <a:pt x="356685" y="109498"/>
                    <a:pt x="355066" y="107259"/>
                    <a:pt x="353447" y="104275"/>
                  </a:cubicBezTo>
                  <a:lnTo>
                    <a:pt x="352233" y="102036"/>
                  </a:lnTo>
                  <a:cubicBezTo>
                    <a:pt x="351828" y="101290"/>
                    <a:pt x="351423" y="99798"/>
                    <a:pt x="351019" y="99052"/>
                  </a:cubicBezTo>
                  <a:cubicBezTo>
                    <a:pt x="350614" y="97559"/>
                    <a:pt x="350614" y="95321"/>
                    <a:pt x="350614" y="93829"/>
                  </a:cubicBezTo>
                  <a:cubicBezTo>
                    <a:pt x="349400" y="82636"/>
                    <a:pt x="351019" y="70698"/>
                    <a:pt x="349400" y="60998"/>
                  </a:cubicBezTo>
                  <a:close/>
                  <a:moveTo>
                    <a:pt x="331996" y="44583"/>
                  </a:moveTo>
                  <a:lnTo>
                    <a:pt x="335639" y="46821"/>
                  </a:lnTo>
                  <a:cubicBezTo>
                    <a:pt x="336044" y="46821"/>
                    <a:pt x="336044" y="47567"/>
                    <a:pt x="336448" y="47567"/>
                  </a:cubicBezTo>
                  <a:cubicBezTo>
                    <a:pt x="336853" y="47567"/>
                    <a:pt x="337258" y="48313"/>
                    <a:pt x="338067" y="48313"/>
                  </a:cubicBezTo>
                  <a:cubicBezTo>
                    <a:pt x="338877" y="48313"/>
                    <a:pt x="339281" y="49806"/>
                    <a:pt x="339686" y="50552"/>
                  </a:cubicBezTo>
                  <a:cubicBezTo>
                    <a:pt x="341305" y="52790"/>
                    <a:pt x="342519" y="55029"/>
                    <a:pt x="343733" y="57267"/>
                  </a:cubicBezTo>
                  <a:cubicBezTo>
                    <a:pt x="344138" y="59506"/>
                    <a:pt x="344543" y="60998"/>
                    <a:pt x="344948" y="63236"/>
                  </a:cubicBezTo>
                  <a:cubicBezTo>
                    <a:pt x="346567" y="73683"/>
                    <a:pt x="344543" y="85621"/>
                    <a:pt x="345757" y="94575"/>
                  </a:cubicBezTo>
                  <a:cubicBezTo>
                    <a:pt x="345352" y="94575"/>
                    <a:pt x="345352" y="93829"/>
                    <a:pt x="344948" y="93829"/>
                  </a:cubicBezTo>
                  <a:cubicBezTo>
                    <a:pt x="344543" y="93829"/>
                    <a:pt x="344138" y="93083"/>
                    <a:pt x="343733" y="93083"/>
                  </a:cubicBezTo>
                  <a:cubicBezTo>
                    <a:pt x="342519" y="92336"/>
                    <a:pt x="340900" y="91590"/>
                    <a:pt x="339686" y="90098"/>
                  </a:cubicBezTo>
                  <a:cubicBezTo>
                    <a:pt x="338877" y="89352"/>
                    <a:pt x="338067" y="87859"/>
                    <a:pt x="337662" y="87113"/>
                  </a:cubicBezTo>
                  <a:cubicBezTo>
                    <a:pt x="337258" y="86367"/>
                    <a:pt x="336853" y="85621"/>
                    <a:pt x="336044" y="84875"/>
                  </a:cubicBezTo>
                  <a:cubicBezTo>
                    <a:pt x="335639" y="84129"/>
                    <a:pt x="335234" y="83383"/>
                    <a:pt x="335234" y="82636"/>
                  </a:cubicBezTo>
                  <a:cubicBezTo>
                    <a:pt x="334829" y="81890"/>
                    <a:pt x="334829" y="81890"/>
                    <a:pt x="334829" y="81144"/>
                  </a:cubicBezTo>
                  <a:cubicBezTo>
                    <a:pt x="331996" y="68459"/>
                    <a:pt x="333210" y="55029"/>
                    <a:pt x="331187" y="43836"/>
                  </a:cubicBezTo>
                  <a:close/>
                  <a:moveTo>
                    <a:pt x="312569" y="31152"/>
                  </a:moveTo>
                  <a:lnTo>
                    <a:pt x="313783" y="31152"/>
                  </a:lnTo>
                  <a:cubicBezTo>
                    <a:pt x="314188" y="31898"/>
                    <a:pt x="314593" y="31898"/>
                    <a:pt x="315402" y="31898"/>
                  </a:cubicBezTo>
                  <a:cubicBezTo>
                    <a:pt x="316616" y="31898"/>
                    <a:pt x="317426" y="32644"/>
                    <a:pt x="318640" y="33390"/>
                  </a:cubicBezTo>
                  <a:lnTo>
                    <a:pt x="321068" y="35629"/>
                  </a:lnTo>
                  <a:cubicBezTo>
                    <a:pt x="321473" y="35629"/>
                    <a:pt x="321473" y="35629"/>
                    <a:pt x="321473" y="36375"/>
                  </a:cubicBezTo>
                  <a:cubicBezTo>
                    <a:pt x="321878" y="37121"/>
                    <a:pt x="321878" y="37121"/>
                    <a:pt x="322283" y="37121"/>
                  </a:cubicBezTo>
                  <a:cubicBezTo>
                    <a:pt x="322687" y="37121"/>
                    <a:pt x="323497" y="38613"/>
                    <a:pt x="323902" y="40106"/>
                  </a:cubicBezTo>
                  <a:cubicBezTo>
                    <a:pt x="325925" y="43836"/>
                    <a:pt x="326735" y="49059"/>
                    <a:pt x="327139" y="54283"/>
                  </a:cubicBezTo>
                  <a:cubicBezTo>
                    <a:pt x="327139" y="62490"/>
                    <a:pt x="327544" y="70698"/>
                    <a:pt x="328758" y="78906"/>
                  </a:cubicBezTo>
                  <a:cubicBezTo>
                    <a:pt x="328354" y="78906"/>
                    <a:pt x="327544" y="78906"/>
                    <a:pt x="327139" y="78159"/>
                  </a:cubicBezTo>
                  <a:cubicBezTo>
                    <a:pt x="325925" y="78159"/>
                    <a:pt x="324711" y="77413"/>
                    <a:pt x="323497" y="75921"/>
                  </a:cubicBezTo>
                  <a:cubicBezTo>
                    <a:pt x="322687" y="75921"/>
                    <a:pt x="322283" y="75175"/>
                    <a:pt x="321878" y="75175"/>
                  </a:cubicBezTo>
                  <a:cubicBezTo>
                    <a:pt x="321473" y="75175"/>
                    <a:pt x="321473" y="74429"/>
                    <a:pt x="321068" y="74429"/>
                  </a:cubicBezTo>
                  <a:lnTo>
                    <a:pt x="320664" y="73683"/>
                  </a:lnTo>
                  <a:cubicBezTo>
                    <a:pt x="319854" y="72936"/>
                    <a:pt x="318640" y="71444"/>
                    <a:pt x="317831" y="69952"/>
                  </a:cubicBezTo>
                  <a:cubicBezTo>
                    <a:pt x="317426" y="69206"/>
                    <a:pt x="317426" y="68459"/>
                    <a:pt x="317021" y="67713"/>
                  </a:cubicBezTo>
                  <a:cubicBezTo>
                    <a:pt x="315807" y="63236"/>
                    <a:pt x="314997" y="58759"/>
                    <a:pt x="314593" y="54283"/>
                  </a:cubicBezTo>
                  <a:cubicBezTo>
                    <a:pt x="314188" y="49059"/>
                    <a:pt x="313783" y="43836"/>
                    <a:pt x="312974" y="39360"/>
                  </a:cubicBezTo>
                  <a:cubicBezTo>
                    <a:pt x="312569" y="36375"/>
                    <a:pt x="312164" y="33390"/>
                    <a:pt x="311355" y="30406"/>
                  </a:cubicBezTo>
                  <a:close/>
                  <a:moveTo>
                    <a:pt x="293142" y="20706"/>
                  </a:moveTo>
                  <a:lnTo>
                    <a:pt x="294761" y="20706"/>
                  </a:lnTo>
                  <a:cubicBezTo>
                    <a:pt x="295975" y="20706"/>
                    <a:pt x="296785" y="21452"/>
                    <a:pt x="297999" y="21452"/>
                  </a:cubicBezTo>
                  <a:cubicBezTo>
                    <a:pt x="298808" y="21452"/>
                    <a:pt x="299213" y="22198"/>
                    <a:pt x="300022" y="22198"/>
                  </a:cubicBezTo>
                  <a:cubicBezTo>
                    <a:pt x="300427" y="22198"/>
                    <a:pt x="300832" y="22198"/>
                    <a:pt x="301237" y="22944"/>
                  </a:cubicBezTo>
                  <a:cubicBezTo>
                    <a:pt x="302046" y="23690"/>
                    <a:pt x="302451" y="23690"/>
                    <a:pt x="303260" y="24436"/>
                  </a:cubicBezTo>
                  <a:cubicBezTo>
                    <a:pt x="305284" y="26675"/>
                    <a:pt x="306903" y="29660"/>
                    <a:pt x="308117" y="33390"/>
                  </a:cubicBezTo>
                  <a:cubicBezTo>
                    <a:pt x="308522" y="34883"/>
                    <a:pt x="308927" y="36375"/>
                    <a:pt x="309331" y="38613"/>
                  </a:cubicBezTo>
                  <a:cubicBezTo>
                    <a:pt x="310141" y="46821"/>
                    <a:pt x="309736" y="58013"/>
                    <a:pt x="311760" y="65475"/>
                  </a:cubicBezTo>
                  <a:cubicBezTo>
                    <a:pt x="310545" y="65475"/>
                    <a:pt x="309736" y="65475"/>
                    <a:pt x="308927" y="64729"/>
                  </a:cubicBezTo>
                  <a:cubicBezTo>
                    <a:pt x="308117" y="63983"/>
                    <a:pt x="308117" y="63983"/>
                    <a:pt x="307712" y="63983"/>
                  </a:cubicBezTo>
                  <a:cubicBezTo>
                    <a:pt x="306093" y="63236"/>
                    <a:pt x="304474" y="62490"/>
                    <a:pt x="302856" y="60998"/>
                  </a:cubicBezTo>
                  <a:cubicBezTo>
                    <a:pt x="302046" y="60252"/>
                    <a:pt x="301237" y="59506"/>
                    <a:pt x="300832" y="58013"/>
                  </a:cubicBezTo>
                  <a:cubicBezTo>
                    <a:pt x="300832" y="58013"/>
                    <a:pt x="300022" y="58013"/>
                    <a:pt x="299618" y="56521"/>
                  </a:cubicBezTo>
                  <a:lnTo>
                    <a:pt x="299213" y="56521"/>
                  </a:lnTo>
                  <a:cubicBezTo>
                    <a:pt x="298808" y="54283"/>
                    <a:pt x="297999" y="52044"/>
                    <a:pt x="297594" y="49806"/>
                  </a:cubicBezTo>
                  <a:cubicBezTo>
                    <a:pt x="295975" y="43090"/>
                    <a:pt x="295570" y="36375"/>
                    <a:pt x="294356" y="29660"/>
                  </a:cubicBezTo>
                  <a:cubicBezTo>
                    <a:pt x="293951" y="27421"/>
                    <a:pt x="293547" y="25183"/>
                    <a:pt x="292737" y="22944"/>
                  </a:cubicBezTo>
                  <a:cubicBezTo>
                    <a:pt x="292737" y="22198"/>
                    <a:pt x="292333" y="21452"/>
                    <a:pt x="291928" y="20706"/>
                  </a:cubicBezTo>
                  <a:close/>
                  <a:moveTo>
                    <a:pt x="272905" y="13244"/>
                  </a:moveTo>
                  <a:lnTo>
                    <a:pt x="273715" y="13244"/>
                  </a:lnTo>
                  <a:cubicBezTo>
                    <a:pt x="276143" y="13244"/>
                    <a:pt x="278167" y="13990"/>
                    <a:pt x="280595" y="14736"/>
                  </a:cubicBezTo>
                  <a:cubicBezTo>
                    <a:pt x="281000" y="14736"/>
                    <a:pt x="281405" y="14736"/>
                    <a:pt x="282214" y="15483"/>
                  </a:cubicBezTo>
                  <a:cubicBezTo>
                    <a:pt x="283024" y="16229"/>
                    <a:pt x="284238" y="16975"/>
                    <a:pt x="285047" y="18467"/>
                  </a:cubicBezTo>
                  <a:cubicBezTo>
                    <a:pt x="285857" y="19213"/>
                    <a:pt x="286666" y="19960"/>
                    <a:pt x="287071" y="21452"/>
                  </a:cubicBezTo>
                  <a:lnTo>
                    <a:pt x="287880" y="22944"/>
                  </a:lnTo>
                  <a:cubicBezTo>
                    <a:pt x="288690" y="25183"/>
                    <a:pt x="289499" y="27421"/>
                    <a:pt x="289904" y="30406"/>
                  </a:cubicBezTo>
                  <a:cubicBezTo>
                    <a:pt x="290309" y="31898"/>
                    <a:pt x="290714" y="34136"/>
                    <a:pt x="291118" y="36375"/>
                  </a:cubicBezTo>
                  <a:cubicBezTo>
                    <a:pt x="291523" y="42344"/>
                    <a:pt x="292333" y="48313"/>
                    <a:pt x="293547" y="53536"/>
                  </a:cubicBezTo>
                  <a:cubicBezTo>
                    <a:pt x="293951" y="54283"/>
                    <a:pt x="293951" y="55029"/>
                    <a:pt x="293951" y="55775"/>
                  </a:cubicBezTo>
                  <a:lnTo>
                    <a:pt x="291118" y="55775"/>
                  </a:lnTo>
                  <a:cubicBezTo>
                    <a:pt x="290714" y="55029"/>
                    <a:pt x="290714" y="55029"/>
                    <a:pt x="289904" y="55029"/>
                  </a:cubicBezTo>
                  <a:cubicBezTo>
                    <a:pt x="289095" y="55029"/>
                    <a:pt x="288285" y="54283"/>
                    <a:pt x="287880" y="54283"/>
                  </a:cubicBezTo>
                  <a:cubicBezTo>
                    <a:pt x="287476" y="54283"/>
                    <a:pt x="287071" y="53536"/>
                    <a:pt x="286666" y="53536"/>
                  </a:cubicBezTo>
                  <a:cubicBezTo>
                    <a:pt x="286262" y="53536"/>
                    <a:pt x="285047" y="52790"/>
                    <a:pt x="284643" y="52790"/>
                  </a:cubicBezTo>
                  <a:cubicBezTo>
                    <a:pt x="284238" y="52790"/>
                    <a:pt x="283024" y="50552"/>
                    <a:pt x="281809" y="49806"/>
                  </a:cubicBezTo>
                  <a:lnTo>
                    <a:pt x="281000" y="48313"/>
                  </a:lnTo>
                  <a:cubicBezTo>
                    <a:pt x="281000" y="47567"/>
                    <a:pt x="280595" y="47567"/>
                    <a:pt x="280595" y="46821"/>
                  </a:cubicBezTo>
                  <a:cubicBezTo>
                    <a:pt x="278167" y="37867"/>
                    <a:pt x="275738" y="28167"/>
                    <a:pt x="273715" y="18467"/>
                  </a:cubicBezTo>
                  <a:cubicBezTo>
                    <a:pt x="273310" y="16975"/>
                    <a:pt x="272905" y="15483"/>
                    <a:pt x="272096" y="13990"/>
                  </a:cubicBezTo>
                  <a:close/>
                  <a:moveTo>
                    <a:pt x="252669" y="9513"/>
                  </a:moveTo>
                  <a:cubicBezTo>
                    <a:pt x="253074" y="9513"/>
                    <a:pt x="253478" y="9513"/>
                    <a:pt x="254288" y="8767"/>
                  </a:cubicBezTo>
                  <a:lnTo>
                    <a:pt x="257121" y="8767"/>
                  </a:lnTo>
                  <a:cubicBezTo>
                    <a:pt x="257930" y="8767"/>
                    <a:pt x="258740" y="8767"/>
                    <a:pt x="259549" y="9513"/>
                  </a:cubicBezTo>
                  <a:cubicBezTo>
                    <a:pt x="259954" y="9513"/>
                    <a:pt x="260763" y="9513"/>
                    <a:pt x="261168" y="10260"/>
                  </a:cubicBezTo>
                  <a:cubicBezTo>
                    <a:pt x="263192" y="11006"/>
                    <a:pt x="265215" y="12498"/>
                    <a:pt x="266834" y="15483"/>
                  </a:cubicBezTo>
                  <a:cubicBezTo>
                    <a:pt x="268858" y="18467"/>
                    <a:pt x="270072" y="22944"/>
                    <a:pt x="270882" y="27421"/>
                  </a:cubicBezTo>
                  <a:cubicBezTo>
                    <a:pt x="272096" y="32644"/>
                    <a:pt x="272501" y="38613"/>
                    <a:pt x="273715" y="43836"/>
                  </a:cubicBezTo>
                  <a:cubicBezTo>
                    <a:pt x="274120" y="45329"/>
                    <a:pt x="274524" y="46821"/>
                    <a:pt x="275334" y="48313"/>
                  </a:cubicBezTo>
                  <a:cubicBezTo>
                    <a:pt x="274929" y="49059"/>
                    <a:pt x="274524" y="49059"/>
                    <a:pt x="273715" y="49059"/>
                  </a:cubicBezTo>
                  <a:cubicBezTo>
                    <a:pt x="272905" y="49059"/>
                    <a:pt x="271691" y="49059"/>
                    <a:pt x="270882" y="48313"/>
                  </a:cubicBezTo>
                  <a:cubicBezTo>
                    <a:pt x="269668" y="48313"/>
                    <a:pt x="268453" y="48313"/>
                    <a:pt x="267239" y="47567"/>
                  </a:cubicBezTo>
                  <a:cubicBezTo>
                    <a:pt x="265620" y="46821"/>
                    <a:pt x="264001" y="45329"/>
                    <a:pt x="262787" y="43090"/>
                  </a:cubicBezTo>
                  <a:cubicBezTo>
                    <a:pt x="262382" y="42344"/>
                    <a:pt x="261978" y="40852"/>
                    <a:pt x="261573" y="40106"/>
                  </a:cubicBezTo>
                  <a:cubicBezTo>
                    <a:pt x="260763" y="38613"/>
                    <a:pt x="260359" y="37121"/>
                    <a:pt x="259954" y="35629"/>
                  </a:cubicBezTo>
                  <a:cubicBezTo>
                    <a:pt x="259144" y="32644"/>
                    <a:pt x="258335" y="28913"/>
                    <a:pt x="257526" y="26675"/>
                  </a:cubicBezTo>
                  <a:cubicBezTo>
                    <a:pt x="256716" y="22944"/>
                    <a:pt x="255907" y="19960"/>
                    <a:pt x="254692" y="16229"/>
                  </a:cubicBezTo>
                  <a:cubicBezTo>
                    <a:pt x="253883" y="13990"/>
                    <a:pt x="253074" y="11752"/>
                    <a:pt x="252669" y="9513"/>
                  </a:cubicBezTo>
                  <a:close/>
                  <a:moveTo>
                    <a:pt x="232432" y="8767"/>
                  </a:moveTo>
                  <a:cubicBezTo>
                    <a:pt x="233242" y="8021"/>
                    <a:pt x="234051" y="8021"/>
                    <a:pt x="234861" y="8021"/>
                  </a:cubicBezTo>
                  <a:lnTo>
                    <a:pt x="235670" y="8021"/>
                  </a:lnTo>
                  <a:cubicBezTo>
                    <a:pt x="237694" y="7275"/>
                    <a:pt x="239717" y="7275"/>
                    <a:pt x="241741" y="8021"/>
                  </a:cubicBezTo>
                  <a:cubicBezTo>
                    <a:pt x="244169" y="8767"/>
                    <a:pt x="246193" y="11006"/>
                    <a:pt x="247812" y="13990"/>
                  </a:cubicBezTo>
                  <a:cubicBezTo>
                    <a:pt x="248621" y="15483"/>
                    <a:pt x="249431" y="16975"/>
                    <a:pt x="249836" y="18467"/>
                  </a:cubicBezTo>
                  <a:cubicBezTo>
                    <a:pt x="251455" y="24436"/>
                    <a:pt x="252669" y="31152"/>
                    <a:pt x="254288" y="37121"/>
                  </a:cubicBezTo>
                  <a:lnTo>
                    <a:pt x="256716" y="43836"/>
                  </a:lnTo>
                  <a:cubicBezTo>
                    <a:pt x="255907" y="44583"/>
                    <a:pt x="255097" y="44583"/>
                    <a:pt x="254288" y="44583"/>
                  </a:cubicBezTo>
                  <a:lnTo>
                    <a:pt x="249836" y="44583"/>
                  </a:lnTo>
                  <a:cubicBezTo>
                    <a:pt x="249026" y="44583"/>
                    <a:pt x="248621" y="44583"/>
                    <a:pt x="247812" y="43836"/>
                  </a:cubicBezTo>
                  <a:cubicBezTo>
                    <a:pt x="246193" y="43836"/>
                    <a:pt x="244979" y="42344"/>
                    <a:pt x="243765" y="40852"/>
                  </a:cubicBezTo>
                  <a:cubicBezTo>
                    <a:pt x="242955" y="39360"/>
                    <a:pt x="242146" y="37867"/>
                    <a:pt x="241741" y="36375"/>
                  </a:cubicBezTo>
                  <a:cubicBezTo>
                    <a:pt x="239313" y="30406"/>
                    <a:pt x="237289" y="24436"/>
                    <a:pt x="235670" y="17721"/>
                  </a:cubicBezTo>
                  <a:cubicBezTo>
                    <a:pt x="235265" y="16975"/>
                    <a:pt x="234861" y="16229"/>
                    <a:pt x="234861" y="15483"/>
                  </a:cubicBezTo>
                  <a:cubicBezTo>
                    <a:pt x="234051" y="13244"/>
                    <a:pt x="232837" y="11006"/>
                    <a:pt x="232027" y="8767"/>
                  </a:cubicBezTo>
                  <a:close/>
                  <a:moveTo>
                    <a:pt x="212196" y="11752"/>
                  </a:moveTo>
                  <a:cubicBezTo>
                    <a:pt x="213410" y="11006"/>
                    <a:pt x="214219" y="10260"/>
                    <a:pt x="215433" y="10260"/>
                  </a:cubicBezTo>
                  <a:cubicBezTo>
                    <a:pt x="215838" y="9513"/>
                    <a:pt x="216648" y="9513"/>
                    <a:pt x="217052" y="9513"/>
                  </a:cubicBezTo>
                  <a:cubicBezTo>
                    <a:pt x="217862" y="8767"/>
                    <a:pt x="218671" y="8767"/>
                    <a:pt x="219886" y="8767"/>
                  </a:cubicBezTo>
                  <a:cubicBezTo>
                    <a:pt x="220695" y="8767"/>
                    <a:pt x="221504" y="8767"/>
                    <a:pt x="222314" y="9513"/>
                  </a:cubicBezTo>
                  <a:cubicBezTo>
                    <a:pt x="223123" y="9513"/>
                    <a:pt x="223933" y="10260"/>
                    <a:pt x="225147" y="10260"/>
                  </a:cubicBezTo>
                  <a:lnTo>
                    <a:pt x="227575" y="12498"/>
                  </a:lnTo>
                  <a:cubicBezTo>
                    <a:pt x="228385" y="13244"/>
                    <a:pt x="228790" y="13990"/>
                    <a:pt x="229194" y="15483"/>
                  </a:cubicBezTo>
                  <a:cubicBezTo>
                    <a:pt x="231623" y="21452"/>
                    <a:pt x="233646" y="27421"/>
                    <a:pt x="235265" y="34136"/>
                  </a:cubicBezTo>
                  <a:cubicBezTo>
                    <a:pt x="235670" y="34883"/>
                    <a:pt x="235670" y="35629"/>
                    <a:pt x="236075" y="36375"/>
                  </a:cubicBezTo>
                  <a:cubicBezTo>
                    <a:pt x="236884" y="38613"/>
                    <a:pt x="237289" y="40106"/>
                    <a:pt x="238503" y="41598"/>
                  </a:cubicBezTo>
                  <a:cubicBezTo>
                    <a:pt x="237289" y="42344"/>
                    <a:pt x="236480" y="43090"/>
                    <a:pt x="235670" y="43090"/>
                  </a:cubicBezTo>
                  <a:lnTo>
                    <a:pt x="234861" y="43090"/>
                  </a:lnTo>
                  <a:cubicBezTo>
                    <a:pt x="232837" y="43836"/>
                    <a:pt x="230813" y="44583"/>
                    <a:pt x="228790" y="43836"/>
                  </a:cubicBezTo>
                  <a:cubicBezTo>
                    <a:pt x="228385" y="43836"/>
                    <a:pt x="227575" y="43090"/>
                    <a:pt x="227171" y="43090"/>
                  </a:cubicBezTo>
                  <a:cubicBezTo>
                    <a:pt x="226361" y="42344"/>
                    <a:pt x="225957" y="42344"/>
                    <a:pt x="225147" y="41598"/>
                  </a:cubicBezTo>
                  <a:cubicBezTo>
                    <a:pt x="225147" y="41598"/>
                    <a:pt x="224742" y="41598"/>
                    <a:pt x="224742" y="40852"/>
                  </a:cubicBezTo>
                  <a:cubicBezTo>
                    <a:pt x="223933" y="39360"/>
                    <a:pt x="222719" y="37867"/>
                    <a:pt x="221909" y="36375"/>
                  </a:cubicBezTo>
                  <a:cubicBezTo>
                    <a:pt x="221100" y="34883"/>
                    <a:pt x="220290" y="32644"/>
                    <a:pt x="219481" y="31152"/>
                  </a:cubicBezTo>
                  <a:cubicBezTo>
                    <a:pt x="218671" y="29660"/>
                    <a:pt x="217862" y="25929"/>
                    <a:pt x="216648" y="23690"/>
                  </a:cubicBezTo>
                  <a:cubicBezTo>
                    <a:pt x="216243" y="22944"/>
                    <a:pt x="215433" y="20706"/>
                    <a:pt x="215029" y="19960"/>
                  </a:cubicBezTo>
                  <a:cubicBezTo>
                    <a:pt x="214219" y="17721"/>
                    <a:pt x="213005" y="14736"/>
                    <a:pt x="211791" y="13244"/>
                  </a:cubicBezTo>
                  <a:lnTo>
                    <a:pt x="211386" y="12498"/>
                  </a:lnTo>
                  <a:close/>
                  <a:moveTo>
                    <a:pt x="191959" y="16975"/>
                  </a:moveTo>
                  <a:lnTo>
                    <a:pt x="194792" y="15483"/>
                  </a:lnTo>
                  <a:cubicBezTo>
                    <a:pt x="195197" y="15483"/>
                    <a:pt x="195602" y="14736"/>
                    <a:pt x="196411" y="14736"/>
                  </a:cubicBezTo>
                  <a:cubicBezTo>
                    <a:pt x="198030" y="13990"/>
                    <a:pt x="200458" y="13244"/>
                    <a:pt x="202887" y="13990"/>
                  </a:cubicBezTo>
                  <a:cubicBezTo>
                    <a:pt x="203696" y="13990"/>
                    <a:pt x="204506" y="14736"/>
                    <a:pt x="205720" y="14736"/>
                  </a:cubicBezTo>
                  <a:cubicBezTo>
                    <a:pt x="207339" y="16229"/>
                    <a:pt x="208553" y="17721"/>
                    <a:pt x="209767" y="19213"/>
                  </a:cubicBezTo>
                  <a:cubicBezTo>
                    <a:pt x="210981" y="21452"/>
                    <a:pt x="211791" y="22944"/>
                    <a:pt x="212600" y="25929"/>
                  </a:cubicBezTo>
                  <a:cubicBezTo>
                    <a:pt x="213410" y="28913"/>
                    <a:pt x="214219" y="31898"/>
                    <a:pt x="215029" y="35629"/>
                  </a:cubicBezTo>
                  <a:cubicBezTo>
                    <a:pt x="215433" y="37121"/>
                    <a:pt x="216243" y="38613"/>
                    <a:pt x="216648" y="40106"/>
                  </a:cubicBezTo>
                  <a:cubicBezTo>
                    <a:pt x="217457" y="41598"/>
                    <a:pt x="218267" y="43090"/>
                    <a:pt x="219076" y="43836"/>
                  </a:cubicBezTo>
                  <a:cubicBezTo>
                    <a:pt x="218267" y="44583"/>
                    <a:pt x="217862" y="44583"/>
                    <a:pt x="217052" y="44583"/>
                  </a:cubicBezTo>
                  <a:cubicBezTo>
                    <a:pt x="216648" y="45329"/>
                    <a:pt x="215838" y="45329"/>
                    <a:pt x="215433" y="45329"/>
                  </a:cubicBezTo>
                  <a:cubicBezTo>
                    <a:pt x="215029" y="45329"/>
                    <a:pt x="213410" y="46075"/>
                    <a:pt x="212196" y="46075"/>
                  </a:cubicBezTo>
                  <a:lnTo>
                    <a:pt x="209362" y="46075"/>
                  </a:lnTo>
                  <a:lnTo>
                    <a:pt x="205720" y="44583"/>
                  </a:lnTo>
                  <a:cubicBezTo>
                    <a:pt x="205720" y="43836"/>
                    <a:pt x="205315" y="43836"/>
                    <a:pt x="205315" y="43836"/>
                  </a:cubicBezTo>
                  <a:cubicBezTo>
                    <a:pt x="204506" y="42344"/>
                    <a:pt x="203292" y="40852"/>
                    <a:pt x="202482" y="39360"/>
                  </a:cubicBezTo>
                  <a:cubicBezTo>
                    <a:pt x="200458" y="35629"/>
                    <a:pt x="198030" y="30406"/>
                    <a:pt x="196006" y="25929"/>
                  </a:cubicBezTo>
                  <a:lnTo>
                    <a:pt x="194387" y="22944"/>
                  </a:lnTo>
                  <a:cubicBezTo>
                    <a:pt x="193578" y="20706"/>
                    <a:pt x="192364" y="19213"/>
                    <a:pt x="191150" y="17721"/>
                  </a:cubicBezTo>
                  <a:close/>
                  <a:moveTo>
                    <a:pt x="172127" y="26675"/>
                  </a:moveTo>
                  <a:cubicBezTo>
                    <a:pt x="172532" y="25929"/>
                    <a:pt x="172937" y="25929"/>
                    <a:pt x="173341" y="25929"/>
                  </a:cubicBezTo>
                  <a:lnTo>
                    <a:pt x="176984" y="23690"/>
                  </a:lnTo>
                  <a:cubicBezTo>
                    <a:pt x="176984" y="23690"/>
                    <a:pt x="176984" y="22944"/>
                    <a:pt x="177389" y="22944"/>
                  </a:cubicBezTo>
                  <a:cubicBezTo>
                    <a:pt x="177793" y="22944"/>
                    <a:pt x="178198" y="22198"/>
                    <a:pt x="179008" y="22198"/>
                  </a:cubicBezTo>
                  <a:cubicBezTo>
                    <a:pt x="180627" y="21452"/>
                    <a:pt x="182245" y="21452"/>
                    <a:pt x="183864" y="21452"/>
                  </a:cubicBezTo>
                  <a:lnTo>
                    <a:pt x="184674" y="21452"/>
                  </a:lnTo>
                  <a:cubicBezTo>
                    <a:pt x="185079" y="22198"/>
                    <a:pt x="185888" y="22198"/>
                    <a:pt x="186293" y="22198"/>
                  </a:cubicBezTo>
                  <a:cubicBezTo>
                    <a:pt x="186698" y="22198"/>
                    <a:pt x="186698" y="22944"/>
                    <a:pt x="187102" y="22944"/>
                  </a:cubicBezTo>
                  <a:lnTo>
                    <a:pt x="190745" y="27421"/>
                  </a:lnTo>
                  <a:cubicBezTo>
                    <a:pt x="192364" y="30406"/>
                    <a:pt x="193578" y="33390"/>
                    <a:pt x="194792" y="36375"/>
                  </a:cubicBezTo>
                  <a:cubicBezTo>
                    <a:pt x="195197" y="37121"/>
                    <a:pt x="195602" y="38613"/>
                    <a:pt x="196411" y="39360"/>
                  </a:cubicBezTo>
                  <a:cubicBezTo>
                    <a:pt x="197625" y="43090"/>
                    <a:pt x="199244" y="45329"/>
                    <a:pt x="200863" y="48313"/>
                  </a:cubicBezTo>
                  <a:cubicBezTo>
                    <a:pt x="199244" y="49059"/>
                    <a:pt x="197625" y="50552"/>
                    <a:pt x="196411" y="51298"/>
                  </a:cubicBezTo>
                  <a:cubicBezTo>
                    <a:pt x="196006" y="52044"/>
                    <a:pt x="195602" y="52044"/>
                    <a:pt x="194792" y="52044"/>
                  </a:cubicBezTo>
                  <a:cubicBezTo>
                    <a:pt x="193578" y="52790"/>
                    <a:pt x="191959" y="53536"/>
                    <a:pt x="190745" y="52790"/>
                  </a:cubicBezTo>
                  <a:cubicBezTo>
                    <a:pt x="189935" y="52790"/>
                    <a:pt x="188721" y="52044"/>
                    <a:pt x="187912" y="52044"/>
                  </a:cubicBezTo>
                  <a:cubicBezTo>
                    <a:pt x="187507" y="52044"/>
                    <a:pt x="187507" y="52044"/>
                    <a:pt x="187507" y="51298"/>
                  </a:cubicBezTo>
                  <a:cubicBezTo>
                    <a:pt x="187507" y="50552"/>
                    <a:pt x="186293" y="50552"/>
                    <a:pt x="186293" y="49806"/>
                  </a:cubicBezTo>
                  <a:lnTo>
                    <a:pt x="184674" y="48313"/>
                  </a:lnTo>
                  <a:cubicBezTo>
                    <a:pt x="184674" y="47567"/>
                    <a:pt x="184269" y="47567"/>
                    <a:pt x="184269" y="47567"/>
                  </a:cubicBezTo>
                  <a:lnTo>
                    <a:pt x="183864" y="46821"/>
                  </a:lnTo>
                  <a:cubicBezTo>
                    <a:pt x="182245" y="43836"/>
                    <a:pt x="180222" y="40852"/>
                    <a:pt x="179008" y="37867"/>
                  </a:cubicBezTo>
                  <a:cubicBezTo>
                    <a:pt x="177793" y="37121"/>
                    <a:pt x="177793" y="35629"/>
                    <a:pt x="176984" y="34883"/>
                  </a:cubicBezTo>
                  <a:lnTo>
                    <a:pt x="176579" y="34883"/>
                  </a:lnTo>
                  <a:cubicBezTo>
                    <a:pt x="175365" y="32644"/>
                    <a:pt x="174151" y="31152"/>
                    <a:pt x="172937" y="28913"/>
                  </a:cubicBezTo>
                  <a:cubicBezTo>
                    <a:pt x="172532" y="28167"/>
                    <a:pt x="171722" y="27421"/>
                    <a:pt x="171318" y="26675"/>
                  </a:cubicBezTo>
                  <a:close/>
                  <a:moveTo>
                    <a:pt x="152700" y="38613"/>
                  </a:moveTo>
                  <a:cubicBezTo>
                    <a:pt x="153105" y="37867"/>
                    <a:pt x="153510" y="37867"/>
                    <a:pt x="154319" y="37121"/>
                  </a:cubicBezTo>
                  <a:cubicBezTo>
                    <a:pt x="155128" y="36375"/>
                    <a:pt x="154724" y="36375"/>
                    <a:pt x="155128" y="36375"/>
                  </a:cubicBezTo>
                  <a:cubicBezTo>
                    <a:pt x="156343" y="35629"/>
                    <a:pt x="157152" y="34136"/>
                    <a:pt x="158366" y="33390"/>
                  </a:cubicBezTo>
                  <a:cubicBezTo>
                    <a:pt x="159176" y="32644"/>
                    <a:pt x="160390" y="31898"/>
                    <a:pt x="161604" y="31898"/>
                  </a:cubicBezTo>
                  <a:cubicBezTo>
                    <a:pt x="162009" y="31898"/>
                    <a:pt x="162414" y="31152"/>
                    <a:pt x="163223" y="31152"/>
                  </a:cubicBezTo>
                  <a:cubicBezTo>
                    <a:pt x="164437" y="31152"/>
                    <a:pt x="165651" y="31152"/>
                    <a:pt x="166866" y="31898"/>
                  </a:cubicBezTo>
                  <a:cubicBezTo>
                    <a:pt x="167675" y="32644"/>
                    <a:pt x="168485" y="33390"/>
                    <a:pt x="169699" y="34136"/>
                  </a:cubicBezTo>
                  <a:cubicBezTo>
                    <a:pt x="171318" y="35629"/>
                    <a:pt x="172532" y="37867"/>
                    <a:pt x="173746" y="40106"/>
                  </a:cubicBezTo>
                  <a:cubicBezTo>
                    <a:pt x="174960" y="42344"/>
                    <a:pt x="176174" y="45329"/>
                    <a:pt x="177389" y="46821"/>
                  </a:cubicBezTo>
                  <a:cubicBezTo>
                    <a:pt x="177389" y="46821"/>
                    <a:pt x="177389" y="47567"/>
                    <a:pt x="177793" y="47567"/>
                  </a:cubicBezTo>
                  <a:cubicBezTo>
                    <a:pt x="178198" y="49059"/>
                    <a:pt x="178603" y="49806"/>
                    <a:pt x="179412" y="50552"/>
                  </a:cubicBezTo>
                  <a:cubicBezTo>
                    <a:pt x="180627" y="52044"/>
                    <a:pt x="181841" y="54283"/>
                    <a:pt x="183055" y="55775"/>
                  </a:cubicBezTo>
                  <a:lnTo>
                    <a:pt x="179412" y="58759"/>
                  </a:lnTo>
                  <a:cubicBezTo>
                    <a:pt x="179008" y="58759"/>
                    <a:pt x="178198" y="59506"/>
                    <a:pt x="177793" y="59506"/>
                  </a:cubicBezTo>
                  <a:lnTo>
                    <a:pt x="177389" y="59506"/>
                  </a:lnTo>
                  <a:lnTo>
                    <a:pt x="173746" y="60998"/>
                  </a:lnTo>
                  <a:cubicBezTo>
                    <a:pt x="172532" y="60998"/>
                    <a:pt x="170913" y="60998"/>
                    <a:pt x="169699" y="60252"/>
                  </a:cubicBezTo>
                  <a:cubicBezTo>
                    <a:pt x="168889" y="59506"/>
                    <a:pt x="168080" y="58759"/>
                    <a:pt x="166866" y="57267"/>
                  </a:cubicBezTo>
                  <a:cubicBezTo>
                    <a:pt x="165651" y="55775"/>
                    <a:pt x="164033" y="54283"/>
                    <a:pt x="163223" y="52044"/>
                  </a:cubicBezTo>
                  <a:cubicBezTo>
                    <a:pt x="162818" y="51298"/>
                    <a:pt x="162414" y="50552"/>
                    <a:pt x="161604" y="49806"/>
                  </a:cubicBezTo>
                  <a:cubicBezTo>
                    <a:pt x="160795" y="48313"/>
                    <a:pt x="159580" y="46075"/>
                    <a:pt x="158366" y="44583"/>
                  </a:cubicBezTo>
                  <a:cubicBezTo>
                    <a:pt x="157152" y="43090"/>
                    <a:pt x="156343" y="41598"/>
                    <a:pt x="155128" y="39360"/>
                  </a:cubicBezTo>
                  <a:cubicBezTo>
                    <a:pt x="154724" y="38613"/>
                    <a:pt x="154724" y="38613"/>
                    <a:pt x="154319" y="38613"/>
                  </a:cubicBezTo>
                  <a:lnTo>
                    <a:pt x="152700" y="38613"/>
                  </a:lnTo>
                  <a:close/>
                  <a:moveTo>
                    <a:pt x="134082" y="53536"/>
                  </a:moveTo>
                  <a:cubicBezTo>
                    <a:pt x="134487" y="52790"/>
                    <a:pt x="134892" y="52790"/>
                    <a:pt x="135701" y="52044"/>
                  </a:cubicBezTo>
                  <a:cubicBezTo>
                    <a:pt x="135701" y="51298"/>
                    <a:pt x="136511" y="50552"/>
                    <a:pt x="136916" y="50552"/>
                  </a:cubicBezTo>
                  <a:cubicBezTo>
                    <a:pt x="137320" y="50552"/>
                    <a:pt x="137320" y="49806"/>
                    <a:pt x="137725" y="49806"/>
                  </a:cubicBezTo>
                  <a:cubicBezTo>
                    <a:pt x="138130" y="49806"/>
                    <a:pt x="138534" y="49059"/>
                    <a:pt x="138939" y="49059"/>
                  </a:cubicBezTo>
                  <a:cubicBezTo>
                    <a:pt x="139344" y="48313"/>
                    <a:pt x="139749" y="48313"/>
                    <a:pt x="140153" y="48313"/>
                  </a:cubicBezTo>
                  <a:cubicBezTo>
                    <a:pt x="142177" y="46821"/>
                    <a:pt x="144201" y="46075"/>
                    <a:pt x="146224" y="46075"/>
                  </a:cubicBezTo>
                  <a:cubicBezTo>
                    <a:pt x="147843" y="46075"/>
                    <a:pt x="149057" y="46821"/>
                    <a:pt x="150272" y="48313"/>
                  </a:cubicBezTo>
                  <a:lnTo>
                    <a:pt x="151891" y="49806"/>
                  </a:lnTo>
                  <a:cubicBezTo>
                    <a:pt x="152700" y="49806"/>
                    <a:pt x="153510" y="50552"/>
                    <a:pt x="153914" y="52044"/>
                  </a:cubicBezTo>
                  <a:cubicBezTo>
                    <a:pt x="154319" y="52044"/>
                    <a:pt x="154319" y="52790"/>
                    <a:pt x="154724" y="52790"/>
                  </a:cubicBezTo>
                  <a:cubicBezTo>
                    <a:pt x="155938" y="54283"/>
                    <a:pt x="156747" y="56521"/>
                    <a:pt x="157962" y="58759"/>
                  </a:cubicBezTo>
                  <a:cubicBezTo>
                    <a:pt x="159176" y="60252"/>
                    <a:pt x="159985" y="61744"/>
                    <a:pt x="161199" y="63236"/>
                  </a:cubicBezTo>
                  <a:cubicBezTo>
                    <a:pt x="161604" y="63983"/>
                    <a:pt x="162009" y="63983"/>
                    <a:pt x="162818" y="64729"/>
                  </a:cubicBezTo>
                  <a:cubicBezTo>
                    <a:pt x="163628" y="65475"/>
                    <a:pt x="163628" y="65475"/>
                    <a:pt x="164033" y="66221"/>
                  </a:cubicBezTo>
                  <a:cubicBezTo>
                    <a:pt x="163628" y="66967"/>
                    <a:pt x="163223" y="66967"/>
                    <a:pt x="162818" y="66967"/>
                  </a:cubicBezTo>
                  <a:cubicBezTo>
                    <a:pt x="162414" y="67713"/>
                    <a:pt x="162009" y="67713"/>
                    <a:pt x="161199" y="68459"/>
                  </a:cubicBezTo>
                  <a:cubicBezTo>
                    <a:pt x="160390" y="69206"/>
                    <a:pt x="159176" y="70698"/>
                    <a:pt x="157962" y="71444"/>
                  </a:cubicBezTo>
                  <a:cubicBezTo>
                    <a:pt x="157152" y="72190"/>
                    <a:pt x="155938" y="72936"/>
                    <a:pt x="154724" y="72936"/>
                  </a:cubicBezTo>
                  <a:cubicBezTo>
                    <a:pt x="154319" y="73683"/>
                    <a:pt x="154319" y="73683"/>
                    <a:pt x="153914" y="73683"/>
                  </a:cubicBezTo>
                  <a:lnTo>
                    <a:pt x="151891" y="73683"/>
                  </a:lnTo>
                  <a:cubicBezTo>
                    <a:pt x="151891" y="73683"/>
                    <a:pt x="151486" y="73683"/>
                    <a:pt x="151486" y="72936"/>
                  </a:cubicBezTo>
                  <a:cubicBezTo>
                    <a:pt x="151081" y="72936"/>
                    <a:pt x="150676" y="72190"/>
                    <a:pt x="149867" y="72190"/>
                  </a:cubicBezTo>
                  <a:cubicBezTo>
                    <a:pt x="148248" y="70698"/>
                    <a:pt x="147034" y="69952"/>
                    <a:pt x="145820" y="67713"/>
                  </a:cubicBezTo>
                  <a:cubicBezTo>
                    <a:pt x="143796" y="65475"/>
                    <a:pt x="141772" y="63236"/>
                    <a:pt x="139749" y="60252"/>
                  </a:cubicBezTo>
                  <a:cubicBezTo>
                    <a:pt x="139344" y="59506"/>
                    <a:pt x="138939" y="59506"/>
                    <a:pt x="138534" y="59506"/>
                  </a:cubicBezTo>
                  <a:lnTo>
                    <a:pt x="137320" y="57267"/>
                  </a:lnTo>
                  <a:cubicBezTo>
                    <a:pt x="136916" y="56521"/>
                    <a:pt x="137320" y="58013"/>
                    <a:pt x="136916" y="58013"/>
                  </a:cubicBezTo>
                  <a:cubicBezTo>
                    <a:pt x="136511" y="57267"/>
                    <a:pt x="135701" y="57267"/>
                    <a:pt x="135297" y="56521"/>
                  </a:cubicBezTo>
                  <a:cubicBezTo>
                    <a:pt x="134892" y="55775"/>
                    <a:pt x="134082" y="55775"/>
                    <a:pt x="133678" y="55775"/>
                  </a:cubicBezTo>
                  <a:close/>
                  <a:moveTo>
                    <a:pt x="116274" y="72190"/>
                  </a:moveTo>
                  <a:cubicBezTo>
                    <a:pt x="117084" y="71444"/>
                    <a:pt x="117488" y="70698"/>
                    <a:pt x="117893" y="69952"/>
                  </a:cubicBezTo>
                  <a:cubicBezTo>
                    <a:pt x="119107" y="67713"/>
                    <a:pt x="121131" y="65475"/>
                    <a:pt x="122750" y="63983"/>
                  </a:cubicBezTo>
                  <a:cubicBezTo>
                    <a:pt x="123155" y="63236"/>
                    <a:pt x="123559" y="63236"/>
                    <a:pt x="123964" y="63236"/>
                  </a:cubicBezTo>
                  <a:cubicBezTo>
                    <a:pt x="125178" y="62490"/>
                    <a:pt x="126392" y="62490"/>
                    <a:pt x="127607" y="62490"/>
                  </a:cubicBezTo>
                  <a:cubicBezTo>
                    <a:pt x="128011" y="61744"/>
                    <a:pt x="128821" y="61744"/>
                    <a:pt x="129226" y="62490"/>
                  </a:cubicBezTo>
                  <a:cubicBezTo>
                    <a:pt x="130035" y="62490"/>
                    <a:pt x="130440" y="62490"/>
                    <a:pt x="131249" y="63236"/>
                  </a:cubicBezTo>
                  <a:cubicBezTo>
                    <a:pt x="132463" y="63983"/>
                    <a:pt x="134082" y="65475"/>
                    <a:pt x="134892" y="66221"/>
                  </a:cubicBezTo>
                  <a:cubicBezTo>
                    <a:pt x="135297" y="66967"/>
                    <a:pt x="135701" y="67713"/>
                    <a:pt x="136511" y="67713"/>
                  </a:cubicBezTo>
                  <a:lnTo>
                    <a:pt x="137320" y="69206"/>
                  </a:lnTo>
                  <a:cubicBezTo>
                    <a:pt x="137725" y="69952"/>
                    <a:pt x="138130" y="69952"/>
                    <a:pt x="138534" y="70698"/>
                  </a:cubicBezTo>
                  <a:lnTo>
                    <a:pt x="139749" y="72936"/>
                  </a:lnTo>
                  <a:cubicBezTo>
                    <a:pt x="141772" y="75921"/>
                    <a:pt x="143796" y="78159"/>
                    <a:pt x="145820" y="79652"/>
                  </a:cubicBezTo>
                  <a:lnTo>
                    <a:pt x="146224" y="79652"/>
                  </a:lnTo>
                  <a:cubicBezTo>
                    <a:pt x="146629" y="80398"/>
                    <a:pt x="146224" y="80398"/>
                    <a:pt x="146224" y="80398"/>
                  </a:cubicBezTo>
                  <a:cubicBezTo>
                    <a:pt x="144201" y="83383"/>
                    <a:pt x="142177" y="85621"/>
                    <a:pt x="140153" y="87113"/>
                  </a:cubicBezTo>
                  <a:cubicBezTo>
                    <a:pt x="139749" y="87859"/>
                    <a:pt x="139749" y="87859"/>
                    <a:pt x="138939" y="87859"/>
                  </a:cubicBezTo>
                  <a:cubicBezTo>
                    <a:pt x="138130" y="87859"/>
                    <a:pt x="138130" y="88606"/>
                    <a:pt x="137725" y="88606"/>
                  </a:cubicBezTo>
                  <a:cubicBezTo>
                    <a:pt x="137320" y="88606"/>
                    <a:pt x="137320" y="89352"/>
                    <a:pt x="136916" y="89352"/>
                  </a:cubicBezTo>
                  <a:lnTo>
                    <a:pt x="134487" y="89352"/>
                  </a:lnTo>
                  <a:lnTo>
                    <a:pt x="131654" y="87859"/>
                  </a:lnTo>
                  <a:cubicBezTo>
                    <a:pt x="130845" y="87113"/>
                    <a:pt x="130035" y="86367"/>
                    <a:pt x="129630" y="85621"/>
                  </a:cubicBezTo>
                  <a:cubicBezTo>
                    <a:pt x="128821" y="85621"/>
                    <a:pt x="128416" y="84875"/>
                    <a:pt x="128011" y="84875"/>
                  </a:cubicBezTo>
                  <a:lnTo>
                    <a:pt x="124369" y="80398"/>
                  </a:lnTo>
                  <a:cubicBezTo>
                    <a:pt x="123964" y="79652"/>
                    <a:pt x="123964" y="79652"/>
                    <a:pt x="123155" y="79652"/>
                  </a:cubicBezTo>
                  <a:cubicBezTo>
                    <a:pt x="121536" y="77413"/>
                    <a:pt x="119917" y="75921"/>
                    <a:pt x="117893" y="75175"/>
                  </a:cubicBezTo>
                  <a:cubicBezTo>
                    <a:pt x="117488" y="74429"/>
                    <a:pt x="117488" y="74429"/>
                    <a:pt x="116679" y="74429"/>
                  </a:cubicBezTo>
                  <a:lnTo>
                    <a:pt x="116274" y="74429"/>
                  </a:lnTo>
                  <a:close/>
                  <a:moveTo>
                    <a:pt x="99275" y="93083"/>
                  </a:moveTo>
                  <a:cubicBezTo>
                    <a:pt x="100894" y="90098"/>
                    <a:pt x="102513" y="87859"/>
                    <a:pt x="104132" y="85621"/>
                  </a:cubicBezTo>
                  <a:cubicBezTo>
                    <a:pt x="104942" y="84875"/>
                    <a:pt x="105751" y="83383"/>
                    <a:pt x="106561" y="82636"/>
                  </a:cubicBezTo>
                  <a:cubicBezTo>
                    <a:pt x="108584" y="81144"/>
                    <a:pt x="110608" y="80398"/>
                    <a:pt x="112632" y="80398"/>
                  </a:cubicBezTo>
                  <a:cubicBezTo>
                    <a:pt x="113441" y="80398"/>
                    <a:pt x="114251" y="81144"/>
                    <a:pt x="115060" y="81144"/>
                  </a:cubicBezTo>
                  <a:cubicBezTo>
                    <a:pt x="115465" y="81890"/>
                    <a:pt x="115869" y="81890"/>
                    <a:pt x="116679" y="81890"/>
                  </a:cubicBezTo>
                  <a:cubicBezTo>
                    <a:pt x="117084" y="82636"/>
                    <a:pt x="117488" y="82636"/>
                    <a:pt x="117893" y="82636"/>
                  </a:cubicBezTo>
                  <a:cubicBezTo>
                    <a:pt x="119512" y="84129"/>
                    <a:pt x="121536" y="86367"/>
                    <a:pt x="123155" y="88606"/>
                  </a:cubicBezTo>
                  <a:cubicBezTo>
                    <a:pt x="123559" y="89352"/>
                    <a:pt x="123964" y="89352"/>
                    <a:pt x="124369" y="89352"/>
                  </a:cubicBezTo>
                  <a:lnTo>
                    <a:pt x="128011" y="93829"/>
                  </a:lnTo>
                  <a:cubicBezTo>
                    <a:pt x="128416" y="94575"/>
                    <a:pt x="129226" y="94575"/>
                    <a:pt x="129630" y="94575"/>
                  </a:cubicBezTo>
                  <a:lnTo>
                    <a:pt x="130035" y="94575"/>
                  </a:lnTo>
                  <a:cubicBezTo>
                    <a:pt x="130035" y="95321"/>
                    <a:pt x="129630" y="95321"/>
                    <a:pt x="129630" y="95321"/>
                  </a:cubicBezTo>
                  <a:cubicBezTo>
                    <a:pt x="129630" y="95321"/>
                    <a:pt x="128416" y="96813"/>
                    <a:pt x="128011" y="98306"/>
                  </a:cubicBezTo>
                  <a:cubicBezTo>
                    <a:pt x="126392" y="100544"/>
                    <a:pt x="125583" y="101290"/>
                    <a:pt x="124369" y="102783"/>
                  </a:cubicBezTo>
                  <a:cubicBezTo>
                    <a:pt x="123964" y="102783"/>
                    <a:pt x="123559" y="103529"/>
                    <a:pt x="123155" y="103529"/>
                  </a:cubicBezTo>
                  <a:cubicBezTo>
                    <a:pt x="121940" y="104275"/>
                    <a:pt x="120322" y="105021"/>
                    <a:pt x="118703" y="105021"/>
                  </a:cubicBezTo>
                  <a:lnTo>
                    <a:pt x="117893" y="105021"/>
                  </a:lnTo>
                  <a:cubicBezTo>
                    <a:pt x="117488" y="105021"/>
                    <a:pt x="117488" y="104275"/>
                    <a:pt x="116679" y="104275"/>
                  </a:cubicBezTo>
                  <a:cubicBezTo>
                    <a:pt x="115869" y="104275"/>
                    <a:pt x="115869" y="103529"/>
                    <a:pt x="115060" y="103529"/>
                  </a:cubicBezTo>
                  <a:cubicBezTo>
                    <a:pt x="114251" y="102783"/>
                    <a:pt x="113441" y="102783"/>
                    <a:pt x="112632" y="102036"/>
                  </a:cubicBezTo>
                  <a:cubicBezTo>
                    <a:pt x="110608" y="100544"/>
                    <a:pt x="108584" y="98306"/>
                    <a:pt x="106561" y="96813"/>
                  </a:cubicBezTo>
                  <a:lnTo>
                    <a:pt x="104132" y="95321"/>
                  </a:lnTo>
                  <a:cubicBezTo>
                    <a:pt x="102513" y="93829"/>
                    <a:pt x="100894" y="92336"/>
                    <a:pt x="99275" y="92336"/>
                  </a:cubicBezTo>
                  <a:lnTo>
                    <a:pt x="98871" y="92336"/>
                  </a:lnTo>
                  <a:close/>
                  <a:moveTo>
                    <a:pt x="83086" y="116213"/>
                  </a:moveTo>
                  <a:cubicBezTo>
                    <a:pt x="85110" y="110990"/>
                    <a:pt x="87943" y="107259"/>
                    <a:pt x="90776" y="103529"/>
                  </a:cubicBezTo>
                  <a:cubicBezTo>
                    <a:pt x="93204" y="101290"/>
                    <a:pt x="96038" y="100544"/>
                    <a:pt x="98871" y="102783"/>
                  </a:cubicBezTo>
                  <a:cubicBezTo>
                    <a:pt x="100490" y="103529"/>
                    <a:pt x="102109" y="104275"/>
                    <a:pt x="103728" y="105767"/>
                  </a:cubicBezTo>
                  <a:lnTo>
                    <a:pt x="106156" y="108006"/>
                  </a:lnTo>
                  <a:cubicBezTo>
                    <a:pt x="108180" y="110244"/>
                    <a:pt x="110203" y="111736"/>
                    <a:pt x="112227" y="113229"/>
                  </a:cubicBezTo>
                  <a:cubicBezTo>
                    <a:pt x="112632" y="113229"/>
                    <a:pt x="113036" y="113975"/>
                    <a:pt x="113846" y="113975"/>
                  </a:cubicBezTo>
                  <a:cubicBezTo>
                    <a:pt x="113441" y="114721"/>
                    <a:pt x="113036" y="116213"/>
                    <a:pt x="112227" y="116959"/>
                  </a:cubicBezTo>
                  <a:cubicBezTo>
                    <a:pt x="110203" y="119944"/>
                    <a:pt x="108180" y="122929"/>
                    <a:pt x="106156" y="125167"/>
                  </a:cubicBezTo>
                  <a:cubicBezTo>
                    <a:pt x="105346" y="125913"/>
                    <a:pt x="104537" y="126659"/>
                    <a:pt x="103728" y="126659"/>
                  </a:cubicBezTo>
                  <a:cubicBezTo>
                    <a:pt x="103323" y="126659"/>
                    <a:pt x="103323" y="127406"/>
                    <a:pt x="102513" y="127406"/>
                  </a:cubicBezTo>
                  <a:cubicBezTo>
                    <a:pt x="101704" y="127406"/>
                    <a:pt x="100085" y="126659"/>
                    <a:pt x="98871" y="126659"/>
                  </a:cubicBezTo>
                  <a:cubicBezTo>
                    <a:pt x="96038" y="125167"/>
                    <a:pt x="93609" y="123675"/>
                    <a:pt x="90776" y="121436"/>
                  </a:cubicBezTo>
                  <a:cubicBezTo>
                    <a:pt x="88348" y="119944"/>
                    <a:pt x="85515" y="118452"/>
                    <a:pt x="83086" y="117706"/>
                  </a:cubicBezTo>
                  <a:close/>
                  <a:moveTo>
                    <a:pt x="68516" y="143075"/>
                  </a:moveTo>
                  <a:cubicBezTo>
                    <a:pt x="70540" y="135613"/>
                    <a:pt x="74587" y="129644"/>
                    <a:pt x="79039" y="126659"/>
                  </a:cubicBezTo>
                  <a:cubicBezTo>
                    <a:pt x="83086" y="125913"/>
                    <a:pt x="87538" y="127406"/>
                    <a:pt x="91181" y="131136"/>
                  </a:cubicBezTo>
                  <a:cubicBezTo>
                    <a:pt x="93609" y="133375"/>
                    <a:pt x="96442" y="134867"/>
                    <a:pt x="99275" y="135613"/>
                  </a:cubicBezTo>
                  <a:cubicBezTo>
                    <a:pt x="97252" y="140836"/>
                    <a:pt x="94419" y="145313"/>
                    <a:pt x="91181" y="149044"/>
                  </a:cubicBezTo>
                  <a:cubicBezTo>
                    <a:pt x="90371" y="149790"/>
                    <a:pt x="89562" y="149790"/>
                    <a:pt x="88752" y="149790"/>
                  </a:cubicBezTo>
                  <a:cubicBezTo>
                    <a:pt x="85515" y="149790"/>
                    <a:pt x="82277" y="149044"/>
                    <a:pt x="79039" y="146806"/>
                  </a:cubicBezTo>
                  <a:cubicBezTo>
                    <a:pt x="75396" y="144567"/>
                    <a:pt x="71754" y="143821"/>
                    <a:pt x="68111" y="143075"/>
                  </a:cubicBezTo>
                  <a:close/>
                  <a:moveTo>
                    <a:pt x="55160" y="171429"/>
                  </a:moveTo>
                  <a:cubicBezTo>
                    <a:pt x="55564" y="169936"/>
                    <a:pt x="55969" y="169190"/>
                    <a:pt x="56374" y="168444"/>
                  </a:cubicBezTo>
                  <a:cubicBezTo>
                    <a:pt x="60421" y="156506"/>
                    <a:pt x="64064" y="152775"/>
                    <a:pt x="68516" y="152775"/>
                  </a:cubicBezTo>
                  <a:cubicBezTo>
                    <a:pt x="72158" y="153521"/>
                    <a:pt x="75801" y="155013"/>
                    <a:pt x="79444" y="157252"/>
                  </a:cubicBezTo>
                  <a:cubicBezTo>
                    <a:pt x="81467" y="157998"/>
                    <a:pt x="83491" y="158744"/>
                    <a:pt x="85515" y="158744"/>
                  </a:cubicBezTo>
                  <a:cubicBezTo>
                    <a:pt x="83896" y="163967"/>
                    <a:pt x="81872" y="168444"/>
                    <a:pt x="79444" y="172175"/>
                  </a:cubicBezTo>
                  <a:cubicBezTo>
                    <a:pt x="78229" y="173667"/>
                    <a:pt x="77420" y="174413"/>
                    <a:pt x="75801" y="175159"/>
                  </a:cubicBezTo>
                  <a:cubicBezTo>
                    <a:pt x="73373" y="175159"/>
                    <a:pt x="70944" y="175159"/>
                    <a:pt x="68516" y="174413"/>
                  </a:cubicBezTo>
                  <a:cubicBezTo>
                    <a:pt x="64469" y="172921"/>
                    <a:pt x="60421" y="171429"/>
                    <a:pt x="56374" y="171429"/>
                  </a:cubicBezTo>
                  <a:cubicBezTo>
                    <a:pt x="55969" y="171429"/>
                    <a:pt x="55564" y="171429"/>
                    <a:pt x="55160" y="172175"/>
                  </a:cubicBezTo>
                  <a:close/>
                  <a:moveTo>
                    <a:pt x="43018" y="201275"/>
                  </a:moveTo>
                  <a:cubicBezTo>
                    <a:pt x="43827" y="198290"/>
                    <a:pt x="44637" y="196052"/>
                    <a:pt x="45446" y="193067"/>
                  </a:cubicBezTo>
                  <a:cubicBezTo>
                    <a:pt x="47470" y="185606"/>
                    <a:pt x="51922" y="180382"/>
                    <a:pt x="56374" y="180382"/>
                  </a:cubicBezTo>
                  <a:cubicBezTo>
                    <a:pt x="60421" y="181129"/>
                    <a:pt x="64469" y="182621"/>
                    <a:pt x="68516" y="184113"/>
                  </a:cubicBezTo>
                  <a:cubicBezTo>
                    <a:pt x="69730" y="184859"/>
                    <a:pt x="71349" y="184859"/>
                    <a:pt x="72563" y="184859"/>
                  </a:cubicBezTo>
                  <a:cubicBezTo>
                    <a:pt x="71754" y="189336"/>
                    <a:pt x="70135" y="193067"/>
                    <a:pt x="68516" y="196798"/>
                  </a:cubicBezTo>
                  <a:cubicBezTo>
                    <a:pt x="67302" y="199782"/>
                    <a:pt x="66087" y="202021"/>
                    <a:pt x="64064" y="202767"/>
                  </a:cubicBezTo>
                  <a:cubicBezTo>
                    <a:pt x="61635" y="203513"/>
                    <a:pt x="59207" y="204259"/>
                    <a:pt x="56374" y="203513"/>
                  </a:cubicBezTo>
                  <a:cubicBezTo>
                    <a:pt x="52731" y="202767"/>
                    <a:pt x="49089" y="202021"/>
                    <a:pt x="45446" y="202021"/>
                  </a:cubicBezTo>
                  <a:cubicBezTo>
                    <a:pt x="44637" y="202767"/>
                    <a:pt x="43827" y="202767"/>
                    <a:pt x="43018" y="202767"/>
                  </a:cubicBezTo>
                  <a:close/>
                  <a:moveTo>
                    <a:pt x="32899" y="233359"/>
                  </a:moveTo>
                  <a:cubicBezTo>
                    <a:pt x="33709" y="228882"/>
                    <a:pt x="34923" y="224405"/>
                    <a:pt x="36137" y="219929"/>
                  </a:cubicBezTo>
                  <a:cubicBezTo>
                    <a:pt x="38161" y="213959"/>
                    <a:pt x="41804" y="210975"/>
                    <a:pt x="45446" y="210229"/>
                  </a:cubicBezTo>
                  <a:cubicBezTo>
                    <a:pt x="49089" y="210229"/>
                    <a:pt x="52731" y="210975"/>
                    <a:pt x="56374" y="212467"/>
                  </a:cubicBezTo>
                  <a:cubicBezTo>
                    <a:pt x="57993" y="212467"/>
                    <a:pt x="59612" y="212467"/>
                    <a:pt x="60826" y="211721"/>
                  </a:cubicBezTo>
                  <a:cubicBezTo>
                    <a:pt x="60016" y="217690"/>
                    <a:pt x="58398" y="222913"/>
                    <a:pt x="56374" y="227390"/>
                  </a:cubicBezTo>
                  <a:cubicBezTo>
                    <a:pt x="55564" y="228882"/>
                    <a:pt x="54350" y="230375"/>
                    <a:pt x="53136" y="231121"/>
                  </a:cubicBezTo>
                  <a:cubicBezTo>
                    <a:pt x="50708" y="232613"/>
                    <a:pt x="48279" y="233359"/>
                    <a:pt x="45446" y="233359"/>
                  </a:cubicBezTo>
                  <a:cubicBezTo>
                    <a:pt x="42208" y="233359"/>
                    <a:pt x="38970" y="232613"/>
                    <a:pt x="36137" y="233359"/>
                  </a:cubicBezTo>
                  <a:cubicBezTo>
                    <a:pt x="34923" y="234105"/>
                    <a:pt x="33709" y="234105"/>
                    <a:pt x="32495" y="234105"/>
                  </a:cubicBezTo>
                  <a:close/>
                  <a:moveTo>
                    <a:pt x="23591" y="267682"/>
                  </a:moveTo>
                  <a:cubicBezTo>
                    <a:pt x="23995" y="264698"/>
                    <a:pt x="24805" y="260967"/>
                    <a:pt x="25210" y="257982"/>
                  </a:cubicBezTo>
                  <a:cubicBezTo>
                    <a:pt x="26019" y="254998"/>
                    <a:pt x="27233" y="252013"/>
                    <a:pt x="28447" y="249029"/>
                  </a:cubicBezTo>
                  <a:cubicBezTo>
                    <a:pt x="30471" y="245298"/>
                    <a:pt x="32899" y="242313"/>
                    <a:pt x="35733" y="242313"/>
                  </a:cubicBezTo>
                  <a:cubicBezTo>
                    <a:pt x="38970" y="242313"/>
                    <a:pt x="41804" y="242313"/>
                    <a:pt x="45041" y="243059"/>
                  </a:cubicBezTo>
                  <a:cubicBezTo>
                    <a:pt x="47065" y="243059"/>
                    <a:pt x="48684" y="243059"/>
                    <a:pt x="50708" y="242313"/>
                  </a:cubicBezTo>
                  <a:cubicBezTo>
                    <a:pt x="49493" y="249029"/>
                    <a:pt x="47875" y="255744"/>
                    <a:pt x="45041" y="260967"/>
                  </a:cubicBezTo>
                  <a:cubicBezTo>
                    <a:pt x="44637" y="261713"/>
                    <a:pt x="44232" y="261713"/>
                    <a:pt x="43422" y="262459"/>
                  </a:cubicBezTo>
                  <a:cubicBezTo>
                    <a:pt x="40994" y="263952"/>
                    <a:pt x="38161" y="265444"/>
                    <a:pt x="35733" y="265444"/>
                  </a:cubicBezTo>
                  <a:cubicBezTo>
                    <a:pt x="33304" y="266190"/>
                    <a:pt x="30471" y="266190"/>
                    <a:pt x="28043" y="266190"/>
                  </a:cubicBezTo>
                  <a:cubicBezTo>
                    <a:pt x="26828" y="266936"/>
                    <a:pt x="26019" y="266936"/>
                    <a:pt x="24805" y="266936"/>
                  </a:cubicBezTo>
                  <a:cubicBezTo>
                    <a:pt x="24400" y="267682"/>
                    <a:pt x="23591" y="267682"/>
                    <a:pt x="23186" y="267682"/>
                  </a:cubicBezTo>
                  <a:close/>
                  <a:moveTo>
                    <a:pt x="16305" y="302752"/>
                  </a:moveTo>
                  <a:cubicBezTo>
                    <a:pt x="16710" y="296036"/>
                    <a:pt x="17924" y="289321"/>
                    <a:pt x="19948" y="284098"/>
                  </a:cubicBezTo>
                  <a:cubicBezTo>
                    <a:pt x="21162" y="280367"/>
                    <a:pt x="23186" y="278128"/>
                    <a:pt x="25210" y="276636"/>
                  </a:cubicBezTo>
                  <a:cubicBezTo>
                    <a:pt x="26019" y="275890"/>
                    <a:pt x="27233" y="275890"/>
                    <a:pt x="28447" y="275144"/>
                  </a:cubicBezTo>
                  <a:cubicBezTo>
                    <a:pt x="31281" y="274398"/>
                    <a:pt x="33709" y="274398"/>
                    <a:pt x="36137" y="274398"/>
                  </a:cubicBezTo>
                  <a:cubicBezTo>
                    <a:pt x="38161" y="274398"/>
                    <a:pt x="40185" y="273652"/>
                    <a:pt x="42208" y="272159"/>
                  </a:cubicBezTo>
                  <a:cubicBezTo>
                    <a:pt x="41804" y="280367"/>
                    <a:pt x="39780" y="287828"/>
                    <a:pt x="36542" y="293798"/>
                  </a:cubicBezTo>
                  <a:lnTo>
                    <a:pt x="36137" y="294544"/>
                  </a:lnTo>
                  <a:cubicBezTo>
                    <a:pt x="33709" y="296782"/>
                    <a:pt x="31281" y="298275"/>
                    <a:pt x="28447" y="299021"/>
                  </a:cubicBezTo>
                  <a:cubicBezTo>
                    <a:pt x="27233" y="299021"/>
                    <a:pt x="26424" y="299767"/>
                    <a:pt x="25210" y="299767"/>
                  </a:cubicBezTo>
                  <a:lnTo>
                    <a:pt x="19948" y="301259"/>
                  </a:lnTo>
                  <a:cubicBezTo>
                    <a:pt x="18734" y="302005"/>
                    <a:pt x="17520" y="302752"/>
                    <a:pt x="16305" y="304244"/>
                  </a:cubicBezTo>
                  <a:close/>
                  <a:moveTo>
                    <a:pt x="20353" y="310213"/>
                  </a:moveTo>
                  <a:cubicBezTo>
                    <a:pt x="21972" y="309467"/>
                    <a:pt x="23995" y="308721"/>
                    <a:pt x="25614" y="307975"/>
                  </a:cubicBezTo>
                  <a:cubicBezTo>
                    <a:pt x="26828" y="307975"/>
                    <a:pt x="27638" y="307228"/>
                    <a:pt x="28852" y="307228"/>
                  </a:cubicBezTo>
                  <a:cubicBezTo>
                    <a:pt x="30876" y="306482"/>
                    <a:pt x="33304" y="305736"/>
                    <a:pt x="35328" y="303498"/>
                  </a:cubicBezTo>
                  <a:cubicBezTo>
                    <a:pt x="34518" y="316182"/>
                    <a:pt x="32899" y="322152"/>
                    <a:pt x="30471" y="325882"/>
                  </a:cubicBezTo>
                  <a:lnTo>
                    <a:pt x="28852" y="327375"/>
                  </a:lnTo>
                  <a:cubicBezTo>
                    <a:pt x="27638" y="328121"/>
                    <a:pt x="26828" y="328867"/>
                    <a:pt x="25614" y="329613"/>
                  </a:cubicBezTo>
                  <a:cubicBezTo>
                    <a:pt x="23995" y="331105"/>
                    <a:pt x="21972" y="331852"/>
                    <a:pt x="20353" y="332598"/>
                  </a:cubicBezTo>
                  <a:cubicBezTo>
                    <a:pt x="17115" y="333344"/>
                    <a:pt x="13877" y="335582"/>
                    <a:pt x="11044" y="338567"/>
                  </a:cubicBezTo>
                  <a:lnTo>
                    <a:pt x="11044" y="337821"/>
                  </a:lnTo>
                  <a:lnTo>
                    <a:pt x="10639" y="337821"/>
                  </a:lnTo>
                  <a:cubicBezTo>
                    <a:pt x="11449" y="319913"/>
                    <a:pt x="15496" y="313198"/>
                    <a:pt x="20353" y="310213"/>
                  </a:cubicBezTo>
                  <a:close/>
                  <a:moveTo>
                    <a:pt x="6997" y="375875"/>
                  </a:moveTo>
                  <a:cubicBezTo>
                    <a:pt x="6592" y="349759"/>
                    <a:pt x="13472" y="346028"/>
                    <a:pt x="20353" y="342298"/>
                  </a:cubicBezTo>
                  <a:cubicBezTo>
                    <a:pt x="21972" y="342298"/>
                    <a:pt x="23995" y="341552"/>
                    <a:pt x="25614" y="340805"/>
                  </a:cubicBezTo>
                  <a:lnTo>
                    <a:pt x="28852" y="339313"/>
                  </a:lnTo>
                  <a:cubicBezTo>
                    <a:pt x="29257" y="338567"/>
                    <a:pt x="29257" y="338567"/>
                    <a:pt x="29662" y="338567"/>
                  </a:cubicBezTo>
                  <a:cubicBezTo>
                    <a:pt x="29662" y="343044"/>
                    <a:pt x="29257" y="347521"/>
                    <a:pt x="28852" y="351998"/>
                  </a:cubicBezTo>
                  <a:cubicBezTo>
                    <a:pt x="28447" y="355728"/>
                    <a:pt x="27233" y="358713"/>
                    <a:pt x="26019" y="361698"/>
                  </a:cubicBezTo>
                  <a:lnTo>
                    <a:pt x="25614" y="361698"/>
                  </a:lnTo>
                  <a:cubicBezTo>
                    <a:pt x="23995" y="363936"/>
                    <a:pt x="22376" y="366175"/>
                    <a:pt x="20353" y="366921"/>
                  </a:cubicBezTo>
                  <a:cubicBezTo>
                    <a:pt x="15901" y="369905"/>
                    <a:pt x="11044" y="373636"/>
                    <a:pt x="6997" y="377367"/>
                  </a:cubicBezTo>
                  <a:close/>
                  <a:moveTo>
                    <a:pt x="20353" y="375875"/>
                  </a:moveTo>
                  <a:cubicBezTo>
                    <a:pt x="21972" y="375128"/>
                    <a:pt x="23995" y="373636"/>
                    <a:pt x="25614" y="371398"/>
                  </a:cubicBezTo>
                  <a:lnTo>
                    <a:pt x="25614" y="381098"/>
                  </a:lnTo>
                  <a:cubicBezTo>
                    <a:pt x="25614" y="386321"/>
                    <a:pt x="24805" y="390798"/>
                    <a:pt x="22781" y="395275"/>
                  </a:cubicBezTo>
                  <a:cubicBezTo>
                    <a:pt x="21972" y="396021"/>
                    <a:pt x="21162" y="398259"/>
                    <a:pt x="19948" y="399005"/>
                  </a:cubicBezTo>
                  <a:cubicBezTo>
                    <a:pt x="14687" y="404975"/>
                    <a:pt x="9020" y="407959"/>
                    <a:pt x="4568" y="413928"/>
                  </a:cubicBezTo>
                  <a:lnTo>
                    <a:pt x="4568" y="413182"/>
                  </a:lnTo>
                  <a:cubicBezTo>
                    <a:pt x="2949" y="382590"/>
                    <a:pt x="12258" y="381098"/>
                    <a:pt x="20353" y="375875"/>
                  </a:cubicBezTo>
                  <a:close/>
                  <a:moveTo>
                    <a:pt x="4164" y="451236"/>
                  </a:moveTo>
                  <a:cubicBezTo>
                    <a:pt x="926" y="417659"/>
                    <a:pt x="12258" y="417659"/>
                    <a:pt x="20353" y="410198"/>
                  </a:cubicBezTo>
                  <a:cubicBezTo>
                    <a:pt x="21567" y="409451"/>
                    <a:pt x="22376" y="407959"/>
                    <a:pt x="23186" y="406467"/>
                  </a:cubicBezTo>
                  <a:cubicBezTo>
                    <a:pt x="24400" y="414675"/>
                    <a:pt x="23591" y="422882"/>
                    <a:pt x="21567" y="430344"/>
                  </a:cubicBezTo>
                  <a:lnTo>
                    <a:pt x="19948" y="433328"/>
                  </a:lnTo>
                  <a:cubicBezTo>
                    <a:pt x="14687" y="441536"/>
                    <a:pt x="8211" y="445267"/>
                    <a:pt x="4164" y="452728"/>
                  </a:cubicBezTo>
                  <a:lnTo>
                    <a:pt x="4164" y="451236"/>
                  </a:lnTo>
                  <a:close/>
                  <a:moveTo>
                    <a:pt x="5782" y="489290"/>
                  </a:moveTo>
                  <a:lnTo>
                    <a:pt x="5378" y="488544"/>
                  </a:lnTo>
                  <a:cubicBezTo>
                    <a:pt x="521" y="454967"/>
                    <a:pt x="12663" y="453474"/>
                    <a:pt x="19948" y="444521"/>
                  </a:cubicBezTo>
                  <a:cubicBezTo>
                    <a:pt x="20758" y="443774"/>
                    <a:pt x="21567" y="442282"/>
                    <a:pt x="21972" y="440790"/>
                  </a:cubicBezTo>
                  <a:cubicBezTo>
                    <a:pt x="23591" y="453474"/>
                    <a:pt x="23186" y="460190"/>
                    <a:pt x="21567" y="464667"/>
                  </a:cubicBezTo>
                  <a:cubicBezTo>
                    <a:pt x="21162" y="466159"/>
                    <a:pt x="20353" y="466905"/>
                    <a:pt x="19948" y="468398"/>
                  </a:cubicBezTo>
                  <a:cubicBezTo>
                    <a:pt x="15496" y="476605"/>
                    <a:pt x="9830" y="481082"/>
                    <a:pt x="5782" y="489290"/>
                  </a:cubicBezTo>
                  <a:close/>
                  <a:moveTo>
                    <a:pt x="8616" y="525105"/>
                  </a:moveTo>
                  <a:cubicBezTo>
                    <a:pt x="2140" y="494513"/>
                    <a:pt x="13068" y="489290"/>
                    <a:pt x="19948" y="480336"/>
                  </a:cubicBezTo>
                  <a:cubicBezTo>
                    <a:pt x="21162" y="478844"/>
                    <a:pt x="21972" y="477351"/>
                    <a:pt x="22781" y="475113"/>
                  </a:cubicBezTo>
                  <a:cubicBezTo>
                    <a:pt x="24805" y="482574"/>
                    <a:pt x="24805" y="490782"/>
                    <a:pt x="23591" y="498990"/>
                  </a:cubicBezTo>
                  <a:cubicBezTo>
                    <a:pt x="22376" y="501974"/>
                    <a:pt x="20758" y="504213"/>
                    <a:pt x="19948" y="507197"/>
                  </a:cubicBezTo>
                  <a:cubicBezTo>
                    <a:pt x="15901" y="512421"/>
                    <a:pt x="12258" y="519136"/>
                    <a:pt x="9020" y="525851"/>
                  </a:cubicBezTo>
                  <a:close/>
                  <a:moveTo>
                    <a:pt x="13877" y="561667"/>
                  </a:moveTo>
                  <a:cubicBezTo>
                    <a:pt x="6997" y="535551"/>
                    <a:pt x="13877" y="528090"/>
                    <a:pt x="20353" y="519136"/>
                  </a:cubicBezTo>
                  <a:cubicBezTo>
                    <a:pt x="22376" y="516897"/>
                    <a:pt x="23995" y="513167"/>
                    <a:pt x="25614" y="510182"/>
                  </a:cubicBezTo>
                  <a:cubicBezTo>
                    <a:pt x="25614" y="510182"/>
                    <a:pt x="25614" y="509436"/>
                    <a:pt x="26019" y="509436"/>
                  </a:cubicBezTo>
                  <a:cubicBezTo>
                    <a:pt x="28852" y="520628"/>
                    <a:pt x="28852" y="528090"/>
                    <a:pt x="27638" y="533313"/>
                  </a:cubicBezTo>
                  <a:cubicBezTo>
                    <a:pt x="27233" y="535551"/>
                    <a:pt x="26424" y="537790"/>
                    <a:pt x="25614" y="539282"/>
                  </a:cubicBezTo>
                  <a:cubicBezTo>
                    <a:pt x="23995" y="543013"/>
                    <a:pt x="21972" y="546744"/>
                    <a:pt x="20353" y="549728"/>
                  </a:cubicBezTo>
                  <a:cubicBezTo>
                    <a:pt x="17924" y="553459"/>
                    <a:pt x="15901" y="557936"/>
                    <a:pt x="14282" y="562413"/>
                  </a:cubicBezTo>
                  <a:close/>
                  <a:moveTo>
                    <a:pt x="20353" y="597482"/>
                  </a:moveTo>
                  <a:cubicBezTo>
                    <a:pt x="19948" y="597482"/>
                    <a:pt x="19948" y="597482"/>
                    <a:pt x="20353" y="597482"/>
                  </a:cubicBezTo>
                  <a:cubicBezTo>
                    <a:pt x="14687" y="579574"/>
                    <a:pt x="16305" y="569874"/>
                    <a:pt x="19948" y="561667"/>
                  </a:cubicBezTo>
                  <a:cubicBezTo>
                    <a:pt x="21567" y="558682"/>
                    <a:pt x="23591" y="555697"/>
                    <a:pt x="25210" y="552713"/>
                  </a:cubicBezTo>
                  <a:cubicBezTo>
                    <a:pt x="26424" y="551221"/>
                    <a:pt x="27233" y="548982"/>
                    <a:pt x="28447" y="546744"/>
                  </a:cubicBezTo>
                  <a:cubicBezTo>
                    <a:pt x="28852" y="545997"/>
                    <a:pt x="29257" y="544505"/>
                    <a:pt x="29662" y="543759"/>
                  </a:cubicBezTo>
                  <a:cubicBezTo>
                    <a:pt x="32495" y="554205"/>
                    <a:pt x="33304" y="561667"/>
                    <a:pt x="32495" y="567636"/>
                  </a:cubicBezTo>
                  <a:cubicBezTo>
                    <a:pt x="31281" y="572113"/>
                    <a:pt x="30066" y="575844"/>
                    <a:pt x="28447" y="580321"/>
                  </a:cubicBezTo>
                  <a:cubicBezTo>
                    <a:pt x="27233" y="582559"/>
                    <a:pt x="26424" y="584797"/>
                    <a:pt x="25210" y="587036"/>
                  </a:cubicBezTo>
                  <a:cubicBezTo>
                    <a:pt x="23591" y="590767"/>
                    <a:pt x="21972" y="595244"/>
                    <a:pt x="20353" y="599720"/>
                  </a:cubicBezTo>
                  <a:close/>
                  <a:moveTo>
                    <a:pt x="28447" y="631805"/>
                  </a:moveTo>
                  <a:cubicBezTo>
                    <a:pt x="27233" y="628820"/>
                    <a:pt x="26019" y="625836"/>
                    <a:pt x="25210" y="622105"/>
                  </a:cubicBezTo>
                  <a:cubicBezTo>
                    <a:pt x="23186" y="615390"/>
                    <a:pt x="23186" y="607182"/>
                    <a:pt x="25210" y="600467"/>
                  </a:cubicBezTo>
                  <a:cubicBezTo>
                    <a:pt x="26019" y="597482"/>
                    <a:pt x="27233" y="595244"/>
                    <a:pt x="28447" y="592259"/>
                  </a:cubicBezTo>
                  <a:cubicBezTo>
                    <a:pt x="31281" y="587782"/>
                    <a:pt x="33304" y="582559"/>
                    <a:pt x="35328" y="576590"/>
                  </a:cubicBezTo>
                  <a:cubicBezTo>
                    <a:pt x="35733" y="577336"/>
                    <a:pt x="35733" y="578082"/>
                    <a:pt x="36137" y="578828"/>
                  </a:cubicBezTo>
                  <a:cubicBezTo>
                    <a:pt x="38566" y="584797"/>
                    <a:pt x="39780" y="592259"/>
                    <a:pt x="39375" y="598974"/>
                  </a:cubicBezTo>
                  <a:cubicBezTo>
                    <a:pt x="38566" y="603451"/>
                    <a:pt x="37756" y="607182"/>
                    <a:pt x="36137" y="610913"/>
                  </a:cubicBezTo>
                  <a:cubicBezTo>
                    <a:pt x="33304" y="617628"/>
                    <a:pt x="31281" y="625090"/>
                    <a:pt x="29257" y="632551"/>
                  </a:cubicBezTo>
                  <a:close/>
                  <a:moveTo>
                    <a:pt x="38566" y="664636"/>
                  </a:moveTo>
                  <a:cubicBezTo>
                    <a:pt x="37756" y="663143"/>
                    <a:pt x="36947" y="660905"/>
                    <a:pt x="36137" y="659413"/>
                  </a:cubicBezTo>
                  <a:cubicBezTo>
                    <a:pt x="31684" y="649726"/>
                    <a:pt x="31684" y="635522"/>
                    <a:pt x="36137" y="625836"/>
                  </a:cubicBezTo>
                  <a:cubicBezTo>
                    <a:pt x="38566" y="620613"/>
                    <a:pt x="40994" y="614644"/>
                    <a:pt x="42613" y="607928"/>
                  </a:cubicBezTo>
                  <a:cubicBezTo>
                    <a:pt x="43827" y="610913"/>
                    <a:pt x="44637" y="613151"/>
                    <a:pt x="45446" y="615390"/>
                  </a:cubicBezTo>
                  <a:cubicBezTo>
                    <a:pt x="47065" y="619867"/>
                    <a:pt x="47875" y="625090"/>
                    <a:pt x="47875" y="630313"/>
                  </a:cubicBezTo>
                  <a:cubicBezTo>
                    <a:pt x="47470" y="634044"/>
                    <a:pt x="46660" y="637774"/>
                    <a:pt x="45446" y="640759"/>
                  </a:cubicBezTo>
                  <a:cubicBezTo>
                    <a:pt x="43018" y="648220"/>
                    <a:pt x="40589" y="656428"/>
                    <a:pt x="38970" y="664636"/>
                  </a:cubicBezTo>
                  <a:close/>
                  <a:moveTo>
                    <a:pt x="49898" y="695974"/>
                  </a:moveTo>
                  <a:cubicBezTo>
                    <a:pt x="48279" y="692990"/>
                    <a:pt x="46660" y="690005"/>
                    <a:pt x="45446" y="686274"/>
                  </a:cubicBezTo>
                  <a:cubicBezTo>
                    <a:pt x="42208" y="678067"/>
                    <a:pt x="42208" y="666874"/>
                    <a:pt x="45446" y="658667"/>
                  </a:cubicBezTo>
                  <a:cubicBezTo>
                    <a:pt x="47875" y="652697"/>
                    <a:pt x="49898" y="646728"/>
                    <a:pt x="51517" y="639267"/>
                  </a:cubicBezTo>
                  <a:cubicBezTo>
                    <a:pt x="53541" y="642997"/>
                    <a:pt x="55160" y="646728"/>
                    <a:pt x="56374" y="651205"/>
                  </a:cubicBezTo>
                  <a:cubicBezTo>
                    <a:pt x="57183" y="654190"/>
                    <a:pt x="57588" y="657174"/>
                    <a:pt x="57588" y="660159"/>
                  </a:cubicBezTo>
                  <a:cubicBezTo>
                    <a:pt x="57183" y="663143"/>
                    <a:pt x="56779" y="666874"/>
                    <a:pt x="56374" y="669859"/>
                  </a:cubicBezTo>
                  <a:cubicBezTo>
                    <a:pt x="53946" y="678067"/>
                    <a:pt x="51922" y="687020"/>
                    <a:pt x="50708" y="695974"/>
                  </a:cubicBezTo>
                  <a:close/>
                  <a:moveTo>
                    <a:pt x="63254" y="725820"/>
                  </a:moveTo>
                  <a:lnTo>
                    <a:pt x="62850" y="725074"/>
                  </a:lnTo>
                  <a:lnTo>
                    <a:pt x="62850" y="725820"/>
                  </a:lnTo>
                  <a:cubicBezTo>
                    <a:pt x="60421" y="722090"/>
                    <a:pt x="58398" y="716867"/>
                    <a:pt x="56779" y="711643"/>
                  </a:cubicBezTo>
                  <a:cubicBezTo>
                    <a:pt x="54755" y="704928"/>
                    <a:pt x="54755" y="697467"/>
                    <a:pt x="56779" y="690751"/>
                  </a:cubicBezTo>
                  <a:cubicBezTo>
                    <a:pt x="59207" y="684036"/>
                    <a:pt x="60826" y="676574"/>
                    <a:pt x="62040" y="668367"/>
                  </a:cubicBezTo>
                  <a:cubicBezTo>
                    <a:pt x="65278" y="672844"/>
                    <a:pt x="67302" y="678813"/>
                    <a:pt x="68921" y="685528"/>
                  </a:cubicBezTo>
                  <a:cubicBezTo>
                    <a:pt x="69325" y="687020"/>
                    <a:pt x="69325" y="687767"/>
                    <a:pt x="69325" y="689259"/>
                  </a:cubicBezTo>
                  <a:cubicBezTo>
                    <a:pt x="69325" y="690751"/>
                    <a:pt x="69325" y="692990"/>
                    <a:pt x="68921" y="694482"/>
                  </a:cubicBezTo>
                  <a:cubicBezTo>
                    <a:pt x="67302" y="705674"/>
                    <a:pt x="64064" y="715374"/>
                    <a:pt x="63254" y="725820"/>
                  </a:cubicBezTo>
                  <a:close/>
                  <a:moveTo>
                    <a:pt x="79039" y="736267"/>
                  </a:moveTo>
                  <a:cubicBezTo>
                    <a:pt x="78229" y="741490"/>
                    <a:pt x="77825" y="747459"/>
                    <a:pt x="77420" y="753428"/>
                  </a:cubicBezTo>
                  <a:lnTo>
                    <a:pt x="77015" y="752682"/>
                  </a:lnTo>
                  <a:cubicBezTo>
                    <a:pt x="72968" y="748205"/>
                    <a:pt x="70135" y="741490"/>
                    <a:pt x="68516" y="733282"/>
                  </a:cubicBezTo>
                  <a:cubicBezTo>
                    <a:pt x="68111" y="729551"/>
                    <a:pt x="68111" y="725820"/>
                    <a:pt x="68516" y="722090"/>
                  </a:cubicBezTo>
                  <a:cubicBezTo>
                    <a:pt x="69730" y="713136"/>
                    <a:pt x="72968" y="704182"/>
                    <a:pt x="72968" y="695974"/>
                  </a:cubicBezTo>
                  <a:cubicBezTo>
                    <a:pt x="75396" y="698959"/>
                    <a:pt x="77420" y="702690"/>
                    <a:pt x="79039" y="707167"/>
                  </a:cubicBezTo>
                  <a:cubicBezTo>
                    <a:pt x="80253" y="709405"/>
                    <a:pt x="80658" y="712390"/>
                    <a:pt x="81063" y="715374"/>
                  </a:cubicBezTo>
                  <a:cubicBezTo>
                    <a:pt x="81063" y="722090"/>
                    <a:pt x="80253" y="729551"/>
                    <a:pt x="79039" y="736267"/>
                  </a:cubicBezTo>
                  <a:close/>
                  <a:moveTo>
                    <a:pt x="92800" y="778051"/>
                  </a:moveTo>
                  <a:cubicBezTo>
                    <a:pt x="91990" y="777305"/>
                    <a:pt x="91586" y="776559"/>
                    <a:pt x="91181" y="775813"/>
                  </a:cubicBezTo>
                  <a:cubicBezTo>
                    <a:pt x="74992" y="757905"/>
                    <a:pt x="85919" y="739251"/>
                    <a:pt x="85919" y="722090"/>
                  </a:cubicBezTo>
                  <a:cubicBezTo>
                    <a:pt x="87943" y="724328"/>
                    <a:pt x="89562" y="726566"/>
                    <a:pt x="91181" y="728805"/>
                  </a:cubicBezTo>
                  <a:cubicBezTo>
                    <a:pt x="92800" y="731790"/>
                    <a:pt x="94419" y="735520"/>
                    <a:pt x="94823" y="739251"/>
                  </a:cubicBezTo>
                  <a:cubicBezTo>
                    <a:pt x="95633" y="753428"/>
                    <a:pt x="92395" y="766113"/>
                    <a:pt x="92800" y="778051"/>
                  </a:cubicBezTo>
                  <a:close/>
                  <a:moveTo>
                    <a:pt x="109394" y="800436"/>
                  </a:moveTo>
                  <a:lnTo>
                    <a:pt x="108989" y="799690"/>
                  </a:lnTo>
                  <a:lnTo>
                    <a:pt x="106561" y="797451"/>
                  </a:lnTo>
                  <a:lnTo>
                    <a:pt x="104132" y="795213"/>
                  </a:lnTo>
                  <a:cubicBezTo>
                    <a:pt x="102109" y="792974"/>
                    <a:pt x="100490" y="789990"/>
                    <a:pt x="99275" y="786259"/>
                  </a:cubicBezTo>
                  <a:cubicBezTo>
                    <a:pt x="96038" y="776559"/>
                    <a:pt x="98061" y="766113"/>
                    <a:pt x="99275" y="756413"/>
                  </a:cubicBezTo>
                  <a:cubicBezTo>
                    <a:pt x="99680" y="752682"/>
                    <a:pt x="100085" y="748951"/>
                    <a:pt x="99680" y="745966"/>
                  </a:cubicBezTo>
                  <a:cubicBezTo>
                    <a:pt x="101299" y="748205"/>
                    <a:pt x="102918" y="749697"/>
                    <a:pt x="104132" y="751190"/>
                  </a:cubicBezTo>
                  <a:cubicBezTo>
                    <a:pt x="104942" y="751936"/>
                    <a:pt x="105751" y="753428"/>
                    <a:pt x="106561" y="754174"/>
                  </a:cubicBezTo>
                  <a:cubicBezTo>
                    <a:pt x="107775" y="756413"/>
                    <a:pt x="108989" y="758651"/>
                    <a:pt x="109394" y="761636"/>
                  </a:cubicBezTo>
                  <a:cubicBezTo>
                    <a:pt x="111013" y="775066"/>
                    <a:pt x="108180" y="787751"/>
                    <a:pt x="109394" y="800436"/>
                  </a:cubicBezTo>
                  <a:close/>
                  <a:moveTo>
                    <a:pt x="126392" y="819089"/>
                  </a:moveTo>
                  <a:lnTo>
                    <a:pt x="123964" y="817597"/>
                  </a:lnTo>
                  <a:cubicBezTo>
                    <a:pt x="123559" y="817597"/>
                    <a:pt x="123155" y="816851"/>
                    <a:pt x="122750" y="816851"/>
                  </a:cubicBezTo>
                  <a:cubicBezTo>
                    <a:pt x="120726" y="815359"/>
                    <a:pt x="119107" y="813120"/>
                    <a:pt x="117488" y="810136"/>
                  </a:cubicBezTo>
                  <a:lnTo>
                    <a:pt x="116274" y="807897"/>
                  </a:lnTo>
                  <a:cubicBezTo>
                    <a:pt x="115869" y="806405"/>
                    <a:pt x="115060" y="804913"/>
                    <a:pt x="114655" y="802674"/>
                  </a:cubicBezTo>
                  <a:cubicBezTo>
                    <a:pt x="112227" y="793720"/>
                    <a:pt x="114251" y="783274"/>
                    <a:pt x="114655" y="773574"/>
                  </a:cubicBezTo>
                  <a:lnTo>
                    <a:pt x="114655" y="767605"/>
                  </a:lnTo>
                  <a:cubicBezTo>
                    <a:pt x="114655" y="766859"/>
                    <a:pt x="114251" y="766859"/>
                    <a:pt x="114251" y="766113"/>
                  </a:cubicBezTo>
                  <a:lnTo>
                    <a:pt x="114655" y="766113"/>
                  </a:lnTo>
                  <a:cubicBezTo>
                    <a:pt x="115060" y="766859"/>
                    <a:pt x="115869" y="766859"/>
                    <a:pt x="116274" y="766859"/>
                  </a:cubicBezTo>
                  <a:cubicBezTo>
                    <a:pt x="116679" y="766859"/>
                    <a:pt x="117084" y="767605"/>
                    <a:pt x="117488" y="767605"/>
                  </a:cubicBezTo>
                  <a:cubicBezTo>
                    <a:pt x="119512" y="769097"/>
                    <a:pt x="121131" y="771336"/>
                    <a:pt x="122750" y="774320"/>
                  </a:cubicBezTo>
                  <a:lnTo>
                    <a:pt x="123964" y="776559"/>
                  </a:lnTo>
                  <a:cubicBezTo>
                    <a:pt x="124369" y="777305"/>
                    <a:pt x="124774" y="778797"/>
                    <a:pt x="125178" y="780290"/>
                  </a:cubicBezTo>
                  <a:cubicBezTo>
                    <a:pt x="127202" y="792974"/>
                    <a:pt x="125178" y="806405"/>
                    <a:pt x="126797" y="818343"/>
                  </a:cubicBezTo>
                  <a:close/>
                  <a:moveTo>
                    <a:pt x="144605" y="835505"/>
                  </a:moveTo>
                  <a:cubicBezTo>
                    <a:pt x="142986" y="834759"/>
                    <a:pt x="141368" y="834013"/>
                    <a:pt x="139749" y="832520"/>
                  </a:cubicBezTo>
                  <a:cubicBezTo>
                    <a:pt x="139344" y="831774"/>
                    <a:pt x="139344" y="831774"/>
                    <a:pt x="138534" y="831774"/>
                  </a:cubicBezTo>
                  <a:cubicBezTo>
                    <a:pt x="137725" y="831774"/>
                    <a:pt x="137725" y="831028"/>
                    <a:pt x="137320" y="831028"/>
                  </a:cubicBezTo>
                  <a:cubicBezTo>
                    <a:pt x="136916" y="831028"/>
                    <a:pt x="136916" y="830282"/>
                    <a:pt x="136511" y="830282"/>
                  </a:cubicBezTo>
                  <a:cubicBezTo>
                    <a:pt x="136106" y="829536"/>
                    <a:pt x="135297" y="828790"/>
                    <a:pt x="134892" y="828043"/>
                  </a:cubicBezTo>
                  <a:cubicBezTo>
                    <a:pt x="132868" y="825805"/>
                    <a:pt x="131654" y="822074"/>
                    <a:pt x="131249" y="817597"/>
                  </a:cubicBezTo>
                  <a:cubicBezTo>
                    <a:pt x="129630" y="807151"/>
                    <a:pt x="131654" y="795213"/>
                    <a:pt x="130440" y="785513"/>
                  </a:cubicBezTo>
                  <a:cubicBezTo>
                    <a:pt x="130845" y="786259"/>
                    <a:pt x="130845" y="786259"/>
                    <a:pt x="131249" y="786259"/>
                  </a:cubicBezTo>
                  <a:cubicBezTo>
                    <a:pt x="132463" y="787005"/>
                    <a:pt x="133678" y="788497"/>
                    <a:pt x="134892" y="789243"/>
                  </a:cubicBezTo>
                  <a:cubicBezTo>
                    <a:pt x="135297" y="789990"/>
                    <a:pt x="135701" y="790736"/>
                    <a:pt x="136511" y="790736"/>
                  </a:cubicBezTo>
                  <a:cubicBezTo>
                    <a:pt x="136916" y="790736"/>
                    <a:pt x="136916" y="791482"/>
                    <a:pt x="137320" y="791482"/>
                  </a:cubicBezTo>
                  <a:lnTo>
                    <a:pt x="138534" y="793720"/>
                  </a:lnTo>
                  <a:cubicBezTo>
                    <a:pt x="138939" y="794466"/>
                    <a:pt x="139344" y="794466"/>
                    <a:pt x="139749" y="795213"/>
                  </a:cubicBezTo>
                  <a:cubicBezTo>
                    <a:pt x="140558" y="795959"/>
                    <a:pt x="140963" y="798197"/>
                    <a:pt x="141368" y="798943"/>
                  </a:cubicBezTo>
                  <a:cubicBezTo>
                    <a:pt x="144201" y="811628"/>
                    <a:pt x="142986" y="825059"/>
                    <a:pt x="145010" y="836251"/>
                  </a:cubicBezTo>
                  <a:close/>
                  <a:moveTo>
                    <a:pt x="145415" y="792974"/>
                  </a:moveTo>
                  <a:cubicBezTo>
                    <a:pt x="144201" y="789243"/>
                    <a:pt x="142177" y="786259"/>
                    <a:pt x="140153" y="784020"/>
                  </a:cubicBezTo>
                  <a:cubicBezTo>
                    <a:pt x="139749" y="783274"/>
                    <a:pt x="139749" y="783274"/>
                    <a:pt x="138939" y="783274"/>
                  </a:cubicBezTo>
                  <a:cubicBezTo>
                    <a:pt x="138534" y="782528"/>
                    <a:pt x="138130" y="782528"/>
                    <a:pt x="137725" y="782528"/>
                  </a:cubicBezTo>
                  <a:cubicBezTo>
                    <a:pt x="137320" y="781782"/>
                    <a:pt x="137320" y="781782"/>
                    <a:pt x="136916" y="781782"/>
                  </a:cubicBezTo>
                  <a:cubicBezTo>
                    <a:pt x="136511" y="781782"/>
                    <a:pt x="135701" y="781036"/>
                    <a:pt x="135297" y="781036"/>
                  </a:cubicBezTo>
                  <a:cubicBezTo>
                    <a:pt x="134082" y="780290"/>
                    <a:pt x="132463" y="779543"/>
                    <a:pt x="131654" y="778797"/>
                  </a:cubicBezTo>
                  <a:cubicBezTo>
                    <a:pt x="130845" y="778797"/>
                    <a:pt x="130440" y="778051"/>
                    <a:pt x="129630" y="778051"/>
                  </a:cubicBezTo>
                  <a:lnTo>
                    <a:pt x="129226" y="778051"/>
                  </a:lnTo>
                  <a:cubicBezTo>
                    <a:pt x="128821" y="776559"/>
                    <a:pt x="128416" y="775813"/>
                    <a:pt x="128011" y="775066"/>
                  </a:cubicBezTo>
                  <a:lnTo>
                    <a:pt x="124369" y="768351"/>
                  </a:lnTo>
                  <a:cubicBezTo>
                    <a:pt x="123964" y="767605"/>
                    <a:pt x="123559" y="766859"/>
                    <a:pt x="123155" y="766859"/>
                  </a:cubicBezTo>
                  <a:cubicBezTo>
                    <a:pt x="121536" y="765366"/>
                    <a:pt x="119512" y="763128"/>
                    <a:pt x="117893" y="761636"/>
                  </a:cubicBezTo>
                  <a:cubicBezTo>
                    <a:pt x="117488" y="761636"/>
                    <a:pt x="117488" y="760890"/>
                    <a:pt x="116679" y="760890"/>
                  </a:cubicBezTo>
                  <a:cubicBezTo>
                    <a:pt x="116274" y="760143"/>
                    <a:pt x="115869" y="760143"/>
                    <a:pt x="115060" y="760143"/>
                  </a:cubicBezTo>
                  <a:cubicBezTo>
                    <a:pt x="114655" y="759397"/>
                    <a:pt x="114251" y="759397"/>
                    <a:pt x="113441" y="759397"/>
                  </a:cubicBezTo>
                  <a:lnTo>
                    <a:pt x="112632" y="756413"/>
                  </a:lnTo>
                  <a:cubicBezTo>
                    <a:pt x="111013" y="751936"/>
                    <a:pt x="108989" y="748205"/>
                    <a:pt x="106561" y="745966"/>
                  </a:cubicBezTo>
                  <a:cubicBezTo>
                    <a:pt x="105751" y="745220"/>
                    <a:pt x="104942" y="743728"/>
                    <a:pt x="104132" y="742982"/>
                  </a:cubicBezTo>
                  <a:cubicBezTo>
                    <a:pt x="102513" y="741490"/>
                    <a:pt x="100894" y="739251"/>
                    <a:pt x="99275" y="738505"/>
                  </a:cubicBezTo>
                  <a:cubicBezTo>
                    <a:pt x="99275" y="738505"/>
                    <a:pt x="98871" y="738505"/>
                    <a:pt x="98871" y="737759"/>
                  </a:cubicBezTo>
                  <a:cubicBezTo>
                    <a:pt x="97252" y="731043"/>
                    <a:pt x="94419" y="725074"/>
                    <a:pt x="91181" y="721343"/>
                  </a:cubicBezTo>
                  <a:cubicBezTo>
                    <a:pt x="89562" y="719105"/>
                    <a:pt x="87538" y="716867"/>
                    <a:pt x="85515" y="714628"/>
                  </a:cubicBezTo>
                  <a:cubicBezTo>
                    <a:pt x="84300" y="707913"/>
                    <a:pt x="82277" y="701943"/>
                    <a:pt x="79039" y="697467"/>
                  </a:cubicBezTo>
                  <a:cubicBezTo>
                    <a:pt x="77420" y="693736"/>
                    <a:pt x="74992" y="691497"/>
                    <a:pt x="72968" y="688513"/>
                  </a:cubicBezTo>
                  <a:cubicBezTo>
                    <a:pt x="72563" y="681797"/>
                    <a:pt x="70944" y="676574"/>
                    <a:pt x="68516" y="672097"/>
                  </a:cubicBezTo>
                  <a:cubicBezTo>
                    <a:pt x="66492" y="668367"/>
                    <a:pt x="64469" y="664636"/>
                    <a:pt x="62040" y="661651"/>
                  </a:cubicBezTo>
                  <a:cubicBezTo>
                    <a:pt x="61635" y="653444"/>
                    <a:pt x="59612" y="645982"/>
                    <a:pt x="56374" y="640013"/>
                  </a:cubicBezTo>
                  <a:cubicBezTo>
                    <a:pt x="55160" y="637028"/>
                    <a:pt x="53946" y="634790"/>
                    <a:pt x="52327" y="632551"/>
                  </a:cubicBezTo>
                  <a:cubicBezTo>
                    <a:pt x="51922" y="622105"/>
                    <a:pt x="49493" y="612405"/>
                    <a:pt x="45446" y="604944"/>
                  </a:cubicBezTo>
                  <a:lnTo>
                    <a:pt x="43827" y="601959"/>
                  </a:lnTo>
                  <a:cubicBezTo>
                    <a:pt x="44232" y="593005"/>
                    <a:pt x="42613" y="583305"/>
                    <a:pt x="36947" y="569874"/>
                  </a:cubicBezTo>
                  <a:cubicBezTo>
                    <a:pt x="37352" y="564651"/>
                    <a:pt x="36947" y="559428"/>
                    <a:pt x="36137" y="554951"/>
                  </a:cubicBezTo>
                  <a:cubicBezTo>
                    <a:pt x="34923" y="548236"/>
                    <a:pt x="33709" y="542267"/>
                    <a:pt x="31685" y="537044"/>
                  </a:cubicBezTo>
                  <a:cubicBezTo>
                    <a:pt x="32899" y="529582"/>
                    <a:pt x="32090" y="519882"/>
                    <a:pt x="28852" y="505705"/>
                  </a:cubicBezTo>
                  <a:cubicBezTo>
                    <a:pt x="28447" y="503467"/>
                    <a:pt x="28043" y="502721"/>
                    <a:pt x="28043" y="501974"/>
                  </a:cubicBezTo>
                  <a:cubicBezTo>
                    <a:pt x="28043" y="500482"/>
                    <a:pt x="28447" y="499736"/>
                    <a:pt x="28447" y="498244"/>
                  </a:cubicBezTo>
                  <a:cubicBezTo>
                    <a:pt x="28852" y="493767"/>
                    <a:pt x="28852" y="488544"/>
                    <a:pt x="28447" y="484067"/>
                  </a:cubicBezTo>
                  <a:cubicBezTo>
                    <a:pt x="27638" y="478844"/>
                    <a:pt x="26828" y="472874"/>
                    <a:pt x="25614" y="467651"/>
                  </a:cubicBezTo>
                  <a:cubicBezTo>
                    <a:pt x="27638" y="460936"/>
                    <a:pt x="28043" y="450490"/>
                    <a:pt x="25614" y="434821"/>
                  </a:cubicBezTo>
                  <a:lnTo>
                    <a:pt x="25614" y="434075"/>
                  </a:lnTo>
                  <a:cubicBezTo>
                    <a:pt x="27638" y="427359"/>
                    <a:pt x="28447" y="416913"/>
                    <a:pt x="26424" y="400498"/>
                  </a:cubicBezTo>
                  <a:cubicBezTo>
                    <a:pt x="27233" y="398259"/>
                    <a:pt x="28043" y="396021"/>
                    <a:pt x="28852" y="393036"/>
                  </a:cubicBezTo>
                  <a:cubicBezTo>
                    <a:pt x="29662" y="384082"/>
                    <a:pt x="30066" y="375128"/>
                    <a:pt x="29257" y="366921"/>
                  </a:cubicBezTo>
                  <a:cubicBezTo>
                    <a:pt x="32090" y="360205"/>
                    <a:pt x="34114" y="350505"/>
                    <a:pt x="33304" y="333344"/>
                  </a:cubicBezTo>
                  <a:cubicBezTo>
                    <a:pt x="34518" y="331105"/>
                    <a:pt x="35733" y="328867"/>
                    <a:pt x="36137" y="325882"/>
                  </a:cubicBezTo>
                  <a:cubicBezTo>
                    <a:pt x="38161" y="318421"/>
                    <a:pt x="39375" y="309467"/>
                    <a:pt x="38970" y="301259"/>
                  </a:cubicBezTo>
                  <a:cubicBezTo>
                    <a:pt x="42208" y="296036"/>
                    <a:pt x="44637" y="288575"/>
                    <a:pt x="45446" y="281113"/>
                  </a:cubicBezTo>
                  <a:cubicBezTo>
                    <a:pt x="45851" y="278128"/>
                    <a:pt x="46256" y="274398"/>
                    <a:pt x="46660" y="269921"/>
                  </a:cubicBezTo>
                  <a:cubicBezTo>
                    <a:pt x="50303" y="264698"/>
                    <a:pt x="53541" y="256490"/>
                    <a:pt x="55564" y="240075"/>
                  </a:cubicBezTo>
                  <a:cubicBezTo>
                    <a:pt x="55969" y="240075"/>
                    <a:pt x="55969" y="239329"/>
                    <a:pt x="56374" y="239329"/>
                  </a:cubicBezTo>
                  <a:cubicBezTo>
                    <a:pt x="61231" y="231867"/>
                    <a:pt x="64469" y="222167"/>
                    <a:pt x="65683" y="211721"/>
                  </a:cubicBezTo>
                  <a:cubicBezTo>
                    <a:pt x="66492" y="210975"/>
                    <a:pt x="67706" y="209482"/>
                    <a:pt x="68516" y="208736"/>
                  </a:cubicBezTo>
                  <a:cubicBezTo>
                    <a:pt x="72563" y="202021"/>
                    <a:pt x="75801" y="193813"/>
                    <a:pt x="77420" y="184859"/>
                  </a:cubicBezTo>
                  <a:lnTo>
                    <a:pt x="79039" y="183367"/>
                  </a:lnTo>
                  <a:cubicBezTo>
                    <a:pt x="83896" y="178144"/>
                    <a:pt x="87538" y="169936"/>
                    <a:pt x="89967" y="160236"/>
                  </a:cubicBezTo>
                  <a:cubicBezTo>
                    <a:pt x="90371" y="159490"/>
                    <a:pt x="90776" y="159490"/>
                    <a:pt x="91181" y="159490"/>
                  </a:cubicBezTo>
                  <a:cubicBezTo>
                    <a:pt x="94419" y="157252"/>
                    <a:pt x="96847" y="153521"/>
                    <a:pt x="99275" y="149044"/>
                  </a:cubicBezTo>
                  <a:cubicBezTo>
                    <a:pt x="100894" y="145313"/>
                    <a:pt x="102513" y="141582"/>
                    <a:pt x="103728" y="137106"/>
                  </a:cubicBezTo>
                  <a:lnTo>
                    <a:pt x="104132" y="137106"/>
                  </a:lnTo>
                  <a:cubicBezTo>
                    <a:pt x="104942" y="137106"/>
                    <a:pt x="105751" y="136359"/>
                    <a:pt x="106561" y="136359"/>
                  </a:cubicBezTo>
                  <a:cubicBezTo>
                    <a:pt x="108989" y="134867"/>
                    <a:pt x="111013" y="132629"/>
                    <a:pt x="112632" y="129644"/>
                  </a:cubicBezTo>
                  <a:cubicBezTo>
                    <a:pt x="113036" y="128898"/>
                    <a:pt x="114251" y="127406"/>
                    <a:pt x="115060" y="125913"/>
                  </a:cubicBezTo>
                  <a:cubicBezTo>
                    <a:pt x="115869" y="124421"/>
                    <a:pt x="115869" y="123675"/>
                    <a:pt x="116679" y="122929"/>
                  </a:cubicBezTo>
                  <a:cubicBezTo>
                    <a:pt x="117488" y="122182"/>
                    <a:pt x="117488" y="121436"/>
                    <a:pt x="117893" y="120690"/>
                  </a:cubicBezTo>
                  <a:cubicBezTo>
                    <a:pt x="118298" y="119944"/>
                    <a:pt x="118703" y="118452"/>
                    <a:pt x="119107" y="117706"/>
                  </a:cubicBezTo>
                  <a:cubicBezTo>
                    <a:pt x="120322" y="117706"/>
                    <a:pt x="121940" y="116959"/>
                    <a:pt x="123155" y="116213"/>
                  </a:cubicBezTo>
                  <a:cubicBezTo>
                    <a:pt x="123559" y="116213"/>
                    <a:pt x="123964" y="115467"/>
                    <a:pt x="124369" y="115467"/>
                  </a:cubicBezTo>
                  <a:lnTo>
                    <a:pt x="128011" y="110990"/>
                  </a:lnTo>
                  <a:cubicBezTo>
                    <a:pt x="128416" y="110244"/>
                    <a:pt x="129226" y="109498"/>
                    <a:pt x="129630" y="108752"/>
                  </a:cubicBezTo>
                  <a:cubicBezTo>
                    <a:pt x="130440" y="107259"/>
                    <a:pt x="130845" y="106513"/>
                    <a:pt x="131654" y="105767"/>
                  </a:cubicBezTo>
                  <a:lnTo>
                    <a:pt x="134892" y="99798"/>
                  </a:lnTo>
                  <a:lnTo>
                    <a:pt x="135297" y="99798"/>
                  </a:lnTo>
                  <a:cubicBezTo>
                    <a:pt x="135701" y="99798"/>
                    <a:pt x="136106" y="99798"/>
                    <a:pt x="136916" y="99052"/>
                  </a:cubicBezTo>
                  <a:lnTo>
                    <a:pt x="137725" y="99052"/>
                  </a:lnTo>
                  <a:cubicBezTo>
                    <a:pt x="138130" y="99052"/>
                    <a:pt x="138534" y="98306"/>
                    <a:pt x="138939" y="98306"/>
                  </a:cubicBezTo>
                  <a:cubicBezTo>
                    <a:pt x="139344" y="97559"/>
                    <a:pt x="139749" y="97559"/>
                    <a:pt x="140153" y="97559"/>
                  </a:cubicBezTo>
                  <a:cubicBezTo>
                    <a:pt x="142177" y="96067"/>
                    <a:pt x="144201" y="93829"/>
                    <a:pt x="146224" y="91590"/>
                  </a:cubicBezTo>
                  <a:cubicBezTo>
                    <a:pt x="147843" y="89352"/>
                    <a:pt x="149057" y="87113"/>
                    <a:pt x="150272" y="84875"/>
                  </a:cubicBezTo>
                  <a:cubicBezTo>
                    <a:pt x="150676" y="84129"/>
                    <a:pt x="151081" y="83383"/>
                    <a:pt x="151486" y="83383"/>
                  </a:cubicBezTo>
                  <a:lnTo>
                    <a:pt x="151891" y="84129"/>
                  </a:lnTo>
                  <a:cubicBezTo>
                    <a:pt x="152700" y="84129"/>
                    <a:pt x="153105" y="84129"/>
                    <a:pt x="153914" y="83383"/>
                  </a:cubicBezTo>
                  <a:lnTo>
                    <a:pt x="154724" y="83383"/>
                  </a:lnTo>
                  <a:cubicBezTo>
                    <a:pt x="155938" y="83383"/>
                    <a:pt x="156747" y="82636"/>
                    <a:pt x="157962" y="81890"/>
                  </a:cubicBezTo>
                  <a:cubicBezTo>
                    <a:pt x="159176" y="81144"/>
                    <a:pt x="159985" y="80398"/>
                    <a:pt x="161199" y="79652"/>
                  </a:cubicBezTo>
                  <a:cubicBezTo>
                    <a:pt x="162414" y="78906"/>
                    <a:pt x="162009" y="78906"/>
                    <a:pt x="162818" y="78159"/>
                  </a:cubicBezTo>
                  <a:lnTo>
                    <a:pt x="166461" y="73683"/>
                  </a:lnTo>
                  <a:cubicBezTo>
                    <a:pt x="166866" y="72936"/>
                    <a:pt x="168080" y="72190"/>
                    <a:pt x="168485" y="70698"/>
                  </a:cubicBezTo>
                  <a:lnTo>
                    <a:pt x="168889" y="70698"/>
                  </a:lnTo>
                  <a:cubicBezTo>
                    <a:pt x="170104" y="71444"/>
                    <a:pt x="171722" y="71444"/>
                    <a:pt x="172937" y="70698"/>
                  </a:cubicBezTo>
                  <a:cubicBezTo>
                    <a:pt x="174151" y="70698"/>
                    <a:pt x="175365" y="69952"/>
                    <a:pt x="176579" y="69952"/>
                  </a:cubicBezTo>
                  <a:lnTo>
                    <a:pt x="176984" y="69206"/>
                  </a:lnTo>
                  <a:cubicBezTo>
                    <a:pt x="177389" y="69206"/>
                    <a:pt x="177793" y="68459"/>
                    <a:pt x="178603" y="68459"/>
                  </a:cubicBezTo>
                  <a:cubicBezTo>
                    <a:pt x="180222" y="67713"/>
                    <a:pt x="181841" y="65475"/>
                    <a:pt x="183460" y="63983"/>
                  </a:cubicBezTo>
                  <a:cubicBezTo>
                    <a:pt x="183460" y="63983"/>
                    <a:pt x="183460" y="63236"/>
                    <a:pt x="183864" y="63236"/>
                  </a:cubicBezTo>
                  <a:lnTo>
                    <a:pt x="184269" y="62490"/>
                  </a:lnTo>
                  <a:cubicBezTo>
                    <a:pt x="184674" y="61744"/>
                    <a:pt x="185483" y="60998"/>
                    <a:pt x="185888" y="60252"/>
                  </a:cubicBezTo>
                  <a:lnTo>
                    <a:pt x="186698" y="60252"/>
                  </a:lnTo>
                  <a:cubicBezTo>
                    <a:pt x="187912" y="60998"/>
                    <a:pt x="189126" y="60998"/>
                    <a:pt x="190340" y="60998"/>
                  </a:cubicBezTo>
                  <a:cubicBezTo>
                    <a:pt x="191554" y="60998"/>
                    <a:pt x="193173" y="60998"/>
                    <a:pt x="194387" y="60252"/>
                  </a:cubicBezTo>
                  <a:cubicBezTo>
                    <a:pt x="194792" y="60252"/>
                    <a:pt x="195197" y="59506"/>
                    <a:pt x="196006" y="59506"/>
                  </a:cubicBezTo>
                  <a:cubicBezTo>
                    <a:pt x="197625" y="58759"/>
                    <a:pt x="200054" y="56521"/>
                    <a:pt x="202887" y="54283"/>
                  </a:cubicBezTo>
                  <a:lnTo>
                    <a:pt x="204506" y="52790"/>
                  </a:lnTo>
                  <a:cubicBezTo>
                    <a:pt x="204910" y="52790"/>
                    <a:pt x="204910" y="53536"/>
                    <a:pt x="205315" y="53536"/>
                  </a:cubicBezTo>
                  <a:cubicBezTo>
                    <a:pt x="206529" y="54283"/>
                    <a:pt x="208148" y="54283"/>
                    <a:pt x="209362" y="54283"/>
                  </a:cubicBezTo>
                  <a:lnTo>
                    <a:pt x="212196" y="54283"/>
                  </a:lnTo>
                  <a:cubicBezTo>
                    <a:pt x="213410" y="53536"/>
                    <a:pt x="214219" y="53536"/>
                    <a:pt x="215433" y="53536"/>
                  </a:cubicBezTo>
                  <a:cubicBezTo>
                    <a:pt x="216648" y="53536"/>
                    <a:pt x="216648" y="52790"/>
                    <a:pt x="217052" y="52790"/>
                  </a:cubicBezTo>
                  <a:lnTo>
                    <a:pt x="219481" y="50552"/>
                  </a:lnTo>
                  <a:cubicBezTo>
                    <a:pt x="220290" y="49806"/>
                    <a:pt x="221100" y="49806"/>
                    <a:pt x="221909" y="49059"/>
                  </a:cubicBezTo>
                  <a:cubicBezTo>
                    <a:pt x="222314" y="48313"/>
                    <a:pt x="222719" y="48313"/>
                    <a:pt x="223123" y="48313"/>
                  </a:cubicBezTo>
                  <a:cubicBezTo>
                    <a:pt x="223528" y="48313"/>
                    <a:pt x="223933" y="49059"/>
                    <a:pt x="224742" y="49059"/>
                  </a:cubicBezTo>
                  <a:cubicBezTo>
                    <a:pt x="225552" y="49059"/>
                    <a:pt x="226361" y="49806"/>
                    <a:pt x="227171" y="49806"/>
                  </a:cubicBezTo>
                  <a:lnTo>
                    <a:pt x="228790" y="49806"/>
                  </a:lnTo>
                  <a:cubicBezTo>
                    <a:pt x="230813" y="50552"/>
                    <a:pt x="232837" y="50552"/>
                    <a:pt x="234861" y="49806"/>
                  </a:cubicBezTo>
                  <a:lnTo>
                    <a:pt x="235670" y="49806"/>
                  </a:lnTo>
                  <a:cubicBezTo>
                    <a:pt x="237694" y="49059"/>
                    <a:pt x="239717" y="48313"/>
                    <a:pt x="241336" y="46821"/>
                  </a:cubicBezTo>
                  <a:lnTo>
                    <a:pt x="241741" y="46821"/>
                  </a:lnTo>
                  <a:cubicBezTo>
                    <a:pt x="243765" y="49059"/>
                    <a:pt x="245788" y="49806"/>
                    <a:pt x="247812" y="50552"/>
                  </a:cubicBezTo>
                  <a:lnTo>
                    <a:pt x="254288" y="50552"/>
                  </a:lnTo>
                  <a:cubicBezTo>
                    <a:pt x="255097" y="49806"/>
                    <a:pt x="255907" y="49806"/>
                    <a:pt x="257121" y="49806"/>
                  </a:cubicBezTo>
                  <a:cubicBezTo>
                    <a:pt x="258335" y="49806"/>
                    <a:pt x="258740" y="49059"/>
                    <a:pt x="259549" y="49059"/>
                  </a:cubicBezTo>
                  <a:cubicBezTo>
                    <a:pt x="260359" y="49059"/>
                    <a:pt x="259954" y="49059"/>
                    <a:pt x="259954" y="48313"/>
                  </a:cubicBezTo>
                  <a:cubicBezTo>
                    <a:pt x="260359" y="50552"/>
                    <a:pt x="260763" y="50552"/>
                    <a:pt x="261168" y="51298"/>
                  </a:cubicBezTo>
                  <a:cubicBezTo>
                    <a:pt x="262787" y="53536"/>
                    <a:pt x="264811" y="54283"/>
                    <a:pt x="266834" y="55029"/>
                  </a:cubicBezTo>
                  <a:cubicBezTo>
                    <a:pt x="268049" y="55775"/>
                    <a:pt x="269263" y="55775"/>
                    <a:pt x="270477" y="55775"/>
                  </a:cubicBezTo>
                  <a:lnTo>
                    <a:pt x="273310" y="55775"/>
                  </a:lnTo>
                  <a:cubicBezTo>
                    <a:pt x="274929" y="55775"/>
                    <a:pt x="276548" y="55775"/>
                    <a:pt x="278167" y="55029"/>
                  </a:cubicBezTo>
                  <a:cubicBezTo>
                    <a:pt x="278572" y="55775"/>
                    <a:pt x="279786" y="56521"/>
                    <a:pt x="280191" y="58013"/>
                  </a:cubicBezTo>
                  <a:cubicBezTo>
                    <a:pt x="280595" y="59506"/>
                    <a:pt x="281000" y="58759"/>
                    <a:pt x="281809" y="59506"/>
                  </a:cubicBezTo>
                  <a:lnTo>
                    <a:pt x="284643" y="60998"/>
                  </a:lnTo>
                  <a:cubicBezTo>
                    <a:pt x="285452" y="60998"/>
                    <a:pt x="285857" y="61744"/>
                    <a:pt x="286666" y="61744"/>
                  </a:cubicBezTo>
                  <a:lnTo>
                    <a:pt x="287476" y="61744"/>
                  </a:lnTo>
                  <a:cubicBezTo>
                    <a:pt x="287880" y="61744"/>
                    <a:pt x="289095" y="62490"/>
                    <a:pt x="289499" y="62490"/>
                  </a:cubicBezTo>
                  <a:lnTo>
                    <a:pt x="290714" y="62490"/>
                  </a:lnTo>
                  <a:cubicBezTo>
                    <a:pt x="291523" y="63236"/>
                    <a:pt x="292333" y="63236"/>
                    <a:pt x="293142" y="63236"/>
                  </a:cubicBezTo>
                  <a:lnTo>
                    <a:pt x="296785" y="63236"/>
                  </a:lnTo>
                  <a:cubicBezTo>
                    <a:pt x="297189" y="63983"/>
                    <a:pt x="297594" y="63983"/>
                    <a:pt x="297999" y="64729"/>
                  </a:cubicBezTo>
                  <a:cubicBezTo>
                    <a:pt x="298403" y="66221"/>
                    <a:pt x="299213" y="66967"/>
                    <a:pt x="300022" y="67713"/>
                  </a:cubicBezTo>
                  <a:cubicBezTo>
                    <a:pt x="300427" y="68459"/>
                    <a:pt x="300832" y="68459"/>
                    <a:pt x="301237" y="68459"/>
                  </a:cubicBezTo>
                  <a:cubicBezTo>
                    <a:pt x="301641" y="69206"/>
                    <a:pt x="302856" y="69206"/>
                    <a:pt x="303260" y="69952"/>
                  </a:cubicBezTo>
                  <a:lnTo>
                    <a:pt x="308117" y="72190"/>
                  </a:lnTo>
                  <a:cubicBezTo>
                    <a:pt x="308522" y="72190"/>
                    <a:pt x="308522" y="72936"/>
                    <a:pt x="309331" y="72936"/>
                  </a:cubicBezTo>
                  <a:cubicBezTo>
                    <a:pt x="310950" y="73683"/>
                    <a:pt x="312164" y="73683"/>
                    <a:pt x="314188" y="73683"/>
                  </a:cubicBezTo>
                  <a:lnTo>
                    <a:pt x="314593" y="73683"/>
                  </a:lnTo>
                  <a:cubicBezTo>
                    <a:pt x="314997" y="74429"/>
                    <a:pt x="315402" y="75175"/>
                    <a:pt x="315807" y="75175"/>
                  </a:cubicBezTo>
                  <a:cubicBezTo>
                    <a:pt x="316616" y="77413"/>
                    <a:pt x="317831" y="78906"/>
                    <a:pt x="319045" y="79652"/>
                  </a:cubicBezTo>
                  <a:cubicBezTo>
                    <a:pt x="319854" y="80398"/>
                    <a:pt x="320664" y="81144"/>
                    <a:pt x="321878" y="81890"/>
                  </a:cubicBezTo>
                  <a:lnTo>
                    <a:pt x="322283" y="82636"/>
                  </a:lnTo>
                  <a:cubicBezTo>
                    <a:pt x="322687" y="83383"/>
                    <a:pt x="322687" y="83383"/>
                    <a:pt x="323092" y="83383"/>
                  </a:cubicBezTo>
                  <a:cubicBezTo>
                    <a:pt x="323497" y="84129"/>
                    <a:pt x="324306" y="84129"/>
                    <a:pt x="324711" y="84129"/>
                  </a:cubicBezTo>
                  <a:cubicBezTo>
                    <a:pt x="325925" y="84875"/>
                    <a:pt x="326735" y="84875"/>
                    <a:pt x="328354" y="85621"/>
                  </a:cubicBezTo>
                  <a:cubicBezTo>
                    <a:pt x="329973" y="86367"/>
                    <a:pt x="329973" y="86367"/>
                    <a:pt x="331187" y="86367"/>
                  </a:cubicBezTo>
                  <a:lnTo>
                    <a:pt x="331996" y="86367"/>
                  </a:lnTo>
                  <a:cubicBezTo>
                    <a:pt x="333210" y="89352"/>
                    <a:pt x="334425" y="91590"/>
                    <a:pt x="336044" y="93829"/>
                  </a:cubicBezTo>
                  <a:cubicBezTo>
                    <a:pt x="335639" y="95321"/>
                    <a:pt x="335639" y="95321"/>
                    <a:pt x="336044" y="95321"/>
                  </a:cubicBezTo>
                  <a:cubicBezTo>
                    <a:pt x="336448" y="95321"/>
                    <a:pt x="336853" y="96067"/>
                    <a:pt x="337662" y="96067"/>
                  </a:cubicBezTo>
                  <a:cubicBezTo>
                    <a:pt x="338067" y="96813"/>
                    <a:pt x="338877" y="97559"/>
                    <a:pt x="339686" y="98306"/>
                  </a:cubicBezTo>
                  <a:cubicBezTo>
                    <a:pt x="340900" y="99052"/>
                    <a:pt x="342519" y="99798"/>
                    <a:pt x="343733" y="101290"/>
                  </a:cubicBezTo>
                  <a:cubicBezTo>
                    <a:pt x="344138" y="101290"/>
                    <a:pt x="344543" y="102036"/>
                    <a:pt x="344948" y="102036"/>
                  </a:cubicBezTo>
                  <a:cubicBezTo>
                    <a:pt x="345352" y="102036"/>
                    <a:pt x="346567" y="102783"/>
                    <a:pt x="346971" y="102783"/>
                  </a:cubicBezTo>
                  <a:lnTo>
                    <a:pt x="347376" y="102783"/>
                  </a:lnTo>
                  <a:cubicBezTo>
                    <a:pt x="348185" y="105767"/>
                    <a:pt x="348995" y="108006"/>
                    <a:pt x="350614" y="109498"/>
                  </a:cubicBezTo>
                  <a:lnTo>
                    <a:pt x="352233" y="112483"/>
                  </a:lnTo>
                  <a:cubicBezTo>
                    <a:pt x="352638" y="113229"/>
                    <a:pt x="353042" y="113975"/>
                    <a:pt x="353447" y="113975"/>
                  </a:cubicBezTo>
                  <a:cubicBezTo>
                    <a:pt x="355066" y="115467"/>
                    <a:pt x="357090" y="117706"/>
                    <a:pt x="358708" y="119198"/>
                  </a:cubicBezTo>
                  <a:cubicBezTo>
                    <a:pt x="359113" y="119944"/>
                    <a:pt x="359113" y="119944"/>
                    <a:pt x="359923" y="119944"/>
                  </a:cubicBezTo>
                  <a:cubicBezTo>
                    <a:pt x="360327" y="119944"/>
                    <a:pt x="360732" y="120690"/>
                    <a:pt x="361542" y="120690"/>
                  </a:cubicBezTo>
                  <a:cubicBezTo>
                    <a:pt x="361946" y="120690"/>
                    <a:pt x="362351" y="121436"/>
                    <a:pt x="363161" y="121436"/>
                  </a:cubicBezTo>
                  <a:cubicBezTo>
                    <a:pt x="363565" y="122929"/>
                    <a:pt x="363970" y="124421"/>
                    <a:pt x="364779" y="125913"/>
                  </a:cubicBezTo>
                  <a:cubicBezTo>
                    <a:pt x="366398" y="129644"/>
                    <a:pt x="368017" y="132629"/>
                    <a:pt x="370446" y="134867"/>
                  </a:cubicBezTo>
                  <a:cubicBezTo>
                    <a:pt x="372469" y="137106"/>
                    <a:pt x="374898" y="139344"/>
                    <a:pt x="377326" y="141582"/>
                  </a:cubicBezTo>
                  <a:cubicBezTo>
                    <a:pt x="377731" y="142329"/>
                    <a:pt x="377731" y="142329"/>
                    <a:pt x="378136" y="142329"/>
                  </a:cubicBezTo>
                  <a:cubicBezTo>
                    <a:pt x="378540" y="144567"/>
                    <a:pt x="378945" y="146806"/>
                    <a:pt x="379755" y="148298"/>
                  </a:cubicBezTo>
                  <a:cubicBezTo>
                    <a:pt x="381373" y="152775"/>
                    <a:pt x="383397" y="156506"/>
                    <a:pt x="385826" y="159490"/>
                  </a:cubicBezTo>
                  <a:cubicBezTo>
                    <a:pt x="387444" y="161729"/>
                    <a:pt x="389468" y="163967"/>
                    <a:pt x="391492" y="166206"/>
                  </a:cubicBezTo>
                  <a:cubicBezTo>
                    <a:pt x="392706" y="172921"/>
                    <a:pt x="394730" y="178144"/>
                    <a:pt x="397563" y="182621"/>
                  </a:cubicBezTo>
                  <a:cubicBezTo>
                    <a:pt x="399586" y="185606"/>
                    <a:pt x="401610" y="188590"/>
                    <a:pt x="404038" y="191575"/>
                  </a:cubicBezTo>
                  <a:cubicBezTo>
                    <a:pt x="404443" y="197544"/>
                    <a:pt x="406062" y="203513"/>
                    <a:pt x="408895" y="207990"/>
                  </a:cubicBezTo>
                  <a:cubicBezTo>
                    <a:pt x="410919" y="211721"/>
                    <a:pt x="412943" y="215452"/>
                    <a:pt x="415371" y="218436"/>
                  </a:cubicBezTo>
                  <a:cubicBezTo>
                    <a:pt x="415776" y="226644"/>
                    <a:pt x="417799" y="234852"/>
                    <a:pt x="421037" y="240821"/>
                  </a:cubicBezTo>
                  <a:lnTo>
                    <a:pt x="425085" y="248282"/>
                  </a:lnTo>
                  <a:cubicBezTo>
                    <a:pt x="425489" y="258729"/>
                    <a:pt x="427918" y="267682"/>
                    <a:pt x="431965" y="275144"/>
                  </a:cubicBezTo>
                  <a:cubicBezTo>
                    <a:pt x="432370" y="275890"/>
                    <a:pt x="433179" y="278128"/>
                    <a:pt x="433584" y="278875"/>
                  </a:cubicBezTo>
                  <a:cubicBezTo>
                    <a:pt x="433179" y="287082"/>
                    <a:pt x="434798" y="297528"/>
                    <a:pt x="440464" y="310213"/>
                  </a:cubicBezTo>
                  <a:cubicBezTo>
                    <a:pt x="440060" y="315436"/>
                    <a:pt x="440464" y="320659"/>
                    <a:pt x="441274" y="325882"/>
                  </a:cubicBezTo>
                  <a:cubicBezTo>
                    <a:pt x="442488" y="331852"/>
                    <a:pt x="443702" y="337821"/>
                    <a:pt x="445726" y="343044"/>
                  </a:cubicBezTo>
                  <a:cubicBezTo>
                    <a:pt x="444512" y="354236"/>
                    <a:pt x="445726" y="365428"/>
                    <a:pt x="448964" y="374382"/>
                  </a:cubicBezTo>
                  <a:cubicBezTo>
                    <a:pt x="449368" y="375128"/>
                    <a:pt x="449368" y="375128"/>
                    <a:pt x="449368" y="375875"/>
                  </a:cubicBezTo>
                  <a:cubicBezTo>
                    <a:pt x="449368" y="376621"/>
                    <a:pt x="448964" y="378859"/>
                    <a:pt x="448964" y="379605"/>
                  </a:cubicBezTo>
                  <a:cubicBezTo>
                    <a:pt x="448559" y="384082"/>
                    <a:pt x="448559" y="389305"/>
                    <a:pt x="448964" y="393782"/>
                  </a:cubicBezTo>
                  <a:cubicBezTo>
                    <a:pt x="449773" y="399005"/>
                    <a:pt x="450583" y="404975"/>
                    <a:pt x="451797" y="410198"/>
                  </a:cubicBezTo>
                  <a:cubicBezTo>
                    <a:pt x="449773" y="417659"/>
                    <a:pt x="449368" y="428105"/>
                    <a:pt x="452202" y="443774"/>
                  </a:cubicBezTo>
                  <a:lnTo>
                    <a:pt x="452202" y="444521"/>
                  </a:lnTo>
                  <a:cubicBezTo>
                    <a:pt x="449773" y="451236"/>
                    <a:pt x="449368" y="462428"/>
                    <a:pt x="451392" y="478098"/>
                  </a:cubicBezTo>
                  <a:cubicBezTo>
                    <a:pt x="450178" y="480336"/>
                    <a:pt x="449773" y="483321"/>
                    <a:pt x="448964" y="486305"/>
                  </a:cubicBezTo>
                  <a:cubicBezTo>
                    <a:pt x="448154" y="494513"/>
                    <a:pt x="447749" y="503467"/>
                    <a:pt x="448559" y="512421"/>
                  </a:cubicBezTo>
                  <a:cubicBezTo>
                    <a:pt x="445726" y="519136"/>
                    <a:pt x="443702" y="528836"/>
                    <a:pt x="444512" y="545997"/>
                  </a:cubicBezTo>
                  <a:cubicBezTo>
                    <a:pt x="443297" y="548236"/>
                    <a:pt x="442083" y="550474"/>
                    <a:pt x="441678" y="553459"/>
                  </a:cubicBezTo>
                  <a:cubicBezTo>
                    <a:pt x="439655" y="560921"/>
                    <a:pt x="438441" y="569874"/>
                    <a:pt x="438441" y="578082"/>
                  </a:cubicBezTo>
                  <a:cubicBezTo>
                    <a:pt x="435203" y="584051"/>
                    <a:pt x="433179" y="590767"/>
                    <a:pt x="432370" y="598974"/>
                  </a:cubicBezTo>
                  <a:cubicBezTo>
                    <a:pt x="431965" y="602705"/>
                    <a:pt x="431560" y="606436"/>
                    <a:pt x="431155" y="609420"/>
                  </a:cubicBezTo>
                  <a:cubicBezTo>
                    <a:pt x="427513" y="614644"/>
                    <a:pt x="424275" y="622851"/>
                    <a:pt x="422251" y="639267"/>
                  </a:cubicBezTo>
                  <a:cubicBezTo>
                    <a:pt x="421847" y="640013"/>
                    <a:pt x="421847" y="640013"/>
                    <a:pt x="421442" y="640013"/>
                  </a:cubicBezTo>
                  <a:cubicBezTo>
                    <a:pt x="416585" y="646728"/>
                    <a:pt x="413347" y="656428"/>
                    <a:pt x="412133" y="667620"/>
                  </a:cubicBezTo>
                  <a:cubicBezTo>
                    <a:pt x="411324" y="668367"/>
                    <a:pt x="410109" y="669859"/>
                    <a:pt x="409300" y="670605"/>
                  </a:cubicBezTo>
                  <a:cubicBezTo>
                    <a:pt x="405253" y="676574"/>
                    <a:pt x="402015" y="684782"/>
                    <a:pt x="400396" y="694482"/>
                  </a:cubicBezTo>
                  <a:cubicBezTo>
                    <a:pt x="399586" y="695228"/>
                    <a:pt x="398777" y="695974"/>
                    <a:pt x="398372" y="696720"/>
                  </a:cubicBezTo>
                  <a:cubicBezTo>
                    <a:pt x="393515" y="701943"/>
                    <a:pt x="389873" y="710151"/>
                    <a:pt x="387444" y="719851"/>
                  </a:cubicBezTo>
                  <a:cubicBezTo>
                    <a:pt x="387040" y="719851"/>
                    <a:pt x="386635" y="719851"/>
                    <a:pt x="386635" y="720597"/>
                  </a:cubicBezTo>
                  <a:cubicBezTo>
                    <a:pt x="384207" y="722090"/>
                    <a:pt x="382183" y="724328"/>
                    <a:pt x="380564" y="727313"/>
                  </a:cubicBezTo>
                  <a:lnTo>
                    <a:pt x="377731" y="732536"/>
                  </a:lnTo>
                  <a:cubicBezTo>
                    <a:pt x="376112" y="735520"/>
                    <a:pt x="374898" y="739251"/>
                    <a:pt x="373684" y="742982"/>
                  </a:cubicBezTo>
                  <a:cubicBezTo>
                    <a:pt x="372874" y="742982"/>
                    <a:pt x="372065" y="743728"/>
                    <a:pt x="370850" y="743728"/>
                  </a:cubicBezTo>
                  <a:cubicBezTo>
                    <a:pt x="368827" y="745220"/>
                    <a:pt x="366803" y="747459"/>
                    <a:pt x="365184" y="749697"/>
                  </a:cubicBezTo>
                  <a:lnTo>
                    <a:pt x="362351" y="754920"/>
                  </a:lnTo>
                  <a:cubicBezTo>
                    <a:pt x="361542" y="755666"/>
                    <a:pt x="361137" y="756413"/>
                    <a:pt x="360732" y="757905"/>
                  </a:cubicBezTo>
                  <a:lnTo>
                    <a:pt x="359518" y="760143"/>
                  </a:lnTo>
                  <a:cubicBezTo>
                    <a:pt x="359113" y="760890"/>
                    <a:pt x="358708" y="762382"/>
                    <a:pt x="358304" y="763128"/>
                  </a:cubicBezTo>
                  <a:cubicBezTo>
                    <a:pt x="357090" y="763128"/>
                    <a:pt x="355471" y="763874"/>
                    <a:pt x="354256" y="764620"/>
                  </a:cubicBezTo>
                  <a:cubicBezTo>
                    <a:pt x="353852" y="765366"/>
                    <a:pt x="353447" y="765366"/>
                    <a:pt x="353042" y="765366"/>
                  </a:cubicBezTo>
                  <a:lnTo>
                    <a:pt x="351423" y="766859"/>
                  </a:lnTo>
                  <a:lnTo>
                    <a:pt x="347781" y="771336"/>
                  </a:lnTo>
                  <a:cubicBezTo>
                    <a:pt x="346971" y="772828"/>
                    <a:pt x="346567" y="773574"/>
                    <a:pt x="345757" y="774320"/>
                  </a:cubicBezTo>
                  <a:cubicBezTo>
                    <a:pt x="345352" y="775066"/>
                    <a:pt x="344948" y="775813"/>
                    <a:pt x="344543" y="777305"/>
                  </a:cubicBezTo>
                  <a:cubicBezTo>
                    <a:pt x="344138" y="778797"/>
                    <a:pt x="342924" y="779543"/>
                    <a:pt x="342519" y="780290"/>
                  </a:cubicBezTo>
                  <a:cubicBezTo>
                    <a:pt x="341710" y="780290"/>
                    <a:pt x="341305" y="780290"/>
                    <a:pt x="340496" y="781036"/>
                  </a:cubicBezTo>
                  <a:cubicBezTo>
                    <a:pt x="340091" y="781036"/>
                    <a:pt x="338877" y="781782"/>
                    <a:pt x="338472" y="781782"/>
                  </a:cubicBezTo>
                  <a:cubicBezTo>
                    <a:pt x="338067" y="781782"/>
                    <a:pt x="337662" y="782528"/>
                    <a:pt x="336853" y="782528"/>
                  </a:cubicBezTo>
                  <a:cubicBezTo>
                    <a:pt x="336044" y="782528"/>
                    <a:pt x="336448" y="783274"/>
                    <a:pt x="336044" y="783274"/>
                  </a:cubicBezTo>
                  <a:cubicBezTo>
                    <a:pt x="334425" y="784766"/>
                    <a:pt x="332806" y="786259"/>
                    <a:pt x="331187" y="788497"/>
                  </a:cubicBezTo>
                  <a:cubicBezTo>
                    <a:pt x="329568" y="790736"/>
                    <a:pt x="327544" y="793720"/>
                    <a:pt x="325925" y="795959"/>
                  </a:cubicBezTo>
                  <a:lnTo>
                    <a:pt x="321878" y="795959"/>
                  </a:lnTo>
                  <a:lnTo>
                    <a:pt x="319045" y="797451"/>
                  </a:lnTo>
                  <a:cubicBezTo>
                    <a:pt x="317831" y="798197"/>
                    <a:pt x="317021" y="798943"/>
                    <a:pt x="315807" y="800436"/>
                  </a:cubicBezTo>
                  <a:cubicBezTo>
                    <a:pt x="315402" y="800436"/>
                    <a:pt x="314593" y="801182"/>
                    <a:pt x="314188" y="801182"/>
                  </a:cubicBezTo>
                  <a:cubicBezTo>
                    <a:pt x="312569" y="802674"/>
                    <a:pt x="310950" y="804913"/>
                    <a:pt x="309331" y="807151"/>
                  </a:cubicBezTo>
                  <a:cubicBezTo>
                    <a:pt x="308927" y="807897"/>
                    <a:pt x="308927" y="807897"/>
                    <a:pt x="308522" y="807897"/>
                  </a:cubicBezTo>
                  <a:lnTo>
                    <a:pt x="308117" y="807897"/>
                  </a:lnTo>
                  <a:cubicBezTo>
                    <a:pt x="306498" y="807151"/>
                    <a:pt x="304879" y="807151"/>
                    <a:pt x="303260" y="807897"/>
                  </a:cubicBezTo>
                  <a:cubicBezTo>
                    <a:pt x="302856" y="807897"/>
                    <a:pt x="302046" y="808643"/>
                    <a:pt x="301237" y="808643"/>
                  </a:cubicBezTo>
                  <a:cubicBezTo>
                    <a:pt x="300427" y="808643"/>
                    <a:pt x="300427" y="809389"/>
                    <a:pt x="300022" y="809389"/>
                  </a:cubicBezTo>
                  <a:cubicBezTo>
                    <a:pt x="299213" y="809389"/>
                    <a:pt x="298808" y="810136"/>
                    <a:pt x="297999" y="810136"/>
                  </a:cubicBezTo>
                  <a:cubicBezTo>
                    <a:pt x="296785" y="810882"/>
                    <a:pt x="295975" y="811628"/>
                    <a:pt x="294761" y="813120"/>
                  </a:cubicBezTo>
                  <a:cubicBezTo>
                    <a:pt x="294356" y="813866"/>
                    <a:pt x="293951" y="813866"/>
                    <a:pt x="293142" y="813866"/>
                  </a:cubicBezTo>
                  <a:cubicBezTo>
                    <a:pt x="292333" y="814613"/>
                    <a:pt x="291523" y="816105"/>
                    <a:pt x="290714" y="816851"/>
                  </a:cubicBezTo>
                  <a:lnTo>
                    <a:pt x="290309" y="817597"/>
                  </a:lnTo>
                  <a:cubicBezTo>
                    <a:pt x="290309" y="816851"/>
                    <a:pt x="289904" y="816851"/>
                    <a:pt x="289904" y="816851"/>
                  </a:cubicBezTo>
                  <a:cubicBezTo>
                    <a:pt x="289904" y="816851"/>
                    <a:pt x="288690" y="816105"/>
                    <a:pt x="287880" y="816105"/>
                  </a:cubicBezTo>
                  <a:lnTo>
                    <a:pt x="285047" y="816105"/>
                  </a:lnTo>
                  <a:cubicBezTo>
                    <a:pt x="284238" y="816105"/>
                    <a:pt x="283428" y="816851"/>
                    <a:pt x="282214" y="816851"/>
                  </a:cubicBezTo>
                  <a:cubicBezTo>
                    <a:pt x="281809" y="817597"/>
                    <a:pt x="281405" y="817597"/>
                    <a:pt x="280595" y="817597"/>
                  </a:cubicBezTo>
                  <a:cubicBezTo>
                    <a:pt x="278167" y="819089"/>
                    <a:pt x="276143" y="820582"/>
                    <a:pt x="273715" y="822820"/>
                  </a:cubicBezTo>
                  <a:lnTo>
                    <a:pt x="272096" y="824313"/>
                  </a:lnTo>
                  <a:lnTo>
                    <a:pt x="270882" y="824313"/>
                  </a:lnTo>
                  <a:cubicBezTo>
                    <a:pt x="269668" y="823566"/>
                    <a:pt x="268453" y="823566"/>
                    <a:pt x="267239" y="823566"/>
                  </a:cubicBezTo>
                  <a:cubicBezTo>
                    <a:pt x="265215" y="823566"/>
                    <a:pt x="263192" y="824313"/>
                    <a:pt x="261573" y="824313"/>
                  </a:cubicBezTo>
                  <a:cubicBezTo>
                    <a:pt x="261168" y="825059"/>
                    <a:pt x="260359" y="825059"/>
                    <a:pt x="259954" y="825059"/>
                  </a:cubicBezTo>
                  <a:cubicBezTo>
                    <a:pt x="259144" y="825059"/>
                    <a:pt x="258335" y="825805"/>
                    <a:pt x="257526" y="825805"/>
                  </a:cubicBezTo>
                  <a:cubicBezTo>
                    <a:pt x="256716" y="826551"/>
                    <a:pt x="255907" y="826551"/>
                    <a:pt x="254692" y="827297"/>
                  </a:cubicBezTo>
                  <a:cubicBezTo>
                    <a:pt x="254288" y="828043"/>
                    <a:pt x="254288" y="828043"/>
                    <a:pt x="253883" y="828043"/>
                  </a:cubicBezTo>
                  <a:lnTo>
                    <a:pt x="250240" y="825805"/>
                  </a:lnTo>
                  <a:cubicBezTo>
                    <a:pt x="249431" y="825059"/>
                    <a:pt x="249026" y="825059"/>
                    <a:pt x="248217" y="825059"/>
                  </a:cubicBezTo>
                  <a:cubicBezTo>
                    <a:pt x="246193" y="825059"/>
                    <a:pt x="244169" y="825059"/>
                    <a:pt x="242146" y="825805"/>
                  </a:cubicBezTo>
                  <a:cubicBezTo>
                    <a:pt x="240122" y="826551"/>
                    <a:pt x="238098" y="827297"/>
                    <a:pt x="236075" y="828790"/>
                  </a:cubicBezTo>
                  <a:cubicBezTo>
                    <a:pt x="235670" y="828790"/>
                    <a:pt x="235670" y="828790"/>
                    <a:pt x="235670" y="829536"/>
                  </a:cubicBezTo>
                  <a:cubicBezTo>
                    <a:pt x="235670" y="829536"/>
                    <a:pt x="235670" y="828790"/>
                    <a:pt x="235265" y="828790"/>
                  </a:cubicBezTo>
                  <a:cubicBezTo>
                    <a:pt x="233242" y="827297"/>
                    <a:pt x="231218" y="825805"/>
                    <a:pt x="229194" y="825059"/>
                  </a:cubicBezTo>
                  <a:lnTo>
                    <a:pt x="225147" y="825059"/>
                  </a:lnTo>
                  <a:cubicBezTo>
                    <a:pt x="224338" y="825059"/>
                    <a:pt x="223528" y="825059"/>
                    <a:pt x="222314" y="825805"/>
                  </a:cubicBezTo>
                  <a:cubicBezTo>
                    <a:pt x="221504" y="825805"/>
                    <a:pt x="220695" y="825805"/>
                    <a:pt x="219886" y="826551"/>
                  </a:cubicBezTo>
                  <a:cubicBezTo>
                    <a:pt x="219076" y="826551"/>
                    <a:pt x="218267" y="827297"/>
                    <a:pt x="217052" y="827297"/>
                  </a:cubicBezTo>
                  <a:cubicBezTo>
                    <a:pt x="215838" y="827297"/>
                    <a:pt x="216648" y="828043"/>
                    <a:pt x="216648" y="828043"/>
                  </a:cubicBezTo>
                  <a:cubicBezTo>
                    <a:pt x="216243" y="827297"/>
                    <a:pt x="215838" y="826551"/>
                    <a:pt x="215433" y="826551"/>
                  </a:cubicBezTo>
                  <a:cubicBezTo>
                    <a:pt x="214624" y="825805"/>
                    <a:pt x="213410" y="825059"/>
                    <a:pt x="212196" y="824313"/>
                  </a:cubicBezTo>
                  <a:cubicBezTo>
                    <a:pt x="211386" y="823566"/>
                    <a:pt x="210577" y="822820"/>
                    <a:pt x="209362" y="822820"/>
                  </a:cubicBezTo>
                  <a:cubicBezTo>
                    <a:pt x="208148" y="822820"/>
                    <a:pt x="206529" y="822074"/>
                    <a:pt x="205315" y="822074"/>
                  </a:cubicBezTo>
                  <a:lnTo>
                    <a:pt x="202482" y="822074"/>
                  </a:lnTo>
                  <a:cubicBezTo>
                    <a:pt x="200863" y="822074"/>
                    <a:pt x="199649" y="822820"/>
                    <a:pt x="197625" y="822820"/>
                  </a:cubicBezTo>
                  <a:cubicBezTo>
                    <a:pt x="196816" y="822074"/>
                    <a:pt x="196006" y="821328"/>
                    <a:pt x="195602" y="819836"/>
                  </a:cubicBezTo>
                  <a:cubicBezTo>
                    <a:pt x="195197" y="819089"/>
                    <a:pt x="194792" y="819089"/>
                    <a:pt x="193983" y="819089"/>
                  </a:cubicBezTo>
                  <a:cubicBezTo>
                    <a:pt x="192768" y="817597"/>
                    <a:pt x="191150" y="816851"/>
                    <a:pt x="189935" y="816105"/>
                  </a:cubicBezTo>
                  <a:cubicBezTo>
                    <a:pt x="188721" y="815359"/>
                    <a:pt x="187507" y="815359"/>
                    <a:pt x="186293" y="815359"/>
                  </a:cubicBezTo>
                  <a:lnTo>
                    <a:pt x="179008" y="815359"/>
                  </a:lnTo>
                  <a:lnTo>
                    <a:pt x="177389" y="812374"/>
                  </a:lnTo>
                  <a:cubicBezTo>
                    <a:pt x="176579" y="810882"/>
                    <a:pt x="176579" y="811628"/>
                    <a:pt x="175770" y="810882"/>
                  </a:cubicBezTo>
                  <a:lnTo>
                    <a:pt x="175365" y="810136"/>
                  </a:lnTo>
                  <a:cubicBezTo>
                    <a:pt x="174151" y="808643"/>
                    <a:pt x="172937" y="807897"/>
                    <a:pt x="171722" y="807151"/>
                  </a:cubicBezTo>
                  <a:cubicBezTo>
                    <a:pt x="170508" y="806405"/>
                    <a:pt x="168889" y="805659"/>
                    <a:pt x="167675" y="804913"/>
                  </a:cubicBezTo>
                  <a:cubicBezTo>
                    <a:pt x="167270" y="804913"/>
                    <a:pt x="166056" y="804166"/>
                    <a:pt x="164842" y="804166"/>
                  </a:cubicBezTo>
                  <a:cubicBezTo>
                    <a:pt x="163628" y="803420"/>
                    <a:pt x="162414" y="803420"/>
                    <a:pt x="161199" y="803420"/>
                  </a:cubicBezTo>
                  <a:lnTo>
                    <a:pt x="160795" y="803420"/>
                  </a:lnTo>
                  <a:lnTo>
                    <a:pt x="159580" y="801182"/>
                  </a:lnTo>
                  <a:cubicBezTo>
                    <a:pt x="158771" y="799690"/>
                    <a:pt x="157557" y="798197"/>
                    <a:pt x="156343" y="796705"/>
                  </a:cubicBezTo>
                  <a:cubicBezTo>
                    <a:pt x="155128" y="795213"/>
                    <a:pt x="154319" y="794466"/>
                    <a:pt x="153105" y="793720"/>
                  </a:cubicBezTo>
                  <a:cubicBezTo>
                    <a:pt x="152700" y="793720"/>
                    <a:pt x="152700" y="792974"/>
                    <a:pt x="152295" y="792974"/>
                  </a:cubicBezTo>
                  <a:cubicBezTo>
                    <a:pt x="151486" y="792228"/>
                    <a:pt x="151081" y="792228"/>
                    <a:pt x="150272" y="792228"/>
                  </a:cubicBezTo>
                  <a:cubicBezTo>
                    <a:pt x="149867" y="791482"/>
                    <a:pt x="149057" y="791482"/>
                    <a:pt x="148653" y="791482"/>
                  </a:cubicBezTo>
                  <a:cubicBezTo>
                    <a:pt x="147439" y="790736"/>
                    <a:pt x="145820" y="790736"/>
                    <a:pt x="144605" y="790736"/>
                  </a:cubicBezTo>
                  <a:cubicBezTo>
                    <a:pt x="145820" y="793720"/>
                    <a:pt x="145415" y="792974"/>
                    <a:pt x="145415" y="792974"/>
                  </a:cubicBezTo>
                  <a:close/>
                  <a:moveTo>
                    <a:pt x="450583" y="519882"/>
                  </a:moveTo>
                  <a:cubicBezTo>
                    <a:pt x="450583" y="519136"/>
                    <a:pt x="450987" y="519136"/>
                    <a:pt x="450583" y="519882"/>
                  </a:cubicBezTo>
                  <a:cubicBezTo>
                    <a:pt x="452606" y="517644"/>
                    <a:pt x="454225" y="515405"/>
                    <a:pt x="456249" y="513913"/>
                  </a:cubicBezTo>
                  <a:cubicBezTo>
                    <a:pt x="460701" y="510928"/>
                    <a:pt x="465153" y="507944"/>
                    <a:pt x="469200" y="503467"/>
                  </a:cubicBezTo>
                  <a:lnTo>
                    <a:pt x="469605" y="504213"/>
                  </a:lnTo>
                  <a:cubicBezTo>
                    <a:pt x="469605" y="530328"/>
                    <a:pt x="463129" y="534059"/>
                    <a:pt x="456249" y="537044"/>
                  </a:cubicBezTo>
                  <a:cubicBezTo>
                    <a:pt x="454630" y="537790"/>
                    <a:pt x="452606" y="538536"/>
                    <a:pt x="450987" y="539282"/>
                  </a:cubicBezTo>
                  <a:cubicBezTo>
                    <a:pt x="449773" y="540028"/>
                    <a:pt x="448964" y="540774"/>
                    <a:pt x="447749" y="541521"/>
                  </a:cubicBezTo>
                  <a:cubicBezTo>
                    <a:pt x="447345" y="541521"/>
                    <a:pt x="447345" y="542267"/>
                    <a:pt x="446940" y="542267"/>
                  </a:cubicBezTo>
                  <a:cubicBezTo>
                    <a:pt x="446940" y="537790"/>
                    <a:pt x="447345" y="533313"/>
                    <a:pt x="447749" y="528836"/>
                  </a:cubicBezTo>
                  <a:cubicBezTo>
                    <a:pt x="448154" y="525105"/>
                    <a:pt x="449368" y="522121"/>
                    <a:pt x="450583" y="519882"/>
                  </a:cubicBezTo>
                  <a:close/>
                  <a:moveTo>
                    <a:pt x="164033" y="848936"/>
                  </a:moveTo>
                  <a:lnTo>
                    <a:pt x="162818" y="848936"/>
                  </a:lnTo>
                  <a:cubicBezTo>
                    <a:pt x="162414" y="848189"/>
                    <a:pt x="162009" y="848189"/>
                    <a:pt x="161199" y="848189"/>
                  </a:cubicBezTo>
                  <a:lnTo>
                    <a:pt x="157962" y="846697"/>
                  </a:lnTo>
                  <a:cubicBezTo>
                    <a:pt x="156747" y="845951"/>
                    <a:pt x="155938" y="844459"/>
                    <a:pt x="154724" y="843713"/>
                  </a:cubicBezTo>
                  <a:cubicBezTo>
                    <a:pt x="154319" y="843713"/>
                    <a:pt x="154319" y="842966"/>
                    <a:pt x="153914" y="842966"/>
                  </a:cubicBezTo>
                  <a:cubicBezTo>
                    <a:pt x="153105" y="842220"/>
                    <a:pt x="152295" y="841474"/>
                    <a:pt x="151891" y="839982"/>
                  </a:cubicBezTo>
                  <a:lnTo>
                    <a:pt x="150272" y="834759"/>
                  </a:lnTo>
                  <a:cubicBezTo>
                    <a:pt x="147439" y="824313"/>
                    <a:pt x="149462" y="810882"/>
                    <a:pt x="147439" y="801182"/>
                  </a:cubicBezTo>
                  <a:cubicBezTo>
                    <a:pt x="148653" y="801928"/>
                    <a:pt x="149462" y="801928"/>
                    <a:pt x="150272" y="802674"/>
                  </a:cubicBezTo>
                  <a:cubicBezTo>
                    <a:pt x="151081" y="803420"/>
                    <a:pt x="151486" y="803420"/>
                    <a:pt x="151891" y="803420"/>
                  </a:cubicBezTo>
                  <a:cubicBezTo>
                    <a:pt x="152700" y="804166"/>
                    <a:pt x="153105" y="804166"/>
                    <a:pt x="153914" y="804913"/>
                  </a:cubicBezTo>
                  <a:cubicBezTo>
                    <a:pt x="154319" y="804913"/>
                    <a:pt x="154319" y="805659"/>
                    <a:pt x="154724" y="805659"/>
                  </a:cubicBezTo>
                  <a:cubicBezTo>
                    <a:pt x="155938" y="807151"/>
                    <a:pt x="156747" y="808643"/>
                    <a:pt x="157962" y="810882"/>
                  </a:cubicBezTo>
                  <a:lnTo>
                    <a:pt x="158771" y="812374"/>
                  </a:lnTo>
                  <a:cubicBezTo>
                    <a:pt x="159985" y="816851"/>
                    <a:pt x="160795" y="821328"/>
                    <a:pt x="161199" y="826551"/>
                  </a:cubicBezTo>
                  <a:cubicBezTo>
                    <a:pt x="161604" y="831028"/>
                    <a:pt x="162009" y="835505"/>
                    <a:pt x="162818" y="839236"/>
                  </a:cubicBezTo>
                  <a:cubicBezTo>
                    <a:pt x="163223" y="842220"/>
                    <a:pt x="163628" y="845951"/>
                    <a:pt x="164033" y="848936"/>
                  </a:cubicBezTo>
                  <a:close/>
                  <a:moveTo>
                    <a:pt x="183460" y="859382"/>
                  </a:moveTo>
                  <a:cubicBezTo>
                    <a:pt x="181436" y="859382"/>
                    <a:pt x="179817" y="858636"/>
                    <a:pt x="178603" y="857889"/>
                  </a:cubicBezTo>
                  <a:cubicBezTo>
                    <a:pt x="178198" y="857889"/>
                    <a:pt x="177793" y="857889"/>
                    <a:pt x="176984" y="857143"/>
                  </a:cubicBezTo>
                  <a:lnTo>
                    <a:pt x="176579" y="857143"/>
                  </a:lnTo>
                  <a:cubicBezTo>
                    <a:pt x="175365" y="856397"/>
                    <a:pt x="174151" y="855651"/>
                    <a:pt x="172937" y="854159"/>
                  </a:cubicBezTo>
                  <a:cubicBezTo>
                    <a:pt x="171318" y="851920"/>
                    <a:pt x="170104" y="849682"/>
                    <a:pt x="168889" y="847443"/>
                  </a:cubicBezTo>
                  <a:cubicBezTo>
                    <a:pt x="167270" y="842220"/>
                    <a:pt x="166461" y="835505"/>
                    <a:pt x="166056" y="829536"/>
                  </a:cubicBezTo>
                  <a:cubicBezTo>
                    <a:pt x="166056" y="824313"/>
                    <a:pt x="165247" y="819089"/>
                    <a:pt x="164437" y="813866"/>
                  </a:cubicBezTo>
                  <a:cubicBezTo>
                    <a:pt x="164842" y="813866"/>
                    <a:pt x="165651" y="813866"/>
                    <a:pt x="166056" y="814613"/>
                  </a:cubicBezTo>
                  <a:cubicBezTo>
                    <a:pt x="167270" y="814613"/>
                    <a:pt x="168080" y="815359"/>
                    <a:pt x="168889" y="815359"/>
                  </a:cubicBezTo>
                  <a:cubicBezTo>
                    <a:pt x="170104" y="816105"/>
                    <a:pt x="171722" y="816851"/>
                    <a:pt x="172937" y="818343"/>
                  </a:cubicBezTo>
                  <a:cubicBezTo>
                    <a:pt x="174151" y="819836"/>
                    <a:pt x="175365" y="821328"/>
                    <a:pt x="176579" y="823566"/>
                  </a:cubicBezTo>
                  <a:lnTo>
                    <a:pt x="176984" y="823566"/>
                  </a:lnTo>
                  <a:lnTo>
                    <a:pt x="176984" y="824313"/>
                  </a:lnTo>
                  <a:cubicBezTo>
                    <a:pt x="177389" y="825805"/>
                    <a:pt x="178198" y="828043"/>
                    <a:pt x="178603" y="829536"/>
                  </a:cubicBezTo>
                  <a:cubicBezTo>
                    <a:pt x="181031" y="839236"/>
                    <a:pt x="181436" y="849682"/>
                    <a:pt x="183460" y="857143"/>
                  </a:cubicBezTo>
                  <a:cubicBezTo>
                    <a:pt x="183460" y="857889"/>
                    <a:pt x="183864" y="858636"/>
                    <a:pt x="183460" y="859382"/>
                  </a:cubicBezTo>
                  <a:close/>
                  <a:moveTo>
                    <a:pt x="203696" y="866843"/>
                  </a:moveTo>
                  <a:lnTo>
                    <a:pt x="202887" y="866843"/>
                  </a:lnTo>
                  <a:cubicBezTo>
                    <a:pt x="200458" y="866843"/>
                    <a:pt x="198435" y="866097"/>
                    <a:pt x="196006" y="865351"/>
                  </a:cubicBezTo>
                  <a:cubicBezTo>
                    <a:pt x="195602" y="865351"/>
                    <a:pt x="195197" y="865351"/>
                    <a:pt x="194387" y="864605"/>
                  </a:cubicBezTo>
                  <a:cubicBezTo>
                    <a:pt x="192768" y="863859"/>
                    <a:pt x="191554" y="862366"/>
                    <a:pt x="190340" y="860128"/>
                  </a:cubicBezTo>
                  <a:cubicBezTo>
                    <a:pt x="188721" y="857889"/>
                    <a:pt x="187507" y="854905"/>
                    <a:pt x="186698" y="851174"/>
                  </a:cubicBezTo>
                  <a:cubicBezTo>
                    <a:pt x="186293" y="849682"/>
                    <a:pt x="186293" y="847443"/>
                    <a:pt x="185888" y="845951"/>
                  </a:cubicBezTo>
                  <a:cubicBezTo>
                    <a:pt x="185483" y="841474"/>
                    <a:pt x="184674" y="836997"/>
                    <a:pt x="184269" y="833266"/>
                  </a:cubicBezTo>
                  <a:cubicBezTo>
                    <a:pt x="184269" y="831774"/>
                    <a:pt x="183864" y="831028"/>
                    <a:pt x="183864" y="829536"/>
                  </a:cubicBezTo>
                  <a:cubicBezTo>
                    <a:pt x="183864" y="828790"/>
                    <a:pt x="183460" y="828043"/>
                    <a:pt x="183460" y="827297"/>
                  </a:cubicBezTo>
                  <a:cubicBezTo>
                    <a:pt x="183055" y="826551"/>
                    <a:pt x="183055" y="825805"/>
                    <a:pt x="183055" y="825059"/>
                  </a:cubicBezTo>
                  <a:lnTo>
                    <a:pt x="184674" y="825059"/>
                  </a:lnTo>
                  <a:cubicBezTo>
                    <a:pt x="185079" y="825059"/>
                    <a:pt x="185888" y="825805"/>
                    <a:pt x="186293" y="825805"/>
                  </a:cubicBezTo>
                  <a:lnTo>
                    <a:pt x="187102" y="825805"/>
                  </a:lnTo>
                  <a:lnTo>
                    <a:pt x="190745" y="827297"/>
                  </a:lnTo>
                  <a:cubicBezTo>
                    <a:pt x="192364" y="828043"/>
                    <a:pt x="193578" y="829536"/>
                    <a:pt x="194792" y="831028"/>
                  </a:cubicBezTo>
                  <a:cubicBezTo>
                    <a:pt x="195197" y="831774"/>
                    <a:pt x="195197" y="831774"/>
                    <a:pt x="195602" y="831774"/>
                  </a:cubicBezTo>
                  <a:cubicBezTo>
                    <a:pt x="196006" y="831774"/>
                    <a:pt x="196006" y="832520"/>
                    <a:pt x="196006" y="833266"/>
                  </a:cubicBezTo>
                  <a:cubicBezTo>
                    <a:pt x="199244" y="842220"/>
                    <a:pt x="200054" y="853413"/>
                    <a:pt x="202887" y="861620"/>
                  </a:cubicBezTo>
                  <a:cubicBezTo>
                    <a:pt x="203292" y="863113"/>
                    <a:pt x="203696" y="864605"/>
                    <a:pt x="203696" y="866843"/>
                  </a:cubicBezTo>
                  <a:close/>
                  <a:moveTo>
                    <a:pt x="223933" y="870574"/>
                  </a:moveTo>
                  <a:lnTo>
                    <a:pt x="217052" y="871320"/>
                  </a:lnTo>
                  <a:cubicBezTo>
                    <a:pt x="216648" y="870574"/>
                    <a:pt x="215838" y="870574"/>
                    <a:pt x="215433" y="870574"/>
                  </a:cubicBezTo>
                  <a:cubicBezTo>
                    <a:pt x="214219" y="869828"/>
                    <a:pt x="213410" y="869082"/>
                    <a:pt x="212196" y="868336"/>
                  </a:cubicBezTo>
                  <a:lnTo>
                    <a:pt x="209362" y="865351"/>
                  </a:lnTo>
                  <a:cubicBezTo>
                    <a:pt x="207339" y="861620"/>
                    <a:pt x="206125" y="857889"/>
                    <a:pt x="205315" y="852666"/>
                  </a:cubicBezTo>
                  <a:cubicBezTo>
                    <a:pt x="204506" y="847443"/>
                    <a:pt x="203696" y="842220"/>
                    <a:pt x="202482" y="836997"/>
                  </a:cubicBezTo>
                  <a:cubicBezTo>
                    <a:pt x="202077" y="835505"/>
                    <a:pt x="201673" y="833266"/>
                    <a:pt x="200863" y="831774"/>
                  </a:cubicBezTo>
                  <a:lnTo>
                    <a:pt x="204910" y="831774"/>
                  </a:lnTo>
                  <a:cubicBezTo>
                    <a:pt x="206125" y="831774"/>
                    <a:pt x="207744" y="831774"/>
                    <a:pt x="208958" y="832520"/>
                  </a:cubicBezTo>
                  <a:cubicBezTo>
                    <a:pt x="209767" y="833266"/>
                    <a:pt x="210577" y="833266"/>
                    <a:pt x="211791" y="834013"/>
                  </a:cubicBezTo>
                  <a:cubicBezTo>
                    <a:pt x="212600" y="834759"/>
                    <a:pt x="213005" y="835505"/>
                    <a:pt x="213815" y="836251"/>
                  </a:cubicBezTo>
                  <a:cubicBezTo>
                    <a:pt x="214219" y="836997"/>
                    <a:pt x="214624" y="838489"/>
                    <a:pt x="215029" y="839236"/>
                  </a:cubicBezTo>
                  <a:lnTo>
                    <a:pt x="216648" y="844459"/>
                  </a:lnTo>
                  <a:lnTo>
                    <a:pt x="219481" y="854159"/>
                  </a:lnTo>
                  <a:cubicBezTo>
                    <a:pt x="220290" y="857143"/>
                    <a:pt x="221100" y="860874"/>
                    <a:pt x="221909" y="863859"/>
                  </a:cubicBezTo>
                  <a:close/>
                  <a:moveTo>
                    <a:pt x="244169" y="870574"/>
                  </a:moveTo>
                  <a:cubicBezTo>
                    <a:pt x="243360" y="871320"/>
                    <a:pt x="242550" y="871320"/>
                    <a:pt x="241741" y="871320"/>
                  </a:cubicBezTo>
                  <a:cubicBezTo>
                    <a:pt x="239717" y="872066"/>
                    <a:pt x="237694" y="872066"/>
                    <a:pt x="235670" y="871320"/>
                  </a:cubicBezTo>
                  <a:lnTo>
                    <a:pt x="234861" y="871320"/>
                  </a:lnTo>
                  <a:cubicBezTo>
                    <a:pt x="232432" y="870574"/>
                    <a:pt x="230409" y="868336"/>
                    <a:pt x="228790" y="865351"/>
                  </a:cubicBezTo>
                  <a:cubicBezTo>
                    <a:pt x="227980" y="863859"/>
                    <a:pt x="227575" y="863113"/>
                    <a:pt x="227171" y="861620"/>
                  </a:cubicBezTo>
                  <a:cubicBezTo>
                    <a:pt x="226361" y="858636"/>
                    <a:pt x="225552" y="856397"/>
                    <a:pt x="224742" y="852666"/>
                  </a:cubicBezTo>
                  <a:cubicBezTo>
                    <a:pt x="223933" y="849682"/>
                    <a:pt x="223123" y="845951"/>
                    <a:pt x="221909" y="842220"/>
                  </a:cubicBezTo>
                  <a:cubicBezTo>
                    <a:pt x="221504" y="839982"/>
                    <a:pt x="220695" y="837743"/>
                    <a:pt x="219886" y="835505"/>
                  </a:cubicBezTo>
                  <a:cubicBezTo>
                    <a:pt x="220290" y="835505"/>
                    <a:pt x="221504" y="834759"/>
                    <a:pt x="221909" y="834759"/>
                  </a:cubicBezTo>
                  <a:lnTo>
                    <a:pt x="226766" y="834759"/>
                  </a:lnTo>
                  <a:cubicBezTo>
                    <a:pt x="227171" y="834759"/>
                    <a:pt x="227980" y="834759"/>
                    <a:pt x="228385" y="835505"/>
                  </a:cubicBezTo>
                  <a:cubicBezTo>
                    <a:pt x="230004" y="836251"/>
                    <a:pt x="231218" y="836997"/>
                    <a:pt x="232432" y="838489"/>
                  </a:cubicBezTo>
                  <a:cubicBezTo>
                    <a:pt x="233242" y="839982"/>
                    <a:pt x="234051" y="841474"/>
                    <a:pt x="234456" y="842966"/>
                  </a:cubicBezTo>
                  <a:lnTo>
                    <a:pt x="235265" y="844459"/>
                  </a:lnTo>
                  <a:cubicBezTo>
                    <a:pt x="237694" y="850428"/>
                    <a:pt x="239313" y="857143"/>
                    <a:pt x="241336" y="863113"/>
                  </a:cubicBezTo>
                  <a:cubicBezTo>
                    <a:pt x="242146" y="865351"/>
                    <a:pt x="242955" y="868336"/>
                    <a:pt x="244169" y="869828"/>
                  </a:cubicBezTo>
                  <a:close/>
                  <a:moveTo>
                    <a:pt x="264406" y="869082"/>
                  </a:moveTo>
                  <a:cubicBezTo>
                    <a:pt x="263192" y="869828"/>
                    <a:pt x="261978" y="869828"/>
                    <a:pt x="261168" y="870574"/>
                  </a:cubicBezTo>
                  <a:lnTo>
                    <a:pt x="259549" y="870574"/>
                  </a:lnTo>
                  <a:cubicBezTo>
                    <a:pt x="258740" y="871320"/>
                    <a:pt x="257930" y="871320"/>
                    <a:pt x="257121" y="871320"/>
                  </a:cubicBezTo>
                  <a:lnTo>
                    <a:pt x="254288" y="871320"/>
                  </a:lnTo>
                  <a:cubicBezTo>
                    <a:pt x="252669" y="870574"/>
                    <a:pt x="251050" y="869828"/>
                    <a:pt x="249836" y="868336"/>
                  </a:cubicBezTo>
                  <a:cubicBezTo>
                    <a:pt x="249026" y="867589"/>
                    <a:pt x="248621" y="866843"/>
                    <a:pt x="247812" y="865351"/>
                  </a:cubicBezTo>
                  <a:cubicBezTo>
                    <a:pt x="245384" y="859382"/>
                    <a:pt x="243360" y="852666"/>
                    <a:pt x="241741" y="845951"/>
                  </a:cubicBezTo>
                  <a:cubicBezTo>
                    <a:pt x="240932" y="842966"/>
                    <a:pt x="239717" y="840728"/>
                    <a:pt x="238503" y="838489"/>
                  </a:cubicBezTo>
                  <a:cubicBezTo>
                    <a:pt x="239717" y="837743"/>
                    <a:pt x="240527" y="837743"/>
                    <a:pt x="241741" y="837743"/>
                  </a:cubicBezTo>
                  <a:cubicBezTo>
                    <a:pt x="243765" y="836997"/>
                    <a:pt x="245788" y="836997"/>
                    <a:pt x="247812" y="836997"/>
                  </a:cubicBezTo>
                  <a:cubicBezTo>
                    <a:pt x="248621" y="836997"/>
                    <a:pt x="249026" y="837743"/>
                    <a:pt x="249836" y="837743"/>
                  </a:cubicBezTo>
                  <a:cubicBezTo>
                    <a:pt x="250645" y="837743"/>
                    <a:pt x="251050" y="838489"/>
                    <a:pt x="251455" y="838489"/>
                  </a:cubicBezTo>
                  <a:cubicBezTo>
                    <a:pt x="252264" y="839982"/>
                    <a:pt x="253478" y="841474"/>
                    <a:pt x="254288" y="843713"/>
                  </a:cubicBezTo>
                  <a:cubicBezTo>
                    <a:pt x="255502" y="845951"/>
                    <a:pt x="256311" y="848189"/>
                    <a:pt x="257121" y="850428"/>
                  </a:cubicBezTo>
                  <a:lnTo>
                    <a:pt x="259549" y="857143"/>
                  </a:lnTo>
                  <a:cubicBezTo>
                    <a:pt x="260359" y="858636"/>
                    <a:pt x="260763" y="860128"/>
                    <a:pt x="261168" y="861620"/>
                  </a:cubicBezTo>
                  <a:cubicBezTo>
                    <a:pt x="262382" y="864605"/>
                    <a:pt x="263597" y="866843"/>
                    <a:pt x="264811" y="869082"/>
                  </a:cubicBezTo>
                  <a:close/>
                  <a:moveTo>
                    <a:pt x="284643" y="863113"/>
                  </a:moveTo>
                  <a:lnTo>
                    <a:pt x="281809" y="864605"/>
                  </a:lnTo>
                  <a:cubicBezTo>
                    <a:pt x="281405" y="865351"/>
                    <a:pt x="281000" y="865351"/>
                    <a:pt x="280191" y="865351"/>
                  </a:cubicBezTo>
                  <a:cubicBezTo>
                    <a:pt x="278167" y="866843"/>
                    <a:pt x="275738" y="866843"/>
                    <a:pt x="273310" y="866097"/>
                  </a:cubicBezTo>
                  <a:cubicBezTo>
                    <a:pt x="272501" y="866097"/>
                    <a:pt x="271286" y="865351"/>
                    <a:pt x="270477" y="865351"/>
                  </a:cubicBezTo>
                  <a:cubicBezTo>
                    <a:pt x="268858" y="864605"/>
                    <a:pt x="267644" y="862366"/>
                    <a:pt x="266834" y="860128"/>
                  </a:cubicBezTo>
                  <a:cubicBezTo>
                    <a:pt x="264406" y="855651"/>
                    <a:pt x="262787" y="850428"/>
                    <a:pt x="261168" y="844459"/>
                  </a:cubicBezTo>
                  <a:cubicBezTo>
                    <a:pt x="260359" y="842966"/>
                    <a:pt x="259954" y="841474"/>
                    <a:pt x="259549" y="839982"/>
                  </a:cubicBezTo>
                  <a:lnTo>
                    <a:pt x="257526" y="836251"/>
                  </a:lnTo>
                  <a:cubicBezTo>
                    <a:pt x="258335" y="835505"/>
                    <a:pt x="258740" y="835505"/>
                    <a:pt x="259549" y="835505"/>
                  </a:cubicBezTo>
                  <a:cubicBezTo>
                    <a:pt x="259954" y="834759"/>
                    <a:pt x="260763" y="834759"/>
                    <a:pt x="261168" y="834759"/>
                  </a:cubicBezTo>
                  <a:cubicBezTo>
                    <a:pt x="263192" y="834013"/>
                    <a:pt x="265215" y="834013"/>
                    <a:pt x="266834" y="834013"/>
                  </a:cubicBezTo>
                  <a:cubicBezTo>
                    <a:pt x="268049" y="834013"/>
                    <a:pt x="269263" y="834759"/>
                    <a:pt x="270477" y="834759"/>
                  </a:cubicBezTo>
                  <a:cubicBezTo>
                    <a:pt x="270477" y="835505"/>
                    <a:pt x="270882" y="835505"/>
                    <a:pt x="270882" y="835505"/>
                  </a:cubicBezTo>
                  <a:cubicBezTo>
                    <a:pt x="272096" y="836997"/>
                    <a:pt x="272905" y="837743"/>
                    <a:pt x="273715" y="839982"/>
                  </a:cubicBezTo>
                  <a:cubicBezTo>
                    <a:pt x="276143" y="844459"/>
                    <a:pt x="278167" y="848936"/>
                    <a:pt x="280595" y="854159"/>
                  </a:cubicBezTo>
                  <a:lnTo>
                    <a:pt x="282214" y="857143"/>
                  </a:lnTo>
                  <a:cubicBezTo>
                    <a:pt x="283024" y="858636"/>
                    <a:pt x="283833" y="860128"/>
                    <a:pt x="285047" y="861620"/>
                  </a:cubicBezTo>
                  <a:cubicBezTo>
                    <a:pt x="285452" y="861620"/>
                    <a:pt x="285452" y="862366"/>
                    <a:pt x="285452" y="862366"/>
                  </a:cubicBezTo>
                  <a:close/>
                  <a:moveTo>
                    <a:pt x="304474" y="853413"/>
                  </a:moveTo>
                  <a:cubicBezTo>
                    <a:pt x="304070" y="854159"/>
                    <a:pt x="303665" y="854159"/>
                    <a:pt x="302856" y="854159"/>
                  </a:cubicBezTo>
                  <a:cubicBezTo>
                    <a:pt x="302451" y="854905"/>
                    <a:pt x="301237" y="854905"/>
                    <a:pt x="300832" y="855651"/>
                  </a:cubicBezTo>
                  <a:cubicBezTo>
                    <a:pt x="300427" y="856397"/>
                    <a:pt x="300022" y="856397"/>
                    <a:pt x="299618" y="856397"/>
                  </a:cubicBezTo>
                  <a:cubicBezTo>
                    <a:pt x="299213" y="856397"/>
                    <a:pt x="297999" y="857143"/>
                    <a:pt x="297594" y="857143"/>
                  </a:cubicBezTo>
                  <a:cubicBezTo>
                    <a:pt x="296380" y="857889"/>
                    <a:pt x="295570" y="857889"/>
                    <a:pt x="294356" y="857889"/>
                  </a:cubicBezTo>
                  <a:lnTo>
                    <a:pt x="292737" y="857889"/>
                  </a:lnTo>
                  <a:cubicBezTo>
                    <a:pt x="291928" y="857143"/>
                    <a:pt x="291118" y="857143"/>
                    <a:pt x="290309" y="857143"/>
                  </a:cubicBezTo>
                  <a:cubicBezTo>
                    <a:pt x="289499" y="857143"/>
                    <a:pt x="289904" y="856397"/>
                    <a:pt x="289095" y="856397"/>
                  </a:cubicBezTo>
                  <a:cubicBezTo>
                    <a:pt x="288285" y="855651"/>
                    <a:pt x="287880" y="854905"/>
                    <a:pt x="287071" y="854159"/>
                  </a:cubicBezTo>
                  <a:cubicBezTo>
                    <a:pt x="286666" y="853413"/>
                    <a:pt x="286666" y="853413"/>
                    <a:pt x="286262" y="853413"/>
                  </a:cubicBezTo>
                  <a:cubicBezTo>
                    <a:pt x="285452" y="852666"/>
                    <a:pt x="284643" y="851174"/>
                    <a:pt x="284238" y="849682"/>
                  </a:cubicBezTo>
                  <a:cubicBezTo>
                    <a:pt x="283428" y="847443"/>
                    <a:pt x="282619" y="845951"/>
                    <a:pt x="281405" y="843713"/>
                  </a:cubicBezTo>
                  <a:cubicBezTo>
                    <a:pt x="281000" y="842220"/>
                    <a:pt x="280595" y="840728"/>
                    <a:pt x="279786" y="839982"/>
                  </a:cubicBezTo>
                  <a:cubicBezTo>
                    <a:pt x="278572" y="836997"/>
                    <a:pt x="277357" y="834013"/>
                    <a:pt x="275334" y="831028"/>
                  </a:cubicBezTo>
                  <a:cubicBezTo>
                    <a:pt x="276953" y="830282"/>
                    <a:pt x="278572" y="828790"/>
                    <a:pt x="279786" y="828043"/>
                  </a:cubicBezTo>
                  <a:cubicBezTo>
                    <a:pt x="280191" y="827297"/>
                    <a:pt x="280595" y="827297"/>
                    <a:pt x="281405" y="827297"/>
                  </a:cubicBezTo>
                  <a:cubicBezTo>
                    <a:pt x="282214" y="826551"/>
                    <a:pt x="283024" y="826551"/>
                    <a:pt x="284238" y="826551"/>
                  </a:cubicBezTo>
                  <a:lnTo>
                    <a:pt x="286262" y="826551"/>
                  </a:lnTo>
                  <a:cubicBezTo>
                    <a:pt x="286666" y="826551"/>
                    <a:pt x="286666" y="827297"/>
                    <a:pt x="287071" y="827297"/>
                  </a:cubicBezTo>
                  <a:cubicBezTo>
                    <a:pt x="287476" y="827297"/>
                    <a:pt x="288285" y="827297"/>
                    <a:pt x="288690" y="828043"/>
                  </a:cubicBezTo>
                  <a:cubicBezTo>
                    <a:pt x="289095" y="828043"/>
                    <a:pt x="289095" y="828043"/>
                    <a:pt x="289095" y="828790"/>
                  </a:cubicBezTo>
                  <a:cubicBezTo>
                    <a:pt x="289499" y="829536"/>
                    <a:pt x="289904" y="829536"/>
                    <a:pt x="290309" y="829536"/>
                  </a:cubicBezTo>
                  <a:cubicBezTo>
                    <a:pt x="291118" y="830282"/>
                    <a:pt x="291928" y="831774"/>
                    <a:pt x="292737" y="833266"/>
                  </a:cubicBezTo>
                  <a:cubicBezTo>
                    <a:pt x="293142" y="834013"/>
                    <a:pt x="293951" y="834759"/>
                    <a:pt x="294356" y="835505"/>
                  </a:cubicBezTo>
                  <a:cubicBezTo>
                    <a:pt x="295570" y="836997"/>
                    <a:pt x="296380" y="839236"/>
                    <a:pt x="297594" y="841474"/>
                  </a:cubicBezTo>
                  <a:cubicBezTo>
                    <a:pt x="298403" y="842220"/>
                    <a:pt x="299213" y="843713"/>
                    <a:pt x="299618" y="845205"/>
                  </a:cubicBezTo>
                  <a:cubicBezTo>
                    <a:pt x="300022" y="845951"/>
                    <a:pt x="300427" y="845951"/>
                    <a:pt x="300832" y="847443"/>
                  </a:cubicBezTo>
                  <a:cubicBezTo>
                    <a:pt x="301641" y="848189"/>
                    <a:pt x="302046" y="849682"/>
                    <a:pt x="302856" y="850428"/>
                  </a:cubicBezTo>
                  <a:cubicBezTo>
                    <a:pt x="303260" y="851174"/>
                    <a:pt x="304474" y="851920"/>
                    <a:pt x="304879" y="852666"/>
                  </a:cubicBezTo>
                  <a:close/>
                  <a:moveTo>
                    <a:pt x="323497" y="841474"/>
                  </a:moveTo>
                  <a:cubicBezTo>
                    <a:pt x="323092" y="842220"/>
                    <a:pt x="322687" y="842220"/>
                    <a:pt x="322283" y="842966"/>
                  </a:cubicBezTo>
                  <a:cubicBezTo>
                    <a:pt x="321878" y="843713"/>
                    <a:pt x="321878" y="843713"/>
                    <a:pt x="321473" y="843713"/>
                  </a:cubicBezTo>
                  <a:cubicBezTo>
                    <a:pt x="321068" y="843713"/>
                    <a:pt x="321068" y="844459"/>
                    <a:pt x="321068" y="844459"/>
                  </a:cubicBezTo>
                  <a:cubicBezTo>
                    <a:pt x="321068" y="844459"/>
                    <a:pt x="319450" y="845951"/>
                    <a:pt x="318235" y="847443"/>
                  </a:cubicBezTo>
                  <a:cubicBezTo>
                    <a:pt x="317021" y="848189"/>
                    <a:pt x="316212" y="848189"/>
                    <a:pt x="314997" y="848189"/>
                  </a:cubicBezTo>
                  <a:cubicBezTo>
                    <a:pt x="314593" y="848936"/>
                    <a:pt x="314188" y="848936"/>
                    <a:pt x="313379" y="848936"/>
                  </a:cubicBezTo>
                  <a:cubicBezTo>
                    <a:pt x="311760" y="848936"/>
                    <a:pt x="310141" y="848189"/>
                    <a:pt x="308522" y="847443"/>
                  </a:cubicBezTo>
                  <a:cubicBezTo>
                    <a:pt x="308117" y="847443"/>
                    <a:pt x="307712" y="846697"/>
                    <a:pt x="307308" y="846697"/>
                  </a:cubicBezTo>
                  <a:cubicBezTo>
                    <a:pt x="305689" y="845205"/>
                    <a:pt x="304070" y="842966"/>
                    <a:pt x="302451" y="839982"/>
                  </a:cubicBezTo>
                  <a:cubicBezTo>
                    <a:pt x="302046" y="838489"/>
                    <a:pt x="301237" y="836997"/>
                    <a:pt x="300427" y="835505"/>
                  </a:cubicBezTo>
                  <a:cubicBezTo>
                    <a:pt x="300022" y="834759"/>
                    <a:pt x="299618" y="834013"/>
                    <a:pt x="299213" y="832520"/>
                  </a:cubicBezTo>
                  <a:lnTo>
                    <a:pt x="297189" y="828790"/>
                  </a:lnTo>
                  <a:cubicBezTo>
                    <a:pt x="296380" y="827297"/>
                    <a:pt x="295166" y="825059"/>
                    <a:pt x="293951" y="823566"/>
                  </a:cubicBezTo>
                  <a:cubicBezTo>
                    <a:pt x="295166" y="822820"/>
                    <a:pt x="295975" y="821328"/>
                    <a:pt x="297189" y="820582"/>
                  </a:cubicBezTo>
                  <a:cubicBezTo>
                    <a:pt x="297594" y="819836"/>
                    <a:pt x="298808" y="819836"/>
                    <a:pt x="299213" y="819089"/>
                  </a:cubicBezTo>
                  <a:cubicBezTo>
                    <a:pt x="299618" y="818343"/>
                    <a:pt x="300022" y="818343"/>
                    <a:pt x="300427" y="818343"/>
                  </a:cubicBezTo>
                  <a:cubicBezTo>
                    <a:pt x="301237" y="818343"/>
                    <a:pt x="301641" y="817597"/>
                    <a:pt x="302451" y="817597"/>
                  </a:cubicBezTo>
                  <a:cubicBezTo>
                    <a:pt x="304070" y="817597"/>
                    <a:pt x="305284" y="817597"/>
                    <a:pt x="306903" y="818343"/>
                  </a:cubicBezTo>
                  <a:cubicBezTo>
                    <a:pt x="306903" y="818343"/>
                    <a:pt x="307308" y="818343"/>
                    <a:pt x="307308" y="819089"/>
                  </a:cubicBezTo>
                  <a:cubicBezTo>
                    <a:pt x="307712" y="819089"/>
                    <a:pt x="307712" y="819836"/>
                    <a:pt x="308522" y="819836"/>
                  </a:cubicBezTo>
                  <a:cubicBezTo>
                    <a:pt x="310141" y="821328"/>
                    <a:pt x="311760" y="823566"/>
                    <a:pt x="313379" y="825805"/>
                  </a:cubicBezTo>
                  <a:cubicBezTo>
                    <a:pt x="313783" y="826551"/>
                    <a:pt x="314188" y="827297"/>
                    <a:pt x="314997" y="828043"/>
                  </a:cubicBezTo>
                  <a:cubicBezTo>
                    <a:pt x="315807" y="829536"/>
                    <a:pt x="317021" y="831774"/>
                    <a:pt x="318235" y="833266"/>
                  </a:cubicBezTo>
                  <a:cubicBezTo>
                    <a:pt x="319045" y="834759"/>
                    <a:pt x="319854" y="836251"/>
                    <a:pt x="321068" y="837743"/>
                  </a:cubicBezTo>
                  <a:cubicBezTo>
                    <a:pt x="321473" y="837743"/>
                    <a:pt x="321473" y="837743"/>
                    <a:pt x="321473" y="838489"/>
                  </a:cubicBezTo>
                  <a:cubicBezTo>
                    <a:pt x="321878" y="839236"/>
                    <a:pt x="321878" y="839236"/>
                    <a:pt x="322283" y="839236"/>
                  </a:cubicBezTo>
                  <a:lnTo>
                    <a:pt x="323902" y="840728"/>
                  </a:lnTo>
                  <a:close/>
                  <a:moveTo>
                    <a:pt x="342519" y="826551"/>
                  </a:moveTo>
                  <a:cubicBezTo>
                    <a:pt x="341710" y="827297"/>
                    <a:pt x="340496" y="828790"/>
                    <a:pt x="339686" y="829536"/>
                  </a:cubicBezTo>
                  <a:cubicBezTo>
                    <a:pt x="339281" y="830282"/>
                    <a:pt x="338472" y="831028"/>
                    <a:pt x="337662" y="831774"/>
                  </a:cubicBezTo>
                  <a:cubicBezTo>
                    <a:pt x="337258" y="832520"/>
                    <a:pt x="336853" y="832520"/>
                    <a:pt x="336044" y="832520"/>
                  </a:cubicBezTo>
                  <a:cubicBezTo>
                    <a:pt x="335639" y="833266"/>
                    <a:pt x="335639" y="833266"/>
                    <a:pt x="335234" y="833266"/>
                  </a:cubicBezTo>
                  <a:cubicBezTo>
                    <a:pt x="333615" y="834013"/>
                    <a:pt x="331996" y="834759"/>
                    <a:pt x="330377" y="834759"/>
                  </a:cubicBezTo>
                  <a:cubicBezTo>
                    <a:pt x="329568" y="834759"/>
                    <a:pt x="328758" y="834013"/>
                    <a:pt x="327544" y="834013"/>
                  </a:cubicBezTo>
                  <a:cubicBezTo>
                    <a:pt x="326330" y="833266"/>
                    <a:pt x="325116" y="831774"/>
                    <a:pt x="323902" y="831028"/>
                  </a:cubicBezTo>
                  <a:cubicBezTo>
                    <a:pt x="323497" y="830282"/>
                    <a:pt x="322687" y="829536"/>
                    <a:pt x="322283" y="828790"/>
                  </a:cubicBezTo>
                  <a:lnTo>
                    <a:pt x="321473" y="827297"/>
                  </a:lnTo>
                  <a:lnTo>
                    <a:pt x="321068" y="826551"/>
                  </a:lnTo>
                  <a:lnTo>
                    <a:pt x="318235" y="821328"/>
                  </a:lnTo>
                  <a:cubicBezTo>
                    <a:pt x="317021" y="819089"/>
                    <a:pt x="315807" y="817597"/>
                    <a:pt x="314997" y="816105"/>
                  </a:cubicBezTo>
                  <a:cubicBezTo>
                    <a:pt x="314593" y="815359"/>
                    <a:pt x="313783" y="815359"/>
                    <a:pt x="313379" y="814613"/>
                  </a:cubicBezTo>
                  <a:cubicBezTo>
                    <a:pt x="312974" y="813866"/>
                    <a:pt x="312569" y="813866"/>
                    <a:pt x="311760" y="813866"/>
                  </a:cubicBezTo>
                  <a:cubicBezTo>
                    <a:pt x="312164" y="813120"/>
                    <a:pt x="312569" y="813120"/>
                    <a:pt x="313379" y="812374"/>
                  </a:cubicBezTo>
                  <a:cubicBezTo>
                    <a:pt x="313783" y="811628"/>
                    <a:pt x="314188" y="810882"/>
                    <a:pt x="314997" y="810882"/>
                  </a:cubicBezTo>
                  <a:cubicBezTo>
                    <a:pt x="315807" y="810136"/>
                    <a:pt x="317021" y="808643"/>
                    <a:pt x="318235" y="807897"/>
                  </a:cubicBezTo>
                  <a:lnTo>
                    <a:pt x="321068" y="806405"/>
                  </a:lnTo>
                  <a:lnTo>
                    <a:pt x="321473" y="806405"/>
                  </a:lnTo>
                  <a:cubicBezTo>
                    <a:pt x="321878" y="806405"/>
                    <a:pt x="321878" y="805659"/>
                    <a:pt x="322283" y="805659"/>
                  </a:cubicBezTo>
                  <a:lnTo>
                    <a:pt x="323902" y="805659"/>
                  </a:lnTo>
                  <a:lnTo>
                    <a:pt x="324306" y="806405"/>
                  </a:lnTo>
                  <a:cubicBezTo>
                    <a:pt x="325521" y="807151"/>
                    <a:pt x="326330" y="807897"/>
                    <a:pt x="327139" y="808643"/>
                  </a:cubicBezTo>
                  <a:cubicBezTo>
                    <a:pt x="327949" y="809389"/>
                    <a:pt x="328758" y="810136"/>
                    <a:pt x="329973" y="811628"/>
                  </a:cubicBezTo>
                  <a:cubicBezTo>
                    <a:pt x="331591" y="813120"/>
                    <a:pt x="333210" y="816105"/>
                    <a:pt x="334829" y="817597"/>
                  </a:cubicBezTo>
                  <a:lnTo>
                    <a:pt x="335639" y="819089"/>
                  </a:lnTo>
                  <a:cubicBezTo>
                    <a:pt x="336044" y="819836"/>
                    <a:pt x="336448" y="819836"/>
                    <a:pt x="337258" y="820582"/>
                  </a:cubicBezTo>
                  <a:cubicBezTo>
                    <a:pt x="338067" y="821328"/>
                    <a:pt x="338877" y="822074"/>
                    <a:pt x="339281" y="823566"/>
                  </a:cubicBezTo>
                  <a:cubicBezTo>
                    <a:pt x="339686" y="825059"/>
                    <a:pt x="341710" y="825059"/>
                    <a:pt x="342519" y="826551"/>
                  </a:cubicBezTo>
                  <a:close/>
                  <a:moveTo>
                    <a:pt x="360327" y="808643"/>
                  </a:moveTo>
                  <a:cubicBezTo>
                    <a:pt x="359923" y="808643"/>
                    <a:pt x="359923" y="808643"/>
                    <a:pt x="360327" y="808643"/>
                  </a:cubicBezTo>
                  <a:cubicBezTo>
                    <a:pt x="359518" y="809389"/>
                    <a:pt x="359113" y="810136"/>
                    <a:pt x="358708" y="810882"/>
                  </a:cubicBezTo>
                  <a:cubicBezTo>
                    <a:pt x="357090" y="813120"/>
                    <a:pt x="355471" y="815359"/>
                    <a:pt x="353447" y="816851"/>
                  </a:cubicBezTo>
                  <a:cubicBezTo>
                    <a:pt x="353042" y="817597"/>
                    <a:pt x="352638" y="817597"/>
                    <a:pt x="352233" y="817597"/>
                  </a:cubicBezTo>
                  <a:cubicBezTo>
                    <a:pt x="351828" y="817597"/>
                    <a:pt x="351019" y="818343"/>
                    <a:pt x="350614" y="818343"/>
                  </a:cubicBezTo>
                  <a:cubicBezTo>
                    <a:pt x="349400" y="819089"/>
                    <a:pt x="348185" y="819089"/>
                    <a:pt x="346971" y="819089"/>
                  </a:cubicBezTo>
                  <a:cubicBezTo>
                    <a:pt x="346567" y="818343"/>
                    <a:pt x="345352" y="818343"/>
                    <a:pt x="344948" y="818343"/>
                  </a:cubicBezTo>
                  <a:cubicBezTo>
                    <a:pt x="344543" y="818343"/>
                    <a:pt x="344138" y="817597"/>
                    <a:pt x="343733" y="817597"/>
                  </a:cubicBezTo>
                  <a:cubicBezTo>
                    <a:pt x="342519" y="816105"/>
                    <a:pt x="340900" y="814613"/>
                    <a:pt x="339686" y="813120"/>
                  </a:cubicBezTo>
                  <a:cubicBezTo>
                    <a:pt x="339281" y="812374"/>
                    <a:pt x="338067" y="810882"/>
                    <a:pt x="337662" y="810136"/>
                  </a:cubicBezTo>
                  <a:cubicBezTo>
                    <a:pt x="337258" y="809389"/>
                    <a:pt x="336853" y="809389"/>
                    <a:pt x="336044" y="808643"/>
                  </a:cubicBezTo>
                  <a:lnTo>
                    <a:pt x="335234" y="807151"/>
                  </a:lnTo>
                  <a:cubicBezTo>
                    <a:pt x="333615" y="804913"/>
                    <a:pt x="331996" y="803420"/>
                    <a:pt x="330377" y="801928"/>
                  </a:cubicBezTo>
                  <a:lnTo>
                    <a:pt x="329973" y="801182"/>
                  </a:lnTo>
                  <a:lnTo>
                    <a:pt x="330377" y="800436"/>
                  </a:lnTo>
                  <a:cubicBezTo>
                    <a:pt x="331996" y="798197"/>
                    <a:pt x="333615" y="795959"/>
                    <a:pt x="335234" y="794466"/>
                  </a:cubicBezTo>
                  <a:cubicBezTo>
                    <a:pt x="335639" y="793720"/>
                    <a:pt x="335639" y="793720"/>
                    <a:pt x="336044" y="793720"/>
                  </a:cubicBezTo>
                  <a:cubicBezTo>
                    <a:pt x="336448" y="793720"/>
                    <a:pt x="336853" y="792974"/>
                    <a:pt x="337662" y="792974"/>
                  </a:cubicBezTo>
                  <a:cubicBezTo>
                    <a:pt x="338472" y="792974"/>
                    <a:pt x="339281" y="792228"/>
                    <a:pt x="339686" y="792228"/>
                  </a:cubicBezTo>
                  <a:lnTo>
                    <a:pt x="341710" y="792228"/>
                  </a:lnTo>
                  <a:cubicBezTo>
                    <a:pt x="342519" y="792228"/>
                    <a:pt x="342924" y="792974"/>
                    <a:pt x="343733" y="792974"/>
                  </a:cubicBezTo>
                  <a:cubicBezTo>
                    <a:pt x="344138" y="793720"/>
                    <a:pt x="344543" y="793720"/>
                    <a:pt x="344948" y="793720"/>
                  </a:cubicBezTo>
                  <a:cubicBezTo>
                    <a:pt x="345757" y="794466"/>
                    <a:pt x="346162" y="794466"/>
                    <a:pt x="346971" y="795213"/>
                  </a:cubicBezTo>
                  <a:cubicBezTo>
                    <a:pt x="348185" y="795959"/>
                    <a:pt x="349400" y="797451"/>
                    <a:pt x="350614" y="798943"/>
                  </a:cubicBezTo>
                  <a:lnTo>
                    <a:pt x="352233" y="800436"/>
                  </a:lnTo>
                  <a:cubicBezTo>
                    <a:pt x="352638" y="801182"/>
                    <a:pt x="353042" y="801182"/>
                    <a:pt x="353447" y="801182"/>
                  </a:cubicBezTo>
                  <a:cubicBezTo>
                    <a:pt x="355066" y="803420"/>
                    <a:pt x="357090" y="804913"/>
                    <a:pt x="358708" y="806405"/>
                  </a:cubicBezTo>
                  <a:cubicBezTo>
                    <a:pt x="359113" y="806405"/>
                    <a:pt x="359518" y="806405"/>
                    <a:pt x="359923" y="807151"/>
                  </a:cubicBezTo>
                  <a:cubicBezTo>
                    <a:pt x="360327" y="807151"/>
                    <a:pt x="360327" y="807151"/>
                    <a:pt x="360327" y="808643"/>
                  </a:cubicBezTo>
                  <a:close/>
                  <a:moveTo>
                    <a:pt x="376921" y="787005"/>
                  </a:moveTo>
                  <a:lnTo>
                    <a:pt x="376517" y="787751"/>
                  </a:lnTo>
                  <a:cubicBezTo>
                    <a:pt x="374493" y="791482"/>
                    <a:pt x="372469" y="794466"/>
                    <a:pt x="369636" y="796705"/>
                  </a:cubicBezTo>
                  <a:cubicBezTo>
                    <a:pt x="368017" y="798197"/>
                    <a:pt x="365994" y="798943"/>
                    <a:pt x="363970" y="798943"/>
                  </a:cubicBezTo>
                  <a:cubicBezTo>
                    <a:pt x="363161" y="798943"/>
                    <a:pt x="361946" y="798943"/>
                    <a:pt x="361137" y="798197"/>
                  </a:cubicBezTo>
                  <a:cubicBezTo>
                    <a:pt x="360732" y="797451"/>
                    <a:pt x="359923" y="797451"/>
                    <a:pt x="359518" y="797451"/>
                  </a:cubicBezTo>
                  <a:cubicBezTo>
                    <a:pt x="359113" y="797451"/>
                    <a:pt x="358708" y="796705"/>
                    <a:pt x="358304" y="796705"/>
                  </a:cubicBezTo>
                  <a:cubicBezTo>
                    <a:pt x="356685" y="795213"/>
                    <a:pt x="354661" y="792974"/>
                    <a:pt x="353042" y="790736"/>
                  </a:cubicBezTo>
                  <a:cubicBezTo>
                    <a:pt x="352638" y="789990"/>
                    <a:pt x="352233" y="789990"/>
                    <a:pt x="351828" y="789990"/>
                  </a:cubicBezTo>
                  <a:cubicBezTo>
                    <a:pt x="351423" y="789990"/>
                    <a:pt x="350614" y="788497"/>
                    <a:pt x="350209" y="787751"/>
                  </a:cubicBezTo>
                  <a:cubicBezTo>
                    <a:pt x="349804" y="787005"/>
                    <a:pt x="347376" y="785513"/>
                    <a:pt x="346567" y="784766"/>
                  </a:cubicBezTo>
                  <a:lnTo>
                    <a:pt x="346162" y="784766"/>
                  </a:lnTo>
                  <a:lnTo>
                    <a:pt x="346567" y="784020"/>
                  </a:lnTo>
                  <a:cubicBezTo>
                    <a:pt x="348185" y="781782"/>
                    <a:pt x="349400" y="780290"/>
                    <a:pt x="350209" y="778797"/>
                  </a:cubicBezTo>
                  <a:cubicBezTo>
                    <a:pt x="351019" y="778051"/>
                    <a:pt x="351423" y="777305"/>
                    <a:pt x="351828" y="776559"/>
                  </a:cubicBezTo>
                  <a:cubicBezTo>
                    <a:pt x="352233" y="776559"/>
                    <a:pt x="352233" y="775813"/>
                    <a:pt x="353042" y="775813"/>
                  </a:cubicBezTo>
                  <a:cubicBezTo>
                    <a:pt x="354256" y="774320"/>
                    <a:pt x="355875" y="773574"/>
                    <a:pt x="357494" y="773574"/>
                  </a:cubicBezTo>
                  <a:lnTo>
                    <a:pt x="358304" y="773574"/>
                  </a:lnTo>
                  <a:cubicBezTo>
                    <a:pt x="358708" y="774320"/>
                    <a:pt x="358708" y="774320"/>
                    <a:pt x="359518" y="774320"/>
                  </a:cubicBezTo>
                  <a:cubicBezTo>
                    <a:pt x="360327" y="774320"/>
                    <a:pt x="360327" y="775066"/>
                    <a:pt x="361137" y="775066"/>
                  </a:cubicBezTo>
                  <a:cubicBezTo>
                    <a:pt x="361946" y="775066"/>
                    <a:pt x="363161" y="775813"/>
                    <a:pt x="363970" y="776559"/>
                  </a:cubicBezTo>
                  <a:cubicBezTo>
                    <a:pt x="365994" y="778051"/>
                    <a:pt x="367613" y="779543"/>
                    <a:pt x="369636" y="781782"/>
                  </a:cubicBezTo>
                  <a:cubicBezTo>
                    <a:pt x="371660" y="784020"/>
                    <a:pt x="374088" y="785513"/>
                    <a:pt x="376517" y="787005"/>
                  </a:cubicBezTo>
                  <a:lnTo>
                    <a:pt x="377326" y="787005"/>
                  </a:lnTo>
                  <a:close/>
                  <a:moveTo>
                    <a:pt x="392706" y="763874"/>
                  </a:moveTo>
                  <a:cubicBezTo>
                    <a:pt x="390682" y="769097"/>
                    <a:pt x="388254" y="773574"/>
                    <a:pt x="385016" y="776559"/>
                  </a:cubicBezTo>
                  <a:cubicBezTo>
                    <a:pt x="382992" y="778797"/>
                    <a:pt x="380969" y="779543"/>
                    <a:pt x="378945" y="778797"/>
                  </a:cubicBezTo>
                  <a:cubicBezTo>
                    <a:pt x="378136" y="778797"/>
                    <a:pt x="377326" y="778051"/>
                    <a:pt x="376112" y="778051"/>
                  </a:cubicBezTo>
                  <a:cubicBezTo>
                    <a:pt x="373684" y="776559"/>
                    <a:pt x="371660" y="775066"/>
                    <a:pt x="369232" y="772828"/>
                  </a:cubicBezTo>
                  <a:cubicBezTo>
                    <a:pt x="367613" y="770590"/>
                    <a:pt x="365589" y="769097"/>
                    <a:pt x="363565" y="767605"/>
                  </a:cubicBezTo>
                  <a:cubicBezTo>
                    <a:pt x="363161" y="766859"/>
                    <a:pt x="361946" y="766859"/>
                    <a:pt x="361542" y="766859"/>
                  </a:cubicBezTo>
                  <a:cubicBezTo>
                    <a:pt x="361946" y="765366"/>
                    <a:pt x="362756" y="763874"/>
                    <a:pt x="363565" y="763128"/>
                  </a:cubicBezTo>
                  <a:cubicBezTo>
                    <a:pt x="365184" y="760143"/>
                    <a:pt x="367208" y="757905"/>
                    <a:pt x="369232" y="755666"/>
                  </a:cubicBezTo>
                  <a:cubicBezTo>
                    <a:pt x="370041" y="754920"/>
                    <a:pt x="371255" y="754174"/>
                    <a:pt x="372469" y="754174"/>
                  </a:cubicBezTo>
                  <a:cubicBezTo>
                    <a:pt x="373684" y="754174"/>
                    <a:pt x="374898" y="754174"/>
                    <a:pt x="376112" y="754920"/>
                  </a:cubicBezTo>
                  <a:cubicBezTo>
                    <a:pt x="376921" y="755666"/>
                    <a:pt x="377731" y="755666"/>
                    <a:pt x="378945" y="755666"/>
                  </a:cubicBezTo>
                  <a:lnTo>
                    <a:pt x="385016" y="760143"/>
                  </a:lnTo>
                  <a:cubicBezTo>
                    <a:pt x="387444" y="761636"/>
                    <a:pt x="390278" y="763128"/>
                    <a:pt x="392706" y="763874"/>
                  </a:cubicBezTo>
                  <a:close/>
                  <a:moveTo>
                    <a:pt x="407276" y="737013"/>
                  </a:moveTo>
                  <a:cubicBezTo>
                    <a:pt x="405253" y="745220"/>
                    <a:pt x="401205" y="750443"/>
                    <a:pt x="396753" y="753428"/>
                  </a:cubicBezTo>
                  <a:cubicBezTo>
                    <a:pt x="392706" y="754174"/>
                    <a:pt x="388659" y="752682"/>
                    <a:pt x="385016" y="748205"/>
                  </a:cubicBezTo>
                  <a:cubicBezTo>
                    <a:pt x="382992" y="746713"/>
                    <a:pt x="380969" y="745220"/>
                    <a:pt x="378945" y="744474"/>
                  </a:cubicBezTo>
                  <a:cubicBezTo>
                    <a:pt x="378136" y="743728"/>
                    <a:pt x="377731" y="743728"/>
                    <a:pt x="376921" y="743728"/>
                  </a:cubicBezTo>
                  <a:cubicBezTo>
                    <a:pt x="377326" y="742236"/>
                    <a:pt x="378540" y="740743"/>
                    <a:pt x="378945" y="738505"/>
                  </a:cubicBezTo>
                  <a:cubicBezTo>
                    <a:pt x="380564" y="734774"/>
                    <a:pt x="382588" y="731790"/>
                    <a:pt x="385016" y="729551"/>
                  </a:cubicBezTo>
                  <a:cubicBezTo>
                    <a:pt x="385826" y="728805"/>
                    <a:pt x="386230" y="728805"/>
                    <a:pt x="387040" y="728805"/>
                  </a:cubicBezTo>
                  <a:cubicBezTo>
                    <a:pt x="390278" y="728805"/>
                    <a:pt x="393515" y="729551"/>
                    <a:pt x="396753" y="731790"/>
                  </a:cubicBezTo>
                  <a:cubicBezTo>
                    <a:pt x="400396" y="734028"/>
                    <a:pt x="404038" y="735520"/>
                    <a:pt x="407681" y="736267"/>
                  </a:cubicBezTo>
                  <a:close/>
                  <a:moveTo>
                    <a:pt x="421037" y="708659"/>
                  </a:moveTo>
                  <a:cubicBezTo>
                    <a:pt x="420632" y="710151"/>
                    <a:pt x="420228" y="710897"/>
                    <a:pt x="419823" y="712390"/>
                  </a:cubicBezTo>
                  <a:cubicBezTo>
                    <a:pt x="417395" y="721343"/>
                    <a:pt x="412943" y="727313"/>
                    <a:pt x="407681" y="728059"/>
                  </a:cubicBezTo>
                  <a:cubicBezTo>
                    <a:pt x="404038" y="727313"/>
                    <a:pt x="399991" y="725820"/>
                    <a:pt x="396753" y="722836"/>
                  </a:cubicBezTo>
                  <a:cubicBezTo>
                    <a:pt x="394730" y="721343"/>
                    <a:pt x="393111" y="720597"/>
                    <a:pt x="391087" y="720597"/>
                  </a:cubicBezTo>
                  <a:cubicBezTo>
                    <a:pt x="392706" y="715374"/>
                    <a:pt x="394730" y="711643"/>
                    <a:pt x="396753" y="707913"/>
                  </a:cubicBezTo>
                  <a:cubicBezTo>
                    <a:pt x="397563" y="706420"/>
                    <a:pt x="398777" y="704928"/>
                    <a:pt x="400396" y="704182"/>
                  </a:cubicBezTo>
                  <a:cubicBezTo>
                    <a:pt x="402824" y="704182"/>
                    <a:pt x="405657" y="704182"/>
                    <a:pt x="408086" y="704928"/>
                  </a:cubicBezTo>
                  <a:cubicBezTo>
                    <a:pt x="412133" y="706420"/>
                    <a:pt x="416180" y="707913"/>
                    <a:pt x="420228" y="707913"/>
                  </a:cubicBezTo>
                  <a:lnTo>
                    <a:pt x="421037" y="708659"/>
                  </a:lnTo>
                  <a:close/>
                  <a:moveTo>
                    <a:pt x="433179" y="678813"/>
                  </a:moveTo>
                  <a:cubicBezTo>
                    <a:pt x="432370" y="681797"/>
                    <a:pt x="431560" y="684036"/>
                    <a:pt x="430751" y="687020"/>
                  </a:cubicBezTo>
                  <a:cubicBezTo>
                    <a:pt x="428727" y="694482"/>
                    <a:pt x="424680" y="698959"/>
                    <a:pt x="419823" y="699705"/>
                  </a:cubicBezTo>
                  <a:cubicBezTo>
                    <a:pt x="415776" y="698959"/>
                    <a:pt x="411728" y="697467"/>
                    <a:pt x="407681" y="695974"/>
                  </a:cubicBezTo>
                  <a:cubicBezTo>
                    <a:pt x="406062" y="695228"/>
                    <a:pt x="404848" y="695228"/>
                    <a:pt x="403229" y="695228"/>
                  </a:cubicBezTo>
                  <a:cubicBezTo>
                    <a:pt x="404443" y="690751"/>
                    <a:pt x="405657" y="687020"/>
                    <a:pt x="407681" y="683290"/>
                  </a:cubicBezTo>
                  <a:cubicBezTo>
                    <a:pt x="408895" y="680305"/>
                    <a:pt x="410514" y="678067"/>
                    <a:pt x="412133" y="677320"/>
                  </a:cubicBezTo>
                  <a:cubicBezTo>
                    <a:pt x="414561" y="676574"/>
                    <a:pt x="416990" y="675828"/>
                    <a:pt x="419823" y="676574"/>
                  </a:cubicBezTo>
                  <a:cubicBezTo>
                    <a:pt x="423466" y="676574"/>
                    <a:pt x="427108" y="677320"/>
                    <a:pt x="430751" y="677320"/>
                  </a:cubicBezTo>
                  <a:cubicBezTo>
                    <a:pt x="431560" y="677320"/>
                    <a:pt x="432370" y="676574"/>
                    <a:pt x="433179" y="676574"/>
                  </a:cubicBezTo>
                  <a:close/>
                  <a:moveTo>
                    <a:pt x="443702" y="646728"/>
                  </a:moveTo>
                  <a:cubicBezTo>
                    <a:pt x="442893" y="651205"/>
                    <a:pt x="441678" y="655682"/>
                    <a:pt x="440060" y="660159"/>
                  </a:cubicBezTo>
                  <a:cubicBezTo>
                    <a:pt x="438036" y="666128"/>
                    <a:pt x="434393" y="669113"/>
                    <a:pt x="430751" y="669859"/>
                  </a:cubicBezTo>
                  <a:cubicBezTo>
                    <a:pt x="427108" y="669859"/>
                    <a:pt x="423466" y="669113"/>
                    <a:pt x="419823" y="668367"/>
                  </a:cubicBezTo>
                  <a:cubicBezTo>
                    <a:pt x="418204" y="667620"/>
                    <a:pt x="416585" y="667620"/>
                    <a:pt x="414966" y="668367"/>
                  </a:cubicBezTo>
                  <a:cubicBezTo>
                    <a:pt x="416180" y="662397"/>
                    <a:pt x="417799" y="657174"/>
                    <a:pt x="419823" y="652697"/>
                  </a:cubicBezTo>
                  <a:cubicBezTo>
                    <a:pt x="421037" y="651205"/>
                    <a:pt x="421847" y="649713"/>
                    <a:pt x="422656" y="648967"/>
                  </a:cubicBezTo>
                  <a:cubicBezTo>
                    <a:pt x="425085" y="647474"/>
                    <a:pt x="427918" y="646728"/>
                    <a:pt x="430346" y="646728"/>
                  </a:cubicBezTo>
                  <a:cubicBezTo>
                    <a:pt x="433584" y="646728"/>
                    <a:pt x="436822" y="647474"/>
                    <a:pt x="439655" y="646728"/>
                  </a:cubicBezTo>
                  <a:cubicBezTo>
                    <a:pt x="440869" y="646728"/>
                    <a:pt x="442083" y="645982"/>
                    <a:pt x="443297" y="645982"/>
                  </a:cubicBezTo>
                  <a:lnTo>
                    <a:pt x="443297" y="646728"/>
                  </a:lnTo>
                  <a:close/>
                  <a:moveTo>
                    <a:pt x="452606" y="613151"/>
                  </a:moveTo>
                  <a:cubicBezTo>
                    <a:pt x="452202" y="616136"/>
                    <a:pt x="451392" y="619867"/>
                    <a:pt x="450987" y="622851"/>
                  </a:cubicBezTo>
                  <a:cubicBezTo>
                    <a:pt x="450178" y="625836"/>
                    <a:pt x="448964" y="628820"/>
                    <a:pt x="447749" y="631805"/>
                  </a:cubicBezTo>
                  <a:cubicBezTo>
                    <a:pt x="445726" y="635536"/>
                    <a:pt x="443297" y="638520"/>
                    <a:pt x="440060" y="638520"/>
                  </a:cubicBezTo>
                  <a:cubicBezTo>
                    <a:pt x="436822" y="639267"/>
                    <a:pt x="433584" y="638520"/>
                    <a:pt x="430751" y="638520"/>
                  </a:cubicBezTo>
                  <a:cubicBezTo>
                    <a:pt x="428727" y="637774"/>
                    <a:pt x="427108" y="638520"/>
                    <a:pt x="425085" y="639267"/>
                  </a:cubicBezTo>
                  <a:cubicBezTo>
                    <a:pt x="425894" y="632551"/>
                    <a:pt x="427918" y="625836"/>
                    <a:pt x="430751" y="621359"/>
                  </a:cubicBezTo>
                  <a:cubicBezTo>
                    <a:pt x="431155" y="620613"/>
                    <a:pt x="431560" y="619867"/>
                    <a:pt x="432370" y="619120"/>
                  </a:cubicBezTo>
                  <a:cubicBezTo>
                    <a:pt x="434798" y="617628"/>
                    <a:pt x="437631" y="616136"/>
                    <a:pt x="440060" y="616136"/>
                  </a:cubicBezTo>
                  <a:cubicBezTo>
                    <a:pt x="442893" y="615390"/>
                    <a:pt x="445321" y="615390"/>
                    <a:pt x="447749" y="615390"/>
                  </a:cubicBezTo>
                  <a:cubicBezTo>
                    <a:pt x="448964" y="614644"/>
                    <a:pt x="449773" y="614644"/>
                    <a:pt x="450987" y="614644"/>
                  </a:cubicBezTo>
                  <a:cubicBezTo>
                    <a:pt x="452202" y="614644"/>
                    <a:pt x="452202" y="613897"/>
                    <a:pt x="452606" y="613897"/>
                  </a:cubicBezTo>
                  <a:close/>
                  <a:moveTo>
                    <a:pt x="459891" y="577336"/>
                  </a:moveTo>
                  <a:cubicBezTo>
                    <a:pt x="459487" y="584051"/>
                    <a:pt x="458273" y="590767"/>
                    <a:pt x="456249" y="596736"/>
                  </a:cubicBezTo>
                  <a:cubicBezTo>
                    <a:pt x="455035" y="600467"/>
                    <a:pt x="453011" y="602705"/>
                    <a:pt x="450987" y="603451"/>
                  </a:cubicBezTo>
                  <a:lnTo>
                    <a:pt x="447749" y="604944"/>
                  </a:lnTo>
                  <a:cubicBezTo>
                    <a:pt x="445321" y="605690"/>
                    <a:pt x="442893" y="605690"/>
                    <a:pt x="440060" y="605690"/>
                  </a:cubicBezTo>
                  <a:cubicBezTo>
                    <a:pt x="438036" y="605690"/>
                    <a:pt x="436012" y="606436"/>
                    <a:pt x="433989" y="607928"/>
                  </a:cubicBezTo>
                  <a:cubicBezTo>
                    <a:pt x="434393" y="599720"/>
                    <a:pt x="436417" y="592259"/>
                    <a:pt x="439655" y="586290"/>
                  </a:cubicBezTo>
                  <a:lnTo>
                    <a:pt x="440060" y="586290"/>
                  </a:lnTo>
                  <a:cubicBezTo>
                    <a:pt x="442488" y="584051"/>
                    <a:pt x="444916" y="582559"/>
                    <a:pt x="447749" y="581067"/>
                  </a:cubicBezTo>
                  <a:cubicBezTo>
                    <a:pt x="448964" y="581067"/>
                    <a:pt x="449773" y="580321"/>
                    <a:pt x="450987" y="580321"/>
                  </a:cubicBezTo>
                  <a:cubicBezTo>
                    <a:pt x="452606" y="579574"/>
                    <a:pt x="454630" y="578828"/>
                    <a:pt x="456249" y="578082"/>
                  </a:cubicBezTo>
                  <a:cubicBezTo>
                    <a:pt x="457463" y="578828"/>
                    <a:pt x="458677" y="578082"/>
                    <a:pt x="459891" y="577336"/>
                  </a:cubicBezTo>
                  <a:close/>
                  <a:moveTo>
                    <a:pt x="456249" y="570620"/>
                  </a:moveTo>
                  <a:lnTo>
                    <a:pt x="450987" y="572113"/>
                  </a:lnTo>
                  <a:cubicBezTo>
                    <a:pt x="449773" y="572859"/>
                    <a:pt x="448964" y="572859"/>
                    <a:pt x="447749" y="572859"/>
                  </a:cubicBezTo>
                  <a:cubicBezTo>
                    <a:pt x="445321" y="572859"/>
                    <a:pt x="443297" y="574351"/>
                    <a:pt x="440869" y="575844"/>
                  </a:cubicBezTo>
                  <a:cubicBezTo>
                    <a:pt x="441678" y="563159"/>
                    <a:pt x="443702" y="557190"/>
                    <a:pt x="445726" y="553459"/>
                  </a:cubicBezTo>
                  <a:cubicBezTo>
                    <a:pt x="446131" y="552713"/>
                    <a:pt x="446940" y="551967"/>
                    <a:pt x="447345" y="551221"/>
                  </a:cubicBezTo>
                  <a:cubicBezTo>
                    <a:pt x="448559" y="550474"/>
                    <a:pt x="449368" y="549728"/>
                    <a:pt x="450583" y="548982"/>
                  </a:cubicBezTo>
                  <a:lnTo>
                    <a:pt x="455844" y="545997"/>
                  </a:lnTo>
                  <a:cubicBezTo>
                    <a:pt x="459082" y="545251"/>
                    <a:pt x="462320" y="543013"/>
                    <a:pt x="465153" y="540028"/>
                  </a:cubicBezTo>
                  <a:lnTo>
                    <a:pt x="465153" y="540774"/>
                  </a:lnTo>
                  <a:lnTo>
                    <a:pt x="465558" y="540774"/>
                  </a:lnTo>
                  <a:cubicBezTo>
                    <a:pt x="465153" y="560174"/>
                    <a:pt x="461106" y="566890"/>
                    <a:pt x="456249" y="570620"/>
                  </a:cubicBezTo>
                  <a:close/>
                  <a:moveTo>
                    <a:pt x="456249" y="504213"/>
                  </a:moveTo>
                  <a:cubicBezTo>
                    <a:pt x="454225" y="504959"/>
                    <a:pt x="452606" y="506451"/>
                    <a:pt x="450987" y="508690"/>
                  </a:cubicBezTo>
                  <a:cubicBezTo>
                    <a:pt x="450583" y="505705"/>
                    <a:pt x="450583" y="502721"/>
                    <a:pt x="450987" y="499736"/>
                  </a:cubicBezTo>
                  <a:cubicBezTo>
                    <a:pt x="450987" y="494513"/>
                    <a:pt x="451797" y="489290"/>
                    <a:pt x="453820" y="485559"/>
                  </a:cubicBezTo>
                  <a:cubicBezTo>
                    <a:pt x="454630" y="484813"/>
                    <a:pt x="455844" y="483321"/>
                    <a:pt x="456654" y="481828"/>
                  </a:cubicBezTo>
                  <a:cubicBezTo>
                    <a:pt x="461915" y="475859"/>
                    <a:pt x="467581" y="472874"/>
                    <a:pt x="472033" y="466905"/>
                  </a:cubicBezTo>
                  <a:lnTo>
                    <a:pt x="472033" y="467651"/>
                  </a:lnTo>
                  <a:cubicBezTo>
                    <a:pt x="473248" y="497498"/>
                    <a:pt x="463939" y="498990"/>
                    <a:pt x="456249" y="504213"/>
                  </a:cubicBezTo>
                  <a:close/>
                  <a:moveTo>
                    <a:pt x="456249" y="471382"/>
                  </a:moveTo>
                  <a:cubicBezTo>
                    <a:pt x="455439" y="472128"/>
                    <a:pt x="454225" y="473621"/>
                    <a:pt x="453416" y="474367"/>
                  </a:cubicBezTo>
                  <a:cubicBezTo>
                    <a:pt x="452202" y="466159"/>
                    <a:pt x="453011" y="457951"/>
                    <a:pt x="455035" y="450490"/>
                  </a:cubicBezTo>
                  <a:lnTo>
                    <a:pt x="456654" y="447505"/>
                  </a:lnTo>
                  <a:cubicBezTo>
                    <a:pt x="461510" y="439298"/>
                    <a:pt x="468391" y="435567"/>
                    <a:pt x="472438" y="428105"/>
                  </a:cubicBezTo>
                  <a:lnTo>
                    <a:pt x="472438" y="428851"/>
                  </a:lnTo>
                  <a:lnTo>
                    <a:pt x="472843" y="428851"/>
                  </a:lnTo>
                  <a:cubicBezTo>
                    <a:pt x="475676" y="462428"/>
                    <a:pt x="463939" y="463174"/>
                    <a:pt x="456249" y="47138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10517394" y="195030"/>
              <a:ext cx="25498" cy="33576"/>
            </a:xfrm>
            <a:custGeom>
              <a:avLst/>
              <a:gdLst>
                <a:gd name="connsiteX0" fmla="*/ 17808 w 25498"/>
                <a:gd name="connsiteY0" fmla="*/ 0 h 33576"/>
                <a:gd name="connsiteX1" fmla="*/ 14166 w 25498"/>
                <a:gd name="connsiteY1" fmla="*/ 1492 h 33576"/>
                <a:gd name="connsiteX2" fmla="*/ 12142 w 25498"/>
                <a:gd name="connsiteY2" fmla="*/ 4477 h 33576"/>
                <a:gd name="connsiteX3" fmla="*/ 9713 w 25498"/>
                <a:gd name="connsiteY3" fmla="*/ 14923 h 33576"/>
                <a:gd name="connsiteX4" fmla="*/ 9309 w 25498"/>
                <a:gd name="connsiteY4" fmla="*/ 17161 h 33576"/>
                <a:gd name="connsiteX5" fmla="*/ 8499 w 25498"/>
                <a:gd name="connsiteY5" fmla="*/ 20146 h 33576"/>
                <a:gd name="connsiteX6" fmla="*/ 6880 w 25498"/>
                <a:gd name="connsiteY6" fmla="*/ 20892 h 33576"/>
                <a:gd name="connsiteX7" fmla="*/ 5261 w 25498"/>
                <a:gd name="connsiteY7" fmla="*/ 19400 h 33576"/>
                <a:gd name="connsiteX8" fmla="*/ 4857 w 25498"/>
                <a:gd name="connsiteY8" fmla="*/ 18654 h 33576"/>
                <a:gd name="connsiteX9" fmla="*/ 4452 w 25498"/>
                <a:gd name="connsiteY9" fmla="*/ 12685 h 33576"/>
                <a:gd name="connsiteX10" fmla="*/ 4857 w 25498"/>
                <a:gd name="connsiteY10" fmla="*/ 7461 h 33576"/>
                <a:gd name="connsiteX11" fmla="*/ 5261 w 25498"/>
                <a:gd name="connsiteY11" fmla="*/ 2985 h 33576"/>
                <a:gd name="connsiteX12" fmla="*/ 5666 w 25498"/>
                <a:gd name="connsiteY12" fmla="*/ 2238 h 33576"/>
                <a:gd name="connsiteX13" fmla="*/ 5261 w 25498"/>
                <a:gd name="connsiteY13" fmla="*/ 2238 h 33576"/>
                <a:gd name="connsiteX14" fmla="*/ 405 w 25498"/>
                <a:gd name="connsiteY14" fmla="*/ 1492 h 33576"/>
                <a:gd name="connsiteX15" fmla="*/ 0 w 25498"/>
                <a:gd name="connsiteY15" fmla="*/ 7461 h 33576"/>
                <a:gd name="connsiteX16" fmla="*/ 0 w 25498"/>
                <a:gd name="connsiteY16" fmla="*/ 14177 h 33576"/>
                <a:gd name="connsiteX17" fmla="*/ 2024 w 25498"/>
                <a:gd name="connsiteY17" fmla="*/ 28354 h 33576"/>
                <a:gd name="connsiteX18" fmla="*/ 5666 w 25498"/>
                <a:gd name="connsiteY18" fmla="*/ 32831 h 33576"/>
                <a:gd name="connsiteX19" fmla="*/ 8095 w 25498"/>
                <a:gd name="connsiteY19" fmla="*/ 33577 h 33576"/>
                <a:gd name="connsiteX20" fmla="*/ 12547 w 25498"/>
                <a:gd name="connsiteY20" fmla="*/ 30592 h 33576"/>
                <a:gd name="connsiteX21" fmla="*/ 15380 w 25498"/>
                <a:gd name="connsiteY21" fmla="*/ 20892 h 33576"/>
                <a:gd name="connsiteX22" fmla="*/ 15784 w 25498"/>
                <a:gd name="connsiteY22" fmla="*/ 18654 h 33576"/>
                <a:gd name="connsiteX23" fmla="*/ 17808 w 25498"/>
                <a:gd name="connsiteY23" fmla="*/ 11938 h 33576"/>
                <a:gd name="connsiteX24" fmla="*/ 18213 w 25498"/>
                <a:gd name="connsiteY24" fmla="*/ 11192 h 33576"/>
                <a:gd name="connsiteX25" fmla="*/ 20237 w 25498"/>
                <a:gd name="connsiteY25" fmla="*/ 13431 h 33576"/>
                <a:gd name="connsiteX26" fmla="*/ 20641 w 25498"/>
                <a:gd name="connsiteY26" fmla="*/ 18654 h 33576"/>
                <a:gd name="connsiteX27" fmla="*/ 20237 w 25498"/>
                <a:gd name="connsiteY27" fmla="*/ 24623 h 33576"/>
                <a:gd name="connsiteX28" fmla="*/ 19427 w 25498"/>
                <a:gd name="connsiteY28" fmla="*/ 31338 h 33576"/>
                <a:gd name="connsiteX29" fmla="*/ 24689 w 25498"/>
                <a:gd name="connsiteY29" fmla="*/ 32085 h 33576"/>
                <a:gd name="connsiteX30" fmla="*/ 25498 w 25498"/>
                <a:gd name="connsiteY30" fmla="*/ 25369 h 33576"/>
                <a:gd name="connsiteX31" fmla="*/ 25498 w 25498"/>
                <a:gd name="connsiteY31" fmla="*/ 18654 h 33576"/>
                <a:gd name="connsiteX32" fmla="*/ 23070 w 25498"/>
                <a:gd name="connsiteY32" fmla="*/ 4477 h 33576"/>
                <a:gd name="connsiteX33" fmla="*/ 17808 w 25498"/>
                <a:gd name="connsiteY33" fmla="*/ 0 h 3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5498" h="33576">
                  <a:moveTo>
                    <a:pt x="17808" y="0"/>
                  </a:moveTo>
                  <a:cubicBezTo>
                    <a:pt x="16594" y="0"/>
                    <a:pt x="15380" y="746"/>
                    <a:pt x="14166" y="1492"/>
                  </a:cubicBezTo>
                  <a:cubicBezTo>
                    <a:pt x="13356" y="2238"/>
                    <a:pt x="12547" y="2985"/>
                    <a:pt x="12142" y="4477"/>
                  </a:cubicBezTo>
                  <a:cubicBezTo>
                    <a:pt x="10928" y="7461"/>
                    <a:pt x="10118" y="11192"/>
                    <a:pt x="9713" y="14923"/>
                  </a:cubicBezTo>
                  <a:cubicBezTo>
                    <a:pt x="9713" y="15669"/>
                    <a:pt x="9309" y="16415"/>
                    <a:pt x="9309" y="17161"/>
                  </a:cubicBezTo>
                  <a:lnTo>
                    <a:pt x="8499" y="20146"/>
                  </a:lnTo>
                  <a:cubicBezTo>
                    <a:pt x="8095" y="20892"/>
                    <a:pt x="7690" y="20892"/>
                    <a:pt x="6880" y="20892"/>
                  </a:cubicBezTo>
                  <a:cubicBezTo>
                    <a:pt x="6071" y="20892"/>
                    <a:pt x="5666" y="20146"/>
                    <a:pt x="5261" y="19400"/>
                  </a:cubicBezTo>
                  <a:lnTo>
                    <a:pt x="4857" y="18654"/>
                  </a:lnTo>
                  <a:cubicBezTo>
                    <a:pt x="4452" y="16415"/>
                    <a:pt x="4452" y="14923"/>
                    <a:pt x="4452" y="12685"/>
                  </a:cubicBezTo>
                  <a:cubicBezTo>
                    <a:pt x="4452" y="11192"/>
                    <a:pt x="4452" y="9700"/>
                    <a:pt x="4857" y="7461"/>
                  </a:cubicBezTo>
                  <a:cubicBezTo>
                    <a:pt x="4857" y="5969"/>
                    <a:pt x="5261" y="4477"/>
                    <a:pt x="5261" y="2985"/>
                  </a:cubicBezTo>
                  <a:cubicBezTo>
                    <a:pt x="5261" y="2985"/>
                    <a:pt x="5261" y="2238"/>
                    <a:pt x="5666" y="2238"/>
                  </a:cubicBezTo>
                  <a:lnTo>
                    <a:pt x="5261" y="2238"/>
                  </a:lnTo>
                  <a:lnTo>
                    <a:pt x="405" y="1492"/>
                  </a:lnTo>
                  <a:cubicBezTo>
                    <a:pt x="0" y="3731"/>
                    <a:pt x="0" y="5223"/>
                    <a:pt x="0" y="7461"/>
                  </a:cubicBezTo>
                  <a:lnTo>
                    <a:pt x="0" y="14177"/>
                  </a:lnTo>
                  <a:cubicBezTo>
                    <a:pt x="0" y="19400"/>
                    <a:pt x="809" y="23877"/>
                    <a:pt x="2024" y="28354"/>
                  </a:cubicBezTo>
                  <a:cubicBezTo>
                    <a:pt x="2833" y="30592"/>
                    <a:pt x="4047" y="32085"/>
                    <a:pt x="5666" y="32831"/>
                  </a:cubicBezTo>
                  <a:cubicBezTo>
                    <a:pt x="6071" y="32831"/>
                    <a:pt x="7285" y="33577"/>
                    <a:pt x="8095" y="33577"/>
                  </a:cubicBezTo>
                  <a:cubicBezTo>
                    <a:pt x="9713" y="33577"/>
                    <a:pt x="11332" y="32085"/>
                    <a:pt x="12547" y="30592"/>
                  </a:cubicBezTo>
                  <a:cubicBezTo>
                    <a:pt x="13761" y="27608"/>
                    <a:pt x="14570" y="24623"/>
                    <a:pt x="15380" y="20892"/>
                  </a:cubicBezTo>
                  <a:cubicBezTo>
                    <a:pt x="15380" y="20146"/>
                    <a:pt x="15784" y="20146"/>
                    <a:pt x="15784" y="18654"/>
                  </a:cubicBezTo>
                  <a:cubicBezTo>
                    <a:pt x="16189" y="14923"/>
                    <a:pt x="16999" y="12685"/>
                    <a:pt x="17808" y="11938"/>
                  </a:cubicBezTo>
                  <a:cubicBezTo>
                    <a:pt x="18618" y="11192"/>
                    <a:pt x="18213" y="11192"/>
                    <a:pt x="18213" y="11192"/>
                  </a:cubicBezTo>
                  <a:cubicBezTo>
                    <a:pt x="19022" y="11192"/>
                    <a:pt x="19832" y="11938"/>
                    <a:pt x="20237" y="13431"/>
                  </a:cubicBezTo>
                  <a:cubicBezTo>
                    <a:pt x="20641" y="14923"/>
                    <a:pt x="20641" y="17161"/>
                    <a:pt x="20641" y="18654"/>
                  </a:cubicBezTo>
                  <a:cubicBezTo>
                    <a:pt x="20641" y="20892"/>
                    <a:pt x="20641" y="22385"/>
                    <a:pt x="20237" y="24623"/>
                  </a:cubicBezTo>
                  <a:cubicBezTo>
                    <a:pt x="20237" y="26861"/>
                    <a:pt x="19832" y="29100"/>
                    <a:pt x="19427" y="31338"/>
                  </a:cubicBezTo>
                  <a:lnTo>
                    <a:pt x="24689" y="32085"/>
                  </a:lnTo>
                  <a:cubicBezTo>
                    <a:pt x="25093" y="29846"/>
                    <a:pt x="25498" y="27608"/>
                    <a:pt x="25498" y="25369"/>
                  </a:cubicBezTo>
                  <a:lnTo>
                    <a:pt x="25498" y="18654"/>
                  </a:lnTo>
                  <a:cubicBezTo>
                    <a:pt x="25498" y="13431"/>
                    <a:pt x="24689" y="8208"/>
                    <a:pt x="23070" y="4477"/>
                  </a:cubicBezTo>
                  <a:cubicBezTo>
                    <a:pt x="22260" y="1492"/>
                    <a:pt x="19832" y="0"/>
                    <a:pt x="1780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10516585" y="133846"/>
              <a:ext cx="25498" cy="35069"/>
            </a:xfrm>
            <a:custGeom>
              <a:avLst/>
              <a:gdLst>
                <a:gd name="connsiteX0" fmla="*/ 4857 w 25498"/>
                <a:gd name="connsiteY0" fmla="*/ 0 h 35069"/>
                <a:gd name="connsiteX1" fmla="*/ 0 w 25498"/>
                <a:gd name="connsiteY1" fmla="*/ 0 h 35069"/>
                <a:gd name="connsiteX2" fmla="*/ 2024 w 25498"/>
                <a:gd name="connsiteY2" fmla="*/ 35069 h 35069"/>
                <a:gd name="connsiteX3" fmla="*/ 6476 w 25498"/>
                <a:gd name="connsiteY3" fmla="*/ 33577 h 35069"/>
                <a:gd name="connsiteX4" fmla="*/ 6476 w 25498"/>
                <a:gd name="connsiteY4" fmla="*/ 30592 h 35069"/>
                <a:gd name="connsiteX5" fmla="*/ 6071 w 25498"/>
                <a:gd name="connsiteY5" fmla="*/ 23131 h 35069"/>
                <a:gd name="connsiteX6" fmla="*/ 6476 w 25498"/>
                <a:gd name="connsiteY6" fmla="*/ 22385 h 35069"/>
                <a:gd name="connsiteX7" fmla="*/ 18618 w 25498"/>
                <a:gd name="connsiteY7" fmla="*/ 20146 h 35069"/>
                <a:gd name="connsiteX8" fmla="*/ 25498 w 25498"/>
                <a:gd name="connsiteY8" fmla="*/ 18654 h 35069"/>
                <a:gd name="connsiteX9" fmla="*/ 24689 w 25498"/>
                <a:gd name="connsiteY9" fmla="*/ 6715 h 35069"/>
                <a:gd name="connsiteX10" fmla="*/ 18618 w 25498"/>
                <a:gd name="connsiteY10" fmla="*/ 7461 h 35069"/>
                <a:gd name="connsiteX11" fmla="*/ 6476 w 25498"/>
                <a:gd name="connsiteY11" fmla="*/ 10446 h 35069"/>
                <a:gd name="connsiteX12" fmla="*/ 5261 w 25498"/>
                <a:gd name="connsiteY12" fmla="*/ 10446 h 3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35069">
                  <a:moveTo>
                    <a:pt x="4857" y="0"/>
                  </a:moveTo>
                  <a:lnTo>
                    <a:pt x="0" y="0"/>
                  </a:lnTo>
                  <a:lnTo>
                    <a:pt x="2024" y="35069"/>
                  </a:lnTo>
                  <a:lnTo>
                    <a:pt x="6476" y="33577"/>
                  </a:lnTo>
                  <a:lnTo>
                    <a:pt x="6476" y="30592"/>
                  </a:lnTo>
                  <a:lnTo>
                    <a:pt x="6071" y="23131"/>
                  </a:lnTo>
                  <a:lnTo>
                    <a:pt x="6476" y="22385"/>
                  </a:lnTo>
                  <a:lnTo>
                    <a:pt x="18618" y="20146"/>
                  </a:lnTo>
                  <a:lnTo>
                    <a:pt x="25498" y="18654"/>
                  </a:lnTo>
                  <a:lnTo>
                    <a:pt x="24689" y="6715"/>
                  </a:lnTo>
                  <a:lnTo>
                    <a:pt x="18618" y="7461"/>
                  </a:lnTo>
                  <a:lnTo>
                    <a:pt x="6476" y="10446"/>
                  </a:lnTo>
                  <a:lnTo>
                    <a:pt x="5261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10518204" y="175631"/>
              <a:ext cx="24283" cy="11938"/>
            </a:xfrm>
            <a:custGeom>
              <a:avLst/>
              <a:gdLst>
                <a:gd name="connsiteX0" fmla="*/ 0 w 24283"/>
                <a:gd name="connsiteY0" fmla="*/ 11938 h 11938"/>
                <a:gd name="connsiteX1" fmla="*/ 24284 w 24283"/>
                <a:gd name="connsiteY1" fmla="*/ 11938 h 11938"/>
                <a:gd name="connsiteX2" fmla="*/ 24284 w 24283"/>
                <a:gd name="connsiteY2" fmla="*/ 0 h 11938"/>
                <a:gd name="connsiteX3" fmla="*/ 0 w 24283"/>
                <a:gd name="connsiteY3" fmla="*/ 0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0" y="11938"/>
                  </a:moveTo>
                  <a:lnTo>
                    <a:pt x="24284" y="11938"/>
                  </a:lnTo>
                  <a:lnTo>
                    <a:pt x="242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/>
            <p:cNvSpPr/>
            <p:nvPr/>
          </p:nvSpPr>
          <p:spPr>
            <a:xfrm>
              <a:off x="10511728" y="235054"/>
              <a:ext cx="29545" cy="44292"/>
            </a:xfrm>
            <a:custGeom>
              <a:avLst/>
              <a:gdLst>
                <a:gd name="connsiteX0" fmla="*/ 20641 w 29545"/>
                <a:gd name="connsiteY0" fmla="*/ 7731 h 44292"/>
                <a:gd name="connsiteX1" fmla="*/ 15784 w 29545"/>
                <a:gd name="connsiteY1" fmla="*/ 11461 h 44292"/>
                <a:gd name="connsiteX2" fmla="*/ 14570 w 29545"/>
                <a:gd name="connsiteY2" fmla="*/ 4746 h 44292"/>
                <a:gd name="connsiteX3" fmla="*/ 10928 w 29545"/>
                <a:gd name="connsiteY3" fmla="*/ 269 h 44292"/>
                <a:gd name="connsiteX4" fmla="*/ 5666 w 29545"/>
                <a:gd name="connsiteY4" fmla="*/ 3254 h 44292"/>
                <a:gd name="connsiteX5" fmla="*/ 2428 w 29545"/>
                <a:gd name="connsiteY5" fmla="*/ 15192 h 44292"/>
                <a:gd name="connsiteX6" fmla="*/ 0 w 29545"/>
                <a:gd name="connsiteY6" fmla="*/ 33100 h 44292"/>
                <a:gd name="connsiteX7" fmla="*/ 10928 w 29545"/>
                <a:gd name="connsiteY7" fmla="*/ 38323 h 44292"/>
                <a:gd name="connsiteX8" fmla="*/ 23070 w 29545"/>
                <a:gd name="connsiteY8" fmla="*/ 43546 h 44292"/>
                <a:gd name="connsiteX9" fmla="*/ 24284 w 29545"/>
                <a:gd name="connsiteY9" fmla="*/ 44292 h 44292"/>
                <a:gd name="connsiteX10" fmla="*/ 25903 w 29545"/>
                <a:gd name="connsiteY10" fmla="*/ 33100 h 44292"/>
                <a:gd name="connsiteX11" fmla="*/ 23070 w 29545"/>
                <a:gd name="connsiteY11" fmla="*/ 32354 h 44292"/>
                <a:gd name="connsiteX12" fmla="*/ 16189 w 29545"/>
                <a:gd name="connsiteY12" fmla="*/ 29369 h 44292"/>
                <a:gd name="connsiteX13" fmla="*/ 16594 w 29545"/>
                <a:gd name="connsiteY13" fmla="*/ 27877 h 44292"/>
                <a:gd name="connsiteX14" fmla="*/ 17808 w 29545"/>
                <a:gd name="connsiteY14" fmla="*/ 22654 h 44292"/>
                <a:gd name="connsiteX15" fmla="*/ 20641 w 29545"/>
                <a:gd name="connsiteY15" fmla="*/ 21161 h 44292"/>
                <a:gd name="connsiteX16" fmla="*/ 23474 w 29545"/>
                <a:gd name="connsiteY16" fmla="*/ 21161 h 44292"/>
                <a:gd name="connsiteX17" fmla="*/ 27926 w 29545"/>
                <a:gd name="connsiteY17" fmla="*/ 20415 h 44292"/>
                <a:gd name="connsiteX18" fmla="*/ 29545 w 29545"/>
                <a:gd name="connsiteY18" fmla="*/ 8477 h 44292"/>
                <a:gd name="connsiteX19" fmla="*/ 23879 w 29545"/>
                <a:gd name="connsiteY19" fmla="*/ 9223 h 44292"/>
                <a:gd name="connsiteX20" fmla="*/ 12951 w 29545"/>
                <a:gd name="connsiteY20" fmla="*/ 21161 h 44292"/>
                <a:gd name="connsiteX21" fmla="*/ 12547 w 29545"/>
                <a:gd name="connsiteY21" fmla="*/ 24892 h 44292"/>
                <a:gd name="connsiteX22" fmla="*/ 11332 w 29545"/>
                <a:gd name="connsiteY22" fmla="*/ 24146 h 44292"/>
                <a:gd name="connsiteX23" fmla="*/ 6476 w 29545"/>
                <a:gd name="connsiteY23" fmla="*/ 21907 h 44292"/>
                <a:gd name="connsiteX24" fmla="*/ 6880 w 29545"/>
                <a:gd name="connsiteY24" fmla="*/ 18923 h 44292"/>
                <a:gd name="connsiteX25" fmla="*/ 8499 w 29545"/>
                <a:gd name="connsiteY25" fmla="*/ 12207 h 44292"/>
                <a:gd name="connsiteX26" fmla="*/ 11332 w 29545"/>
                <a:gd name="connsiteY26" fmla="*/ 11461 h 44292"/>
                <a:gd name="connsiteX27" fmla="*/ 11737 w 29545"/>
                <a:gd name="connsiteY27" fmla="*/ 11461 h 44292"/>
                <a:gd name="connsiteX28" fmla="*/ 13356 w 29545"/>
                <a:gd name="connsiteY28" fmla="*/ 14446 h 44292"/>
                <a:gd name="connsiteX29" fmla="*/ 12951 w 29545"/>
                <a:gd name="connsiteY29" fmla="*/ 21161 h 4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9545" h="44292">
                  <a:moveTo>
                    <a:pt x="20641" y="7731"/>
                  </a:moveTo>
                  <a:cubicBezTo>
                    <a:pt x="19022" y="7731"/>
                    <a:pt x="16999" y="9223"/>
                    <a:pt x="15784" y="11461"/>
                  </a:cubicBezTo>
                  <a:cubicBezTo>
                    <a:pt x="15784" y="9223"/>
                    <a:pt x="15380" y="6238"/>
                    <a:pt x="14570" y="4746"/>
                  </a:cubicBezTo>
                  <a:cubicBezTo>
                    <a:pt x="13761" y="2507"/>
                    <a:pt x="12547" y="1015"/>
                    <a:pt x="10928" y="269"/>
                  </a:cubicBezTo>
                  <a:cubicBezTo>
                    <a:pt x="8904" y="-477"/>
                    <a:pt x="6880" y="269"/>
                    <a:pt x="5666" y="3254"/>
                  </a:cubicBezTo>
                  <a:cubicBezTo>
                    <a:pt x="4047" y="6238"/>
                    <a:pt x="2833" y="10715"/>
                    <a:pt x="2428" y="15192"/>
                  </a:cubicBezTo>
                  <a:lnTo>
                    <a:pt x="0" y="33100"/>
                  </a:lnTo>
                  <a:lnTo>
                    <a:pt x="10928" y="38323"/>
                  </a:lnTo>
                  <a:lnTo>
                    <a:pt x="23070" y="43546"/>
                  </a:lnTo>
                  <a:lnTo>
                    <a:pt x="24284" y="44292"/>
                  </a:lnTo>
                  <a:lnTo>
                    <a:pt x="25903" y="33100"/>
                  </a:lnTo>
                  <a:lnTo>
                    <a:pt x="23070" y="32354"/>
                  </a:lnTo>
                  <a:lnTo>
                    <a:pt x="16189" y="29369"/>
                  </a:lnTo>
                  <a:lnTo>
                    <a:pt x="16594" y="27877"/>
                  </a:lnTo>
                  <a:cubicBezTo>
                    <a:pt x="16594" y="26384"/>
                    <a:pt x="16999" y="24146"/>
                    <a:pt x="17808" y="22654"/>
                  </a:cubicBezTo>
                  <a:cubicBezTo>
                    <a:pt x="18618" y="21907"/>
                    <a:pt x="19427" y="21161"/>
                    <a:pt x="20641" y="21161"/>
                  </a:cubicBezTo>
                  <a:lnTo>
                    <a:pt x="23474" y="21161"/>
                  </a:lnTo>
                  <a:lnTo>
                    <a:pt x="27926" y="20415"/>
                  </a:lnTo>
                  <a:lnTo>
                    <a:pt x="29545" y="8477"/>
                  </a:lnTo>
                  <a:lnTo>
                    <a:pt x="23879" y="9223"/>
                  </a:lnTo>
                  <a:close/>
                  <a:moveTo>
                    <a:pt x="12951" y="21161"/>
                  </a:moveTo>
                  <a:lnTo>
                    <a:pt x="12547" y="24892"/>
                  </a:lnTo>
                  <a:lnTo>
                    <a:pt x="11332" y="24146"/>
                  </a:lnTo>
                  <a:lnTo>
                    <a:pt x="6476" y="21907"/>
                  </a:lnTo>
                  <a:lnTo>
                    <a:pt x="6880" y="18923"/>
                  </a:lnTo>
                  <a:cubicBezTo>
                    <a:pt x="6880" y="16684"/>
                    <a:pt x="7690" y="14446"/>
                    <a:pt x="8499" y="12207"/>
                  </a:cubicBezTo>
                  <a:cubicBezTo>
                    <a:pt x="9309" y="10715"/>
                    <a:pt x="10118" y="10715"/>
                    <a:pt x="11332" y="11461"/>
                  </a:cubicBezTo>
                  <a:lnTo>
                    <a:pt x="11737" y="11461"/>
                  </a:lnTo>
                  <a:cubicBezTo>
                    <a:pt x="12547" y="12207"/>
                    <a:pt x="12951" y="12954"/>
                    <a:pt x="13356" y="14446"/>
                  </a:cubicBezTo>
                  <a:cubicBezTo>
                    <a:pt x="13356" y="16684"/>
                    <a:pt x="13356" y="18923"/>
                    <a:pt x="12951" y="21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/>
            <p:cNvSpPr/>
            <p:nvPr/>
          </p:nvSpPr>
          <p:spPr>
            <a:xfrm>
              <a:off x="10505252" y="275615"/>
              <a:ext cx="29140" cy="45515"/>
            </a:xfrm>
            <a:custGeom>
              <a:avLst/>
              <a:gdLst>
                <a:gd name="connsiteX0" fmla="*/ 15380 w 29140"/>
                <a:gd name="connsiteY0" fmla="*/ 26861 h 45515"/>
                <a:gd name="connsiteX1" fmla="*/ 17808 w 29140"/>
                <a:gd name="connsiteY1" fmla="*/ 17161 h 45515"/>
                <a:gd name="connsiteX2" fmla="*/ 19022 w 29140"/>
                <a:gd name="connsiteY2" fmla="*/ 10446 h 45515"/>
                <a:gd name="connsiteX3" fmla="*/ 17808 w 29140"/>
                <a:gd name="connsiteY3" fmla="*/ 9700 h 45515"/>
                <a:gd name="connsiteX4" fmla="*/ 14570 w 29140"/>
                <a:gd name="connsiteY4" fmla="*/ 7461 h 45515"/>
                <a:gd name="connsiteX5" fmla="*/ 11332 w 29140"/>
                <a:gd name="connsiteY5" fmla="*/ 24623 h 45515"/>
                <a:gd name="connsiteX6" fmla="*/ 6880 w 29140"/>
                <a:gd name="connsiteY6" fmla="*/ 21638 h 45515"/>
                <a:gd name="connsiteX7" fmla="*/ 6476 w 29140"/>
                <a:gd name="connsiteY7" fmla="*/ 21638 h 45515"/>
                <a:gd name="connsiteX8" fmla="*/ 6880 w 29140"/>
                <a:gd name="connsiteY8" fmla="*/ 20146 h 45515"/>
                <a:gd name="connsiteX9" fmla="*/ 10523 w 29140"/>
                <a:gd name="connsiteY9" fmla="*/ 2984 h 45515"/>
                <a:gd name="connsiteX10" fmla="*/ 6880 w 29140"/>
                <a:gd name="connsiteY10" fmla="*/ 0 h 45515"/>
                <a:gd name="connsiteX11" fmla="*/ 6071 w 29140"/>
                <a:gd name="connsiteY11" fmla="*/ 0 h 45515"/>
                <a:gd name="connsiteX12" fmla="*/ 0 w 29140"/>
                <a:gd name="connsiteY12" fmla="*/ 29100 h 45515"/>
                <a:gd name="connsiteX13" fmla="*/ 6880 w 29140"/>
                <a:gd name="connsiteY13" fmla="*/ 34323 h 45515"/>
                <a:gd name="connsiteX14" fmla="*/ 17808 w 29140"/>
                <a:gd name="connsiteY14" fmla="*/ 41784 h 45515"/>
                <a:gd name="connsiteX15" fmla="*/ 22665 w 29140"/>
                <a:gd name="connsiteY15" fmla="*/ 45515 h 45515"/>
                <a:gd name="connsiteX16" fmla="*/ 29141 w 29140"/>
                <a:gd name="connsiteY16" fmla="*/ 15669 h 45515"/>
                <a:gd name="connsiteX17" fmla="*/ 24689 w 29140"/>
                <a:gd name="connsiteY17" fmla="*/ 11938 h 45515"/>
                <a:gd name="connsiteX18" fmla="*/ 20641 w 29140"/>
                <a:gd name="connsiteY18" fmla="*/ 31338 h 45515"/>
                <a:gd name="connsiteX19" fmla="*/ 17808 w 29140"/>
                <a:gd name="connsiteY19" fmla="*/ 29100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9140" h="45515">
                  <a:moveTo>
                    <a:pt x="15380" y="26861"/>
                  </a:moveTo>
                  <a:lnTo>
                    <a:pt x="17808" y="17161"/>
                  </a:lnTo>
                  <a:lnTo>
                    <a:pt x="19022" y="10446"/>
                  </a:lnTo>
                  <a:lnTo>
                    <a:pt x="17808" y="9700"/>
                  </a:lnTo>
                  <a:lnTo>
                    <a:pt x="14570" y="7461"/>
                  </a:lnTo>
                  <a:lnTo>
                    <a:pt x="11332" y="24623"/>
                  </a:lnTo>
                  <a:lnTo>
                    <a:pt x="6880" y="21638"/>
                  </a:lnTo>
                  <a:lnTo>
                    <a:pt x="6476" y="21638"/>
                  </a:lnTo>
                  <a:lnTo>
                    <a:pt x="6880" y="20146"/>
                  </a:lnTo>
                  <a:lnTo>
                    <a:pt x="10523" y="2984"/>
                  </a:lnTo>
                  <a:lnTo>
                    <a:pt x="6880" y="0"/>
                  </a:lnTo>
                  <a:lnTo>
                    <a:pt x="6071" y="0"/>
                  </a:lnTo>
                  <a:lnTo>
                    <a:pt x="0" y="29100"/>
                  </a:lnTo>
                  <a:lnTo>
                    <a:pt x="6880" y="34323"/>
                  </a:lnTo>
                  <a:lnTo>
                    <a:pt x="17808" y="41784"/>
                  </a:lnTo>
                  <a:lnTo>
                    <a:pt x="22665" y="45515"/>
                  </a:lnTo>
                  <a:lnTo>
                    <a:pt x="29141" y="15669"/>
                  </a:lnTo>
                  <a:lnTo>
                    <a:pt x="24689" y="11938"/>
                  </a:lnTo>
                  <a:lnTo>
                    <a:pt x="20641" y="31338"/>
                  </a:lnTo>
                  <a:lnTo>
                    <a:pt x="17808" y="291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/>
            <p:cNvSpPr/>
            <p:nvPr/>
          </p:nvSpPr>
          <p:spPr>
            <a:xfrm>
              <a:off x="10507276" y="30877"/>
              <a:ext cx="9308" cy="17161"/>
            </a:xfrm>
            <a:custGeom>
              <a:avLst/>
              <a:gdLst>
                <a:gd name="connsiteX0" fmla="*/ 4857 w 9308"/>
                <a:gd name="connsiteY0" fmla="*/ 17161 h 17161"/>
                <a:gd name="connsiteX1" fmla="*/ 9309 w 9308"/>
                <a:gd name="connsiteY1" fmla="*/ 8208 h 17161"/>
                <a:gd name="connsiteX2" fmla="*/ 4452 w 9308"/>
                <a:gd name="connsiteY2" fmla="*/ 0 h 17161"/>
                <a:gd name="connsiteX3" fmla="*/ 0 w 9308"/>
                <a:gd name="connsiteY3" fmla="*/ 8208 h 17161"/>
                <a:gd name="connsiteX4" fmla="*/ 4857 w 9308"/>
                <a:gd name="connsiteY4" fmla="*/ 17161 h 17161"/>
                <a:gd name="connsiteX5" fmla="*/ 4857 w 9308"/>
                <a:gd name="connsiteY5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08" h="17161">
                  <a:moveTo>
                    <a:pt x="4857" y="17161"/>
                  </a:moveTo>
                  <a:cubicBezTo>
                    <a:pt x="7285" y="17161"/>
                    <a:pt x="9309" y="13431"/>
                    <a:pt x="9309" y="8208"/>
                  </a:cubicBezTo>
                  <a:cubicBezTo>
                    <a:pt x="9309" y="3731"/>
                    <a:pt x="7285" y="0"/>
                    <a:pt x="4452" y="0"/>
                  </a:cubicBezTo>
                  <a:cubicBezTo>
                    <a:pt x="2024" y="0"/>
                    <a:pt x="0" y="3731"/>
                    <a:pt x="0" y="8208"/>
                  </a:cubicBezTo>
                  <a:cubicBezTo>
                    <a:pt x="0" y="12685"/>
                    <a:pt x="2024" y="16415"/>
                    <a:pt x="4857" y="17161"/>
                  </a:cubicBezTo>
                  <a:cubicBezTo>
                    <a:pt x="4452" y="17161"/>
                    <a:pt x="4857" y="17161"/>
                    <a:pt x="4857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>
              <a:off x="10510109" y="86838"/>
              <a:ext cx="27521" cy="43276"/>
            </a:xfrm>
            <a:custGeom>
              <a:avLst/>
              <a:gdLst>
                <a:gd name="connsiteX0" fmla="*/ 2024 w 27521"/>
                <a:gd name="connsiteY0" fmla="*/ 12685 h 43276"/>
                <a:gd name="connsiteX1" fmla="*/ 12951 w 27521"/>
                <a:gd name="connsiteY1" fmla="*/ 16415 h 43276"/>
                <a:gd name="connsiteX2" fmla="*/ 4047 w 27521"/>
                <a:gd name="connsiteY2" fmla="*/ 29846 h 43276"/>
                <a:gd name="connsiteX3" fmla="*/ 6071 w 27521"/>
                <a:gd name="connsiteY3" fmla="*/ 43277 h 43276"/>
                <a:gd name="connsiteX4" fmla="*/ 12951 w 27521"/>
                <a:gd name="connsiteY4" fmla="*/ 31338 h 43276"/>
                <a:gd name="connsiteX5" fmla="*/ 18618 w 27521"/>
                <a:gd name="connsiteY5" fmla="*/ 20892 h 43276"/>
                <a:gd name="connsiteX6" fmla="*/ 25093 w 27521"/>
                <a:gd name="connsiteY6" fmla="*/ 17908 h 43276"/>
                <a:gd name="connsiteX7" fmla="*/ 27522 w 27521"/>
                <a:gd name="connsiteY7" fmla="*/ 16415 h 43276"/>
                <a:gd name="connsiteX8" fmla="*/ 25903 w 27521"/>
                <a:gd name="connsiteY8" fmla="*/ 5223 h 43276"/>
                <a:gd name="connsiteX9" fmla="*/ 25093 w 27521"/>
                <a:gd name="connsiteY9" fmla="*/ 5223 h 43276"/>
                <a:gd name="connsiteX10" fmla="*/ 16594 w 27521"/>
                <a:gd name="connsiteY10" fmla="*/ 8954 h 43276"/>
                <a:gd name="connsiteX11" fmla="*/ 12951 w 27521"/>
                <a:gd name="connsiteY11" fmla="*/ 7461 h 43276"/>
                <a:gd name="connsiteX12" fmla="*/ 2024 w 27521"/>
                <a:gd name="connsiteY12" fmla="*/ 1492 h 43276"/>
                <a:gd name="connsiteX13" fmla="*/ 0 w 27521"/>
                <a:gd name="connsiteY13" fmla="*/ 0 h 43276"/>
                <a:gd name="connsiteX14" fmla="*/ 1619 w 27521"/>
                <a:gd name="connsiteY14" fmla="*/ 12685 h 43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521" h="43276">
                  <a:moveTo>
                    <a:pt x="2024" y="12685"/>
                  </a:moveTo>
                  <a:lnTo>
                    <a:pt x="12951" y="16415"/>
                  </a:lnTo>
                  <a:lnTo>
                    <a:pt x="4047" y="29846"/>
                  </a:lnTo>
                  <a:lnTo>
                    <a:pt x="6071" y="43277"/>
                  </a:lnTo>
                  <a:lnTo>
                    <a:pt x="12951" y="31338"/>
                  </a:lnTo>
                  <a:lnTo>
                    <a:pt x="18618" y="20892"/>
                  </a:lnTo>
                  <a:lnTo>
                    <a:pt x="25093" y="17908"/>
                  </a:lnTo>
                  <a:lnTo>
                    <a:pt x="27522" y="16415"/>
                  </a:lnTo>
                  <a:lnTo>
                    <a:pt x="25903" y="5223"/>
                  </a:lnTo>
                  <a:lnTo>
                    <a:pt x="25093" y="5223"/>
                  </a:lnTo>
                  <a:lnTo>
                    <a:pt x="16594" y="8954"/>
                  </a:lnTo>
                  <a:lnTo>
                    <a:pt x="12951" y="7461"/>
                  </a:lnTo>
                  <a:lnTo>
                    <a:pt x="2024" y="1492"/>
                  </a:lnTo>
                  <a:lnTo>
                    <a:pt x="0" y="0"/>
                  </a:lnTo>
                  <a:lnTo>
                    <a:pt x="1619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>
              <a:off x="10492706" y="309938"/>
              <a:ext cx="29140" cy="47753"/>
            </a:xfrm>
            <a:custGeom>
              <a:avLst/>
              <a:gdLst>
                <a:gd name="connsiteX0" fmla="*/ 19427 w 29140"/>
                <a:gd name="connsiteY0" fmla="*/ 29846 h 47753"/>
                <a:gd name="connsiteX1" fmla="*/ 22665 w 29140"/>
                <a:gd name="connsiteY1" fmla="*/ 35815 h 47753"/>
                <a:gd name="connsiteX2" fmla="*/ 19427 w 29140"/>
                <a:gd name="connsiteY2" fmla="*/ 35069 h 47753"/>
                <a:gd name="connsiteX3" fmla="*/ 7690 w 29140"/>
                <a:gd name="connsiteY3" fmla="*/ 29846 h 47753"/>
                <a:gd name="connsiteX4" fmla="*/ 3238 w 29140"/>
                <a:gd name="connsiteY4" fmla="*/ 28354 h 47753"/>
                <a:gd name="connsiteX5" fmla="*/ 1619 w 29140"/>
                <a:gd name="connsiteY5" fmla="*/ 33577 h 47753"/>
                <a:gd name="connsiteX6" fmla="*/ 0 w 29140"/>
                <a:gd name="connsiteY6" fmla="*/ 39546 h 47753"/>
                <a:gd name="connsiteX7" fmla="*/ 1619 w 29140"/>
                <a:gd name="connsiteY7" fmla="*/ 40292 h 47753"/>
                <a:gd name="connsiteX8" fmla="*/ 7690 w 29140"/>
                <a:gd name="connsiteY8" fmla="*/ 41784 h 47753"/>
                <a:gd name="connsiteX9" fmla="*/ 19427 w 29140"/>
                <a:gd name="connsiteY9" fmla="*/ 46261 h 47753"/>
                <a:gd name="connsiteX10" fmla="*/ 25498 w 29140"/>
                <a:gd name="connsiteY10" fmla="*/ 47754 h 47753"/>
                <a:gd name="connsiteX11" fmla="*/ 29141 w 29140"/>
                <a:gd name="connsiteY11" fmla="*/ 34323 h 47753"/>
                <a:gd name="connsiteX12" fmla="*/ 19427 w 29140"/>
                <a:gd name="connsiteY12" fmla="*/ 14923 h 47753"/>
                <a:gd name="connsiteX13" fmla="*/ 11332 w 29140"/>
                <a:gd name="connsiteY13" fmla="*/ 0 h 47753"/>
                <a:gd name="connsiteX14" fmla="*/ 8095 w 29140"/>
                <a:gd name="connsiteY14" fmla="*/ 10446 h 47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40" h="47753">
                  <a:moveTo>
                    <a:pt x="19427" y="29846"/>
                  </a:moveTo>
                  <a:lnTo>
                    <a:pt x="22665" y="35815"/>
                  </a:lnTo>
                  <a:lnTo>
                    <a:pt x="19427" y="35069"/>
                  </a:lnTo>
                  <a:lnTo>
                    <a:pt x="7690" y="29846"/>
                  </a:lnTo>
                  <a:lnTo>
                    <a:pt x="3238" y="28354"/>
                  </a:lnTo>
                  <a:lnTo>
                    <a:pt x="1619" y="33577"/>
                  </a:lnTo>
                  <a:lnTo>
                    <a:pt x="0" y="39546"/>
                  </a:lnTo>
                  <a:lnTo>
                    <a:pt x="1619" y="40292"/>
                  </a:lnTo>
                  <a:lnTo>
                    <a:pt x="7690" y="41784"/>
                  </a:lnTo>
                  <a:lnTo>
                    <a:pt x="19427" y="46261"/>
                  </a:lnTo>
                  <a:lnTo>
                    <a:pt x="25498" y="47754"/>
                  </a:lnTo>
                  <a:lnTo>
                    <a:pt x="29141" y="34323"/>
                  </a:lnTo>
                  <a:lnTo>
                    <a:pt x="19427" y="14923"/>
                  </a:lnTo>
                  <a:lnTo>
                    <a:pt x="11332" y="0"/>
                  </a:lnTo>
                  <a:lnTo>
                    <a:pt x="8095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0487444" y="353215"/>
              <a:ext cx="23879" cy="35815"/>
            </a:xfrm>
            <a:custGeom>
              <a:avLst/>
              <a:gdLst>
                <a:gd name="connsiteX0" fmla="*/ 3643 w 23879"/>
                <a:gd name="connsiteY0" fmla="*/ 0 h 35815"/>
                <a:gd name="connsiteX1" fmla="*/ 0 w 23879"/>
                <a:gd name="connsiteY1" fmla="*/ 9700 h 35815"/>
                <a:gd name="connsiteX2" fmla="*/ 4047 w 23879"/>
                <a:gd name="connsiteY2" fmla="*/ 14923 h 35815"/>
                <a:gd name="connsiteX3" fmla="*/ 6880 w 23879"/>
                <a:gd name="connsiteY3" fmla="*/ 18654 h 35815"/>
                <a:gd name="connsiteX4" fmla="*/ 12951 w 23879"/>
                <a:gd name="connsiteY4" fmla="*/ 26115 h 35815"/>
                <a:gd name="connsiteX5" fmla="*/ 19832 w 23879"/>
                <a:gd name="connsiteY5" fmla="*/ 35815 h 35815"/>
                <a:gd name="connsiteX6" fmla="*/ 23879 w 23879"/>
                <a:gd name="connsiteY6" fmla="*/ 26115 h 35815"/>
                <a:gd name="connsiteX7" fmla="*/ 12951 w 23879"/>
                <a:gd name="connsiteY7" fmla="*/ 11938 h 35815"/>
                <a:gd name="connsiteX8" fmla="*/ 6880 w 23879"/>
                <a:gd name="connsiteY8" fmla="*/ 3731 h 35815"/>
                <a:gd name="connsiteX9" fmla="*/ 4047 w 23879"/>
                <a:gd name="connsiteY9" fmla="*/ 746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79" h="35815">
                  <a:moveTo>
                    <a:pt x="3643" y="0"/>
                  </a:moveTo>
                  <a:lnTo>
                    <a:pt x="0" y="9700"/>
                  </a:lnTo>
                  <a:lnTo>
                    <a:pt x="4047" y="14923"/>
                  </a:lnTo>
                  <a:lnTo>
                    <a:pt x="6880" y="18654"/>
                  </a:lnTo>
                  <a:lnTo>
                    <a:pt x="12951" y="26115"/>
                  </a:lnTo>
                  <a:lnTo>
                    <a:pt x="19832" y="35815"/>
                  </a:lnTo>
                  <a:lnTo>
                    <a:pt x="23879" y="26115"/>
                  </a:lnTo>
                  <a:lnTo>
                    <a:pt x="12951" y="11938"/>
                  </a:lnTo>
                  <a:lnTo>
                    <a:pt x="6880" y="3731"/>
                  </a:lnTo>
                  <a:lnTo>
                    <a:pt x="4047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10469636" y="370376"/>
              <a:ext cx="33592" cy="61930"/>
            </a:xfrm>
            <a:custGeom>
              <a:avLst/>
              <a:gdLst>
                <a:gd name="connsiteX0" fmla="*/ 24689 w 33592"/>
                <a:gd name="connsiteY0" fmla="*/ 14923 h 61930"/>
                <a:gd name="connsiteX1" fmla="*/ 21855 w 33592"/>
                <a:gd name="connsiteY1" fmla="*/ 10446 h 61930"/>
                <a:gd name="connsiteX2" fmla="*/ 15380 w 33592"/>
                <a:gd name="connsiteY2" fmla="*/ 0 h 61930"/>
                <a:gd name="connsiteX3" fmla="*/ 14975 w 33592"/>
                <a:gd name="connsiteY3" fmla="*/ 0 h 61930"/>
                <a:gd name="connsiteX4" fmla="*/ 11332 w 33592"/>
                <a:gd name="connsiteY4" fmla="*/ 8954 h 61930"/>
                <a:gd name="connsiteX5" fmla="*/ 15380 w 33592"/>
                <a:gd name="connsiteY5" fmla="*/ 15669 h 61930"/>
                <a:gd name="connsiteX6" fmla="*/ 21046 w 33592"/>
                <a:gd name="connsiteY6" fmla="*/ 24623 h 61930"/>
                <a:gd name="connsiteX7" fmla="*/ 22260 w 33592"/>
                <a:gd name="connsiteY7" fmla="*/ 26115 h 61930"/>
                <a:gd name="connsiteX8" fmla="*/ 23879 w 33592"/>
                <a:gd name="connsiteY8" fmla="*/ 28354 h 61930"/>
                <a:gd name="connsiteX9" fmla="*/ 25093 w 33592"/>
                <a:gd name="connsiteY9" fmla="*/ 29846 h 61930"/>
                <a:gd name="connsiteX10" fmla="*/ 27522 w 33592"/>
                <a:gd name="connsiteY10" fmla="*/ 32831 h 61930"/>
                <a:gd name="connsiteX11" fmla="*/ 25093 w 33592"/>
                <a:gd name="connsiteY11" fmla="*/ 30592 h 61930"/>
                <a:gd name="connsiteX12" fmla="*/ 24689 w 33592"/>
                <a:gd name="connsiteY12" fmla="*/ 30592 h 61930"/>
                <a:gd name="connsiteX13" fmla="*/ 22260 w 33592"/>
                <a:gd name="connsiteY13" fmla="*/ 29100 h 61930"/>
                <a:gd name="connsiteX14" fmla="*/ 15380 w 33592"/>
                <a:gd name="connsiteY14" fmla="*/ 26115 h 61930"/>
                <a:gd name="connsiteX15" fmla="*/ 9713 w 33592"/>
                <a:gd name="connsiteY15" fmla="*/ 22385 h 61930"/>
                <a:gd name="connsiteX16" fmla="*/ 6880 w 33592"/>
                <a:gd name="connsiteY16" fmla="*/ 21638 h 61930"/>
                <a:gd name="connsiteX17" fmla="*/ 5666 w 33592"/>
                <a:gd name="connsiteY17" fmla="*/ 20892 h 61930"/>
                <a:gd name="connsiteX18" fmla="*/ 5261 w 33592"/>
                <a:gd name="connsiteY18" fmla="*/ 20892 h 61930"/>
                <a:gd name="connsiteX19" fmla="*/ 4047 w 33592"/>
                <a:gd name="connsiteY19" fmla="*/ 23131 h 61930"/>
                <a:gd name="connsiteX20" fmla="*/ 0 w 33592"/>
                <a:gd name="connsiteY20" fmla="*/ 31338 h 61930"/>
                <a:gd name="connsiteX21" fmla="*/ 4047 w 33592"/>
                <a:gd name="connsiteY21" fmla="*/ 38054 h 61930"/>
                <a:gd name="connsiteX22" fmla="*/ 5261 w 33592"/>
                <a:gd name="connsiteY22" fmla="*/ 40292 h 61930"/>
                <a:gd name="connsiteX23" fmla="*/ 6880 w 33592"/>
                <a:gd name="connsiteY23" fmla="*/ 43277 h 61930"/>
                <a:gd name="connsiteX24" fmla="*/ 9713 w 33592"/>
                <a:gd name="connsiteY24" fmla="*/ 47754 h 61930"/>
                <a:gd name="connsiteX25" fmla="*/ 15380 w 33592"/>
                <a:gd name="connsiteY25" fmla="*/ 56708 h 61930"/>
                <a:gd name="connsiteX26" fmla="*/ 18618 w 33592"/>
                <a:gd name="connsiteY26" fmla="*/ 61931 h 61930"/>
                <a:gd name="connsiteX27" fmla="*/ 22260 w 33592"/>
                <a:gd name="connsiteY27" fmla="*/ 55215 h 61930"/>
                <a:gd name="connsiteX28" fmla="*/ 22665 w 33592"/>
                <a:gd name="connsiteY28" fmla="*/ 54469 h 61930"/>
                <a:gd name="connsiteX29" fmla="*/ 21855 w 33592"/>
                <a:gd name="connsiteY29" fmla="*/ 52231 h 61930"/>
                <a:gd name="connsiteX30" fmla="*/ 15380 w 33592"/>
                <a:gd name="connsiteY30" fmla="*/ 41038 h 61930"/>
                <a:gd name="connsiteX31" fmla="*/ 12142 w 33592"/>
                <a:gd name="connsiteY31" fmla="*/ 35815 h 61930"/>
                <a:gd name="connsiteX32" fmla="*/ 10118 w 33592"/>
                <a:gd name="connsiteY32" fmla="*/ 32831 h 61930"/>
                <a:gd name="connsiteX33" fmla="*/ 9713 w 33592"/>
                <a:gd name="connsiteY33" fmla="*/ 32831 h 61930"/>
                <a:gd name="connsiteX34" fmla="*/ 6880 w 33592"/>
                <a:gd name="connsiteY34" fmla="*/ 29846 h 61930"/>
                <a:gd name="connsiteX35" fmla="*/ 9713 w 33592"/>
                <a:gd name="connsiteY35" fmla="*/ 32085 h 61930"/>
                <a:gd name="connsiteX36" fmla="*/ 10118 w 33592"/>
                <a:gd name="connsiteY36" fmla="*/ 32085 h 61930"/>
                <a:gd name="connsiteX37" fmla="*/ 12142 w 33592"/>
                <a:gd name="connsiteY37" fmla="*/ 33577 h 61930"/>
                <a:gd name="connsiteX38" fmla="*/ 14975 w 33592"/>
                <a:gd name="connsiteY38" fmla="*/ 35069 h 61930"/>
                <a:gd name="connsiteX39" fmla="*/ 21855 w 33592"/>
                <a:gd name="connsiteY39" fmla="*/ 38054 h 61930"/>
                <a:gd name="connsiteX40" fmla="*/ 24689 w 33592"/>
                <a:gd name="connsiteY40" fmla="*/ 39546 h 61930"/>
                <a:gd name="connsiteX41" fmla="*/ 28331 w 33592"/>
                <a:gd name="connsiteY41" fmla="*/ 41038 h 61930"/>
                <a:gd name="connsiteX42" fmla="*/ 31164 w 33592"/>
                <a:gd name="connsiteY42" fmla="*/ 35815 h 61930"/>
                <a:gd name="connsiteX43" fmla="*/ 33593 w 33592"/>
                <a:gd name="connsiteY43" fmla="*/ 29846 h 61930"/>
                <a:gd name="connsiteX44" fmla="*/ 30760 w 33592"/>
                <a:gd name="connsiteY44" fmla="*/ 24623 h 6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592" h="61930">
                  <a:moveTo>
                    <a:pt x="24689" y="14923"/>
                  </a:moveTo>
                  <a:lnTo>
                    <a:pt x="21855" y="10446"/>
                  </a:lnTo>
                  <a:lnTo>
                    <a:pt x="15380" y="0"/>
                  </a:lnTo>
                  <a:lnTo>
                    <a:pt x="14975" y="0"/>
                  </a:lnTo>
                  <a:lnTo>
                    <a:pt x="11332" y="8954"/>
                  </a:lnTo>
                  <a:lnTo>
                    <a:pt x="15380" y="15669"/>
                  </a:lnTo>
                  <a:lnTo>
                    <a:pt x="21046" y="24623"/>
                  </a:lnTo>
                  <a:cubicBezTo>
                    <a:pt x="21451" y="25369"/>
                    <a:pt x="21855" y="26115"/>
                    <a:pt x="22260" y="26115"/>
                  </a:cubicBezTo>
                  <a:cubicBezTo>
                    <a:pt x="22665" y="26861"/>
                    <a:pt x="23070" y="26861"/>
                    <a:pt x="23879" y="28354"/>
                  </a:cubicBezTo>
                  <a:cubicBezTo>
                    <a:pt x="24284" y="29100"/>
                    <a:pt x="24689" y="29846"/>
                    <a:pt x="25093" y="29846"/>
                  </a:cubicBezTo>
                  <a:cubicBezTo>
                    <a:pt x="25903" y="30592"/>
                    <a:pt x="26712" y="31338"/>
                    <a:pt x="27522" y="32831"/>
                  </a:cubicBezTo>
                  <a:lnTo>
                    <a:pt x="25093" y="30592"/>
                  </a:lnTo>
                  <a:lnTo>
                    <a:pt x="24689" y="30592"/>
                  </a:lnTo>
                  <a:cubicBezTo>
                    <a:pt x="23879" y="29846"/>
                    <a:pt x="23070" y="29846"/>
                    <a:pt x="22260" y="29100"/>
                  </a:cubicBezTo>
                  <a:lnTo>
                    <a:pt x="15380" y="26115"/>
                  </a:lnTo>
                  <a:lnTo>
                    <a:pt x="9713" y="22385"/>
                  </a:lnTo>
                  <a:lnTo>
                    <a:pt x="6880" y="21638"/>
                  </a:lnTo>
                  <a:lnTo>
                    <a:pt x="5666" y="20892"/>
                  </a:lnTo>
                  <a:lnTo>
                    <a:pt x="5261" y="20892"/>
                  </a:lnTo>
                  <a:lnTo>
                    <a:pt x="4047" y="23131"/>
                  </a:lnTo>
                  <a:lnTo>
                    <a:pt x="0" y="31338"/>
                  </a:lnTo>
                  <a:lnTo>
                    <a:pt x="4047" y="38054"/>
                  </a:lnTo>
                  <a:lnTo>
                    <a:pt x="5261" y="40292"/>
                  </a:lnTo>
                  <a:lnTo>
                    <a:pt x="6880" y="43277"/>
                  </a:lnTo>
                  <a:lnTo>
                    <a:pt x="9713" y="47754"/>
                  </a:lnTo>
                  <a:lnTo>
                    <a:pt x="15380" y="56708"/>
                  </a:lnTo>
                  <a:lnTo>
                    <a:pt x="18618" y="61931"/>
                  </a:lnTo>
                  <a:lnTo>
                    <a:pt x="22260" y="55215"/>
                  </a:lnTo>
                  <a:lnTo>
                    <a:pt x="22665" y="54469"/>
                  </a:lnTo>
                  <a:lnTo>
                    <a:pt x="21855" y="52231"/>
                  </a:lnTo>
                  <a:lnTo>
                    <a:pt x="15380" y="41038"/>
                  </a:lnTo>
                  <a:lnTo>
                    <a:pt x="12142" y="35815"/>
                  </a:lnTo>
                  <a:cubicBezTo>
                    <a:pt x="11737" y="35069"/>
                    <a:pt x="10523" y="33577"/>
                    <a:pt x="10118" y="32831"/>
                  </a:cubicBezTo>
                  <a:lnTo>
                    <a:pt x="9713" y="32831"/>
                  </a:lnTo>
                  <a:lnTo>
                    <a:pt x="6880" y="29846"/>
                  </a:lnTo>
                  <a:cubicBezTo>
                    <a:pt x="7690" y="30592"/>
                    <a:pt x="8499" y="31338"/>
                    <a:pt x="9713" y="32085"/>
                  </a:cubicBezTo>
                  <a:lnTo>
                    <a:pt x="10118" y="32085"/>
                  </a:lnTo>
                  <a:cubicBezTo>
                    <a:pt x="10928" y="32831"/>
                    <a:pt x="11332" y="33577"/>
                    <a:pt x="12142" y="33577"/>
                  </a:cubicBezTo>
                  <a:lnTo>
                    <a:pt x="14975" y="35069"/>
                  </a:lnTo>
                  <a:lnTo>
                    <a:pt x="21855" y="38054"/>
                  </a:lnTo>
                  <a:lnTo>
                    <a:pt x="24689" y="39546"/>
                  </a:lnTo>
                  <a:lnTo>
                    <a:pt x="28331" y="41038"/>
                  </a:lnTo>
                  <a:lnTo>
                    <a:pt x="31164" y="35815"/>
                  </a:lnTo>
                  <a:lnTo>
                    <a:pt x="33593" y="29846"/>
                  </a:lnTo>
                  <a:lnTo>
                    <a:pt x="30760" y="246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10450613" y="406192"/>
              <a:ext cx="28331" cy="53722"/>
            </a:xfrm>
            <a:custGeom>
              <a:avLst/>
              <a:gdLst>
                <a:gd name="connsiteX0" fmla="*/ 25093 w 28331"/>
                <a:gd name="connsiteY0" fmla="*/ 20146 h 53722"/>
                <a:gd name="connsiteX1" fmla="*/ 24284 w 28331"/>
                <a:gd name="connsiteY1" fmla="*/ 17908 h 53722"/>
                <a:gd name="connsiteX2" fmla="*/ 23070 w 28331"/>
                <a:gd name="connsiteY2" fmla="*/ 15669 h 53722"/>
                <a:gd name="connsiteX3" fmla="*/ 17808 w 28331"/>
                <a:gd name="connsiteY3" fmla="*/ 3731 h 53722"/>
                <a:gd name="connsiteX4" fmla="*/ 16999 w 28331"/>
                <a:gd name="connsiteY4" fmla="*/ 1492 h 53722"/>
                <a:gd name="connsiteX5" fmla="*/ 16189 w 28331"/>
                <a:gd name="connsiteY5" fmla="*/ 0 h 53722"/>
                <a:gd name="connsiteX6" fmla="*/ 14975 w 28331"/>
                <a:gd name="connsiteY6" fmla="*/ 1492 h 53722"/>
                <a:gd name="connsiteX7" fmla="*/ 11332 w 28331"/>
                <a:gd name="connsiteY7" fmla="*/ 7461 h 53722"/>
                <a:gd name="connsiteX8" fmla="*/ 14975 w 28331"/>
                <a:gd name="connsiteY8" fmla="*/ 14923 h 53722"/>
                <a:gd name="connsiteX9" fmla="*/ 16594 w 28331"/>
                <a:gd name="connsiteY9" fmla="*/ 19400 h 53722"/>
                <a:gd name="connsiteX10" fmla="*/ 17808 w 28331"/>
                <a:gd name="connsiteY10" fmla="*/ 21638 h 53722"/>
                <a:gd name="connsiteX11" fmla="*/ 20641 w 28331"/>
                <a:gd name="connsiteY11" fmla="*/ 27608 h 53722"/>
                <a:gd name="connsiteX12" fmla="*/ 22665 w 28331"/>
                <a:gd name="connsiteY12" fmla="*/ 35069 h 53722"/>
                <a:gd name="connsiteX13" fmla="*/ 21046 w 28331"/>
                <a:gd name="connsiteY13" fmla="*/ 41038 h 53722"/>
                <a:gd name="connsiteX14" fmla="*/ 17808 w 28331"/>
                <a:gd name="connsiteY14" fmla="*/ 42531 h 53722"/>
                <a:gd name="connsiteX15" fmla="*/ 16594 w 28331"/>
                <a:gd name="connsiteY15" fmla="*/ 41784 h 53722"/>
                <a:gd name="connsiteX16" fmla="*/ 14975 w 28331"/>
                <a:gd name="connsiteY16" fmla="*/ 38800 h 53722"/>
                <a:gd name="connsiteX17" fmla="*/ 14166 w 28331"/>
                <a:gd name="connsiteY17" fmla="*/ 37308 h 53722"/>
                <a:gd name="connsiteX18" fmla="*/ 11332 w 28331"/>
                <a:gd name="connsiteY18" fmla="*/ 31338 h 53722"/>
                <a:gd name="connsiteX19" fmla="*/ 9309 w 28331"/>
                <a:gd name="connsiteY19" fmla="*/ 26861 h 53722"/>
                <a:gd name="connsiteX20" fmla="*/ 8095 w 28331"/>
                <a:gd name="connsiteY20" fmla="*/ 23131 h 53722"/>
                <a:gd name="connsiteX21" fmla="*/ 5261 w 28331"/>
                <a:gd name="connsiteY21" fmla="*/ 17161 h 53722"/>
                <a:gd name="connsiteX22" fmla="*/ 4047 w 28331"/>
                <a:gd name="connsiteY22" fmla="*/ 19400 h 53722"/>
                <a:gd name="connsiteX23" fmla="*/ 2024 w 28331"/>
                <a:gd name="connsiteY23" fmla="*/ 22385 h 53722"/>
                <a:gd name="connsiteX24" fmla="*/ 405 w 28331"/>
                <a:gd name="connsiteY24" fmla="*/ 23877 h 53722"/>
                <a:gd name="connsiteX25" fmla="*/ 0 w 28331"/>
                <a:gd name="connsiteY25" fmla="*/ 24623 h 53722"/>
                <a:gd name="connsiteX26" fmla="*/ 405 w 28331"/>
                <a:gd name="connsiteY26" fmla="*/ 25369 h 53722"/>
                <a:gd name="connsiteX27" fmla="*/ 2024 w 28331"/>
                <a:gd name="connsiteY27" fmla="*/ 28354 h 53722"/>
                <a:gd name="connsiteX28" fmla="*/ 4047 w 28331"/>
                <a:gd name="connsiteY28" fmla="*/ 33577 h 53722"/>
                <a:gd name="connsiteX29" fmla="*/ 8095 w 28331"/>
                <a:gd name="connsiteY29" fmla="*/ 42531 h 53722"/>
                <a:gd name="connsiteX30" fmla="*/ 9309 w 28331"/>
                <a:gd name="connsiteY30" fmla="*/ 45515 h 53722"/>
                <a:gd name="connsiteX31" fmla="*/ 11332 w 28331"/>
                <a:gd name="connsiteY31" fmla="*/ 49246 h 53722"/>
                <a:gd name="connsiteX32" fmla="*/ 14975 w 28331"/>
                <a:gd name="connsiteY32" fmla="*/ 52977 h 53722"/>
                <a:gd name="connsiteX33" fmla="*/ 16594 w 28331"/>
                <a:gd name="connsiteY33" fmla="*/ 53723 h 53722"/>
                <a:gd name="connsiteX34" fmla="*/ 18213 w 28331"/>
                <a:gd name="connsiteY34" fmla="*/ 53723 h 53722"/>
                <a:gd name="connsiteX35" fmla="*/ 23474 w 28331"/>
                <a:gd name="connsiteY35" fmla="*/ 49992 h 53722"/>
                <a:gd name="connsiteX36" fmla="*/ 24284 w 28331"/>
                <a:gd name="connsiteY36" fmla="*/ 48500 h 53722"/>
                <a:gd name="connsiteX37" fmla="*/ 25903 w 28331"/>
                <a:gd name="connsiteY37" fmla="*/ 45515 h 53722"/>
                <a:gd name="connsiteX38" fmla="*/ 28331 w 28331"/>
                <a:gd name="connsiteY38" fmla="*/ 35069 h 53722"/>
                <a:gd name="connsiteX39" fmla="*/ 25498 w 28331"/>
                <a:gd name="connsiteY39" fmla="*/ 21638 h 53722"/>
                <a:gd name="connsiteX40" fmla="*/ 25093 w 28331"/>
                <a:gd name="connsiteY40" fmla="*/ 20146 h 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8331" h="53722">
                  <a:moveTo>
                    <a:pt x="25093" y="20146"/>
                  </a:moveTo>
                  <a:lnTo>
                    <a:pt x="24284" y="17908"/>
                  </a:lnTo>
                  <a:lnTo>
                    <a:pt x="23070" y="15669"/>
                  </a:lnTo>
                  <a:lnTo>
                    <a:pt x="17808" y="3731"/>
                  </a:lnTo>
                  <a:lnTo>
                    <a:pt x="16999" y="1492"/>
                  </a:lnTo>
                  <a:lnTo>
                    <a:pt x="16189" y="0"/>
                  </a:lnTo>
                  <a:lnTo>
                    <a:pt x="14975" y="1492"/>
                  </a:lnTo>
                  <a:lnTo>
                    <a:pt x="11332" y="7461"/>
                  </a:lnTo>
                  <a:lnTo>
                    <a:pt x="14975" y="14923"/>
                  </a:lnTo>
                  <a:lnTo>
                    <a:pt x="16594" y="19400"/>
                  </a:lnTo>
                  <a:lnTo>
                    <a:pt x="17808" y="21638"/>
                  </a:lnTo>
                  <a:lnTo>
                    <a:pt x="20641" y="27608"/>
                  </a:lnTo>
                  <a:cubicBezTo>
                    <a:pt x="21451" y="29846"/>
                    <a:pt x="22260" y="32084"/>
                    <a:pt x="22665" y="35069"/>
                  </a:cubicBezTo>
                  <a:cubicBezTo>
                    <a:pt x="22665" y="37308"/>
                    <a:pt x="22260" y="39546"/>
                    <a:pt x="21046" y="41038"/>
                  </a:cubicBezTo>
                  <a:cubicBezTo>
                    <a:pt x="20237" y="42531"/>
                    <a:pt x="19022" y="43277"/>
                    <a:pt x="17808" y="42531"/>
                  </a:cubicBezTo>
                  <a:cubicBezTo>
                    <a:pt x="17403" y="42531"/>
                    <a:pt x="16999" y="41784"/>
                    <a:pt x="16594" y="41784"/>
                  </a:cubicBezTo>
                  <a:cubicBezTo>
                    <a:pt x="15784" y="41038"/>
                    <a:pt x="15380" y="40292"/>
                    <a:pt x="14975" y="38800"/>
                  </a:cubicBezTo>
                  <a:lnTo>
                    <a:pt x="14166" y="37308"/>
                  </a:lnTo>
                  <a:lnTo>
                    <a:pt x="11332" y="31338"/>
                  </a:lnTo>
                  <a:lnTo>
                    <a:pt x="9309" y="26861"/>
                  </a:lnTo>
                  <a:lnTo>
                    <a:pt x="8095" y="23131"/>
                  </a:lnTo>
                  <a:lnTo>
                    <a:pt x="5261" y="17161"/>
                  </a:lnTo>
                  <a:lnTo>
                    <a:pt x="4047" y="19400"/>
                  </a:lnTo>
                  <a:lnTo>
                    <a:pt x="2024" y="22385"/>
                  </a:lnTo>
                  <a:lnTo>
                    <a:pt x="405" y="23877"/>
                  </a:lnTo>
                  <a:lnTo>
                    <a:pt x="0" y="24623"/>
                  </a:lnTo>
                  <a:lnTo>
                    <a:pt x="405" y="25369"/>
                  </a:lnTo>
                  <a:lnTo>
                    <a:pt x="2024" y="28354"/>
                  </a:lnTo>
                  <a:lnTo>
                    <a:pt x="4047" y="33577"/>
                  </a:lnTo>
                  <a:lnTo>
                    <a:pt x="8095" y="42531"/>
                  </a:lnTo>
                  <a:lnTo>
                    <a:pt x="9309" y="45515"/>
                  </a:lnTo>
                  <a:lnTo>
                    <a:pt x="11332" y="49246"/>
                  </a:lnTo>
                  <a:cubicBezTo>
                    <a:pt x="12547" y="50738"/>
                    <a:pt x="13761" y="52231"/>
                    <a:pt x="14975" y="52977"/>
                  </a:cubicBezTo>
                  <a:cubicBezTo>
                    <a:pt x="15380" y="53723"/>
                    <a:pt x="16189" y="53723"/>
                    <a:pt x="16594" y="53723"/>
                  </a:cubicBezTo>
                  <a:lnTo>
                    <a:pt x="18213" y="53723"/>
                  </a:lnTo>
                  <a:cubicBezTo>
                    <a:pt x="20237" y="53723"/>
                    <a:pt x="21855" y="52231"/>
                    <a:pt x="23474" y="49992"/>
                  </a:cubicBezTo>
                  <a:lnTo>
                    <a:pt x="24284" y="48500"/>
                  </a:lnTo>
                  <a:lnTo>
                    <a:pt x="25903" y="45515"/>
                  </a:lnTo>
                  <a:cubicBezTo>
                    <a:pt x="27522" y="42531"/>
                    <a:pt x="28331" y="39546"/>
                    <a:pt x="28331" y="35069"/>
                  </a:cubicBezTo>
                  <a:cubicBezTo>
                    <a:pt x="28331" y="29846"/>
                    <a:pt x="27522" y="25369"/>
                    <a:pt x="25498" y="21638"/>
                  </a:cubicBezTo>
                  <a:cubicBezTo>
                    <a:pt x="25903" y="21638"/>
                    <a:pt x="25498" y="20892"/>
                    <a:pt x="25093" y="20146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10449399" y="-84776"/>
              <a:ext cx="55083" cy="89538"/>
            </a:xfrm>
            <a:custGeom>
              <a:avLst/>
              <a:gdLst>
                <a:gd name="connsiteX0" fmla="*/ 19022 w 55083"/>
                <a:gd name="connsiteY0" fmla="*/ 13431 h 89538"/>
                <a:gd name="connsiteX1" fmla="*/ 18213 w 55083"/>
                <a:gd name="connsiteY1" fmla="*/ 13431 h 89538"/>
                <a:gd name="connsiteX2" fmla="*/ 17808 w 55083"/>
                <a:gd name="connsiteY2" fmla="*/ 14177 h 89538"/>
                <a:gd name="connsiteX3" fmla="*/ 16594 w 55083"/>
                <a:gd name="connsiteY3" fmla="*/ 20146 h 89538"/>
                <a:gd name="connsiteX4" fmla="*/ 17808 w 55083"/>
                <a:gd name="connsiteY4" fmla="*/ 26115 h 89538"/>
                <a:gd name="connsiteX5" fmla="*/ 19022 w 55083"/>
                <a:gd name="connsiteY5" fmla="*/ 26861 h 89538"/>
                <a:gd name="connsiteX6" fmla="*/ 21855 w 55083"/>
                <a:gd name="connsiteY6" fmla="*/ 32085 h 89538"/>
                <a:gd name="connsiteX7" fmla="*/ 19022 w 55083"/>
                <a:gd name="connsiteY7" fmla="*/ 35815 h 89538"/>
                <a:gd name="connsiteX8" fmla="*/ 18618 w 55083"/>
                <a:gd name="connsiteY8" fmla="*/ 36561 h 89538"/>
                <a:gd name="connsiteX9" fmla="*/ 18213 w 55083"/>
                <a:gd name="connsiteY9" fmla="*/ 37308 h 89538"/>
                <a:gd name="connsiteX10" fmla="*/ 16189 w 55083"/>
                <a:gd name="connsiteY10" fmla="*/ 37308 h 89538"/>
                <a:gd name="connsiteX11" fmla="*/ 12547 w 55083"/>
                <a:gd name="connsiteY11" fmla="*/ 38800 h 89538"/>
                <a:gd name="connsiteX12" fmla="*/ 10523 w 55083"/>
                <a:gd name="connsiteY12" fmla="*/ 39546 h 89538"/>
                <a:gd name="connsiteX13" fmla="*/ 9309 w 55083"/>
                <a:gd name="connsiteY13" fmla="*/ 40292 h 89538"/>
                <a:gd name="connsiteX14" fmla="*/ 8904 w 55083"/>
                <a:gd name="connsiteY14" fmla="*/ 40292 h 89538"/>
                <a:gd name="connsiteX15" fmla="*/ 5261 w 55083"/>
                <a:gd name="connsiteY15" fmla="*/ 38054 h 89538"/>
                <a:gd name="connsiteX16" fmla="*/ 3643 w 55083"/>
                <a:gd name="connsiteY16" fmla="*/ 36561 h 89538"/>
                <a:gd name="connsiteX17" fmla="*/ 3238 w 55083"/>
                <a:gd name="connsiteY17" fmla="*/ 37308 h 89538"/>
                <a:gd name="connsiteX18" fmla="*/ 1619 w 55083"/>
                <a:gd name="connsiteY18" fmla="*/ 38054 h 89538"/>
                <a:gd name="connsiteX19" fmla="*/ 809 w 55083"/>
                <a:gd name="connsiteY19" fmla="*/ 39546 h 89538"/>
                <a:gd name="connsiteX20" fmla="*/ 0 w 55083"/>
                <a:gd name="connsiteY20" fmla="*/ 41038 h 89538"/>
                <a:gd name="connsiteX21" fmla="*/ 809 w 55083"/>
                <a:gd name="connsiteY21" fmla="*/ 48500 h 89538"/>
                <a:gd name="connsiteX22" fmla="*/ 1619 w 55083"/>
                <a:gd name="connsiteY22" fmla="*/ 50738 h 89538"/>
                <a:gd name="connsiteX23" fmla="*/ 3238 w 55083"/>
                <a:gd name="connsiteY23" fmla="*/ 52231 h 89538"/>
                <a:gd name="connsiteX24" fmla="*/ 4452 w 55083"/>
                <a:gd name="connsiteY24" fmla="*/ 52977 h 89538"/>
                <a:gd name="connsiteX25" fmla="*/ 5261 w 55083"/>
                <a:gd name="connsiteY25" fmla="*/ 53723 h 89538"/>
                <a:gd name="connsiteX26" fmla="*/ 9309 w 55083"/>
                <a:gd name="connsiteY26" fmla="*/ 52977 h 89538"/>
                <a:gd name="connsiteX27" fmla="*/ 10523 w 55083"/>
                <a:gd name="connsiteY27" fmla="*/ 52977 h 89538"/>
                <a:gd name="connsiteX28" fmla="*/ 12547 w 55083"/>
                <a:gd name="connsiteY28" fmla="*/ 52231 h 89538"/>
                <a:gd name="connsiteX29" fmla="*/ 15380 w 55083"/>
                <a:gd name="connsiteY29" fmla="*/ 54469 h 89538"/>
                <a:gd name="connsiteX30" fmla="*/ 16189 w 55083"/>
                <a:gd name="connsiteY30" fmla="*/ 55961 h 89538"/>
                <a:gd name="connsiteX31" fmla="*/ 17808 w 55083"/>
                <a:gd name="connsiteY31" fmla="*/ 58946 h 89538"/>
                <a:gd name="connsiteX32" fmla="*/ 19022 w 55083"/>
                <a:gd name="connsiteY32" fmla="*/ 60438 h 89538"/>
                <a:gd name="connsiteX33" fmla="*/ 24284 w 55083"/>
                <a:gd name="connsiteY33" fmla="*/ 73869 h 89538"/>
                <a:gd name="connsiteX34" fmla="*/ 23474 w 55083"/>
                <a:gd name="connsiteY34" fmla="*/ 89538 h 89538"/>
                <a:gd name="connsiteX35" fmla="*/ 25498 w 55083"/>
                <a:gd name="connsiteY35" fmla="*/ 89538 h 89538"/>
                <a:gd name="connsiteX36" fmla="*/ 27117 w 55083"/>
                <a:gd name="connsiteY36" fmla="*/ 88046 h 89538"/>
                <a:gd name="connsiteX37" fmla="*/ 27117 w 55083"/>
                <a:gd name="connsiteY37" fmla="*/ 87300 h 89538"/>
                <a:gd name="connsiteX38" fmla="*/ 29950 w 55083"/>
                <a:gd name="connsiteY38" fmla="*/ 78346 h 89538"/>
                <a:gd name="connsiteX39" fmla="*/ 35616 w 55083"/>
                <a:gd name="connsiteY39" fmla="*/ 65661 h 89538"/>
                <a:gd name="connsiteX40" fmla="*/ 36831 w 55083"/>
                <a:gd name="connsiteY40" fmla="*/ 63423 h 89538"/>
                <a:gd name="connsiteX41" fmla="*/ 40473 w 55083"/>
                <a:gd name="connsiteY41" fmla="*/ 58946 h 89538"/>
                <a:gd name="connsiteX42" fmla="*/ 42092 w 55083"/>
                <a:gd name="connsiteY42" fmla="*/ 61931 h 89538"/>
                <a:gd name="connsiteX43" fmla="*/ 44925 w 55083"/>
                <a:gd name="connsiteY43" fmla="*/ 67900 h 89538"/>
                <a:gd name="connsiteX44" fmla="*/ 47354 w 55083"/>
                <a:gd name="connsiteY44" fmla="*/ 74615 h 89538"/>
                <a:gd name="connsiteX45" fmla="*/ 50996 w 55083"/>
                <a:gd name="connsiteY45" fmla="*/ 76854 h 89538"/>
                <a:gd name="connsiteX46" fmla="*/ 53020 w 55083"/>
                <a:gd name="connsiteY46" fmla="*/ 77600 h 89538"/>
                <a:gd name="connsiteX47" fmla="*/ 54639 w 55083"/>
                <a:gd name="connsiteY47" fmla="*/ 67154 h 89538"/>
                <a:gd name="connsiteX48" fmla="*/ 51806 w 55083"/>
                <a:gd name="connsiteY48" fmla="*/ 64169 h 89538"/>
                <a:gd name="connsiteX49" fmla="*/ 50591 w 55083"/>
                <a:gd name="connsiteY49" fmla="*/ 61931 h 89538"/>
                <a:gd name="connsiteX50" fmla="*/ 44520 w 55083"/>
                <a:gd name="connsiteY50" fmla="*/ 50738 h 89538"/>
                <a:gd name="connsiteX51" fmla="*/ 41687 w 55083"/>
                <a:gd name="connsiteY51" fmla="*/ 45515 h 89538"/>
                <a:gd name="connsiteX52" fmla="*/ 38045 w 55083"/>
                <a:gd name="connsiteY52" fmla="*/ 38800 h 89538"/>
                <a:gd name="connsiteX53" fmla="*/ 39259 w 55083"/>
                <a:gd name="connsiteY53" fmla="*/ 38054 h 89538"/>
                <a:gd name="connsiteX54" fmla="*/ 41687 w 55083"/>
                <a:gd name="connsiteY54" fmla="*/ 41038 h 89538"/>
                <a:gd name="connsiteX55" fmla="*/ 42092 w 55083"/>
                <a:gd name="connsiteY55" fmla="*/ 41785 h 89538"/>
                <a:gd name="connsiteX56" fmla="*/ 44116 w 55083"/>
                <a:gd name="connsiteY56" fmla="*/ 47008 h 89538"/>
                <a:gd name="connsiteX57" fmla="*/ 44116 w 55083"/>
                <a:gd name="connsiteY57" fmla="*/ 47754 h 89538"/>
                <a:gd name="connsiteX58" fmla="*/ 47758 w 55083"/>
                <a:gd name="connsiteY58" fmla="*/ 47754 h 89538"/>
                <a:gd name="connsiteX59" fmla="*/ 46544 w 55083"/>
                <a:gd name="connsiteY59" fmla="*/ 36561 h 89538"/>
                <a:gd name="connsiteX60" fmla="*/ 43711 w 55083"/>
                <a:gd name="connsiteY60" fmla="*/ 33577 h 89538"/>
                <a:gd name="connsiteX61" fmla="*/ 40878 w 55083"/>
                <a:gd name="connsiteY61" fmla="*/ 28354 h 89538"/>
                <a:gd name="connsiteX62" fmla="*/ 42902 w 55083"/>
                <a:gd name="connsiteY62" fmla="*/ 26861 h 89538"/>
                <a:gd name="connsiteX63" fmla="*/ 43306 w 55083"/>
                <a:gd name="connsiteY63" fmla="*/ 27608 h 89538"/>
                <a:gd name="connsiteX64" fmla="*/ 47758 w 55083"/>
                <a:gd name="connsiteY64" fmla="*/ 38054 h 89538"/>
                <a:gd name="connsiteX65" fmla="*/ 49377 w 55083"/>
                <a:gd name="connsiteY65" fmla="*/ 40292 h 89538"/>
                <a:gd name="connsiteX66" fmla="*/ 50187 w 55083"/>
                <a:gd name="connsiteY66" fmla="*/ 41038 h 89538"/>
                <a:gd name="connsiteX67" fmla="*/ 55043 w 55083"/>
                <a:gd name="connsiteY67" fmla="*/ 34323 h 89538"/>
                <a:gd name="connsiteX68" fmla="*/ 53829 w 55083"/>
                <a:gd name="connsiteY68" fmla="*/ 32085 h 89538"/>
                <a:gd name="connsiteX69" fmla="*/ 50996 w 55083"/>
                <a:gd name="connsiteY69" fmla="*/ 26115 h 89538"/>
                <a:gd name="connsiteX70" fmla="*/ 47758 w 55083"/>
                <a:gd name="connsiteY70" fmla="*/ 17908 h 89538"/>
                <a:gd name="connsiteX71" fmla="*/ 48163 w 55083"/>
                <a:gd name="connsiteY71" fmla="*/ 12685 h 89538"/>
                <a:gd name="connsiteX72" fmla="*/ 46139 w 55083"/>
                <a:gd name="connsiteY72" fmla="*/ 9700 h 89538"/>
                <a:gd name="connsiteX73" fmla="*/ 44925 w 55083"/>
                <a:gd name="connsiteY73" fmla="*/ 9700 h 89538"/>
                <a:gd name="connsiteX74" fmla="*/ 42497 w 55083"/>
                <a:gd name="connsiteY74" fmla="*/ 11192 h 89538"/>
                <a:gd name="connsiteX75" fmla="*/ 42092 w 55083"/>
                <a:gd name="connsiteY75" fmla="*/ 10446 h 89538"/>
                <a:gd name="connsiteX76" fmla="*/ 39259 w 55083"/>
                <a:gd name="connsiteY76" fmla="*/ 7461 h 89538"/>
                <a:gd name="connsiteX77" fmla="*/ 37640 w 55083"/>
                <a:gd name="connsiteY77" fmla="*/ 2238 h 89538"/>
                <a:gd name="connsiteX78" fmla="*/ 34807 w 55083"/>
                <a:gd name="connsiteY78" fmla="*/ 0 h 89538"/>
                <a:gd name="connsiteX79" fmla="*/ 31974 w 55083"/>
                <a:gd name="connsiteY79" fmla="*/ 746 h 89538"/>
                <a:gd name="connsiteX80" fmla="*/ 33188 w 55083"/>
                <a:gd name="connsiteY80" fmla="*/ 14177 h 89538"/>
                <a:gd name="connsiteX81" fmla="*/ 34807 w 55083"/>
                <a:gd name="connsiteY81" fmla="*/ 14923 h 89538"/>
                <a:gd name="connsiteX82" fmla="*/ 38449 w 55083"/>
                <a:gd name="connsiteY82" fmla="*/ 20892 h 89538"/>
                <a:gd name="connsiteX83" fmla="*/ 34807 w 55083"/>
                <a:gd name="connsiteY83" fmla="*/ 21638 h 89538"/>
                <a:gd name="connsiteX84" fmla="*/ 31164 w 55083"/>
                <a:gd name="connsiteY84" fmla="*/ 12685 h 89538"/>
                <a:gd name="connsiteX85" fmla="*/ 29141 w 55083"/>
                <a:gd name="connsiteY85" fmla="*/ 11938 h 89538"/>
                <a:gd name="connsiteX86" fmla="*/ 27926 w 55083"/>
                <a:gd name="connsiteY86" fmla="*/ 12685 h 89538"/>
                <a:gd name="connsiteX87" fmla="*/ 26307 w 55083"/>
                <a:gd name="connsiteY87" fmla="*/ 17161 h 89538"/>
                <a:gd name="connsiteX88" fmla="*/ 27926 w 55083"/>
                <a:gd name="connsiteY88" fmla="*/ 23131 h 89538"/>
                <a:gd name="connsiteX89" fmla="*/ 28736 w 55083"/>
                <a:gd name="connsiteY89" fmla="*/ 23131 h 89538"/>
                <a:gd name="connsiteX90" fmla="*/ 33593 w 55083"/>
                <a:gd name="connsiteY90" fmla="*/ 31338 h 89538"/>
                <a:gd name="connsiteX91" fmla="*/ 30760 w 55083"/>
                <a:gd name="connsiteY91" fmla="*/ 30592 h 89538"/>
                <a:gd name="connsiteX92" fmla="*/ 28736 w 55083"/>
                <a:gd name="connsiteY92" fmla="*/ 27608 h 89538"/>
                <a:gd name="connsiteX93" fmla="*/ 25903 w 55083"/>
                <a:gd name="connsiteY93" fmla="*/ 24623 h 89538"/>
                <a:gd name="connsiteX94" fmla="*/ 24284 w 55083"/>
                <a:gd name="connsiteY94" fmla="*/ 22385 h 89538"/>
                <a:gd name="connsiteX95" fmla="*/ 23070 w 55083"/>
                <a:gd name="connsiteY95" fmla="*/ 21638 h 89538"/>
                <a:gd name="connsiteX96" fmla="*/ 22260 w 55083"/>
                <a:gd name="connsiteY96" fmla="*/ 20892 h 89538"/>
                <a:gd name="connsiteX97" fmla="*/ 19022 w 55083"/>
                <a:gd name="connsiteY97" fmla="*/ 13431 h 89538"/>
                <a:gd name="connsiteX98" fmla="*/ 26307 w 55083"/>
                <a:gd name="connsiteY98" fmla="*/ 36561 h 89538"/>
                <a:gd name="connsiteX99" fmla="*/ 26712 w 55083"/>
                <a:gd name="connsiteY99" fmla="*/ 34323 h 89538"/>
                <a:gd name="connsiteX100" fmla="*/ 29141 w 55083"/>
                <a:gd name="connsiteY100" fmla="*/ 34323 h 89538"/>
                <a:gd name="connsiteX101" fmla="*/ 29545 w 55083"/>
                <a:gd name="connsiteY101" fmla="*/ 35069 h 89538"/>
                <a:gd name="connsiteX102" fmla="*/ 35212 w 55083"/>
                <a:gd name="connsiteY102" fmla="*/ 45515 h 89538"/>
                <a:gd name="connsiteX103" fmla="*/ 36021 w 55083"/>
                <a:gd name="connsiteY103" fmla="*/ 47754 h 89538"/>
                <a:gd name="connsiteX104" fmla="*/ 35212 w 55083"/>
                <a:gd name="connsiteY104" fmla="*/ 50738 h 89538"/>
                <a:gd name="connsiteX105" fmla="*/ 33593 w 55083"/>
                <a:gd name="connsiteY105" fmla="*/ 49992 h 89538"/>
                <a:gd name="connsiteX106" fmla="*/ 31974 w 55083"/>
                <a:gd name="connsiteY106" fmla="*/ 45515 h 89538"/>
                <a:gd name="connsiteX107" fmla="*/ 29950 w 55083"/>
                <a:gd name="connsiteY107" fmla="*/ 43277 h 89538"/>
                <a:gd name="connsiteX108" fmla="*/ 28331 w 55083"/>
                <a:gd name="connsiteY108" fmla="*/ 42531 h 89538"/>
                <a:gd name="connsiteX109" fmla="*/ 27117 w 55083"/>
                <a:gd name="connsiteY109" fmla="*/ 40292 h 89538"/>
                <a:gd name="connsiteX110" fmla="*/ 26307 w 55083"/>
                <a:gd name="connsiteY110" fmla="*/ 36561 h 89538"/>
                <a:gd name="connsiteX111" fmla="*/ 27117 w 55083"/>
                <a:gd name="connsiteY111" fmla="*/ 55961 h 89538"/>
                <a:gd name="connsiteX112" fmla="*/ 28331 w 55083"/>
                <a:gd name="connsiteY112" fmla="*/ 55215 h 89538"/>
                <a:gd name="connsiteX113" fmla="*/ 29950 w 55083"/>
                <a:gd name="connsiteY113" fmla="*/ 55961 h 89538"/>
                <a:gd name="connsiteX114" fmla="*/ 31569 w 55083"/>
                <a:gd name="connsiteY114" fmla="*/ 62677 h 89538"/>
                <a:gd name="connsiteX115" fmla="*/ 29950 w 55083"/>
                <a:gd name="connsiteY115" fmla="*/ 65661 h 89538"/>
                <a:gd name="connsiteX116" fmla="*/ 28736 w 55083"/>
                <a:gd name="connsiteY116" fmla="*/ 67154 h 89538"/>
                <a:gd name="connsiteX117" fmla="*/ 27117 w 55083"/>
                <a:gd name="connsiteY117" fmla="*/ 63423 h 89538"/>
                <a:gd name="connsiteX118" fmla="*/ 25903 w 55083"/>
                <a:gd name="connsiteY118" fmla="*/ 61931 h 89538"/>
                <a:gd name="connsiteX119" fmla="*/ 27117 w 55083"/>
                <a:gd name="connsiteY119" fmla="*/ 55961 h 89538"/>
                <a:gd name="connsiteX120" fmla="*/ 21451 w 55083"/>
                <a:gd name="connsiteY120" fmla="*/ 52231 h 89538"/>
                <a:gd name="connsiteX121" fmla="*/ 19427 w 55083"/>
                <a:gd name="connsiteY121" fmla="*/ 52231 h 89538"/>
                <a:gd name="connsiteX122" fmla="*/ 19022 w 55083"/>
                <a:gd name="connsiteY122" fmla="*/ 47754 h 89538"/>
                <a:gd name="connsiteX123" fmla="*/ 19427 w 55083"/>
                <a:gd name="connsiteY123" fmla="*/ 47008 h 89538"/>
                <a:gd name="connsiteX124" fmla="*/ 24284 w 55083"/>
                <a:gd name="connsiteY124" fmla="*/ 47008 h 89538"/>
                <a:gd name="connsiteX125" fmla="*/ 21451 w 55083"/>
                <a:gd name="connsiteY125" fmla="*/ 52231 h 8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5083" h="89538">
                  <a:moveTo>
                    <a:pt x="19022" y="13431"/>
                  </a:moveTo>
                  <a:lnTo>
                    <a:pt x="18213" y="13431"/>
                  </a:lnTo>
                  <a:cubicBezTo>
                    <a:pt x="18213" y="13431"/>
                    <a:pt x="17808" y="13431"/>
                    <a:pt x="17808" y="14177"/>
                  </a:cubicBezTo>
                  <a:cubicBezTo>
                    <a:pt x="16189" y="15669"/>
                    <a:pt x="16594" y="20146"/>
                    <a:pt x="16594" y="20146"/>
                  </a:cubicBezTo>
                  <a:cubicBezTo>
                    <a:pt x="16999" y="22385"/>
                    <a:pt x="17403" y="23877"/>
                    <a:pt x="17808" y="26115"/>
                  </a:cubicBezTo>
                  <a:cubicBezTo>
                    <a:pt x="18213" y="26861"/>
                    <a:pt x="18618" y="26861"/>
                    <a:pt x="19022" y="26861"/>
                  </a:cubicBezTo>
                  <a:cubicBezTo>
                    <a:pt x="22665" y="29846"/>
                    <a:pt x="21855" y="32085"/>
                    <a:pt x="21855" y="32085"/>
                  </a:cubicBezTo>
                  <a:cubicBezTo>
                    <a:pt x="21046" y="33577"/>
                    <a:pt x="20237" y="35069"/>
                    <a:pt x="19022" y="35815"/>
                  </a:cubicBezTo>
                  <a:lnTo>
                    <a:pt x="18618" y="36561"/>
                  </a:lnTo>
                  <a:lnTo>
                    <a:pt x="18213" y="37308"/>
                  </a:lnTo>
                  <a:lnTo>
                    <a:pt x="16189" y="37308"/>
                  </a:lnTo>
                  <a:lnTo>
                    <a:pt x="12547" y="38800"/>
                  </a:lnTo>
                  <a:cubicBezTo>
                    <a:pt x="12142" y="38800"/>
                    <a:pt x="10928" y="39546"/>
                    <a:pt x="10523" y="39546"/>
                  </a:cubicBezTo>
                  <a:cubicBezTo>
                    <a:pt x="10118" y="39546"/>
                    <a:pt x="9713" y="40292"/>
                    <a:pt x="9309" y="40292"/>
                  </a:cubicBezTo>
                  <a:lnTo>
                    <a:pt x="8904" y="40292"/>
                  </a:lnTo>
                  <a:cubicBezTo>
                    <a:pt x="8499" y="41038"/>
                    <a:pt x="6476" y="39546"/>
                    <a:pt x="5261" y="38054"/>
                  </a:cubicBezTo>
                  <a:cubicBezTo>
                    <a:pt x="4452" y="37308"/>
                    <a:pt x="4047" y="37308"/>
                    <a:pt x="3643" y="36561"/>
                  </a:cubicBezTo>
                  <a:lnTo>
                    <a:pt x="3238" y="37308"/>
                  </a:lnTo>
                  <a:cubicBezTo>
                    <a:pt x="2833" y="37308"/>
                    <a:pt x="2428" y="38054"/>
                    <a:pt x="1619" y="38054"/>
                  </a:cubicBezTo>
                  <a:lnTo>
                    <a:pt x="809" y="39546"/>
                  </a:lnTo>
                  <a:cubicBezTo>
                    <a:pt x="405" y="40292"/>
                    <a:pt x="0" y="40292"/>
                    <a:pt x="0" y="41038"/>
                  </a:cubicBezTo>
                  <a:cubicBezTo>
                    <a:pt x="0" y="43277"/>
                    <a:pt x="0" y="46261"/>
                    <a:pt x="809" y="48500"/>
                  </a:cubicBezTo>
                  <a:cubicBezTo>
                    <a:pt x="1214" y="49246"/>
                    <a:pt x="1214" y="49992"/>
                    <a:pt x="1619" y="50738"/>
                  </a:cubicBezTo>
                  <a:cubicBezTo>
                    <a:pt x="2024" y="51484"/>
                    <a:pt x="2428" y="51484"/>
                    <a:pt x="3238" y="52231"/>
                  </a:cubicBezTo>
                  <a:lnTo>
                    <a:pt x="4452" y="52977"/>
                  </a:lnTo>
                  <a:cubicBezTo>
                    <a:pt x="4047" y="53723"/>
                    <a:pt x="4857" y="53723"/>
                    <a:pt x="5261" y="53723"/>
                  </a:cubicBezTo>
                  <a:cubicBezTo>
                    <a:pt x="6476" y="53723"/>
                    <a:pt x="8095" y="53723"/>
                    <a:pt x="9309" y="52977"/>
                  </a:cubicBezTo>
                  <a:lnTo>
                    <a:pt x="10523" y="52977"/>
                  </a:lnTo>
                  <a:cubicBezTo>
                    <a:pt x="11332" y="52231"/>
                    <a:pt x="11737" y="52231"/>
                    <a:pt x="12547" y="52231"/>
                  </a:cubicBezTo>
                  <a:cubicBezTo>
                    <a:pt x="13761" y="52977"/>
                    <a:pt x="14570" y="53723"/>
                    <a:pt x="15380" y="54469"/>
                  </a:cubicBezTo>
                  <a:lnTo>
                    <a:pt x="16189" y="55961"/>
                  </a:lnTo>
                  <a:lnTo>
                    <a:pt x="17808" y="58946"/>
                  </a:lnTo>
                  <a:cubicBezTo>
                    <a:pt x="18213" y="59692"/>
                    <a:pt x="18618" y="60438"/>
                    <a:pt x="19022" y="60438"/>
                  </a:cubicBezTo>
                  <a:cubicBezTo>
                    <a:pt x="21046" y="64169"/>
                    <a:pt x="23070" y="68646"/>
                    <a:pt x="24284" y="73869"/>
                  </a:cubicBezTo>
                  <a:cubicBezTo>
                    <a:pt x="19022" y="83569"/>
                    <a:pt x="23474" y="89538"/>
                    <a:pt x="23474" y="89538"/>
                  </a:cubicBezTo>
                  <a:lnTo>
                    <a:pt x="25498" y="89538"/>
                  </a:lnTo>
                  <a:cubicBezTo>
                    <a:pt x="25903" y="88792"/>
                    <a:pt x="26712" y="88046"/>
                    <a:pt x="27117" y="88046"/>
                  </a:cubicBezTo>
                  <a:lnTo>
                    <a:pt x="27117" y="87300"/>
                  </a:lnTo>
                  <a:cubicBezTo>
                    <a:pt x="27926" y="84315"/>
                    <a:pt x="28736" y="81331"/>
                    <a:pt x="29950" y="78346"/>
                  </a:cubicBezTo>
                  <a:cubicBezTo>
                    <a:pt x="31569" y="73869"/>
                    <a:pt x="33593" y="70138"/>
                    <a:pt x="35616" y="65661"/>
                  </a:cubicBezTo>
                  <a:lnTo>
                    <a:pt x="36831" y="63423"/>
                  </a:lnTo>
                  <a:cubicBezTo>
                    <a:pt x="37640" y="60438"/>
                    <a:pt x="38854" y="58946"/>
                    <a:pt x="40473" y="58946"/>
                  </a:cubicBezTo>
                  <a:cubicBezTo>
                    <a:pt x="40878" y="59692"/>
                    <a:pt x="41687" y="60438"/>
                    <a:pt x="42092" y="61931"/>
                  </a:cubicBezTo>
                  <a:cubicBezTo>
                    <a:pt x="42497" y="63423"/>
                    <a:pt x="43711" y="65661"/>
                    <a:pt x="44925" y="67900"/>
                  </a:cubicBezTo>
                  <a:lnTo>
                    <a:pt x="47354" y="74615"/>
                  </a:lnTo>
                  <a:lnTo>
                    <a:pt x="50996" y="76854"/>
                  </a:lnTo>
                  <a:cubicBezTo>
                    <a:pt x="51806" y="77600"/>
                    <a:pt x="52210" y="77600"/>
                    <a:pt x="53020" y="77600"/>
                  </a:cubicBezTo>
                  <a:cubicBezTo>
                    <a:pt x="54234" y="74615"/>
                    <a:pt x="55043" y="70884"/>
                    <a:pt x="54639" y="67154"/>
                  </a:cubicBezTo>
                  <a:cubicBezTo>
                    <a:pt x="54639" y="64169"/>
                    <a:pt x="51806" y="64169"/>
                    <a:pt x="51806" y="64169"/>
                  </a:cubicBezTo>
                  <a:cubicBezTo>
                    <a:pt x="51806" y="64169"/>
                    <a:pt x="50996" y="63423"/>
                    <a:pt x="50591" y="61931"/>
                  </a:cubicBezTo>
                  <a:lnTo>
                    <a:pt x="44520" y="50738"/>
                  </a:lnTo>
                  <a:cubicBezTo>
                    <a:pt x="43711" y="48500"/>
                    <a:pt x="42497" y="47008"/>
                    <a:pt x="41687" y="45515"/>
                  </a:cubicBezTo>
                  <a:cubicBezTo>
                    <a:pt x="39664" y="41038"/>
                    <a:pt x="38045" y="38800"/>
                    <a:pt x="38045" y="38800"/>
                  </a:cubicBezTo>
                  <a:lnTo>
                    <a:pt x="39259" y="38054"/>
                  </a:lnTo>
                  <a:lnTo>
                    <a:pt x="41687" y="41038"/>
                  </a:lnTo>
                  <a:lnTo>
                    <a:pt x="42092" y="41785"/>
                  </a:lnTo>
                  <a:cubicBezTo>
                    <a:pt x="42902" y="43277"/>
                    <a:pt x="43711" y="44769"/>
                    <a:pt x="44116" y="47008"/>
                  </a:cubicBezTo>
                  <a:lnTo>
                    <a:pt x="44116" y="47754"/>
                  </a:lnTo>
                  <a:lnTo>
                    <a:pt x="47758" y="47754"/>
                  </a:lnTo>
                  <a:cubicBezTo>
                    <a:pt x="50187" y="39546"/>
                    <a:pt x="46544" y="36561"/>
                    <a:pt x="46544" y="36561"/>
                  </a:cubicBezTo>
                  <a:cubicBezTo>
                    <a:pt x="46544" y="36561"/>
                    <a:pt x="44925" y="35069"/>
                    <a:pt x="43711" y="33577"/>
                  </a:cubicBezTo>
                  <a:cubicBezTo>
                    <a:pt x="42497" y="32085"/>
                    <a:pt x="40878" y="28354"/>
                    <a:pt x="40878" y="28354"/>
                  </a:cubicBezTo>
                  <a:cubicBezTo>
                    <a:pt x="41283" y="26115"/>
                    <a:pt x="42902" y="26861"/>
                    <a:pt x="42902" y="26861"/>
                  </a:cubicBezTo>
                  <a:lnTo>
                    <a:pt x="43306" y="27608"/>
                  </a:lnTo>
                  <a:cubicBezTo>
                    <a:pt x="44925" y="31338"/>
                    <a:pt x="47758" y="38054"/>
                    <a:pt x="47758" y="38054"/>
                  </a:cubicBezTo>
                  <a:cubicBezTo>
                    <a:pt x="47758" y="38054"/>
                    <a:pt x="48972" y="39546"/>
                    <a:pt x="49377" y="40292"/>
                  </a:cubicBezTo>
                  <a:cubicBezTo>
                    <a:pt x="49782" y="40292"/>
                    <a:pt x="50187" y="41038"/>
                    <a:pt x="50187" y="41038"/>
                  </a:cubicBezTo>
                  <a:cubicBezTo>
                    <a:pt x="55853" y="41038"/>
                    <a:pt x="55043" y="34323"/>
                    <a:pt x="55043" y="34323"/>
                  </a:cubicBezTo>
                  <a:lnTo>
                    <a:pt x="53829" y="32085"/>
                  </a:lnTo>
                  <a:cubicBezTo>
                    <a:pt x="52615" y="30592"/>
                    <a:pt x="51806" y="28354"/>
                    <a:pt x="50996" y="26115"/>
                  </a:cubicBezTo>
                  <a:cubicBezTo>
                    <a:pt x="49377" y="21638"/>
                    <a:pt x="47758" y="17908"/>
                    <a:pt x="47758" y="17908"/>
                  </a:cubicBezTo>
                  <a:cubicBezTo>
                    <a:pt x="47758" y="16415"/>
                    <a:pt x="47758" y="14177"/>
                    <a:pt x="48163" y="12685"/>
                  </a:cubicBezTo>
                  <a:cubicBezTo>
                    <a:pt x="48568" y="10446"/>
                    <a:pt x="46139" y="9700"/>
                    <a:pt x="46139" y="9700"/>
                  </a:cubicBezTo>
                  <a:lnTo>
                    <a:pt x="44925" y="9700"/>
                  </a:lnTo>
                  <a:cubicBezTo>
                    <a:pt x="44116" y="9700"/>
                    <a:pt x="43306" y="10446"/>
                    <a:pt x="42497" y="11192"/>
                  </a:cubicBezTo>
                  <a:cubicBezTo>
                    <a:pt x="42497" y="10446"/>
                    <a:pt x="42092" y="10446"/>
                    <a:pt x="42092" y="10446"/>
                  </a:cubicBezTo>
                  <a:cubicBezTo>
                    <a:pt x="41283" y="8954"/>
                    <a:pt x="40473" y="8208"/>
                    <a:pt x="39259" y="7461"/>
                  </a:cubicBezTo>
                  <a:cubicBezTo>
                    <a:pt x="37640" y="7461"/>
                    <a:pt x="37640" y="2238"/>
                    <a:pt x="37640" y="2238"/>
                  </a:cubicBezTo>
                  <a:cubicBezTo>
                    <a:pt x="36831" y="1492"/>
                    <a:pt x="36021" y="746"/>
                    <a:pt x="34807" y="0"/>
                  </a:cubicBezTo>
                  <a:cubicBezTo>
                    <a:pt x="33997" y="0"/>
                    <a:pt x="32783" y="0"/>
                    <a:pt x="31974" y="746"/>
                  </a:cubicBezTo>
                  <a:cubicBezTo>
                    <a:pt x="30355" y="5223"/>
                    <a:pt x="30760" y="11192"/>
                    <a:pt x="33188" y="14177"/>
                  </a:cubicBezTo>
                  <a:cubicBezTo>
                    <a:pt x="33593" y="14177"/>
                    <a:pt x="34402" y="14923"/>
                    <a:pt x="34807" y="14923"/>
                  </a:cubicBezTo>
                  <a:cubicBezTo>
                    <a:pt x="36426" y="16415"/>
                    <a:pt x="37640" y="17908"/>
                    <a:pt x="38449" y="20892"/>
                  </a:cubicBezTo>
                  <a:cubicBezTo>
                    <a:pt x="39664" y="25369"/>
                    <a:pt x="35212" y="21638"/>
                    <a:pt x="34807" y="21638"/>
                  </a:cubicBezTo>
                  <a:cubicBezTo>
                    <a:pt x="33188" y="20892"/>
                    <a:pt x="31164" y="12685"/>
                    <a:pt x="31164" y="12685"/>
                  </a:cubicBezTo>
                  <a:cubicBezTo>
                    <a:pt x="30355" y="11938"/>
                    <a:pt x="29950" y="11938"/>
                    <a:pt x="29141" y="11938"/>
                  </a:cubicBezTo>
                  <a:cubicBezTo>
                    <a:pt x="28736" y="11938"/>
                    <a:pt x="28331" y="11938"/>
                    <a:pt x="27926" y="12685"/>
                  </a:cubicBezTo>
                  <a:cubicBezTo>
                    <a:pt x="26307" y="11938"/>
                    <a:pt x="26307" y="17161"/>
                    <a:pt x="26307" y="17161"/>
                  </a:cubicBezTo>
                  <a:cubicBezTo>
                    <a:pt x="27117" y="18654"/>
                    <a:pt x="27926" y="20892"/>
                    <a:pt x="27926" y="23131"/>
                  </a:cubicBezTo>
                  <a:lnTo>
                    <a:pt x="28736" y="23131"/>
                  </a:lnTo>
                  <a:cubicBezTo>
                    <a:pt x="30760" y="24623"/>
                    <a:pt x="32378" y="27608"/>
                    <a:pt x="33593" y="31338"/>
                  </a:cubicBezTo>
                  <a:cubicBezTo>
                    <a:pt x="32783" y="31338"/>
                    <a:pt x="31569" y="30592"/>
                    <a:pt x="30760" y="30592"/>
                  </a:cubicBezTo>
                  <a:cubicBezTo>
                    <a:pt x="29950" y="29100"/>
                    <a:pt x="29545" y="28354"/>
                    <a:pt x="28736" y="27608"/>
                  </a:cubicBezTo>
                  <a:cubicBezTo>
                    <a:pt x="27926" y="26861"/>
                    <a:pt x="26712" y="25369"/>
                    <a:pt x="25903" y="24623"/>
                  </a:cubicBezTo>
                  <a:cubicBezTo>
                    <a:pt x="25093" y="23877"/>
                    <a:pt x="24689" y="23131"/>
                    <a:pt x="24284" y="22385"/>
                  </a:cubicBezTo>
                  <a:cubicBezTo>
                    <a:pt x="23879" y="21638"/>
                    <a:pt x="23474" y="21638"/>
                    <a:pt x="23070" y="21638"/>
                  </a:cubicBezTo>
                  <a:cubicBezTo>
                    <a:pt x="22665" y="21638"/>
                    <a:pt x="22260" y="20892"/>
                    <a:pt x="22260" y="20892"/>
                  </a:cubicBezTo>
                  <a:cubicBezTo>
                    <a:pt x="22665" y="15669"/>
                    <a:pt x="21046" y="14177"/>
                    <a:pt x="19022" y="13431"/>
                  </a:cubicBezTo>
                  <a:close/>
                  <a:moveTo>
                    <a:pt x="26307" y="36561"/>
                  </a:moveTo>
                  <a:cubicBezTo>
                    <a:pt x="26307" y="36561"/>
                    <a:pt x="26307" y="35069"/>
                    <a:pt x="26712" y="34323"/>
                  </a:cubicBezTo>
                  <a:cubicBezTo>
                    <a:pt x="27522" y="33577"/>
                    <a:pt x="28331" y="33577"/>
                    <a:pt x="29141" y="34323"/>
                  </a:cubicBezTo>
                  <a:cubicBezTo>
                    <a:pt x="29545" y="34323"/>
                    <a:pt x="29545" y="35069"/>
                    <a:pt x="29545" y="35069"/>
                  </a:cubicBezTo>
                  <a:cubicBezTo>
                    <a:pt x="31569" y="38054"/>
                    <a:pt x="33593" y="41785"/>
                    <a:pt x="35212" y="45515"/>
                  </a:cubicBezTo>
                  <a:cubicBezTo>
                    <a:pt x="35616" y="46261"/>
                    <a:pt x="36021" y="47008"/>
                    <a:pt x="36021" y="47754"/>
                  </a:cubicBezTo>
                  <a:cubicBezTo>
                    <a:pt x="36021" y="47754"/>
                    <a:pt x="36426" y="50738"/>
                    <a:pt x="35212" y="50738"/>
                  </a:cubicBezTo>
                  <a:cubicBezTo>
                    <a:pt x="34807" y="51484"/>
                    <a:pt x="33997" y="51484"/>
                    <a:pt x="33593" y="49992"/>
                  </a:cubicBezTo>
                  <a:cubicBezTo>
                    <a:pt x="32783" y="48500"/>
                    <a:pt x="31974" y="47008"/>
                    <a:pt x="31974" y="45515"/>
                  </a:cubicBezTo>
                  <a:cubicBezTo>
                    <a:pt x="31569" y="44023"/>
                    <a:pt x="30760" y="43277"/>
                    <a:pt x="29950" y="43277"/>
                  </a:cubicBezTo>
                  <a:cubicBezTo>
                    <a:pt x="29545" y="42531"/>
                    <a:pt x="29141" y="42531"/>
                    <a:pt x="28331" y="42531"/>
                  </a:cubicBezTo>
                  <a:lnTo>
                    <a:pt x="27117" y="40292"/>
                  </a:lnTo>
                  <a:cubicBezTo>
                    <a:pt x="26712" y="38800"/>
                    <a:pt x="26307" y="37308"/>
                    <a:pt x="26307" y="36561"/>
                  </a:cubicBezTo>
                  <a:close/>
                  <a:moveTo>
                    <a:pt x="27117" y="55961"/>
                  </a:moveTo>
                  <a:cubicBezTo>
                    <a:pt x="27522" y="55215"/>
                    <a:pt x="27926" y="55215"/>
                    <a:pt x="28331" y="55215"/>
                  </a:cubicBezTo>
                  <a:cubicBezTo>
                    <a:pt x="29141" y="55215"/>
                    <a:pt x="29545" y="55215"/>
                    <a:pt x="29950" y="55961"/>
                  </a:cubicBezTo>
                  <a:cubicBezTo>
                    <a:pt x="31164" y="57454"/>
                    <a:pt x="31974" y="60438"/>
                    <a:pt x="31569" y="62677"/>
                  </a:cubicBezTo>
                  <a:cubicBezTo>
                    <a:pt x="31164" y="64169"/>
                    <a:pt x="30760" y="64915"/>
                    <a:pt x="29950" y="65661"/>
                  </a:cubicBezTo>
                  <a:cubicBezTo>
                    <a:pt x="29545" y="66408"/>
                    <a:pt x="29141" y="67154"/>
                    <a:pt x="28736" y="67154"/>
                  </a:cubicBezTo>
                  <a:cubicBezTo>
                    <a:pt x="28331" y="65661"/>
                    <a:pt x="27522" y="64915"/>
                    <a:pt x="27117" y="63423"/>
                  </a:cubicBezTo>
                  <a:cubicBezTo>
                    <a:pt x="26712" y="62677"/>
                    <a:pt x="26307" y="62677"/>
                    <a:pt x="25903" y="61931"/>
                  </a:cubicBezTo>
                  <a:cubicBezTo>
                    <a:pt x="25498" y="58946"/>
                    <a:pt x="25903" y="56708"/>
                    <a:pt x="27117" y="55961"/>
                  </a:cubicBezTo>
                  <a:close/>
                  <a:moveTo>
                    <a:pt x="21451" y="52231"/>
                  </a:moveTo>
                  <a:cubicBezTo>
                    <a:pt x="20237" y="52977"/>
                    <a:pt x="19832" y="52977"/>
                    <a:pt x="19427" y="52231"/>
                  </a:cubicBezTo>
                  <a:cubicBezTo>
                    <a:pt x="19022" y="51484"/>
                    <a:pt x="19022" y="47754"/>
                    <a:pt x="19022" y="47754"/>
                  </a:cubicBezTo>
                  <a:lnTo>
                    <a:pt x="19427" y="47008"/>
                  </a:lnTo>
                  <a:cubicBezTo>
                    <a:pt x="22260" y="42531"/>
                    <a:pt x="23070" y="44023"/>
                    <a:pt x="24284" y="47008"/>
                  </a:cubicBezTo>
                  <a:cubicBezTo>
                    <a:pt x="23879" y="49992"/>
                    <a:pt x="22665" y="52231"/>
                    <a:pt x="21451" y="522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10460175" y="-111200"/>
              <a:ext cx="13429" cy="18962"/>
            </a:xfrm>
            <a:custGeom>
              <a:avLst/>
              <a:gdLst>
                <a:gd name="connsiteX0" fmla="*/ 1771 w 13429"/>
                <a:gd name="connsiteY0" fmla="*/ 14486 h 18962"/>
                <a:gd name="connsiteX1" fmla="*/ 5413 w 13429"/>
                <a:gd name="connsiteY1" fmla="*/ 15978 h 18962"/>
                <a:gd name="connsiteX2" fmla="*/ 7032 w 13429"/>
                <a:gd name="connsiteY2" fmla="*/ 18217 h 18962"/>
                <a:gd name="connsiteX3" fmla="*/ 7032 w 13429"/>
                <a:gd name="connsiteY3" fmla="*/ 18963 h 18962"/>
                <a:gd name="connsiteX4" fmla="*/ 10270 w 13429"/>
                <a:gd name="connsiteY4" fmla="*/ 18963 h 18962"/>
                <a:gd name="connsiteX5" fmla="*/ 13103 w 13429"/>
                <a:gd name="connsiteY5" fmla="*/ 14486 h 18962"/>
                <a:gd name="connsiteX6" fmla="*/ 11889 w 13429"/>
                <a:gd name="connsiteY6" fmla="*/ 7024 h 18962"/>
                <a:gd name="connsiteX7" fmla="*/ 11484 w 13429"/>
                <a:gd name="connsiteY7" fmla="*/ 7024 h 18962"/>
                <a:gd name="connsiteX8" fmla="*/ 8651 w 13429"/>
                <a:gd name="connsiteY8" fmla="*/ 4040 h 18962"/>
                <a:gd name="connsiteX9" fmla="*/ 7437 w 13429"/>
                <a:gd name="connsiteY9" fmla="*/ 3294 h 18962"/>
                <a:gd name="connsiteX10" fmla="*/ 5818 w 13429"/>
                <a:gd name="connsiteY10" fmla="*/ 1801 h 18962"/>
                <a:gd name="connsiteX11" fmla="*/ 4604 w 13429"/>
                <a:gd name="connsiteY11" fmla="*/ 309 h 18962"/>
                <a:gd name="connsiteX12" fmla="*/ 1771 w 13429"/>
                <a:gd name="connsiteY12" fmla="*/ 1055 h 18962"/>
                <a:gd name="connsiteX13" fmla="*/ 556 w 13429"/>
                <a:gd name="connsiteY13" fmla="*/ 1801 h 18962"/>
                <a:gd name="connsiteX14" fmla="*/ 152 w 13429"/>
                <a:gd name="connsiteY14" fmla="*/ 9263 h 18962"/>
                <a:gd name="connsiteX15" fmla="*/ 1366 w 13429"/>
                <a:gd name="connsiteY15" fmla="*/ 14486 h 18962"/>
                <a:gd name="connsiteX16" fmla="*/ 1771 w 13429"/>
                <a:gd name="connsiteY16" fmla="*/ 14486 h 1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" h="18962">
                  <a:moveTo>
                    <a:pt x="1771" y="14486"/>
                  </a:moveTo>
                  <a:cubicBezTo>
                    <a:pt x="3390" y="14486"/>
                    <a:pt x="4604" y="15232"/>
                    <a:pt x="5413" y="15978"/>
                  </a:cubicBezTo>
                  <a:cubicBezTo>
                    <a:pt x="6223" y="16724"/>
                    <a:pt x="7032" y="18217"/>
                    <a:pt x="7032" y="18217"/>
                  </a:cubicBezTo>
                  <a:lnTo>
                    <a:pt x="7032" y="18963"/>
                  </a:lnTo>
                  <a:lnTo>
                    <a:pt x="10270" y="18963"/>
                  </a:lnTo>
                  <a:cubicBezTo>
                    <a:pt x="11484" y="17471"/>
                    <a:pt x="12294" y="15978"/>
                    <a:pt x="13103" y="14486"/>
                  </a:cubicBezTo>
                  <a:cubicBezTo>
                    <a:pt x="13913" y="11501"/>
                    <a:pt x="13103" y="8517"/>
                    <a:pt x="11889" y="7024"/>
                  </a:cubicBezTo>
                  <a:lnTo>
                    <a:pt x="11484" y="7024"/>
                  </a:lnTo>
                  <a:cubicBezTo>
                    <a:pt x="10675" y="6278"/>
                    <a:pt x="9461" y="5532"/>
                    <a:pt x="8651" y="4040"/>
                  </a:cubicBezTo>
                  <a:cubicBezTo>
                    <a:pt x="8246" y="4040"/>
                    <a:pt x="7842" y="3294"/>
                    <a:pt x="7437" y="3294"/>
                  </a:cubicBezTo>
                  <a:cubicBezTo>
                    <a:pt x="6627" y="3294"/>
                    <a:pt x="6223" y="2547"/>
                    <a:pt x="5818" y="1801"/>
                  </a:cubicBezTo>
                  <a:cubicBezTo>
                    <a:pt x="5413" y="1055"/>
                    <a:pt x="5008" y="1055"/>
                    <a:pt x="4604" y="309"/>
                  </a:cubicBezTo>
                  <a:cubicBezTo>
                    <a:pt x="3794" y="-437"/>
                    <a:pt x="2580" y="309"/>
                    <a:pt x="1771" y="1055"/>
                  </a:cubicBezTo>
                  <a:lnTo>
                    <a:pt x="556" y="1801"/>
                  </a:lnTo>
                  <a:cubicBezTo>
                    <a:pt x="556" y="4040"/>
                    <a:pt x="556" y="7024"/>
                    <a:pt x="152" y="9263"/>
                  </a:cubicBezTo>
                  <a:cubicBezTo>
                    <a:pt x="-253" y="11501"/>
                    <a:pt x="152" y="12994"/>
                    <a:pt x="1366" y="14486"/>
                  </a:cubicBezTo>
                  <a:lnTo>
                    <a:pt x="1771" y="1448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10447376" y="229354"/>
              <a:ext cx="19022" cy="79838"/>
            </a:xfrm>
            <a:custGeom>
              <a:avLst/>
              <a:gdLst>
                <a:gd name="connsiteX0" fmla="*/ 6476 w 19022"/>
                <a:gd name="connsiteY0" fmla="*/ 43277 h 79838"/>
                <a:gd name="connsiteX1" fmla="*/ 5261 w 19022"/>
                <a:gd name="connsiteY1" fmla="*/ 47754 h 79838"/>
                <a:gd name="connsiteX2" fmla="*/ 4857 w 19022"/>
                <a:gd name="connsiteY2" fmla="*/ 48500 h 79838"/>
                <a:gd name="connsiteX3" fmla="*/ 4047 w 19022"/>
                <a:gd name="connsiteY3" fmla="*/ 52231 h 79838"/>
                <a:gd name="connsiteX4" fmla="*/ 3643 w 19022"/>
                <a:gd name="connsiteY4" fmla="*/ 52977 h 79838"/>
                <a:gd name="connsiteX5" fmla="*/ 3643 w 19022"/>
                <a:gd name="connsiteY5" fmla="*/ 53723 h 79838"/>
                <a:gd name="connsiteX6" fmla="*/ 3238 w 19022"/>
                <a:gd name="connsiteY6" fmla="*/ 55961 h 79838"/>
                <a:gd name="connsiteX7" fmla="*/ 2833 w 19022"/>
                <a:gd name="connsiteY7" fmla="*/ 56708 h 79838"/>
                <a:gd name="connsiteX8" fmla="*/ 2428 w 19022"/>
                <a:gd name="connsiteY8" fmla="*/ 58200 h 79838"/>
                <a:gd name="connsiteX9" fmla="*/ 2428 w 19022"/>
                <a:gd name="connsiteY9" fmla="*/ 60438 h 79838"/>
                <a:gd name="connsiteX10" fmla="*/ 1619 w 19022"/>
                <a:gd name="connsiteY10" fmla="*/ 62677 h 79838"/>
                <a:gd name="connsiteX11" fmla="*/ 1214 w 19022"/>
                <a:gd name="connsiteY11" fmla="*/ 64915 h 79838"/>
                <a:gd name="connsiteX12" fmla="*/ 405 w 19022"/>
                <a:gd name="connsiteY12" fmla="*/ 67154 h 79838"/>
                <a:gd name="connsiteX13" fmla="*/ 0 w 19022"/>
                <a:gd name="connsiteY13" fmla="*/ 68646 h 79838"/>
                <a:gd name="connsiteX14" fmla="*/ 0 w 19022"/>
                <a:gd name="connsiteY14" fmla="*/ 70884 h 79838"/>
                <a:gd name="connsiteX15" fmla="*/ 405 w 19022"/>
                <a:gd name="connsiteY15" fmla="*/ 73123 h 79838"/>
                <a:gd name="connsiteX16" fmla="*/ 809 w 19022"/>
                <a:gd name="connsiteY16" fmla="*/ 76108 h 79838"/>
                <a:gd name="connsiteX17" fmla="*/ 1619 w 19022"/>
                <a:gd name="connsiteY17" fmla="*/ 78346 h 79838"/>
                <a:gd name="connsiteX18" fmla="*/ 2833 w 19022"/>
                <a:gd name="connsiteY18" fmla="*/ 79838 h 79838"/>
                <a:gd name="connsiteX19" fmla="*/ 3643 w 19022"/>
                <a:gd name="connsiteY19" fmla="*/ 77600 h 79838"/>
                <a:gd name="connsiteX20" fmla="*/ 4452 w 19022"/>
                <a:gd name="connsiteY20" fmla="*/ 76854 h 79838"/>
                <a:gd name="connsiteX21" fmla="*/ 5261 w 19022"/>
                <a:gd name="connsiteY21" fmla="*/ 75361 h 79838"/>
                <a:gd name="connsiteX22" fmla="*/ 5666 w 19022"/>
                <a:gd name="connsiteY22" fmla="*/ 74615 h 79838"/>
                <a:gd name="connsiteX23" fmla="*/ 5666 w 19022"/>
                <a:gd name="connsiteY23" fmla="*/ 72377 h 79838"/>
                <a:gd name="connsiteX24" fmla="*/ 6476 w 19022"/>
                <a:gd name="connsiteY24" fmla="*/ 70138 h 79838"/>
                <a:gd name="connsiteX25" fmla="*/ 6880 w 19022"/>
                <a:gd name="connsiteY25" fmla="*/ 67154 h 79838"/>
                <a:gd name="connsiteX26" fmla="*/ 7285 w 19022"/>
                <a:gd name="connsiteY26" fmla="*/ 65661 h 79838"/>
                <a:gd name="connsiteX27" fmla="*/ 7690 w 19022"/>
                <a:gd name="connsiteY27" fmla="*/ 64915 h 79838"/>
                <a:gd name="connsiteX28" fmla="*/ 8095 w 19022"/>
                <a:gd name="connsiteY28" fmla="*/ 63423 h 79838"/>
                <a:gd name="connsiteX29" fmla="*/ 8904 w 19022"/>
                <a:gd name="connsiteY29" fmla="*/ 61931 h 79838"/>
                <a:gd name="connsiteX30" fmla="*/ 9309 w 19022"/>
                <a:gd name="connsiteY30" fmla="*/ 59692 h 79838"/>
                <a:gd name="connsiteX31" fmla="*/ 9713 w 19022"/>
                <a:gd name="connsiteY31" fmla="*/ 57454 h 79838"/>
                <a:gd name="connsiteX32" fmla="*/ 10523 w 19022"/>
                <a:gd name="connsiteY32" fmla="*/ 54469 h 79838"/>
                <a:gd name="connsiteX33" fmla="*/ 10928 w 19022"/>
                <a:gd name="connsiteY33" fmla="*/ 51485 h 79838"/>
                <a:gd name="connsiteX34" fmla="*/ 11332 w 19022"/>
                <a:gd name="connsiteY34" fmla="*/ 50738 h 79838"/>
                <a:gd name="connsiteX35" fmla="*/ 12142 w 19022"/>
                <a:gd name="connsiteY35" fmla="*/ 48500 h 79838"/>
                <a:gd name="connsiteX36" fmla="*/ 12547 w 19022"/>
                <a:gd name="connsiteY36" fmla="*/ 45515 h 79838"/>
                <a:gd name="connsiteX37" fmla="*/ 12951 w 19022"/>
                <a:gd name="connsiteY37" fmla="*/ 44023 h 79838"/>
                <a:gd name="connsiteX38" fmla="*/ 14166 w 19022"/>
                <a:gd name="connsiteY38" fmla="*/ 40292 h 79838"/>
                <a:gd name="connsiteX39" fmla="*/ 14570 w 19022"/>
                <a:gd name="connsiteY39" fmla="*/ 37308 h 79838"/>
                <a:gd name="connsiteX40" fmla="*/ 14975 w 19022"/>
                <a:gd name="connsiteY40" fmla="*/ 35069 h 79838"/>
                <a:gd name="connsiteX41" fmla="*/ 16189 w 19022"/>
                <a:gd name="connsiteY41" fmla="*/ 32831 h 79838"/>
                <a:gd name="connsiteX42" fmla="*/ 16594 w 19022"/>
                <a:gd name="connsiteY42" fmla="*/ 28354 h 79838"/>
                <a:gd name="connsiteX43" fmla="*/ 16999 w 19022"/>
                <a:gd name="connsiteY43" fmla="*/ 23877 h 79838"/>
                <a:gd name="connsiteX44" fmla="*/ 17403 w 19022"/>
                <a:gd name="connsiteY44" fmla="*/ 20146 h 79838"/>
                <a:gd name="connsiteX45" fmla="*/ 17808 w 19022"/>
                <a:gd name="connsiteY45" fmla="*/ 17161 h 79838"/>
                <a:gd name="connsiteX46" fmla="*/ 18213 w 19022"/>
                <a:gd name="connsiteY46" fmla="*/ 14923 h 79838"/>
                <a:gd name="connsiteX47" fmla="*/ 18618 w 19022"/>
                <a:gd name="connsiteY47" fmla="*/ 12685 h 79838"/>
                <a:gd name="connsiteX48" fmla="*/ 19022 w 19022"/>
                <a:gd name="connsiteY48" fmla="*/ 10446 h 79838"/>
                <a:gd name="connsiteX49" fmla="*/ 18618 w 19022"/>
                <a:gd name="connsiteY49" fmla="*/ 7461 h 79838"/>
                <a:gd name="connsiteX50" fmla="*/ 18213 w 19022"/>
                <a:gd name="connsiteY50" fmla="*/ 4477 h 79838"/>
                <a:gd name="connsiteX51" fmla="*/ 17403 w 19022"/>
                <a:gd name="connsiteY51" fmla="*/ 2238 h 79838"/>
                <a:gd name="connsiteX52" fmla="*/ 16594 w 19022"/>
                <a:gd name="connsiteY52" fmla="*/ 0 h 79838"/>
                <a:gd name="connsiteX53" fmla="*/ 14975 w 19022"/>
                <a:gd name="connsiteY53" fmla="*/ 746 h 79838"/>
                <a:gd name="connsiteX54" fmla="*/ 14570 w 19022"/>
                <a:gd name="connsiteY54" fmla="*/ 746 h 79838"/>
                <a:gd name="connsiteX55" fmla="*/ 14166 w 19022"/>
                <a:gd name="connsiteY55" fmla="*/ 1492 h 79838"/>
                <a:gd name="connsiteX56" fmla="*/ 14166 w 19022"/>
                <a:gd name="connsiteY56" fmla="*/ 11192 h 79838"/>
                <a:gd name="connsiteX57" fmla="*/ 13761 w 19022"/>
                <a:gd name="connsiteY57" fmla="*/ 14177 h 79838"/>
                <a:gd name="connsiteX58" fmla="*/ 13356 w 19022"/>
                <a:gd name="connsiteY58" fmla="*/ 20146 h 79838"/>
                <a:gd name="connsiteX59" fmla="*/ 12547 w 19022"/>
                <a:gd name="connsiteY59" fmla="*/ 23877 h 79838"/>
                <a:gd name="connsiteX60" fmla="*/ 11332 w 19022"/>
                <a:gd name="connsiteY60" fmla="*/ 28354 h 79838"/>
                <a:gd name="connsiteX61" fmla="*/ 10928 w 19022"/>
                <a:gd name="connsiteY61" fmla="*/ 29100 h 79838"/>
                <a:gd name="connsiteX62" fmla="*/ 9713 w 19022"/>
                <a:gd name="connsiteY62" fmla="*/ 33577 h 79838"/>
                <a:gd name="connsiteX63" fmla="*/ 8499 w 19022"/>
                <a:gd name="connsiteY63" fmla="*/ 37308 h 79838"/>
                <a:gd name="connsiteX64" fmla="*/ 7285 w 19022"/>
                <a:gd name="connsiteY64" fmla="*/ 41038 h 79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9022" h="79838">
                  <a:moveTo>
                    <a:pt x="6476" y="43277"/>
                  </a:moveTo>
                  <a:lnTo>
                    <a:pt x="5261" y="47754"/>
                  </a:lnTo>
                  <a:lnTo>
                    <a:pt x="4857" y="48500"/>
                  </a:lnTo>
                  <a:lnTo>
                    <a:pt x="4047" y="52231"/>
                  </a:lnTo>
                  <a:lnTo>
                    <a:pt x="3643" y="52977"/>
                  </a:lnTo>
                  <a:lnTo>
                    <a:pt x="3643" y="53723"/>
                  </a:lnTo>
                  <a:lnTo>
                    <a:pt x="3238" y="55961"/>
                  </a:lnTo>
                  <a:lnTo>
                    <a:pt x="2833" y="56708"/>
                  </a:lnTo>
                  <a:lnTo>
                    <a:pt x="2428" y="58200"/>
                  </a:lnTo>
                  <a:lnTo>
                    <a:pt x="2428" y="60438"/>
                  </a:lnTo>
                  <a:lnTo>
                    <a:pt x="1619" y="62677"/>
                  </a:lnTo>
                  <a:lnTo>
                    <a:pt x="1214" y="64915"/>
                  </a:lnTo>
                  <a:lnTo>
                    <a:pt x="405" y="67154"/>
                  </a:lnTo>
                  <a:lnTo>
                    <a:pt x="0" y="68646"/>
                  </a:lnTo>
                  <a:lnTo>
                    <a:pt x="0" y="70884"/>
                  </a:lnTo>
                  <a:lnTo>
                    <a:pt x="405" y="73123"/>
                  </a:lnTo>
                  <a:lnTo>
                    <a:pt x="809" y="76108"/>
                  </a:lnTo>
                  <a:lnTo>
                    <a:pt x="1619" y="78346"/>
                  </a:lnTo>
                  <a:lnTo>
                    <a:pt x="2833" y="79838"/>
                  </a:lnTo>
                  <a:lnTo>
                    <a:pt x="3643" y="77600"/>
                  </a:lnTo>
                  <a:lnTo>
                    <a:pt x="4452" y="76854"/>
                  </a:lnTo>
                  <a:lnTo>
                    <a:pt x="5261" y="75361"/>
                  </a:lnTo>
                  <a:lnTo>
                    <a:pt x="5666" y="74615"/>
                  </a:lnTo>
                  <a:lnTo>
                    <a:pt x="5666" y="72377"/>
                  </a:lnTo>
                  <a:lnTo>
                    <a:pt x="6476" y="70138"/>
                  </a:lnTo>
                  <a:lnTo>
                    <a:pt x="6880" y="67154"/>
                  </a:lnTo>
                  <a:lnTo>
                    <a:pt x="7285" y="65661"/>
                  </a:lnTo>
                  <a:lnTo>
                    <a:pt x="7690" y="64915"/>
                  </a:lnTo>
                  <a:lnTo>
                    <a:pt x="8095" y="63423"/>
                  </a:lnTo>
                  <a:lnTo>
                    <a:pt x="8904" y="61931"/>
                  </a:lnTo>
                  <a:lnTo>
                    <a:pt x="9309" y="59692"/>
                  </a:lnTo>
                  <a:lnTo>
                    <a:pt x="9713" y="57454"/>
                  </a:lnTo>
                  <a:lnTo>
                    <a:pt x="10523" y="54469"/>
                  </a:lnTo>
                  <a:lnTo>
                    <a:pt x="10928" y="51485"/>
                  </a:lnTo>
                  <a:lnTo>
                    <a:pt x="11332" y="50738"/>
                  </a:lnTo>
                  <a:lnTo>
                    <a:pt x="12142" y="48500"/>
                  </a:lnTo>
                  <a:lnTo>
                    <a:pt x="12547" y="45515"/>
                  </a:lnTo>
                  <a:lnTo>
                    <a:pt x="12951" y="44023"/>
                  </a:lnTo>
                  <a:lnTo>
                    <a:pt x="14166" y="40292"/>
                  </a:lnTo>
                  <a:lnTo>
                    <a:pt x="14570" y="37308"/>
                  </a:lnTo>
                  <a:lnTo>
                    <a:pt x="14975" y="35069"/>
                  </a:lnTo>
                  <a:lnTo>
                    <a:pt x="16189" y="32831"/>
                  </a:lnTo>
                  <a:lnTo>
                    <a:pt x="16594" y="28354"/>
                  </a:lnTo>
                  <a:lnTo>
                    <a:pt x="16999" y="23877"/>
                  </a:lnTo>
                  <a:lnTo>
                    <a:pt x="17403" y="20146"/>
                  </a:lnTo>
                  <a:lnTo>
                    <a:pt x="17808" y="17161"/>
                  </a:lnTo>
                  <a:lnTo>
                    <a:pt x="18213" y="14923"/>
                  </a:lnTo>
                  <a:lnTo>
                    <a:pt x="18618" y="12685"/>
                  </a:lnTo>
                  <a:lnTo>
                    <a:pt x="19022" y="10446"/>
                  </a:lnTo>
                  <a:lnTo>
                    <a:pt x="18618" y="7461"/>
                  </a:lnTo>
                  <a:lnTo>
                    <a:pt x="18213" y="4477"/>
                  </a:lnTo>
                  <a:lnTo>
                    <a:pt x="17403" y="2238"/>
                  </a:lnTo>
                  <a:lnTo>
                    <a:pt x="16594" y="0"/>
                  </a:lnTo>
                  <a:lnTo>
                    <a:pt x="14975" y="746"/>
                  </a:lnTo>
                  <a:lnTo>
                    <a:pt x="14570" y="746"/>
                  </a:lnTo>
                  <a:lnTo>
                    <a:pt x="14166" y="1492"/>
                  </a:lnTo>
                  <a:lnTo>
                    <a:pt x="14166" y="11192"/>
                  </a:lnTo>
                  <a:lnTo>
                    <a:pt x="13761" y="14177"/>
                  </a:lnTo>
                  <a:lnTo>
                    <a:pt x="13356" y="20146"/>
                  </a:lnTo>
                  <a:lnTo>
                    <a:pt x="12547" y="23877"/>
                  </a:lnTo>
                  <a:lnTo>
                    <a:pt x="11332" y="28354"/>
                  </a:lnTo>
                  <a:lnTo>
                    <a:pt x="10928" y="29100"/>
                  </a:lnTo>
                  <a:lnTo>
                    <a:pt x="9713" y="33577"/>
                  </a:lnTo>
                  <a:lnTo>
                    <a:pt x="8499" y="37308"/>
                  </a:lnTo>
                  <a:lnTo>
                    <a:pt x="7285" y="410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10453042" y="-95222"/>
              <a:ext cx="13254" cy="15669"/>
            </a:xfrm>
            <a:custGeom>
              <a:avLst/>
              <a:gdLst>
                <a:gd name="connsiteX0" fmla="*/ 1619 w 13254"/>
                <a:gd name="connsiteY0" fmla="*/ 14177 h 15669"/>
                <a:gd name="connsiteX1" fmla="*/ 2833 w 13254"/>
                <a:gd name="connsiteY1" fmla="*/ 14923 h 15669"/>
                <a:gd name="connsiteX2" fmla="*/ 5666 w 13254"/>
                <a:gd name="connsiteY2" fmla="*/ 13431 h 15669"/>
                <a:gd name="connsiteX3" fmla="*/ 6880 w 13254"/>
                <a:gd name="connsiteY3" fmla="*/ 12685 h 15669"/>
                <a:gd name="connsiteX4" fmla="*/ 7690 w 13254"/>
                <a:gd name="connsiteY4" fmla="*/ 12685 h 15669"/>
                <a:gd name="connsiteX5" fmla="*/ 8904 w 13254"/>
                <a:gd name="connsiteY5" fmla="*/ 15669 h 15669"/>
                <a:gd name="connsiteX6" fmla="*/ 11737 w 13254"/>
                <a:gd name="connsiteY6" fmla="*/ 12685 h 15669"/>
                <a:gd name="connsiteX7" fmla="*/ 12951 w 13254"/>
                <a:gd name="connsiteY7" fmla="*/ 11192 h 15669"/>
                <a:gd name="connsiteX8" fmla="*/ 12951 w 13254"/>
                <a:gd name="connsiteY8" fmla="*/ 6715 h 15669"/>
                <a:gd name="connsiteX9" fmla="*/ 12547 w 13254"/>
                <a:gd name="connsiteY9" fmla="*/ 5969 h 15669"/>
                <a:gd name="connsiteX10" fmla="*/ 9309 w 13254"/>
                <a:gd name="connsiteY10" fmla="*/ 5223 h 15669"/>
                <a:gd name="connsiteX11" fmla="*/ 8904 w 13254"/>
                <a:gd name="connsiteY11" fmla="*/ 5223 h 15669"/>
                <a:gd name="connsiteX12" fmla="*/ 7285 w 13254"/>
                <a:gd name="connsiteY12" fmla="*/ 2985 h 15669"/>
                <a:gd name="connsiteX13" fmla="*/ 6071 w 13254"/>
                <a:gd name="connsiteY13" fmla="*/ 2238 h 15669"/>
                <a:gd name="connsiteX14" fmla="*/ 2024 w 13254"/>
                <a:gd name="connsiteY14" fmla="*/ 0 h 15669"/>
                <a:gd name="connsiteX15" fmla="*/ 1214 w 13254"/>
                <a:gd name="connsiteY15" fmla="*/ 0 h 15669"/>
                <a:gd name="connsiteX16" fmla="*/ 0 w 13254"/>
                <a:gd name="connsiteY16" fmla="*/ 11192 h 15669"/>
                <a:gd name="connsiteX17" fmla="*/ 1619 w 13254"/>
                <a:gd name="connsiteY17" fmla="*/ 14177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254" h="15669">
                  <a:moveTo>
                    <a:pt x="1619" y="14177"/>
                  </a:moveTo>
                  <a:lnTo>
                    <a:pt x="2833" y="14923"/>
                  </a:lnTo>
                  <a:cubicBezTo>
                    <a:pt x="3238" y="14177"/>
                    <a:pt x="4452" y="13431"/>
                    <a:pt x="5666" y="13431"/>
                  </a:cubicBezTo>
                  <a:cubicBezTo>
                    <a:pt x="6071" y="13431"/>
                    <a:pt x="6476" y="13431"/>
                    <a:pt x="6880" y="12685"/>
                  </a:cubicBezTo>
                  <a:lnTo>
                    <a:pt x="7690" y="12685"/>
                  </a:lnTo>
                  <a:cubicBezTo>
                    <a:pt x="8499" y="11938"/>
                    <a:pt x="8904" y="15669"/>
                    <a:pt x="8904" y="15669"/>
                  </a:cubicBezTo>
                  <a:cubicBezTo>
                    <a:pt x="9309" y="13431"/>
                    <a:pt x="11737" y="12685"/>
                    <a:pt x="11737" y="12685"/>
                  </a:cubicBezTo>
                  <a:cubicBezTo>
                    <a:pt x="12142" y="11938"/>
                    <a:pt x="12547" y="11938"/>
                    <a:pt x="12951" y="11192"/>
                  </a:cubicBezTo>
                  <a:cubicBezTo>
                    <a:pt x="13356" y="9700"/>
                    <a:pt x="13356" y="8208"/>
                    <a:pt x="12951" y="6715"/>
                  </a:cubicBezTo>
                  <a:lnTo>
                    <a:pt x="12547" y="5969"/>
                  </a:lnTo>
                  <a:cubicBezTo>
                    <a:pt x="11332" y="5969"/>
                    <a:pt x="10523" y="5969"/>
                    <a:pt x="9309" y="5223"/>
                  </a:cubicBezTo>
                  <a:lnTo>
                    <a:pt x="8904" y="5223"/>
                  </a:lnTo>
                  <a:cubicBezTo>
                    <a:pt x="8499" y="4477"/>
                    <a:pt x="8095" y="3731"/>
                    <a:pt x="7285" y="2985"/>
                  </a:cubicBezTo>
                  <a:cubicBezTo>
                    <a:pt x="6880" y="2985"/>
                    <a:pt x="6476" y="2238"/>
                    <a:pt x="6071" y="2238"/>
                  </a:cubicBezTo>
                  <a:cubicBezTo>
                    <a:pt x="4857" y="746"/>
                    <a:pt x="3238" y="0"/>
                    <a:pt x="2024" y="0"/>
                  </a:cubicBezTo>
                  <a:lnTo>
                    <a:pt x="1214" y="0"/>
                  </a:lnTo>
                  <a:cubicBezTo>
                    <a:pt x="405" y="3731"/>
                    <a:pt x="0" y="7461"/>
                    <a:pt x="0" y="11192"/>
                  </a:cubicBezTo>
                  <a:cubicBezTo>
                    <a:pt x="0" y="12685"/>
                    <a:pt x="809" y="13431"/>
                    <a:pt x="1619" y="141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10425115" y="101761"/>
              <a:ext cx="42901" cy="64915"/>
            </a:xfrm>
            <a:custGeom>
              <a:avLst/>
              <a:gdLst>
                <a:gd name="connsiteX0" fmla="*/ 27117 w 42901"/>
                <a:gd name="connsiteY0" fmla="*/ 8208 h 64915"/>
                <a:gd name="connsiteX1" fmla="*/ 26712 w 42901"/>
                <a:gd name="connsiteY1" fmla="*/ 8954 h 64915"/>
                <a:gd name="connsiteX2" fmla="*/ 26307 w 42901"/>
                <a:gd name="connsiteY2" fmla="*/ 9700 h 64915"/>
                <a:gd name="connsiteX3" fmla="*/ 25903 w 42901"/>
                <a:gd name="connsiteY3" fmla="*/ 10446 h 64915"/>
                <a:gd name="connsiteX4" fmla="*/ 25498 w 42901"/>
                <a:gd name="connsiteY4" fmla="*/ 11192 h 64915"/>
                <a:gd name="connsiteX5" fmla="*/ 25093 w 42901"/>
                <a:gd name="connsiteY5" fmla="*/ 11938 h 64915"/>
                <a:gd name="connsiteX6" fmla="*/ 25093 w 42901"/>
                <a:gd name="connsiteY6" fmla="*/ 13431 h 64915"/>
                <a:gd name="connsiteX7" fmla="*/ 25498 w 42901"/>
                <a:gd name="connsiteY7" fmla="*/ 14177 h 64915"/>
                <a:gd name="connsiteX8" fmla="*/ 25903 w 42901"/>
                <a:gd name="connsiteY8" fmla="*/ 14923 h 64915"/>
                <a:gd name="connsiteX9" fmla="*/ 26307 w 42901"/>
                <a:gd name="connsiteY9" fmla="*/ 15669 h 64915"/>
                <a:gd name="connsiteX10" fmla="*/ 26712 w 42901"/>
                <a:gd name="connsiteY10" fmla="*/ 16415 h 64915"/>
                <a:gd name="connsiteX11" fmla="*/ 27117 w 42901"/>
                <a:gd name="connsiteY11" fmla="*/ 17908 h 64915"/>
                <a:gd name="connsiteX12" fmla="*/ 27522 w 42901"/>
                <a:gd name="connsiteY12" fmla="*/ 19400 h 64915"/>
                <a:gd name="connsiteX13" fmla="*/ 26712 w 42901"/>
                <a:gd name="connsiteY13" fmla="*/ 22385 h 64915"/>
                <a:gd name="connsiteX14" fmla="*/ 26712 w 42901"/>
                <a:gd name="connsiteY14" fmla="*/ 25369 h 64915"/>
                <a:gd name="connsiteX15" fmla="*/ 26307 w 42901"/>
                <a:gd name="connsiteY15" fmla="*/ 26115 h 64915"/>
                <a:gd name="connsiteX16" fmla="*/ 25903 w 42901"/>
                <a:gd name="connsiteY16" fmla="*/ 26115 h 64915"/>
                <a:gd name="connsiteX17" fmla="*/ 25498 w 42901"/>
                <a:gd name="connsiteY17" fmla="*/ 26861 h 64915"/>
                <a:gd name="connsiteX18" fmla="*/ 25093 w 42901"/>
                <a:gd name="connsiteY18" fmla="*/ 26115 h 64915"/>
                <a:gd name="connsiteX19" fmla="*/ 24689 w 42901"/>
                <a:gd name="connsiteY19" fmla="*/ 26115 h 64915"/>
                <a:gd name="connsiteX20" fmla="*/ 24284 w 42901"/>
                <a:gd name="connsiteY20" fmla="*/ 25369 h 64915"/>
                <a:gd name="connsiteX21" fmla="*/ 23879 w 42901"/>
                <a:gd name="connsiteY21" fmla="*/ 24623 h 64915"/>
                <a:gd name="connsiteX22" fmla="*/ 23474 w 42901"/>
                <a:gd name="connsiteY22" fmla="*/ 23877 h 64915"/>
                <a:gd name="connsiteX23" fmla="*/ 22665 w 42901"/>
                <a:gd name="connsiteY23" fmla="*/ 22385 h 64915"/>
                <a:gd name="connsiteX24" fmla="*/ 21451 w 42901"/>
                <a:gd name="connsiteY24" fmla="*/ 20146 h 64915"/>
                <a:gd name="connsiteX25" fmla="*/ 21046 w 42901"/>
                <a:gd name="connsiteY25" fmla="*/ 18654 h 64915"/>
                <a:gd name="connsiteX26" fmla="*/ 20641 w 42901"/>
                <a:gd name="connsiteY26" fmla="*/ 16415 h 64915"/>
                <a:gd name="connsiteX27" fmla="*/ 20641 w 42901"/>
                <a:gd name="connsiteY27" fmla="*/ 14923 h 64915"/>
                <a:gd name="connsiteX28" fmla="*/ 20237 w 42901"/>
                <a:gd name="connsiteY28" fmla="*/ 11938 h 64915"/>
                <a:gd name="connsiteX29" fmla="*/ 20237 w 42901"/>
                <a:gd name="connsiteY29" fmla="*/ 9700 h 64915"/>
                <a:gd name="connsiteX30" fmla="*/ 19832 w 42901"/>
                <a:gd name="connsiteY30" fmla="*/ 8954 h 64915"/>
                <a:gd name="connsiteX31" fmla="*/ 19427 w 42901"/>
                <a:gd name="connsiteY31" fmla="*/ 8208 h 64915"/>
                <a:gd name="connsiteX32" fmla="*/ 19022 w 42901"/>
                <a:gd name="connsiteY32" fmla="*/ 7461 h 64915"/>
                <a:gd name="connsiteX33" fmla="*/ 18618 w 42901"/>
                <a:gd name="connsiteY33" fmla="*/ 6715 h 64915"/>
                <a:gd name="connsiteX34" fmla="*/ 17403 w 42901"/>
                <a:gd name="connsiteY34" fmla="*/ 5969 h 64915"/>
                <a:gd name="connsiteX35" fmla="*/ 17403 w 42901"/>
                <a:gd name="connsiteY35" fmla="*/ 6715 h 64915"/>
                <a:gd name="connsiteX36" fmla="*/ 16999 w 42901"/>
                <a:gd name="connsiteY36" fmla="*/ 6715 h 64915"/>
                <a:gd name="connsiteX37" fmla="*/ 16594 w 42901"/>
                <a:gd name="connsiteY37" fmla="*/ 8208 h 64915"/>
                <a:gd name="connsiteX38" fmla="*/ 16189 w 42901"/>
                <a:gd name="connsiteY38" fmla="*/ 8954 h 64915"/>
                <a:gd name="connsiteX39" fmla="*/ 15380 w 42901"/>
                <a:gd name="connsiteY39" fmla="*/ 11192 h 64915"/>
                <a:gd name="connsiteX40" fmla="*/ 14166 w 42901"/>
                <a:gd name="connsiteY40" fmla="*/ 12685 h 64915"/>
                <a:gd name="connsiteX41" fmla="*/ 13356 w 42901"/>
                <a:gd name="connsiteY41" fmla="*/ 14923 h 64915"/>
                <a:gd name="connsiteX42" fmla="*/ 12547 w 42901"/>
                <a:gd name="connsiteY42" fmla="*/ 15669 h 64915"/>
                <a:gd name="connsiteX43" fmla="*/ 12142 w 42901"/>
                <a:gd name="connsiteY43" fmla="*/ 17161 h 64915"/>
                <a:gd name="connsiteX44" fmla="*/ 11737 w 42901"/>
                <a:gd name="connsiteY44" fmla="*/ 17908 h 64915"/>
                <a:gd name="connsiteX45" fmla="*/ 11332 w 42901"/>
                <a:gd name="connsiteY45" fmla="*/ 18654 h 64915"/>
                <a:gd name="connsiteX46" fmla="*/ 10928 w 42901"/>
                <a:gd name="connsiteY46" fmla="*/ 19400 h 64915"/>
                <a:gd name="connsiteX47" fmla="*/ 10523 w 42901"/>
                <a:gd name="connsiteY47" fmla="*/ 20146 h 64915"/>
                <a:gd name="connsiteX48" fmla="*/ 10118 w 42901"/>
                <a:gd name="connsiteY48" fmla="*/ 22385 h 64915"/>
                <a:gd name="connsiteX49" fmla="*/ 9713 w 42901"/>
                <a:gd name="connsiteY49" fmla="*/ 23877 h 64915"/>
                <a:gd name="connsiteX50" fmla="*/ 10118 w 42901"/>
                <a:gd name="connsiteY50" fmla="*/ 26115 h 64915"/>
                <a:gd name="connsiteX51" fmla="*/ 10523 w 42901"/>
                <a:gd name="connsiteY51" fmla="*/ 28354 h 64915"/>
                <a:gd name="connsiteX52" fmla="*/ 10523 w 42901"/>
                <a:gd name="connsiteY52" fmla="*/ 29846 h 64915"/>
                <a:gd name="connsiteX53" fmla="*/ 10118 w 42901"/>
                <a:gd name="connsiteY53" fmla="*/ 31338 h 64915"/>
                <a:gd name="connsiteX54" fmla="*/ 9309 w 42901"/>
                <a:gd name="connsiteY54" fmla="*/ 33577 h 64915"/>
                <a:gd name="connsiteX55" fmla="*/ 8904 w 42901"/>
                <a:gd name="connsiteY55" fmla="*/ 34323 h 64915"/>
                <a:gd name="connsiteX56" fmla="*/ 8499 w 42901"/>
                <a:gd name="connsiteY56" fmla="*/ 34323 h 64915"/>
                <a:gd name="connsiteX57" fmla="*/ 7690 w 42901"/>
                <a:gd name="connsiteY57" fmla="*/ 35069 h 64915"/>
                <a:gd name="connsiteX58" fmla="*/ 5261 w 42901"/>
                <a:gd name="connsiteY58" fmla="*/ 35069 h 64915"/>
                <a:gd name="connsiteX59" fmla="*/ 4857 w 42901"/>
                <a:gd name="connsiteY59" fmla="*/ 34323 h 64915"/>
                <a:gd name="connsiteX60" fmla="*/ 4452 w 42901"/>
                <a:gd name="connsiteY60" fmla="*/ 34323 h 64915"/>
                <a:gd name="connsiteX61" fmla="*/ 3643 w 42901"/>
                <a:gd name="connsiteY61" fmla="*/ 33577 h 64915"/>
                <a:gd name="connsiteX62" fmla="*/ 3238 w 42901"/>
                <a:gd name="connsiteY62" fmla="*/ 33577 h 64915"/>
                <a:gd name="connsiteX63" fmla="*/ 2833 w 42901"/>
                <a:gd name="connsiteY63" fmla="*/ 32831 h 64915"/>
                <a:gd name="connsiteX64" fmla="*/ 1619 w 42901"/>
                <a:gd name="connsiteY64" fmla="*/ 32831 h 64915"/>
                <a:gd name="connsiteX65" fmla="*/ 809 w 42901"/>
                <a:gd name="connsiteY65" fmla="*/ 33577 h 64915"/>
                <a:gd name="connsiteX66" fmla="*/ 405 w 42901"/>
                <a:gd name="connsiteY66" fmla="*/ 35069 h 64915"/>
                <a:gd name="connsiteX67" fmla="*/ 0 w 42901"/>
                <a:gd name="connsiteY67" fmla="*/ 36561 h 64915"/>
                <a:gd name="connsiteX68" fmla="*/ 0 w 42901"/>
                <a:gd name="connsiteY68" fmla="*/ 38054 h 64915"/>
                <a:gd name="connsiteX69" fmla="*/ 405 w 42901"/>
                <a:gd name="connsiteY69" fmla="*/ 41038 h 64915"/>
                <a:gd name="connsiteX70" fmla="*/ 809 w 42901"/>
                <a:gd name="connsiteY70" fmla="*/ 43277 h 64915"/>
                <a:gd name="connsiteX71" fmla="*/ 809 w 42901"/>
                <a:gd name="connsiteY71" fmla="*/ 44769 h 64915"/>
                <a:gd name="connsiteX72" fmla="*/ 1214 w 42901"/>
                <a:gd name="connsiteY72" fmla="*/ 47754 h 64915"/>
                <a:gd name="connsiteX73" fmla="*/ 1214 w 42901"/>
                <a:gd name="connsiteY73" fmla="*/ 49992 h 64915"/>
                <a:gd name="connsiteX74" fmla="*/ 1619 w 42901"/>
                <a:gd name="connsiteY74" fmla="*/ 51485 h 64915"/>
                <a:gd name="connsiteX75" fmla="*/ 2024 w 42901"/>
                <a:gd name="connsiteY75" fmla="*/ 52231 h 64915"/>
                <a:gd name="connsiteX76" fmla="*/ 2024 w 42901"/>
                <a:gd name="connsiteY76" fmla="*/ 55215 h 64915"/>
                <a:gd name="connsiteX77" fmla="*/ 2833 w 42901"/>
                <a:gd name="connsiteY77" fmla="*/ 55961 h 64915"/>
                <a:gd name="connsiteX78" fmla="*/ 2833 w 42901"/>
                <a:gd name="connsiteY78" fmla="*/ 57454 h 64915"/>
                <a:gd name="connsiteX79" fmla="*/ 3643 w 42901"/>
                <a:gd name="connsiteY79" fmla="*/ 59692 h 64915"/>
                <a:gd name="connsiteX80" fmla="*/ 4047 w 42901"/>
                <a:gd name="connsiteY80" fmla="*/ 60438 h 64915"/>
                <a:gd name="connsiteX81" fmla="*/ 4452 w 42901"/>
                <a:gd name="connsiteY81" fmla="*/ 61184 h 64915"/>
                <a:gd name="connsiteX82" fmla="*/ 4857 w 42901"/>
                <a:gd name="connsiteY82" fmla="*/ 62677 h 64915"/>
                <a:gd name="connsiteX83" fmla="*/ 5261 w 42901"/>
                <a:gd name="connsiteY83" fmla="*/ 64169 h 64915"/>
                <a:gd name="connsiteX84" fmla="*/ 5261 w 42901"/>
                <a:gd name="connsiteY84" fmla="*/ 64915 h 64915"/>
                <a:gd name="connsiteX85" fmla="*/ 6880 w 42901"/>
                <a:gd name="connsiteY85" fmla="*/ 64915 h 64915"/>
                <a:gd name="connsiteX86" fmla="*/ 8095 w 42901"/>
                <a:gd name="connsiteY86" fmla="*/ 64169 h 64915"/>
                <a:gd name="connsiteX87" fmla="*/ 8499 w 42901"/>
                <a:gd name="connsiteY87" fmla="*/ 64169 h 64915"/>
                <a:gd name="connsiteX88" fmla="*/ 8499 w 42901"/>
                <a:gd name="connsiteY88" fmla="*/ 63423 h 64915"/>
                <a:gd name="connsiteX89" fmla="*/ 9309 w 42901"/>
                <a:gd name="connsiteY89" fmla="*/ 61931 h 64915"/>
                <a:gd name="connsiteX90" fmla="*/ 9713 w 42901"/>
                <a:gd name="connsiteY90" fmla="*/ 60438 h 64915"/>
                <a:gd name="connsiteX91" fmla="*/ 10118 w 42901"/>
                <a:gd name="connsiteY91" fmla="*/ 58946 h 64915"/>
                <a:gd name="connsiteX92" fmla="*/ 10523 w 42901"/>
                <a:gd name="connsiteY92" fmla="*/ 56708 h 64915"/>
                <a:gd name="connsiteX93" fmla="*/ 11332 w 42901"/>
                <a:gd name="connsiteY93" fmla="*/ 55961 h 64915"/>
                <a:gd name="connsiteX94" fmla="*/ 11332 w 42901"/>
                <a:gd name="connsiteY94" fmla="*/ 55215 h 64915"/>
                <a:gd name="connsiteX95" fmla="*/ 11737 w 42901"/>
                <a:gd name="connsiteY95" fmla="*/ 54469 h 64915"/>
                <a:gd name="connsiteX96" fmla="*/ 12142 w 42901"/>
                <a:gd name="connsiteY96" fmla="*/ 54469 h 64915"/>
                <a:gd name="connsiteX97" fmla="*/ 12547 w 42901"/>
                <a:gd name="connsiteY97" fmla="*/ 53723 h 64915"/>
                <a:gd name="connsiteX98" fmla="*/ 12951 w 42901"/>
                <a:gd name="connsiteY98" fmla="*/ 52977 h 64915"/>
                <a:gd name="connsiteX99" fmla="*/ 13356 w 42901"/>
                <a:gd name="connsiteY99" fmla="*/ 52231 h 64915"/>
                <a:gd name="connsiteX100" fmla="*/ 13356 w 42901"/>
                <a:gd name="connsiteY100" fmla="*/ 49246 h 64915"/>
                <a:gd name="connsiteX101" fmla="*/ 13761 w 42901"/>
                <a:gd name="connsiteY101" fmla="*/ 46261 h 64915"/>
                <a:gd name="connsiteX102" fmla="*/ 14166 w 42901"/>
                <a:gd name="connsiteY102" fmla="*/ 44769 h 64915"/>
                <a:gd name="connsiteX103" fmla="*/ 14166 w 42901"/>
                <a:gd name="connsiteY103" fmla="*/ 44023 h 64915"/>
                <a:gd name="connsiteX104" fmla="*/ 14570 w 42901"/>
                <a:gd name="connsiteY104" fmla="*/ 43277 h 64915"/>
                <a:gd name="connsiteX105" fmla="*/ 15380 w 42901"/>
                <a:gd name="connsiteY105" fmla="*/ 44023 h 64915"/>
                <a:gd name="connsiteX106" fmla="*/ 15784 w 42901"/>
                <a:gd name="connsiteY106" fmla="*/ 44023 h 64915"/>
                <a:gd name="connsiteX107" fmla="*/ 16189 w 42901"/>
                <a:gd name="connsiteY107" fmla="*/ 44769 h 64915"/>
                <a:gd name="connsiteX108" fmla="*/ 16594 w 42901"/>
                <a:gd name="connsiteY108" fmla="*/ 46261 h 64915"/>
                <a:gd name="connsiteX109" fmla="*/ 16999 w 42901"/>
                <a:gd name="connsiteY109" fmla="*/ 47754 h 64915"/>
                <a:gd name="connsiteX110" fmla="*/ 17403 w 42901"/>
                <a:gd name="connsiteY110" fmla="*/ 48500 h 64915"/>
                <a:gd name="connsiteX111" fmla="*/ 17808 w 42901"/>
                <a:gd name="connsiteY111" fmla="*/ 49246 h 64915"/>
                <a:gd name="connsiteX112" fmla="*/ 17403 w 42901"/>
                <a:gd name="connsiteY112" fmla="*/ 52231 h 64915"/>
                <a:gd name="connsiteX113" fmla="*/ 17403 w 42901"/>
                <a:gd name="connsiteY113" fmla="*/ 54469 h 64915"/>
                <a:gd name="connsiteX114" fmla="*/ 17808 w 42901"/>
                <a:gd name="connsiteY114" fmla="*/ 55215 h 64915"/>
                <a:gd name="connsiteX115" fmla="*/ 17808 w 42901"/>
                <a:gd name="connsiteY115" fmla="*/ 55961 h 64915"/>
                <a:gd name="connsiteX116" fmla="*/ 18618 w 42901"/>
                <a:gd name="connsiteY116" fmla="*/ 56708 h 64915"/>
                <a:gd name="connsiteX117" fmla="*/ 19022 w 42901"/>
                <a:gd name="connsiteY117" fmla="*/ 58200 h 64915"/>
                <a:gd name="connsiteX118" fmla="*/ 19832 w 42901"/>
                <a:gd name="connsiteY118" fmla="*/ 58946 h 64915"/>
                <a:gd name="connsiteX119" fmla="*/ 20237 w 42901"/>
                <a:gd name="connsiteY119" fmla="*/ 58946 h 64915"/>
                <a:gd name="connsiteX120" fmla="*/ 20641 w 42901"/>
                <a:gd name="connsiteY120" fmla="*/ 59692 h 64915"/>
                <a:gd name="connsiteX121" fmla="*/ 26712 w 42901"/>
                <a:gd name="connsiteY121" fmla="*/ 59692 h 64915"/>
                <a:gd name="connsiteX122" fmla="*/ 27522 w 42901"/>
                <a:gd name="connsiteY122" fmla="*/ 58946 h 64915"/>
                <a:gd name="connsiteX123" fmla="*/ 27926 w 42901"/>
                <a:gd name="connsiteY123" fmla="*/ 58200 h 64915"/>
                <a:gd name="connsiteX124" fmla="*/ 29545 w 42901"/>
                <a:gd name="connsiteY124" fmla="*/ 58200 h 64915"/>
                <a:gd name="connsiteX125" fmla="*/ 29950 w 42901"/>
                <a:gd name="connsiteY125" fmla="*/ 57454 h 64915"/>
                <a:gd name="connsiteX126" fmla="*/ 30355 w 42901"/>
                <a:gd name="connsiteY126" fmla="*/ 57454 h 64915"/>
                <a:gd name="connsiteX127" fmla="*/ 30355 w 42901"/>
                <a:gd name="connsiteY127" fmla="*/ 54469 h 64915"/>
                <a:gd name="connsiteX128" fmla="*/ 30760 w 42901"/>
                <a:gd name="connsiteY128" fmla="*/ 51485 h 64915"/>
                <a:gd name="connsiteX129" fmla="*/ 30355 w 42901"/>
                <a:gd name="connsiteY129" fmla="*/ 49992 h 64915"/>
                <a:gd name="connsiteX130" fmla="*/ 29950 w 42901"/>
                <a:gd name="connsiteY130" fmla="*/ 49246 h 64915"/>
                <a:gd name="connsiteX131" fmla="*/ 29545 w 42901"/>
                <a:gd name="connsiteY131" fmla="*/ 48500 h 64915"/>
                <a:gd name="connsiteX132" fmla="*/ 29141 w 42901"/>
                <a:gd name="connsiteY132" fmla="*/ 47754 h 64915"/>
                <a:gd name="connsiteX133" fmla="*/ 28736 w 42901"/>
                <a:gd name="connsiteY133" fmla="*/ 46261 h 64915"/>
                <a:gd name="connsiteX134" fmla="*/ 28331 w 42901"/>
                <a:gd name="connsiteY134" fmla="*/ 44023 h 64915"/>
                <a:gd name="connsiteX135" fmla="*/ 27926 w 42901"/>
                <a:gd name="connsiteY135" fmla="*/ 43277 h 64915"/>
                <a:gd name="connsiteX136" fmla="*/ 27522 w 42901"/>
                <a:gd name="connsiteY136" fmla="*/ 41784 h 64915"/>
                <a:gd name="connsiteX137" fmla="*/ 27522 w 42901"/>
                <a:gd name="connsiteY137" fmla="*/ 41038 h 64915"/>
                <a:gd name="connsiteX138" fmla="*/ 27117 w 42901"/>
                <a:gd name="connsiteY138" fmla="*/ 40292 h 64915"/>
                <a:gd name="connsiteX139" fmla="*/ 27117 w 42901"/>
                <a:gd name="connsiteY139" fmla="*/ 38054 h 64915"/>
                <a:gd name="connsiteX140" fmla="*/ 27522 w 42901"/>
                <a:gd name="connsiteY140" fmla="*/ 37308 h 64915"/>
                <a:gd name="connsiteX141" fmla="*/ 27522 w 42901"/>
                <a:gd name="connsiteY141" fmla="*/ 35815 h 64915"/>
                <a:gd name="connsiteX142" fmla="*/ 27926 w 42901"/>
                <a:gd name="connsiteY142" fmla="*/ 33577 h 64915"/>
                <a:gd name="connsiteX143" fmla="*/ 28331 w 42901"/>
                <a:gd name="connsiteY143" fmla="*/ 32831 h 64915"/>
                <a:gd name="connsiteX144" fmla="*/ 29545 w 42901"/>
                <a:gd name="connsiteY144" fmla="*/ 32831 h 64915"/>
                <a:gd name="connsiteX145" fmla="*/ 30760 w 42901"/>
                <a:gd name="connsiteY145" fmla="*/ 33577 h 64915"/>
                <a:gd name="connsiteX146" fmla="*/ 31569 w 42901"/>
                <a:gd name="connsiteY146" fmla="*/ 34323 h 64915"/>
                <a:gd name="connsiteX147" fmla="*/ 32378 w 42901"/>
                <a:gd name="connsiteY147" fmla="*/ 35815 h 64915"/>
                <a:gd name="connsiteX148" fmla="*/ 33188 w 42901"/>
                <a:gd name="connsiteY148" fmla="*/ 36561 h 64915"/>
                <a:gd name="connsiteX149" fmla="*/ 33593 w 42901"/>
                <a:gd name="connsiteY149" fmla="*/ 38054 h 64915"/>
                <a:gd name="connsiteX150" fmla="*/ 33997 w 42901"/>
                <a:gd name="connsiteY150" fmla="*/ 38800 h 64915"/>
                <a:gd name="connsiteX151" fmla="*/ 34402 w 42901"/>
                <a:gd name="connsiteY151" fmla="*/ 39546 h 64915"/>
                <a:gd name="connsiteX152" fmla="*/ 34807 w 42901"/>
                <a:gd name="connsiteY152" fmla="*/ 39546 h 64915"/>
                <a:gd name="connsiteX153" fmla="*/ 35616 w 42901"/>
                <a:gd name="connsiteY153" fmla="*/ 40292 h 64915"/>
                <a:gd name="connsiteX154" fmla="*/ 37235 w 42901"/>
                <a:gd name="connsiteY154" fmla="*/ 40292 h 64915"/>
                <a:gd name="connsiteX155" fmla="*/ 38449 w 42901"/>
                <a:gd name="connsiteY155" fmla="*/ 39546 h 64915"/>
                <a:gd name="connsiteX156" fmla="*/ 39664 w 42901"/>
                <a:gd name="connsiteY156" fmla="*/ 38800 h 64915"/>
                <a:gd name="connsiteX157" fmla="*/ 40068 w 42901"/>
                <a:gd name="connsiteY157" fmla="*/ 38800 h 64915"/>
                <a:gd name="connsiteX158" fmla="*/ 40878 w 42901"/>
                <a:gd name="connsiteY158" fmla="*/ 38054 h 64915"/>
                <a:gd name="connsiteX159" fmla="*/ 41283 w 42901"/>
                <a:gd name="connsiteY159" fmla="*/ 37308 h 64915"/>
                <a:gd name="connsiteX160" fmla="*/ 41687 w 42901"/>
                <a:gd name="connsiteY160" fmla="*/ 36561 h 64915"/>
                <a:gd name="connsiteX161" fmla="*/ 42092 w 42901"/>
                <a:gd name="connsiteY161" fmla="*/ 36561 h 64915"/>
                <a:gd name="connsiteX162" fmla="*/ 42497 w 42901"/>
                <a:gd name="connsiteY162" fmla="*/ 35815 h 64915"/>
                <a:gd name="connsiteX163" fmla="*/ 42902 w 42901"/>
                <a:gd name="connsiteY163" fmla="*/ 35069 h 64915"/>
                <a:gd name="connsiteX164" fmla="*/ 42902 w 42901"/>
                <a:gd name="connsiteY164" fmla="*/ 34323 h 64915"/>
                <a:gd name="connsiteX165" fmla="*/ 42497 w 42901"/>
                <a:gd name="connsiteY165" fmla="*/ 33577 h 64915"/>
                <a:gd name="connsiteX166" fmla="*/ 42092 w 42901"/>
                <a:gd name="connsiteY166" fmla="*/ 32831 h 64915"/>
                <a:gd name="connsiteX167" fmla="*/ 41687 w 42901"/>
                <a:gd name="connsiteY167" fmla="*/ 31338 h 64915"/>
                <a:gd name="connsiteX168" fmla="*/ 41687 w 42901"/>
                <a:gd name="connsiteY168" fmla="*/ 28354 h 64915"/>
                <a:gd name="connsiteX169" fmla="*/ 41283 w 42901"/>
                <a:gd name="connsiteY169" fmla="*/ 26115 h 64915"/>
                <a:gd name="connsiteX170" fmla="*/ 40878 w 42901"/>
                <a:gd name="connsiteY170" fmla="*/ 25369 h 64915"/>
                <a:gd name="connsiteX171" fmla="*/ 40878 w 42901"/>
                <a:gd name="connsiteY171" fmla="*/ 20892 h 64915"/>
                <a:gd name="connsiteX172" fmla="*/ 40473 w 42901"/>
                <a:gd name="connsiteY172" fmla="*/ 19400 h 64915"/>
                <a:gd name="connsiteX173" fmla="*/ 40473 w 42901"/>
                <a:gd name="connsiteY173" fmla="*/ 18654 h 64915"/>
                <a:gd name="connsiteX174" fmla="*/ 40068 w 42901"/>
                <a:gd name="connsiteY174" fmla="*/ 16415 h 64915"/>
                <a:gd name="connsiteX175" fmla="*/ 39664 w 42901"/>
                <a:gd name="connsiteY175" fmla="*/ 14923 h 64915"/>
                <a:gd name="connsiteX176" fmla="*/ 39259 w 42901"/>
                <a:gd name="connsiteY176" fmla="*/ 13431 h 64915"/>
                <a:gd name="connsiteX177" fmla="*/ 38854 w 42901"/>
                <a:gd name="connsiteY177" fmla="*/ 11192 h 64915"/>
                <a:gd name="connsiteX178" fmla="*/ 38449 w 42901"/>
                <a:gd name="connsiteY178" fmla="*/ 8954 h 64915"/>
                <a:gd name="connsiteX179" fmla="*/ 37640 w 42901"/>
                <a:gd name="connsiteY179" fmla="*/ 8208 h 64915"/>
                <a:gd name="connsiteX180" fmla="*/ 37235 w 42901"/>
                <a:gd name="connsiteY180" fmla="*/ 5223 h 64915"/>
                <a:gd name="connsiteX181" fmla="*/ 36831 w 42901"/>
                <a:gd name="connsiteY181" fmla="*/ 4477 h 64915"/>
                <a:gd name="connsiteX182" fmla="*/ 36831 w 42901"/>
                <a:gd name="connsiteY182" fmla="*/ 2985 h 64915"/>
                <a:gd name="connsiteX183" fmla="*/ 36426 w 42901"/>
                <a:gd name="connsiteY183" fmla="*/ 1492 h 64915"/>
                <a:gd name="connsiteX184" fmla="*/ 36021 w 42901"/>
                <a:gd name="connsiteY184" fmla="*/ 746 h 64915"/>
                <a:gd name="connsiteX185" fmla="*/ 36021 w 42901"/>
                <a:gd name="connsiteY185" fmla="*/ 0 h 64915"/>
                <a:gd name="connsiteX186" fmla="*/ 33593 w 42901"/>
                <a:gd name="connsiteY186" fmla="*/ 0 h 64915"/>
                <a:gd name="connsiteX187" fmla="*/ 31974 w 42901"/>
                <a:gd name="connsiteY187" fmla="*/ 746 h 64915"/>
                <a:gd name="connsiteX188" fmla="*/ 30760 w 42901"/>
                <a:gd name="connsiteY188" fmla="*/ 746 h 64915"/>
                <a:gd name="connsiteX189" fmla="*/ 30355 w 42901"/>
                <a:gd name="connsiteY189" fmla="*/ 1492 h 64915"/>
                <a:gd name="connsiteX190" fmla="*/ 29950 w 42901"/>
                <a:gd name="connsiteY190" fmla="*/ 2985 h 64915"/>
                <a:gd name="connsiteX191" fmla="*/ 29545 w 42901"/>
                <a:gd name="connsiteY191" fmla="*/ 2985 h 64915"/>
                <a:gd name="connsiteX192" fmla="*/ 29141 w 42901"/>
                <a:gd name="connsiteY192" fmla="*/ 3731 h 64915"/>
                <a:gd name="connsiteX193" fmla="*/ 27926 w 42901"/>
                <a:gd name="connsiteY193" fmla="*/ 5223 h 64915"/>
                <a:gd name="connsiteX194" fmla="*/ 12547 w 42901"/>
                <a:gd name="connsiteY194" fmla="*/ 42531 h 64915"/>
                <a:gd name="connsiteX195" fmla="*/ 12142 w 42901"/>
                <a:gd name="connsiteY195" fmla="*/ 43277 h 64915"/>
                <a:gd name="connsiteX196" fmla="*/ 11737 w 42901"/>
                <a:gd name="connsiteY196" fmla="*/ 44023 h 64915"/>
                <a:gd name="connsiteX197" fmla="*/ 11332 w 42901"/>
                <a:gd name="connsiteY197" fmla="*/ 44769 h 64915"/>
                <a:gd name="connsiteX198" fmla="*/ 10928 w 42901"/>
                <a:gd name="connsiteY198" fmla="*/ 45515 h 64915"/>
                <a:gd name="connsiteX199" fmla="*/ 10118 w 42901"/>
                <a:gd name="connsiteY199" fmla="*/ 47008 h 64915"/>
                <a:gd name="connsiteX200" fmla="*/ 9309 w 42901"/>
                <a:gd name="connsiteY200" fmla="*/ 47754 h 64915"/>
                <a:gd name="connsiteX201" fmla="*/ 8904 w 42901"/>
                <a:gd name="connsiteY201" fmla="*/ 48500 h 64915"/>
                <a:gd name="connsiteX202" fmla="*/ 8499 w 42901"/>
                <a:gd name="connsiteY202" fmla="*/ 48500 h 64915"/>
                <a:gd name="connsiteX203" fmla="*/ 7285 w 42901"/>
                <a:gd name="connsiteY203" fmla="*/ 49246 h 64915"/>
                <a:gd name="connsiteX204" fmla="*/ 5261 w 42901"/>
                <a:gd name="connsiteY204" fmla="*/ 49246 h 64915"/>
                <a:gd name="connsiteX205" fmla="*/ 4857 w 42901"/>
                <a:gd name="connsiteY205" fmla="*/ 48500 h 64915"/>
                <a:gd name="connsiteX206" fmla="*/ 4452 w 42901"/>
                <a:gd name="connsiteY206" fmla="*/ 48500 h 64915"/>
                <a:gd name="connsiteX207" fmla="*/ 4047 w 42901"/>
                <a:gd name="connsiteY207" fmla="*/ 47754 h 64915"/>
                <a:gd name="connsiteX208" fmla="*/ 3643 w 42901"/>
                <a:gd name="connsiteY208" fmla="*/ 47008 h 64915"/>
                <a:gd name="connsiteX209" fmla="*/ 3238 w 42901"/>
                <a:gd name="connsiteY209" fmla="*/ 46261 h 64915"/>
                <a:gd name="connsiteX210" fmla="*/ 3238 w 42901"/>
                <a:gd name="connsiteY210" fmla="*/ 42531 h 64915"/>
                <a:gd name="connsiteX211" fmla="*/ 4047 w 42901"/>
                <a:gd name="connsiteY211" fmla="*/ 41784 h 64915"/>
                <a:gd name="connsiteX212" fmla="*/ 5666 w 42901"/>
                <a:gd name="connsiteY212" fmla="*/ 41784 h 64915"/>
                <a:gd name="connsiteX213" fmla="*/ 6880 w 42901"/>
                <a:gd name="connsiteY213" fmla="*/ 41038 h 64915"/>
                <a:gd name="connsiteX214" fmla="*/ 7285 w 42901"/>
                <a:gd name="connsiteY214" fmla="*/ 41038 h 64915"/>
                <a:gd name="connsiteX215" fmla="*/ 8095 w 42901"/>
                <a:gd name="connsiteY215" fmla="*/ 40292 h 64915"/>
                <a:gd name="connsiteX216" fmla="*/ 8499 w 42901"/>
                <a:gd name="connsiteY216" fmla="*/ 41038 h 64915"/>
                <a:gd name="connsiteX217" fmla="*/ 10118 w 42901"/>
                <a:gd name="connsiteY217" fmla="*/ 41038 h 64915"/>
                <a:gd name="connsiteX218" fmla="*/ 10118 w 42901"/>
                <a:gd name="connsiteY218" fmla="*/ 41784 h 64915"/>
                <a:gd name="connsiteX219" fmla="*/ 10928 w 42901"/>
                <a:gd name="connsiteY219" fmla="*/ 41784 h 64915"/>
                <a:gd name="connsiteX220" fmla="*/ 11332 w 42901"/>
                <a:gd name="connsiteY220" fmla="*/ 42531 h 64915"/>
                <a:gd name="connsiteX221" fmla="*/ 16594 w 42901"/>
                <a:gd name="connsiteY221" fmla="*/ 31338 h 64915"/>
                <a:gd name="connsiteX222" fmla="*/ 14975 w 42901"/>
                <a:gd name="connsiteY222" fmla="*/ 30592 h 64915"/>
                <a:gd name="connsiteX223" fmla="*/ 14570 w 42901"/>
                <a:gd name="connsiteY223" fmla="*/ 29846 h 64915"/>
                <a:gd name="connsiteX224" fmla="*/ 14166 w 42901"/>
                <a:gd name="connsiteY224" fmla="*/ 29100 h 64915"/>
                <a:gd name="connsiteX225" fmla="*/ 13761 w 42901"/>
                <a:gd name="connsiteY225" fmla="*/ 27608 h 64915"/>
                <a:gd name="connsiteX226" fmla="*/ 13761 w 42901"/>
                <a:gd name="connsiteY226" fmla="*/ 26861 h 64915"/>
                <a:gd name="connsiteX227" fmla="*/ 14166 w 42901"/>
                <a:gd name="connsiteY227" fmla="*/ 25369 h 64915"/>
                <a:gd name="connsiteX228" fmla="*/ 14570 w 42901"/>
                <a:gd name="connsiteY228" fmla="*/ 24623 h 64915"/>
                <a:gd name="connsiteX229" fmla="*/ 15380 w 42901"/>
                <a:gd name="connsiteY229" fmla="*/ 23877 h 64915"/>
                <a:gd name="connsiteX230" fmla="*/ 15380 w 42901"/>
                <a:gd name="connsiteY230" fmla="*/ 22385 h 64915"/>
                <a:gd name="connsiteX231" fmla="*/ 18618 w 42901"/>
                <a:gd name="connsiteY231" fmla="*/ 22385 h 64915"/>
                <a:gd name="connsiteX232" fmla="*/ 19022 w 42901"/>
                <a:gd name="connsiteY232" fmla="*/ 23131 h 64915"/>
                <a:gd name="connsiteX233" fmla="*/ 19427 w 42901"/>
                <a:gd name="connsiteY233" fmla="*/ 24623 h 64915"/>
                <a:gd name="connsiteX234" fmla="*/ 19832 w 42901"/>
                <a:gd name="connsiteY234" fmla="*/ 26861 h 64915"/>
                <a:gd name="connsiteX235" fmla="*/ 19832 w 42901"/>
                <a:gd name="connsiteY235" fmla="*/ 27608 h 64915"/>
                <a:gd name="connsiteX236" fmla="*/ 19022 w 42901"/>
                <a:gd name="connsiteY236" fmla="*/ 29846 h 64915"/>
                <a:gd name="connsiteX237" fmla="*/ 18213 w 42901"/>
                <a:gd name="connsiteY237" fmla="*/ 30592 h 64915"/>
                <a:gd name="connsiteX238" fmla="*/ 17403 w 42901"/>
                <a:gd name="connsiteY238" fmla="*/ 30592 h 64915"/>
                <a:gd name="connsiteX239" fmla="*/ 26712 w 42901"/>
                <a:gd name="connsiteY239" fmla="*/ 49246 h 64915"/>
                <a:gd name="connsiteX240" fmla="*/ 26712 w 42901"/>
                <a:gd name="connsiteY240" fmla="*/ 50738 h 64915"/>
                <a:gd name="connsiteX241" fmla="*/ 26307 w 42901"/>
                <a:gd name="connsiteY241" fmla="*/ 52231 h 64915"/>
                <a:gd name="connsiteX242" fmla="*/ 25903 w 42901"/>
                <a:gd name="connsiteY242" fmla="*/ 52231 h 64915"/>
                <a:gd name="connsiteX243" fmla="*/ 25498 w 42901"/>
                <a:gd name="connsiteY243" fmla="*/ 52977 h 64915"/>
                <a:gd name="connsiteX244" fmla="*/ 25498 w 42901"/>
                <a:gd name="connsiteY244" fmla="*/ 53723 h 64915"/>
                <a:gd name="connsiteX245" fmla="*/ 22260 w 42901"/>
                <a:gd name="connsiteY245" fmla="*/ 53723 h 64915"/>
                <a:gd name="connsiteX246" fmla="*/ 21855 w 42901"/>
                <a:gd name="connsiteY246" fmla="*/ 52977 h 64915"/>
                <a:gd name="connsiteX247" fmla="*/ 21855 w 42901"/>
                <a:gd name="connsiteY247" fmla="*/ 52231 h 64915"/>
                <a:gd name="connsiteX248" fmla="*/ 21451 w 42901"/>
                <a:gd name="connsiteY248" fmla="*/ 51485 h 64915"/>
                <a:gd name="connsiteX249" fmla="*/ 21046 w 42901"/>
                <a:gd name="connsiteY249" fmla="*/ 50738 h 64915"/>
                <a:gd name="connsiteX250" fmla="*/ 21046 w 42901"/>
                <a:gd name="connsiteY250" fmla="*/ 49246 h 64915"/>
                <a:gd name="connsiteX251" fmla="*/ 20641 w 42901"/>
                <a:gd name="connsiteY251" fmla="*/ 48500 h 64915"/>
                <a:gd name="connsiteX252" fmla="*/ 20641 w 42901"/>
                <a:gd name="connsiteY252" fmla="*/ 47754 h 64915"/>
                <a:gd name="connsiteX253" fmla="*/ 20237 w 42901"/>
                <a:gd name="connsiteY253" fmla="*/ 47008 h 64915"/>
                <a:gd name="connsiteX254" fmla="*/ 19832 w 42901"/>
                <a:gd name="connsiteY254" fmla="*/ 46261 h 64915"/>
                <a:gd name="connsiteX255" fmla="*/ 19427 w 42901"/>
                <a:gd name="connsiteY255" fmla="*/ 46261 h 64915"/>
                <a:gd name="connsiteX256" fmla="*/ 19427 w 42901"/>
                <a:gd name="connsiteY256" fmla="*/ 45515 h 64915"/>
                <a:gd name="connsiteX257" fmla="*/ 19022 w 42901"/>
                <a:gd name="connsiteY257" fmla="*/ 44769 h 64915"/>
                <a:gd name="connsiteX258" fmla="*/ 18618 w 42901"/>
                <a:gd name="connsiteY258" fmla="*/ 44023 h 64915"/>
                <a:gd name="connsiteX259" fmla="*/ 18618 w 42901"/>
                <a:gd name="connsiteY259" fmla="*/ 43277 h 64915"/>
                <a:gd name="connsiteX260" fmla="*/ 18213 w 42901"/>
                <a:gd name="connsiteY260" fmla="*/ 42531 h 64915"/>
                <a:gd name="connsiteX261" fmla="*/ 17808 w 42901"/>
                <a:gd name="connsiteY261" fmla="*/ 41784 h 64915"/>
                <a:gd name="connsiteX262" fmla="*/ 17808 w 42901"/>
                <a:gd name="connsiteY262" fmla="*/ 41038 h 64915"/>
                <a:gd name="connsiteX263" fmla="*/ 17403 w 42901"/>
                <a:gd name="connsiteY263" fmla="*/ 40292 h 64915"/>
                <a:gd name="connsiteX264" fmla="*/ 17403 w 42901"/>
                <a:gd name="connsiteY264" fmla="*/ 39546 h 64915"/>
                <a:gd name="connsiteX265" fmla="*/ 17808 w 42901"/>
                <a:gd name="connsiteY265" fmla="*/ 38800 h 64915"/>
                <a:gd name="connsiteX266" fmla="*/ 18213 w 42901"/>
                <a:gd name="connsiteY266" fmla="*/ 38054 h 64915"/>
                <a:gd name="connsiteX267" fmla="*/ 18213 w 42901"/>
                <a:gd name="connsiteY267" fmla="*/ 37308 h 64915"/>
                <a:gd name="connsiteX268" fmla="*/ 18618 w 42901"/>
                <a:gd name="connsiteY268" fmla="*/ 37308 h 64915"/>
                <a:gd name="connsiteX269" fmla="*/ 19022 w 42901"/>
                <a:gd name="connsiteY269" fmla="*/ 36561 h 64915"/>
                <a:gd name="connsiteX270" fmla="*/ 19427 w 42901"/>
                <a:gd name="connsiteY270" fmla="*/ 35815 h 64915"/>
                <a:gd name="connsiteX271" fmla="*/ 20237 w 42901"/>
                <a:gd name="connsiteY271" fmla="*/ 35815 h 64915"/>
                <a:gd name="connsiteX272" fmla="*/ 20641 w 42901"/>
                <a:gd name="connsiteY272" fmla="*/ 35069 h 64915"/>
                <a:gd name="connsiteX273" fmla="*/ 21046 w 42901"/>
                <a:gd name="connsiteY273" fmla="*/ 35069 h 64915"/>
                <a:gd name="connsiteX274" fmla="*/ 21451 w 42901"/>
                <a:gd name="connsiteY274" fmla="*/ 35815 h 64915"/>
                <a:gd name="connsiteX275" fmla="*/ 22260 w 42901"/>
                <a:gd name="connsiteY275" fmla="*/ 35815 h 64915"/>
                <a:gd name="connsiteX276" fmla="*/ 22665 w 42901"/>
                <a:gd name="connsiteY276" fmla="*/ 36561 h 64915"/>
                <a:gd name="connsiteX277" fmla="*/ 23070 w 42901"/>
                <a:gd name="connsiteY277" fmla="*/ 37308 h 64915"/>
                <a:gd name="connsiteX278" fmla="*/ 23474 w 42901"/>
                <a:gd name="connsiteY278" fmla="*/ 38054 h 64915"/>
                <a:gd name="connsiteX279" fmla="*/ 23879 w 42901"/>
                <a:gd name="connsiteY279" fmla="*/ 38054 h 64915"/>
                <a:gd name="connsiteX280" fmla="*/ 23879 w 42901"/>
                <a:gd name="connsiteY280" fmla="*/ 38800 h 64915"/>
                <a:gd name="connsiteX281" fmla="*/ 24284 w 42901"/>
                <a:gd name="connsiteY281" fmla="*/ 39546 h 64915"/>
                <a:gd name="connsiteX282" fmla="*/ 24284 w 42901"/>
                <a:gd name="connsiteY282" fmla="*/ 41038 h 64915"/>
                <a:gd name="connsiteX283" fmla="*/ 24689 w 42901"/>
                <a:gd name="connsiteY283" fmla="*/ 41038 h 64915"/>
                <a:gd name="connsiteX284" fmla="*/ 24689 w 42901"/>
                <a:gd name="connsiteY284" fmla="*/ 41784 h 64915"/>
                <a:gd name="connsiteX285" fmla="*/ 25093 w 42901"/>
                <a:gd name="connsiteY285" fmla="*/ 42531 h 64915"/>
                <a:gd name="connsiteX286" fmla="*/ 25093 w 42901"/>
                <a:gd name="connsiteY286" fmla="*/ 43277 h 64915"/>
                <a:gd name="connsiteX287" fmla="*/ 25498 w 42901"/>
                <a:gd name="connsiteY287" fmla="*/ 44023 h 64915"/>
                <a:gd name="connsiteX288" fmla="*/ 25498 w 42901"/>
                <a:gd name="connsiteY288" fmla="*/ 44769 h 64915"/>
                <a:gd name="connsiteX289" fmla="*/ 25903 w 42901"/>
                <a:gd name="connsiteY289" fmla="*/ 45515 h 64915"/>
                <a:gd name="connsiteX290" fmla="*/ 26307 w 42901"/>
                <a:gd name="connsiteY290" fmla="*/ 45515 h 64915"/>
                <a:gd name="connsiteX291" fmla="*/ 26307 w 42901"/>
                <a:gd name="connsiteY291" fmla="*/ 46261 h 64915"/>
                <a:gd name="connsiteX292" fmla="*/ 26712 w 42901"/>
                <a:gd name="connsiteY292" fmla="*/ 47008 h 64915"/>
                <a:gd name="connsiteX293" fmla="*/ 27117 w 42901"/>
                <a:gd name="connsiteY293" fmla="*/ 47754 h 64915"/>
                <a:gd name="connsiteX294" fmla="*/ 29950 w 42901"/>
                <a:gd name="connsiteY294" fmla="*/ 17908 h 64915"/>
                <a:gd name="connsiteX295" fmla="*/ 30355 w 42901"/>
                <a:gd name="connsiteY295" fmla="*/ 16415 h 64915"/>
                <a:gd name="connsiteX296" fmla="*/ 30760 w 42901"/>
                <a:gd name="connsiteY296" fmla="*/ 15669 h 64915"/>
                <a:gd name="connsiteX297" fmla="*/ 30760 w 42901"/>
                <a:gd name="connsiteY297" fmla="*/ 14923 h 64915"/>
                <a:gd name="connsiteX298" fmla="*/ 31164 w 42901"/>
                <a:gd name="connsiteY298" fmla="*/ 14177 h 64915"/>
                <a:gd name="connsiteX299" fmla="*/ 31569 w 42901"/>
                <a:gd name="connsiteY299" fmla="*/ 13431 h 64915"/>
                <a:gd name="connsiteX300" fmla="*/ 32378 w 42901"/>
                <a:gd name="connsiteY300" fmla="*/ 12685 h 64915"/>
                <a:gd name="connsiteX301" fmla="*/ 33593 w 42901"/>
                <a:gd name="connsiteY301" fmla="*/ 12685 h 64915"/>
                <a:gd name="connsiteX302" fmla="*/ 33593 w 42901"/>
                <a:gd name="connsiteY302" fmla="*/ 13431 h 64915"/>
                <a:gd name="connsiteX303" fmla="*/ 34807 w 42901"/>
                <a:gd name="connsiteY303" fmla="*/ 14177 h 64915"/>
                <a:gd name="connsiteX304" fmla="*/ 35212 w 42901"/>
                <a:gd name="connsiteY304" fmla="*/ 14923 h 64915"/>
                <a:gd name="connsiteX305" fmla="*/ 36021 w 42901"/>
                <a:gd name="connsiteY305" fmla="*/ 14923 h 64915"/>
                <a:gd name="connsiteX306" fmla="*/ 36831 w 42901"/>
                <a:gd name="connsiteY306" fmla="*/ 15669 h 64915"/>
                <a:gd name="connsiteX307" fmla="*/ 37235 w 42901"/>
                <a:gd name="connsiteY307" fmla="*/ 17161 h 64915"/>
                <a:gd name="connsiteX308" fmla="*/ 37640 w 42901"/>
                <a:gd name="connsiteY308" fmla="*/ 17908 h 64915"/>
                <a:gd name="connsiteX309" fmla="*/ 37640 w 42901"/>
                <a:gd name="connsiteY309" fmla="*/ 23131 h 64915"/>
                <a:gd name="connsiteX310" fmla="*/ 38045 w 42901"/>
                <a:gd name="connsiteY310" fmla="*/ 24623 h 64915"/>
                <a:gd name="connsiteX311" fmla="*/ 38045 w 42901"/>
                <a:gd name="connsiteY311" fmla="*/ 25369 h 64915"/>
                <a:gd name="connsiteX312" fmla="*/ 38449 w 42901"/>
                <a:gd name="connsiteY312" fmla="*/ 28354 h 64915"/>
                <a:gd name="connsiteX313" fmla="*/ 37640 w 42901"/>
                <a:gd name="connsiteY313" fmla="*/ 29846 h 64915"/>
                <a:gd name="connsiteX314" fmla="*/ 37235 w 42901"/>
                <a:gd name="connsiteY314" fmla="*/ 30592 h 64915"/>
                <a:gd name="connsiteX315" fmla="*/ 36021 w 42901"/>
                <a:gd name="connsiteY315" fmla="*/ 30592 h 64915"/>
                <a:gd name="connsiteX316" fmla="*/ 35616 w 42901"/>
                <a:gd name="connsiteY316" fmla="*/ 29846 h 64915"/>
                <a:gd name="connsiteX317" fmla="*/ 34807 w 42901"/>
                <a:gd name="connsiteY317" fmla="*/ 29846 h 64915"/>
                <a:gd name="connsiteX318" fmla="*/ 34402 w 42901"/>
                <a:gd name="connsiteY318" fmla="*/ 29100 h 64915"/>
                <a:gd name="connsiteX319" fmla="*/ 34402 w 42901"/>
                <a:gd name="connsiteY319" fmla="*/ 28354 h 64915"/>
                <a:gd name="connsiteX320" fmla="*/ 33188 w 42901"/>
                <a:gd name="connsiteY320" fmla="*/ 28354 h 64915"/>
                <a:gd name="connsiteX321" fmla="*/ 33188 w 42901"/>
                <a:gd name="connsiteY321" fmla="*/ 26861 h 64915"/>
                <a:gd name="connsiteX322" fmla="*/ 32783 w 42901"/>
                <a:gd name="connsiteY322" fmla="*/ 26115 h 64915"/>
                <a:gd name="connsiteX323" fmla="*/ 32378 w 42901"/>
                <a:gd name="connsiteY323" fmla="*/ 24623 h 64915"/>
                <a:gd name="connsiteX324" fmla="*/ 31974 w 42901"/>
                <a:gd name="connsiteY324" fmla="*/ 23877 h 64915"/>
                <a:gd name="connsiteX325" fmla="*/ 31569 w 42901"/>
                <a:gd name="connsiteY325" fmla="*/ 22385 h 64915"/>
                <a:gd name="connsiteX326" fmla="*/ 31164 w 42901"/>
                <a:gd name="connsiteY326" fmla="*/ 22385 h 64915"/>
                <a:gd name="connsiteX327" fmla="*/ 30760 w 42901"/>
                <a:gd name="connsiteY327" fmla="*/ 21638 h 64915"/>
                <a:gd name="connsiteX328" fmla="*/ 29950 w 42901"/>
                <a:gd name="connsiteY328" fmla="*/ 20146 h 6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</a:cxnLst>
              <a:rect l="l" t="t" r="r" b="b"/>
              <a:pathLst>
                <a:path w="42901" h="64915">
                  <a:moveTo>
                    <a:pt x="27117" y="8208"/>
                  </a:moveTo>
                  <a:lnTo>
                    <a:pt x="26712" y="8954"/>
                  </a:lnTo>
                  <a:lnTo>
                    <a:pt x="26307" y="9700"/>
                  </a:lnTo>
                  <a:lnTo>
                    <a:pt x="25903" y="10446"/>
                  </a:lnTo>
                  <a:lnTo>
                    <a:pt x="25498" y="11192"/>
                  </a:lnTo>
                  <a:lnTo>
                    <a:pt x="25093" y="11938"/>
                  </a:lnTo>
                  <a:lnTo>
                    <a:pt x="25093" y="13431"/>
                  </a:lnTo>
                  <a:lnTo>
                    <a:pt x="25498" y="14177"/>
                  </a:lnTo>
                  <a:lnTo>
                    <a:pt x="25903" y="14923"/>
                  </a:lnTo>
                  <a:lnTo>
                    <a:pt x="26307" y="15669"/>
                  </a:lnTo>
                  <a:lnTo>
                    <a:pt x="26712" y="16415"/>
                  </a:lnTo>
                  <a:lnTo>
                    <a:pt x="27117" y="17908"/>
                  </a:lnTo>
                  <a:lnTo>
                    <a:pt x="27522" y="19400"/>
                  </a:lnTo>
                  <a:lnTo>
                    <a:pt x="26712" y="22385"/>
                  </a:lnTo>
                  <a:lnTo>
                    <a:pt x="26712" y="25369"/>
                  </a:lnTo>
                  <a:lnTo>
                    <a:pt x="26307" y="26115"/>
                  </a:lnTo>
                  <a:lnTo>
                    <a:pt x="25903" y="26115"/>
                  </a:lnTo>
                  <a:lnTo>
                    <a:pt x="25498" y="26861"/>
                  </a:lnTo>
                  <a:lnTo>
                    <a:pt x="25093" y="26115"/>
                  </a:lnTo>
                  <a:lnTo>
                    <a:pt x="24689" y="26115"/>
                  </a:lnTo>
                  <a:lnTo>
                    <a:pt x="24284" y="25369"/>
                  </a:lnTo>
                  <a:lnTo>
                    <a:pt x="23879" y="24623"/>
                  </a:lnTo>
                  <a:lnTo>
                    <a:pt x="23474" y="23877"/>
                  </a:lnTo>
                  <a:lnTo>
                    <a:pt x="22665" y="22385"/>
                  </a:lnTo>
                  <a:lnTo>
                    <a:pt x="21451" y="20146"/>
                  </a:lnTo>
                  <a:lnTo>
                    <a:pt x="21046" y="18654"/>
                  </a:lnTo>
                  <a:lnTo>
                    <a:pt x="20641" y="16415"/>
                  </a:lnTo>
                  <a:lnTo>
                    <a:pt x="20641" y="14923"/>
                  </a:lnTo>
                  <a:lnTo>
                    <a:pt x="20237" y="11938"/>
                  </a:lnTo>
                  <a:lnTo>
                    <a:pt x="20237" y="9700"/>
                  </a:lnTo>
                  <a:lnTo>
                    <a:pt x="19832" y="8954"/>
                  </a:lnTo>
                  <a:lnTo>
                    <a:pt x="19427" y="8208"/>
                  </a:lnTo>
                  <a:lnTo>
                    <a:pt x="19022" y="7461"/>
                  </a:lnTo>
                  <a:lnTo>
                    <a:pt x="18618" y="6715"/>
                  </a:lnTo>
                  <a:lnTo>
                    <a:pt x="17403" y="5969"/>
                  </a:lnTo>
                  <a:lnTo>
                    <a:pt x="17403" y="6715"/>
                  </a:lnTo>
                  <a:lnTo>
                    <a:pt x="16999" y="6715"/>
                  </a:lnTo>
                  <a:lnTo>
                    <a:pt x="16594" y="8208"/>
                  </a:lnTo>
                  <a:lnTo>
                    <a:pt x="16189" y="8954"/>
                  </a:lnTo>
                  <a:lnTo>
                    <a:pt x="15380" y="11192"/>
                  </a:lnTo>
                  <a:lnTo>
                    <a:pt x="14166" y="12685"/>
                  </a:lnTo>
                  <a:lnTo>
                    <a:pt x="13356" y="14923"/>
                  </a:lnTo>
                  <a:lnTo>
                    <a:pt x="12547" y="15669"/>
                  </a:lnTo>
                  <a:lnTo>
                    <a:pt x="12142" y="17161"/>
                  </a:lnTo>
                  <a:lnTo>
                    <a:pt x="11737" y="17908"/>
                  </a:lnTo>
                  <a:lnTo>
                    <a:pt x="11332" y="18654"/>
                  </a:lnTo>
                  <a:lnTo>
                    <a:pt x="10928" y="19400"/>
                  </a:lnTo>
                  <a:lnTo>
                    <a:pt x="10523" y="20146"/>
                  </a:lnTo>
                  <a:lnTo>
                    <a:pt x="10118" y="22385"/>
                  </a:lnTo>
                  <a:lnTo>
                    <a:pt x="9713" y="23877"/>
                  </a:lnTo>
                  <a:lnTo>
                    <a:pt x="10118" y="26115"/>
                  </a:lnTo>
                  <a:lnTo>
                    <a:pt x="10523" y="28354"/>
                  </a:lnTo>
                  <a:lnTo>
                    <a:pt x="10523" y="29846"/>
                  </a:lnTo>
                  <a:lnTo>
                    <a:pt x="10118" y="31338"/>
                  </a:lnTo>
                  <a:lnTo>
                    <a:pt x="9309" y="33577"/>
                  </a:lnTo>
                  <a:lnTo>
                    <a:pt x="8904" y="34323"/>
                  </a:lnTo>
                  <a:lnTo>
                    <a:pt x="8499" y="34323"/>
                  </a:lnTo>
                  <a:lnTo>
                    <a:pt x="7690" y="35069"/>
                  </a:lnTo>
                  <a:lnTo>
                    <a:pt x="5261" y="35069"/>
                  </a:lnTo>
                  <a:lnTo>
                    <a:pt x="4857" y="34323"/>
                  </a:lnTo>
                  <a:lnTo>
                    <a:pt x="4452" y="34323"/>
                  </a:lnTo>
                  <a:lnTo>
                    <a:pt x="3643" y="33577"/>
                  </a:lnTo>
                  <a:lnTo>
                    <a:pt x="3238" y="33577"/>
                  </a:lnTo>
                  <a:lnTo>
                    <a:pt x="2833" y="32831"/>
                  </a:lnTo>
                  <a:lnTo>
                    <a:pt x="1619" y="32831"/>
                  </a:lnTo>
                  <a:lnTo>
                    <a:pt x="809" y="33577"/>
                  </a:lnTo>
                  <a:lnTo>
                    <a:pt x="405" y="35069"/>
                  </a:lnTo>
                  <a:lnTo>
                    <a:pt x="0" y="36561"/>
                  </a:lnTo>
                  <a:lnTo>
                    <a:pt x="0" y="38054"/>
                  </a:lnTo>
                  <a:lnTo>
                    <a:pt x="405" y="41038"/>
                  </a:lnTo>
                  <a:lnTo>
                    <a:pt x="809" y="43277"/>
                  </a:lnTo>
                  <a:lnTo>
                    <a:pt x="809" y="44769"/>
                  </a:lnTo>
                  <a:lnTo>
                    <a:pt x="1214" y="47754"/>
                  </a:lnTo>
                  <a:lnTo>
                    <a:pt x="1214" y="49992"/>
                  </a:lnTo>
                  <a:lnTo>
                    <a:pt x="1619" y="51485"/>
                  </a:lnTo>
                  <a:lnTo>
                    <a:pt x="2024" y="52231"/>
                  </a:lnTo>
                  <a:lnTo>
                    <a:pt x="2024" y="55215"/>
                  </a:lnTo>
                  <a:lnTo>
                    <a:pt x="2833" y="55961"/>
                  </a:lnTo>
                  <a:lnTo>
                    <a:pt x="2833" y="57454"/>
                  </a:lnTo>
                  <a:lnTo>
                    <a:pt x="3643" y="59692"/>
                  </a:lnTo>
                  <a:lnTo>
                    <a:pt x="4047" y="60438"/>
                  </a:lnTo>
                  <a:lnTo>
                    <a:pt x="4452" y="61184"/>
                  </a:lnTo>
                  <a:lnTo>
                    <a:pt x="4857" y="62677"/>
                  </a:lnTo>
                  <a:lnTo>
                    <a:pt x="5261" y="64169"/>
                  </a:lnTo>
                  <a:lnTo>
                    <a:pt x="5261" y="64915"/>
                  </a:lnTo>
                  <a:lnTo>
                    <a:pt x="6880" y="64915"/>
                  </a:lnTo>
                  <a:lnTo>
                    <a:pt x="8095" y="64169"/>
                  </a:lnTo>
                  <a:lnTo>
                    <a:pt x="8499" y="64169"/>
                  </a:lnTo>
                  <a:lnTo>
                    <a:pt x="8499" y="63423"/>
                  </a:lnTo>
                  <a:lnTo>
                    <a:pt x="9309" y="61931"/>
                  </a:lnTo>
                  <a:lnTo>
                    <a:pt x="9713" y="60438"/>
                  </a:lnTo>
                  <a:lnTo>
                    <a:pt x="10118" y="58946"/>
                  </a:lnTo>
                  <a:lnTo>
                    <a:pt x="10523" y="56708"/>
                  </a:lnTo>
                  <a:lnTo>
                    <a:pt x="11332" y="55961"/>
                  </a:lnTo>
                  <a:lnTo>
                    <a:pt x="11332" y="55215"/>
                  </a:lnTo>
                  <a:lnTo>
                    <a:pt x="11737" y="54469"/>
                  </a:lnTo>
                  <a:lnTo>
                    <a:pt x="12142" y="54469"/>
                  </a:lnTo>
                  <a:lnTo>
                    <a:pt x="12547" y="53723"/>
                  </a:lnTo>
                  <a:lnTo>
                    <a:pt x="12951" y="52977"/>
                  </a:lnTo>
                  <a:lnTo>
                    <a:pt x="13356" y="52231"/>
                  </a:lnTo>
                  <a:lnTo>
                    <a:pt x="13356" y="49246"/>
                  </a:lnTo>
                  <a:lnTo>
                    <a:pt x="13761" y="46261"/>
                  </a:lnTo>
                  <a:lnTo>
                    <a:pt x="14166" y="44769"/>
                  </a:lnTo>
                  <a:lnTo>
                    <a:pt x="14166" y="44023"/>
                  </a:lnTo>
                  <a:lnTo>
                    <a:pt x="14570" y="43277"/>
                  </a:lnTo>
                  <a:lnTo>
                    <a:pt x="15380" y="44023"/>
                  </a:lnTo>
                  <a:lnTo>
                    <a:pt x="15784" y="44023"/>
                  </a:lnTo>
                  <a:lnTo>
                    <a:pt x="16189" y="44769"/>
                  </a:lnTo>
                  <a:lnTo>
                    <a:pt x="16594" y="46261"/>
                  </a:lnTo>
                  <a:lnTo>
                    <a:pt x="16999" y="47754"/>
                  </a:lnTo>
                  <a:lnTo>
                    <a:pt x="17403" y="48500"/>
                  </a:lnTo>
                  <a:lnTo>
                    <a:pt x="17808" y="49246"/>
                  </a:lnTo>
                  <a:lnTo>
                    <a:pt x="17403" y="52231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7808" y="55961"/>
                  </a:lnTo>
                  <a:lnTo>
                    <a:pt x="18618" y="56708"/>
                  </a:lnTo>
                  <a:lnTo>
                    <a:pt x="19022" y="58200"/>
                  </a:lnTo>
                  <a:lnTo>
                    <a:pt x="19832" y="58946"/>
                  </a:lnTo>
                  <a:lnTo>
                    <a:pt x="20237" y="58946"/>
                  </a:lnTo>
                  <a:lnTo>
                    <a:pt x="20641" y="59692"/>
                  </a:lnTo>
                  <a:lnTo>
                    <a:pt x="26712" y="59692"/>
                  </a:lnTo>
                  <a:lnTo>
                    <a:pt x="27522" y="58946"/>
                  </a:lnTo>
                  <a:lnTo>
                    <a:pt x="27926" y="58200"/>
                  </a:lnTo>
                  <a:lnTo>
                    <a:pt x="29545" y="58200"/>
                  </a:lnTo>
                  <a:lnTo>
                    <a:pt x="29950" y="57454"/>
                  </a:lnTo>
                  <a:lnTo>
                    <a:pt x="30355" y="57454"/>
                  </a:lnTo>
                  <a:lnTo>
                    <a:pt x="30355" y="54469"/>
                  </a:lnTo>
                  <a:lnTo>
                    <a:pt x="30760" y="51485"/>
                  </a:lnTo>
                  <a:lnTo>
                    <a:pt x="30355" y="49992"/>
                  </a:lnTo>
                  <a:lnTo>
                    <a:pt x="29950" y="49246"/>
                  </a:lnTo>
                  <a:lnTo>
                    <a:pt x="29545" y="48500"/>
                  </a:lnTo>
                  <a:lnTo>
                    <a:pt x="29141" y="47754"/>
                  </a:lnTo>
                  <a:lnTo>
                    <a:pt x="28736" y="46261"/>
                  </a:lnTo>
                  <a:lnTo>
                    <a:pt x="28331" y="44023"/>
                  </a:lnTo>
                  <a:lnTo>
                    <a:pt x="27926" y="43277"/>
                  </a:lnTo>
                  <a:lnTo>
                    <a:pt x="27522" y="41784"/>
                  </a:lnTo>
                  <a:lnTo>
                    <a:pt x="27522" y="41038"/>
                  </a:lnTo>
                  <a:lnTo>
                    <a:pt x="27117" y="40292"/>
                  </a:lnTo>
                  <a:lnTo>
                    <a:pt x="27117" y="38054"/>
                  </a:lnTo>
                  <a:lnTo>
                    <a:pt x="27522" y="37308"/>
                  </a:lnTo>
                  <a:lnTo>
                    <a:pt x="27522" y="35815"/>
                  </a:lnTo>
                  <a:lnTo>
                    <a:pt x="27926" y="33577"/>
                  </a:lnTo>
                  <a:lnTo>
                    <a:pt x="28331" y="32831"/>
                  </a:lnTo>
                  <a:lnTo>
                    <a:pt x="29545" y="32831"/>
                  </a:lnTo>
                  <a:lnTo>
                    <a:pt x="30760" y="33577"/>
                  </a:lnTo>
                  <a:lnTo>
                    <a:pt x="31569" y="34323"/>
                  </a:lnTo>
                  <a:lnTo>
                    <a:pt x="32378" y="35815"/>
                  </a:lnTo>
                  <a:lnTo>
                    <a:pt x="33188" y="36561"/>
                  </a:lnTo>
                  <a:lnTo>
                    <a:pt x="33593" y="38054"/>
                  </a:lnTo>
                  <a:lnTo>
                    <a:pt x="33997" y="38800"/>
                  </a:lnTo>
                  <a:lnTo>
                    <a:pt x="34402" y="39546"/>
                  </a:lnTo>
                  <a:lnTo>
                    <a:pt x="34807" y="39546"/>
                  </a:lnTo>
                  <a:lnTo>
                    <a:pt x="35616" y="40292"/>
                  </a:lnTo>
                  <a:lnTo>
                    <a:pt x="37235" y="40292"/>
                  </a:lnTo>
                  <a:lnTo>
                    <a:pt x="38449" y="39546"/>
                  </a:lnTo>
                  <a:lnTo>
                    <a:pt x="39664" y="38800"/>
                  </a:lnTo>
                  <a:lnTo>
                    <a:pt x="40068" y="38800"/>
                  </a:lnTo>
                  <a:lnTo>
                    <a:pt x="40878" y="38054"/>
                  </a:lnTo>
                  <a:lnTo>
                    <a:pt x="41283" y="37308"/>
                  </a:lnTo>
                  <a:lnTo>
                    <a:pt x="41687" y="36561"/>
                  </a:lnTo>
                  <a:lnTo>
                    <a:pt x="42092" y="36561"/>
                  </a:lnTo>
                  <a:lnTo>
                    <a:pt x="42497" y="35815"/>
                  </a:lnTo>
                  <a:lnTo>
                    <a:pt x="42902" y="35069"/>
                  </a:lnTo>
                  <a:lnTo>
                    <a:pt x="42902" y="34323"/>
                  </a:lnTo>
                  <a:lnTo>
                    <a:pt x="42497" y="33577"/>
                  </a:lnTo>
                  <a:lnTo>
                    <a:pt x="42092" y="32831"/>
                  </a:lnTo>
                  <a:lnTo>
                    <a:pt x="41687" y="31338"/>
                  </a:lnTo>
                  <a:lnTo>
                    <a:pt x="41687" y="28354"/>
                  </a:lnTo>
                  <a:lnTo>
                    <a:pt x="41283" y="26115"/>
                  </a:lnTo>
                  <a:lnTo>
                    <a:pt x="40878" y="25369"/>
                  </a:lnTo>
                  <a:lnTo>
                    <a:pt x="40878" y="20892"/>
                  </a:lnTo>
                  <a:lnTo>
                    <a:pt x="40473" y="19400"/>
                  </a:lnTo>
                  <a:lnTo>
                    <a:pt x="40473" y="18654"/>
                  </a:lnTo>
                  <a:lnTo>
                    <a:pt x="40068" y="16415"/>
                  </a:lnTo>
                  <a:lnTo>
                    <a:pt x="39664" y="14923"/>
                  </a:lnTo>
                  <a:lnTo>
                    <a:pt x="39259" y="13431"/>
                  </a:lnTo>
                  <a:lnTo>
                    <a:pt x="38854" y="11192"/>
                  </a:lnTo>
                  <a:lnTo>
                    <a:pt x="38449" y="8954"/>
                  </a:lnTo>
                  <a:lnTo>
                    <a:pt x="37640" y="8208"/>
                  </a:lnTo>
                  <a:lnTo>
                    <a:pt x="37235" y="5223"/>
                  </a:lnTo>
                  <a:lnTo>
                    <a:pt x="36831" y="4477"/>
                  </a:lnTo>
                  <a:lnTo>
                    <a:pt x="36831" y="2985"/>
                  </a:lnTo>
                  <a:lnTo>
                    <a:pt x="36426" y="1492"/>
                  </a:lnTo>
                  <a:lnTo>
                    <a:pt x="36021" y="746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1974" y="746"/>
                  </a:lnTo>
                  <a:lnTo>
                    <a:pt x="30760" y="746"/>
                  </a:lnTo>
                  <a:lnTo>
                    <a:pt x="30355" y="1492"/>
                  </a:lnTo>
                  <a:lnTo>
                    <a:pt x="29950" y="2985"/>
                  </a:lnTo>
                  <a:lnTo>
                    <a:pt x="29545" y="2985"/>
                  </a:lnTo>
                  <a:lnTo>
                    <a:pt x="29141" y="3731"/>
                  </a:lnTo>
                  <a:lnTo>
                    <a:pt x="27926" y="5223"/>
                  </a:lnTo>
                  <a:close/>
                  <a:moveTo>
                    <a:pt x="12547" y="42531"/>
                  </a:moveTo>
                  <a:lnTo>
                    <a:pt x="12142" y="43277"/>
                  </a:lnTo>
                  <a:lnTo>
                    <a:pt x="11737" y="44023"/>
                  </a:lnTo>
                  <a:lnTo>
                    <a:pt x="11332" y="44769"/>
                  </a:lnTo>
                  <a:lnTo>
                    <a:pt x="10928" y="45515"/>
                  </a:lnTo>
                  <a:lnTo>
                    <a:pt x="10118" y="47008"/>
                  </a:lnTo>
                  <a:lnTo>
                    <a:pt x="9309" y="47754"/>
                  </a:lnTo>
                  <a:lnTo>
                    <a:pt x="8904" y="48500"/>
                  </a:lnTo>
                  <a:lnTo>
                    <a:pt x="8499" y="48500"/>
                  </a:lnTo>
                  <a:lnTo>
                    <a:pt x="7285" y="49246"/>
                  </a:lnTo>
                  <a:lnTo>
                    <a:pt x="5261" y="49246"/>
                  </a:lnTo>
                  <a:lnTo>
                    <a:pt x="4857" y="48500"/>
                  </a:lnTo>
                  <a:lnTo>
                    <a:pt x="4452" y="48500"/>
                  </a:lnTo>
                  <a:lnTo>
                    <a:pt x="4047" y="47754"/>
                  </a:lnTo>
                  <a:lnTo>
                    <a:pt x="3643" y="47008"/>
                  </a:lnTo>
                  <a:lnTo>
                    <a:pt x="3238" y="46261"/>
                  </a:lnTo>
                  <a:lnTo>
                    <a:pt x="3238" y="42531"/>
                  </a:lnTo>
                  <a:lnTo>
                    <a:pt x="4047" y="41784"/>
                  </a:lnTo>
                  <a:lnTo>
                    <a:pt x="5666" y="41784"/>
                  </a:lnTo>
                  <a:lnTo>
                    <a:pt x="6880" y="41038"/>
                  </a:lnTo>
                  <a:lnTo>
                    <a:pt x="7285" y="41038"/>
                  </a:lnTo>
                  <a:lnTo>
                    <a:pt x="8095" y="40292"/>
                  </a:lnTo>
                  <a:lnTo>
                    <a:pt x="8499" y="41038"/>
                  </a:lnTo>
                  <a:lnTo>
                    <a:pt x="10118" y="41038"/>
                  </a:lnTo>
                  <a:lnTo>
                    <a:pt x="10118" y="41784"/>
                  </a:lnTo>
                  <a:lnTo>
                    <a:pt x="10928" y="41784"/>
                  </a:lnTo>
                  <a:lnTo>
                    <a:pt x="11332" y="42531"/>
                  </a:lnTo>
                  <a:close/>
                  <a:moveTo>
                    <a:pt x="16594" y="31338"/>
                  </a:moveTo>
                  <a:lnTo>
                    <a:pt x="14975" y="30592"/>
                  </a:lnTo>
                  <a:lnTo>
                    <a:pt x="14570" y="29846"/>
                  </a:lnTo>
                  <a:lnTo>
                    <a:pt x="14166" y="29100"/>
                  </a:lnTo>
                  <a:lnTo>
                    <a:pt x="13761" y="27608"/>
                  </a:lnTo>
                  <a:lnTo>
                    <a:pt x="13761" y="26861"/>
                  </a:lnTo>
                  <a:lnTo>
                    <a:pt x="14166" y="25369"/>
                  </a:lnTo>
                  <a:lnTo>
                    <a:pt x="14570" y="24623"/>
                  </a:lnTo>
                  <a:lnTo>
                    <a:pt x="15380" y="23877"/>
                  </a:lnTo>
                  <a:lnTo>
                    <a:pt x="15380" y="22385"/>
                  </a:lnTo>
                  <a:lnTo>
                    <a:pt x="18618" y="22385"/>
                  </a:lnTo>
                  <a:lnTo>
                    <a:pt x="19022" y="23131"/>
                  </a:lnTo>
                  <a:lnTo>
                    <a:pt x="19427" y="24623"/>
                  </a:lnTo>
                  <a:lnTo>
                    <a:pt x="19832" y="26861"/>
                  </a:lnTo>
                  <a:lnTo>
                    <a:pt x="19832" y="27608"/>
                  </a:lnTo>
                  <a:lnTo>
                    <a:pt x="19022" y="29846"/>
                  </a:lnTo>
                  <a:lnTo>
                    <a:pt x="18213" y="30592"/>
                  </a:lnTo>
                  <a:lnTo>
                    <a:pt x="17403" y="30592"/>
                  </a:lnTo>
                  <a:close/>
                  <a:moveTo>
                    <a:pt x="26712" y="49246"/>
                  </a:moveTo>
                  <a:lnTo>
                    <a:pt x="26712" y="50738"/>
                  </a:lnTo>
                  <a:lnTo>
                    <a:pt x="26307" y="52231"/>
                  </a:lnTo>
                  <a:lnTo>
                    <a:pt x="25903" y="52231"/>
                  </a:lnTo>
                  <a:lnTo>
                    <a:pt x="25498" y="52977"/>
                  </a:lnTo>
                  <a:lnTo>
                    <a:pt x="25498" y="53723"/>
                  </a:lnTo>
                  <a:lnTo>
                    <a:pt x="22260" y="53723"/>
                  </a:lnTo>
                  <a:lnTo>
                    <a:pt x="21855" y="52977"/>
                  </a:lnTo>
                  <a:lnTo>
                    <a:pt x="21855" y="52231"/>
                  </a:lnTo>
                  <a:lnTo>
                    <a:pt x="21451" y="51485"/>
                  </a:lnTo>
                  <a:lnTo>
                    <a:pt x="21046" y="50738"/>
                  </a:lnTo>
                  <a:lnTo>
                    <a:pt x="21046" y="49246"/>
                  </a:lnTo>
                  <a:lnTo>
                    <a:pt x="20641" y="48500"/>
                  </a:lnTo>
                  <a:lnTo>
                    <a:pt x="20641" y="47754"/>
                  </a:lnTo>
                  <a:lnTo>
                    <a:pt x="20237" y="47008"/>
                  </a:lnTo>
                  <a:lnTo>
                    <a:pt x="19832" y="46261"/>
                  </a:lnTo>
                  <a:lnTo>
                    <a:pt x="19427" y="46261"/>
                  </a:lnTo>
                  <a:lnTo>
                    <a:pt x="19427" y="45515"/>
                  </a:lnTo>
                  <a:lnTo>
                    <a:pt x="19022" y="44769"/>
                  </a:lnTo>
                  <a:lnTo>
                    <a:pt x="18618" y="44023"/>
                  </a:lnTo>
                  <a:lnTo>
                    <a:pt x="18618" y="43277"/>
                  </a:lnTo>
                  <a:lnTo>
                    <a:pt x="18213" y="42531"/>
                  </a:lnTo>
                  <a:lnTo>
                    <a:pt x="17808" y="41784"/>
                  </a:lnTo>
                  <a:lnTo>
                    <a:pt x="17808" y="41038"/>
                  </a:lnTo>
                  <a:lnTo>
                    <a:pt x="17403" y="40292"/>
                  </a:lnTo>
                  <a:lnTo>
                    <a:pt x="17403" y="39546"/>
                  </a:lnTo>
                  <a:lnTo>
                    <a:pt x="17808" y="38800"/>
                  </a:lnTo>
                  <a:lnTo>
                    <a:pt x="18213" y="38054"/>
                  </a:lnTo>
                  <a:lnTo>
                    <a:pt x="18213" y="37308"/>
                  </a:lnTo>
                  <a:lnTo>
                    <a:pt x="18618" y="37308"/>
                  </a:lnTo>
                  <a:lnTo>
                    <a:pt x="19022" y="36561"/>
                  </a:lnTo>
                  <a:lnTo>
                    <a:pt x="19427" y="35815"/>
                  </a:lnTo>
                  <a:lnTo>
                    <a:pt x="20237" y="35815"/>
                  </a:lnTo>
                  <a:lnTo>
                    <a:pt x="20641" y="35069"/>
                  </a:lnTo>
                  <a:lnTo>
                    <a:pt x="21046" y="35069"/>
                  </a:lnTo>
                  <a:lnTo>
                    <a:pt x="21451" y="35815"/>
                  </a:lnTo>
                  <a:lnTo>
                    <a:pt x="22260" y="35815"/>
                  </a:lnTo>
                  <a:lnTo>
                    <a:pt x="22665" y="36561"/>
                  </a:lnTo>
                  <a:lnTo>
                    <a:pt x="23070" y="37308"/>
                  </a:lnTo>
                  <a:lnTo>
                    <a:pt x="23474" y="38054"/>
                  </a:lnTo>
                  <a:lnTo>
                    <a:pt x="23879" y="38054"/>
                  </a:lnTo>
                  <a:lnTo>
                    <a:pt x="23879" y="38800"/>
                  </a:lnTo>
                  <a:lnTo>
                    <a:pt x="24284" y="39546"/>
                  </a:lnTo>
                  <a:lnTo>
                    <a:pt x="24284" y="41038"/>
                  </a:lnTo>
                  <a:lnTo>
                    <a:pt x="24689" y="41038"/>
                  </a:lnTo>
                  <a:lnTo>
                    <a:pt x="24689" y="41784"/>
                  </a:lnTo>
                  <a:cubicBezTo>
                    <a:pt x="24689" y="41784"/>
                    <a:pt x="25093" y="41784"/>
                    <a:pt x="25093" y="42531"/>
                  </a:cubicBezTo>
                  <a:lnTo>
                    <a:pt x="25093" y="43277"/>
                  </a:lnTo>
                  <a:lnTo>
                    <a:pt x="25498" y="44023"/>
                  </a:lnTo>
                  <a:lnTo>
                    <a:pt x="25498" y="44769"/>
                  </a:lnTo>
                  <a:lnTo>
                    <a:pt x="25903" y="45515"/>
                  </a:lnTo>
                  <a:lnTo>
                    <a:pt x="26307" y="45515"/>
                  </a:lnTo>
                  <a:lnTo>
                    <a:pt x="26307" y="46261"/>
                  </a:lnTo>
                  <a:lnTo>
                    <a:pt x="26712" y="47008"/>
                  </a:lnTo>
                  <a:lnTo>
                    <a:pt x="27117" y="47754"/>
                  </a:lnTo>
                  <a:close/>
                  <a:moveTo>
                    <a:pt x="29950" y="17908"/>
                  </a:moveTo>
                  <a:lnTo>
                    <a:pt x="30355" y="16415"/>
                  </a:lnTo>
                  <a:lnTo>
                    <a:pt x="30760" y="15669"/>
                  </a:lnTo>
                  <a:lnTo>
                    <a:pt x="30760" y="14923"/>
                  </a:lnTo>
                  <a:lnTo>
                    <a:pt x="31164" y="14177"/>
                  </a:lnTo>
                  <a:lnTo>
                    <a:pt x="31569" y="13431"/>
                  </a:lnTo>
                  <a:lnTo>
                    <a:pt x="32378" y="12685"/>
                  </a:lnTo>
                  <a:lnTo>
                    <a:pt x="33593" y="12685"/>
                  </a:lnTo>
                  <a:lnTo>
                    <a:pt x="33593" y="13431"/>
                  </a:lnTo>
                  <a:lnTo>
                    <a:pt x="34807" y="14177"/>
                  </a:lnTo>
                  <a:lnTo>
                    <a:pt x="35212" y="14923"/>
                  </a:lnTo>
                  <a:lnTo>
                    <a:pt x="36021" y="14923"/>
                  </a:lnTo>
                  <a:lnTo>
                    <a:pt x="36831" y="15669"/>
                  </a:lnTo>
                  <a:lnTo>
                    <a:pt x="37235" y="17161"/>
                  </a:lnTo>
                  <a:lnTo>
                    <a:pt x="37640" y="17908"/>
                  </a:lnTo>
                  <a:lnTo>
                    <a:pt x="37640" y="23131"/>
                  </a:lnTo>
                  <a:lnTo>
                    <a:pt x="38045" y="24623"/>
                  </a:lnTo>
                  <a:lnTo>
                    <a:pt x="38045" y="25369"/>
                  </a:lnTo>
                  <a:lnTo>
                    <a:pt x="38449" y="28354"/>
                  </a:lnTo>
                  <a:lnTo>
                    <a:pt x="37640" y="29846"/>
                  </a:lnTo>
                  <a:lnTo>
                    <a:pt x="37235" y="30592"/>
                  </a:lnTo>
                  <a:lnTo>
                    <a:pt x="36021" y="30592"/>
                  </a:lnTo>
                  <a:lnTo>
                    <a:pt x="35616" y="29846"/>
                  </a:lnTo>
                  <a:lnTo>
                    <a:pt x="34807" y="29846"/>
                  </a:lnTo>
                  <a:lnTo>
                    <a:pt x="34402" y="29100"/>
                  </a:lnTo>
                  <a:lnTo>
                    <a:pt x="34402" y="28354"/>
                  </a:lnTo>
                  <a:lnTo>
                    <a:pt x="33188" y="28354"/>
                  </a:lnTo>
                  <a:lnTo>
                    <a:pt x="33188" y="26861"/>
                  </a:lnTo>
                  <a:lnTo>
                    <a:pt x="32783" y="26115"/>
                  </a:lnTo>
                  <a:lnTo>
                    <a:pt x="32378" y="24623"/>
                  </a:lnTo>
                  <a:lnTo>
                    <a:pt x="31974" y="23877"/>
                  </a:lnTo>
                  <a:lnTo>
                    <a:pt x="31569" y="22385"/>
                  </a:lnTo>
                  <a:lnTo>
                    <a:pt x="31164" y="22385"/>
                  </a:lnTo>
                  <a:lnTo>
                    <a:pt x="30760" y="21638"/>
                  </a:lnTo>
                  <a:lnTo>
                    <a:pt x="29950" y="201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10449804" y="230846"/>
              <a:ext cx="7689" cy="16415"/>
            </a:xfrm>
            <a:custGeom>
              <a:avLst/>
              <a:gdLst>
                <a:gd name="connsiteX0" fmla="*/ 2024 w 7689"/>
                <a:gd name="connsiteY0" fmla="*/ 16415 h 16415"/>
                <a:gd name="connsiteX1" fmla="*/ 2833 w 7689"/>
                <a:gd name="connsiteY1" fmla="*/ 15669 h 16415"/>
                <a:gd name="connsiteX2" fmla="*/ 3238 w 7689"/>
                <a:gd name="connsiteY2" fmla="*/ 14923 h 16415"/>
                <a:gd name="connsiteX3" fmla="*/ 3642 w 7689"/>
                <a:gd name="connsiteY3" fmla="*/ 14177 h 16415"/>
                <a:gd name="connsiteX4" fmla="*/ 4452 w 7689"/>
                <a:gd name="connsiteY4" fmla="*/ 12685 h 16415"/>
                <a:gd name="connsiteX5" fmla="*/ 4857 w 7689"/>
                <a:gd name="connsiteY5" fmla="*/ 12685 h 16415"/>
                <a:gd name="connsiteX6" fmla="*/ 5261 w 7689"/>
                <a:gd name="connsiteY6" fmla="*/ 11938 h 16415"/>
                <a:gd name="connsiteX7" fmla="*/ 6476 w 7689"/>
                <a:gd name="connsiteY7" fmla="*/ 11192 h 16415"/>
                <a:gd name="connsiteX8" fmla="*/ 7285 w 7689"/>
                <a:gd name="connsiteY8" fmla="*/ 9700 h 16415"/>
                <a:gd name="connsiteX9" fmla="*/ 7690 w 7689"/>
                <a:gd name="connsiteY9" fmla="*/ 8208 h 16415"/>
                <a:gd name="connsiteX10" fmla="*/ 7690 w 7689"/>
                <a:gd name="connsiteY10" fmla="*/ 6715 h 16415"/>
                <a:gd name="connsiteX11" fmla="*/ 7285 w 7689"/>
                <a:gd name="connsiteY11" fmla="*/ 4477 h 16415"/>
                <a:gd name="connsiteX12" fmla="*/ 6880 w 7689"/>
                <a:gd name="connsiteY12" fmla="*/ 2984 h 16415"/>
                <a:gd name="connsiteX13" fmla="*/ 6880 w 7689"/>
                <a:gd name="connsiteY13" fmla="*/ 1492 h 16415"/>
                <a:gd name="connsiteX14" fmla="*/ 6476 w 7689"/>
                <a:gd name="connsiteY14" fmla="*/ 746 h 16415"/>
                <a:gd name="connsiteX15" fmla="*/ 5261 w 7689"/>
                <a:gd name="connsiteY15" fmla="*/ 0 h 16415"/>
                <a:gd name="connsiteX16" fmla="*/ 4047 w 7689"/>
                <a:gd name="connsiteY16" fmla="*/ 0 h 16415"/>
                <a:gd name="connsiteX17" fmla="*/ 3238 w 7689"/>
                <a:gd name="connsiteY17" fmla="*/ 746 h 16415"/>
                <a:gd name="connsiteX18" fmla="*/ 2833 w 7689"/>
                <a:gd name="connsiteY18" fmla="*/ 2238 h 16415"/>
                <a:gd name="connsiteX19" fmla="*/ 2833 w 7689"/>
                <a:gd name="connsiteY19" fmla="*/ 2984 h 16415"/>
                <a:gd name="connsiteX20" fmla="*/ 2428 w 7689"/>
                <a:gd name="connsiteY20" fmla="*/ 4477 h 16415"/>
                <a:gd name="connsiteX21" fmla="*/ 2024 w 7689"/>
                <a:gd name="connsiteY21" fmla="*/ 6715 h 16415"/>
                <a:gd name="connsiteX22" fmla="*/ 1214 w 7689"/>
                <a:gd name="connsiteY22" fmla="*/ 7461 h 16415"/>
                <a:gd name="connsiteX23" fmla="*/ 809 w 7689"/>
                <a:gd name="connsiteY23" fmla="*/ 9700 h 16415"/>
                <a:gd name="connsiteX24" fmla="*/ 405 w 7689"/>
                <a:gd name="connsiteY24" fmla="*/ 10446 h 16415"/>
                <a:gd name="connsiteX25" fmla="*/ 0 w 7689"/>
                <a:gd name="connsiteY25" fmla="*/ 11192 h 16415"/>
                <a:gd name="connsiteX26" fmla="*/ 0 w 7689"/>
                <a:gd name="connsiteY26" fmla="*/ 14177 h 16415"/>
                <a:gd name="connsiteX27" fmla="*/ 405 w 7689"/>
                <a:gd name="connsiteY27" fmla="*/ 14177 h 16415"/>
                <a:gd name="connsiteX28" fmla="*/ 809 w 7689"/>
                <a:gd name="connsiteY28" fmla="*/ 15669 h 16415"/>
                <a:gd name="connsiteX29" fmla="*/ 1214 w 7689"/>
                <a:gd name="connsiteY29" fmla="*/ 16415 h 1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689" h="16415">
                  <a:moveTo>
                    <a:pt x="2024" y="16415"/>
                  </a:moveTo>
                  <a:lnTo>
                    <a:pt x="2833" y="15669"/>
                  </a:lnTo>
                  <a:lnTo>
                    <a:pt x="3238" y="14923"/>
                  </a:lnTo>
                  <a:lnTo>
                    <a:pt x="3642" y="14177"/>
                  </a:lnTo>
                  <a:lnTo>
                    <a:pt x="4452" y="12685"/>
                  </a:lnTo>
                  <a:lnTo>
                    <a:pt x="4857" y="12685"/>
                  </a:lnTo>
                  <a:lnTo>
                    <a:pt x="5261" y="11938"/>
                  </a:lnTo>
                  <a:lnTo>
                    <a:pt x="6476" y="11192"/>
                  </a:lnTo>
                  <a:lnTo>
                    <a:pt x="7285" y="9700"/>
                  </a:lnTo>
                  <a:lnTo>
                    <a:pt x="7690" y="8208"/>
                  </a:lnTo>
                  <a:lnTo>
                    <a:pt x="7690" y="6715"/>
                  </a:lnTo>
                  <a:lnTo>
                    <a:pt x="7285" y="4477"/>
                  </a:lnTo>
                  <a:lnTo>
                    <a:pt x="6880" y="2984"/>
                  </a:lnTo>
                  <a:lnTo>
                    <a:pt x="6880" y="1492"/>
                  </a:lnTo>
                  <a:lnTo>
                    <a:pt x="6476" y="746"/>
                  </a:lnTo>
                  <a:lnTo>
                    <a:pt x="5261" y="0"/>
                  </a:lnTo>
                  <a:lnTo>
                    <a:pt x="4047" y="0"/>
                  </a:lnTo>
                  <a:lnTo>
                    <a:pt x="3238" y="746"/>
                  </a:lnTo>
                  <a:lnTo>
                    <a:pt x="2833" y="2238"/>
                  </a:lnTo>
                  <a:lnTo>
                    <a:pt x="2833" y="2984"/>
                  </a:lnTo>
                  <a:lnTo>
                    <a:pt x="2428" y="4477"/>
                  </a:lnTo>
                  <a:lnTo>
                    <a:pt x="2024" y="6715"/>
                  </a:lnTo>
                  <a:lnTo>
                    <a:pt x="1214" y="7461"/>
                  </a:lnTo>
                  <a:lnTo>
                    <a:pt x="809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4177"/>
                  </a:lnTo>
                  <a:lnTo>
                    <a:pt x="405" y="14177"/>
                  </a:lnTo>
                  <a:lnTo>
                    <a:pt x="809" y="15669"/>
                  </a:lnTo>
                  <a:lnTo>
                    <a:pt x="1214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10414592" y="69677"/>
              <a:ext cx="38044" cy="54469"/>
            </a:xfrm>
            <a:custGeom>
              <a:avLst/>
              <a:gdLst>
                <a:gd name="connsiteX0" fmla="*/ 30355 w 38044"/>
                <a:gd name="connsiteY0" fmla="*/ 0 h 54469"/>
                <a:gd name="connsiteX1" fmla="*/ 29950 w 38044"/>
                <a:gd name="connsiteY1" fmla="*/ 746 h 54469"/>
                <a:gd name="connsiteX2" fmla="*/ 29141 w 38044"/>
                <a:gd name="connsiteY2" fmla="*/ 2238 h 54469"/>
                <a:gd name="connsiteX3" fmla="*/ 29141 w 38044"/>
                <a:gd name="connsiteY3" fmla="*/ 2985 h 54469"/>
                <a:gd name="connsiteX4" fmla="*/ 29545 w 38044"/>
                <a:gd name="connsiteY4" fmla="*/ 4477 h 54469"/>
                <a:gd name="connsiteX5" fmla="*/ 29950 w 38044"/>
                <a:gd name="connsiteY5" fmla="*/ 5223 h 54469"/>
                <a:gd name="connsiteX6" fmla="*/ 29950 w 38044"/>
                <a:gd name="connsiteY6" fmla="*/ 8208 h 54469"/>
                <a:gd name="connsiteX7" fmla="*/ 30355 w 38044"/>
                <a:gd name="connsiteY7" fmla="*/ 8954 h 54469"/>
                <a:gd name="connsiteX8" fmla="*/ 30355 w 38044"/>
                <a:gd name="connsiteY8" fmla="*/ 11192 h 54469"/>
                <a:gd name="connsiteX9" fmla="*/ 30760 w 38044"/>
                <a:gd name="connsiteY9" fmla="*/ 11938 h 54469"/>
                <a:gd name="connsiteX10" fmla="*/ 31164 w 38044"/>
                <a:gd name="connsiteY10" fmla="*/ 12685 h 54469"/>
                <a:gd name="connsiteX11" fmla="*/ 32378 w 38044"/>
                <a:gd name="connsiteY11" fmla="*/ 14177 h 54469"/>
                <a:gd name="connsiteX12" fmla="*/ 33188 w 38044"/>
                <a:gd name="connsiteY12" fmla="*/ 15669 h 54469"/>
                <a:gd name="connsiteX13" fmla="*/ 33188 w 38044"/>
                <a:gd name="connsiteY13" fmla="*/ 19400 h 54469"/>
                <a:gd name="connsiteX14" fmla="*/ 32378 w 38044"/>
                <a:gd name="connsiteY14" fmla="*/ 20146 h 54469"/>
                <a:gd name="connsiteX15" fmla="*/ 31164 w 38044"/>
                <a:gd name="connsiteY15" fmla="*/ 20146 h 54469"/>
                <a:gd name="connsiteX16" fmla="*/ 30760 w 38044"/>
                <a:gd name="connsiteY16" fmla="*/ 20892 h 54469"/>
                <a:gd name="connsiteX17" fmla="*/ 30355 w 38044"/>
                <a:gd name="connsiteY17" fmla="*/ 20892 h 54469"/>
                <a:gd name="connsiteX18" fmla="*/ 28736 w 38044"/>
                <a:gd name="connsiteY18" fmla="*/ 20146 h 54469"/>
                <a:gd name="connsiteX19" fmla="*/ 28331 w 38044"/>
                <a:gd name="connsiteY19" fmla="*/ 20146 h 54469"/>
                <a:gd name="connsiteX20" fmla="*/ 27926 w 38044"/>
                <a:gd name="connsiteY20" fmla="*/ 19400 h 54469"/>
                <a:gd name="connsiteX21" fmla="*/ 27117 w 38044"/>
                <a:gd name="connsiteY21" fmla="*/ 18654 h 54469"/>
                <a:gd name="connsiteX22" fmla="*/ 26307 w 38044"/>
                <a:gd name="connsiteY22" fmla="*/ 16415 h 54469"/>
                <a:gd name="connsiteX23" fmla="*/ 25903 w 38044"/>
                <a:gd name="connsiteY23" fmla="*/ 14923 h 54469"/>
                <a:gd name="connsiteX24" fmla="*/ 24689 w 38044"/>
                <a:gd name="connsiteY24" fmla="*/ 12685 h 54469"/>
                <a:gd name="connsiteX25" fmla="*/ 23879 w 38044"/>
                <a:gd name="connsiteY25" fmla="*/ 11192 h 54469"/>
                <a:gd name="connsiteX26" fmla="*/ 23474 w 38044"/>
                <a:gd name="connsiteY26" fmla="*/ 9700 h 54469"/>
                <a:gd name="connsiteX27" fmla="*/ 23070 w 38044"/>
                <a:gd name="connsiteY27" fmla="*/ 8954 h 54469"/>
                <a:gd name="connsiteX28" fmla="*/ 21855 w 38044"/>
                <a:gd name="connsiteY28" fmla="*/ 8954 h 54469"/>
                <a:gd name="connsiteX29" fmla="*/ 21451 w 38044"/>
                <a:gd name="connsiteY29" fmla="*/ 9700 h 54469"/>
                <a:gd name="connsiteX30" fmla="*/ 21046 w 38044"/>
                <a:gd name="connsiteY30" fmla="*/ 9700 h 54469"/>
                <a:gd name="connsiteX31" fmla="*/ 20237 w 38044"/>
                <a:gd name="connsiteY31" fmla="*/ 11192 h 54469"/>
                <a:gd name="connsiteX32" fmla="*/ 19022 w 38044"/>
                <a:gd name="connsiteY32" fmla="*/ 12685 h 54469"/>
                <a:gd name="connsiteX33" fmla="*/ 18618 w 38044"/>
                <a:gd name="connsiteY33" fmla="*/ 12685 h 54469"/>
                <a:gd name="connsiteX34" fmla="*/ 17808 w 38044"/>
                <a:gd name="connsiteY34" fmla="*/ 14177 h 54469"/>
                <a:gd name="connsiteX35" fmla="*/ 16999 w 38044"/>
                <a:gd name="connsiteY35" fmla="*/ 14923 h 54469"/>
                <a:gd name="connsiteX36" fmla="*/ 15380 w 38044"/>
                <a:gd name="connsiteY36" fmla="*/ 17161 h 54469"/>
                <a:gd name="connsiteX37" fmla="*/ 15380 w 38044"/>
                <a:gd name="connsiteY37" fmla="*/ 17908 h 54469"/>
                <a:gd name="connsiteX38" fmla="*/ 14570 w 38044"/>
                <a:gd name="connsiteY38" fmla="*/ 18654 h 54469"/>
                <a:gd name="connsiteX39" fmla="*/ 14166 w 38044"/>
                <a:gd name="connsiteY39" fmla="*/ 20146 h 54469"/>
                <a:gd name="connsiteX40" fmla="*/ 14166 w 38044"/>
                <a:gd name="connsiteY40" fmla="*/ 21638 h 54469"/>
                <a:gd name="connsiteX41" fmla="*/ 13761 w 38044"/>
                <a:gd name="connsiteY41" fmla="*/ 22385 h 54469"/>
                <a:gd name="connsiteX42" fmla="*/ 13761 w 38044"/>
                <a:gd name="connsiteY42" fmla="*/ 24623 h 54469"/>
                <a:gd name="connsiteX43" fmla="*/ 14166 w 38044"/>
                <a:gd name="connsiteY43" fmla="*/ 26115 h 54469"/>
                <a:gd name="connsiteX44" fmla="*/ 14166 w 38044"/>
                <a:gd name="connsiteY44" fmla="*/ 28354 h 54469"/>
                <a:gd name="connsiteX45" fmla="*/ 14975 w 38044"/>
                <a:gd name="connsiteY45" fmla="*/ 29846 h 54469"/>
                <a:gd name="connsiteX46" fmla="*/ 15380 w 38044"/>
                <a:gd name="connsiteY46" fmla="*/ 31338 h 54469"/>
                <a:gd name="connsiteX47" fmla="*/ 16189 w 38044"/>
                <a:gd name="connsiteY47" fmla="*/ 32085 h 54469"/>
                <a:gd name="connsiteX48" fmla="*/ 16594 w 38044"/>
                <a:gd name="connsiteY48" fmla="*/ 32831 h 54469"/>
                <a:gd name="connsiteX49" fmla="*/ 16999 w 38044"/>
                <a:gd name="connsiteY49" fmla="*/ 33577 h 54469"/>
                <a:gd name="connsiteX50" fmla="*/ 16999 w 38044"/>
                <a:gd name="connsiteY50" fmla="*/ 34323 h 54469"/>
                <a:gd name="connsiteX51" fmla="*/ 16594 w 38044"/>
                <a:gd name="connsiteY51" fmla="*/ 35069 h 54469"/>
                <a:gd name="connsiteX52" fmla="*/ 16594 w 38044"/>
                <a:gd name="connsiteY52" fmla="*/ 36561 h 54469"/>
                <a:gd name="connsiteX53" fmla="*/ 16189 w 38044"/>
                <a:gd name="connsiteY53" fmla="*/ 38054 h 54469"/>
                <a:gd name="connsiteX54" fmla="*/ 15380 w 38044"/>
                <a:gd name="connsiteY54" fmla="*/ 38054 h 54469"/>
                <a:gd name="connsiteX55" fmla="*/ 15380 w 38044"/>
                <a:gd name="connsiteY55" fmla="*/ 38800 h 54469"/>
                <a:gd name="connsiteX56" fmla="*/ 14570 w 38044"/>
                <a:gd name="connsiteY56" fmla="*/ 38800 h 54469"/>
                <a:gd name="connsiteX57" fmla="*/ 14166 w 38044"/>
                <a:gd name="connsiteY57" fmla="*/ 39546 h 54469"/>
                <a:gd name="connsiteX58" fmla="*/ 12951 w 38044"/>
                <a:gd name="connsiteY58" fmla="*/ 39546 h 54469"/>
                <a:gd name="connsiteX59" fmla="*/ 12142 w 38044"/>
                <a:gd name="connsiteY59" fmla="*/ 40292 h 54469"/>
                <a:gd name="connsiteX60" fmla="*/ 10523 w 38044"/>
                <a:gd name="connsiteY60" fmla="*/ 40292 h 54469"/>
                <a:gd name="connsiteX61" fmla="*/ 10523 w 38044"/>
                <a:gd name="connsiteY61" fmla="*/ 41038 h 54469"/>
                <a:gd name="connsiteX62" fmla="*/ 5666 w 38044"/>
                <a:gd name="connsiteY62" fmla="*/ 41038 h 54469"/>
                <a:gd name="connsiteX63" fmla="*/ 4452 w 38044"/>
                <a:gd name="connsiteY63" fmla="*/ 40292 h 54469"/>
                <a:gd name="connsiteX64" fmla="*/ 4047 w 38044"/>
                <a:gd name="connsiteY64" fmla="*/ 39546 h 54469"/>
                <a:gd name="connsiteX65" fmla="*/ 3238 w 38044"/>
                <a:gd name="connsiteY65" fmla="*/ 40292 h 54469"/>
                <a:gd name="connsiteX66" fmla="*/ 1214 w 38044"/>
                <a:gd name="connsiteY66" fmla="*/ 41038 h 54469"/>
                <a:gd name="connsiteX67" fmla="*/ 809 w 38044"/>
                <a:gd name="connsiteY67" fmla="*/ 41038 h 54469"/>
                <a:gd name="connsiteX68" fmla="*/ 405 w 38044"/>
                <a:gd name="connsiteY68" fmla="*/ 43277 h 54469"/>
                <a:gd name="connsiteX69" fmla="*/ 405 w 38044"/>
                <a:gd name="connsiteY69" fmla="*/ 44023 h 54469"/>
                <a:gd name="connsiteX70" fmla="*/ 0 w 38044"/>
                <a:gd name="connsiteY70" fmla="*/ 46261 h 54469"/>
                <a:gd name="connsiteX71" fmla="*/ 0 w 38044"/>
                <a:gd name="connsiteY71" fmla="*/ 47754 h 54469"/>
                <a:gd name="connsiteX72" fmla="*/ 809 w 38044"/>
                <a:gd name="connsiteY72" fmla="*/ 48500 h 54469"/>
                <a:gd name="connsiteX73" fmla="*/ 1214 w 38044"/>
                <a:gd name="connsiteY73" fmla="*/ 49246 h 54469"/>
                <a:gd name="connsiteX74" fmla="*/ 2428 w 38044"/>
                <a:gd name="connsiteY74" fmla="*/ 50738 h 54469"/>
                <a:gd name="connsiteX75" fmla="*/ 3238 w 38044"/>
                <a:gd name="connsiteY75" fmla="*/ 52231 h 54469"/>
                <a:gd name="connsiteX76" fmla="*/ 4047 w 38044"/>
                <a:gd name="connsiteY76" fmla="*/ 52977 h 54469"/>
                <a:gd name="connsiteX77" fmla="*/ 4857 w 38044"/>
                <a:gd name="connsiteY77" fmla="*/ 54469 h 54469"/>
                <a:gd name="connsiteX78" fmla="*/ 9309 w 38044"/>
                <a:gd name="connsiteY78" fmla="*/ 54469 h 54469"/>
                <a:gd name="connsiteX79" fmla="*/ 10523 w 38044"/>
                <a:gd name="connsiteY79" fmla="*/ 53723 h 54469"/>
                <a:gd name="connsiteX80" fmla="*/ 11332 w 38044"/>
                <a:gd name="connsiteY80" fmla="*/ 52231 h 54469"/>
                <a:gd name="connsiteX81" fmla="*/ 12142 w 38044"/>
                <a:gd name="connsiteY81" fmla="*/ 50738 h 54469"/>
                <a:gd name="connsiteX82" fmla="*/ 12951 w 38044"/>
                <a:gd name="connsiteY82" fmla="*/ 50738 h 54469"/>
                <a:gd name="connsiteX83" fmla="*/ 14166 w 38044"/>
                <a:gd name="connsiteY83" fmla="*/ 49246 h 54469"/>
                <a:gd name="connsiteX84" fmla="*/ 15380 w 38044"/>
                <a:gd name="connsiteY84" fmla="*/ 48500 h 54469"/>
                <a:gd name="connsiteX85" fmla="*/ 17403 w 38044"/>
                <a:gd name="connsiteY85" fmla="*/ 47008 h 54469"/>
                <a:gd name="connsiteX86" fmla="*/ 18618 w 38044"/>
                <a:gd name="connsiteY86" fmla="*/ 45515 h 54469"/>
                <a:gd name="connsiteX87" fmla="*/ 19427 w 38044"/>
                <a:gd name="connsiteY87" fmla="*/ 45515 h 54469"/>
                <a:gd name="connsiteX88" fmla="*/ 19832 w 38044"/>
                <a:gd name="connsiteY88" fmla="*/ 44023 h 54469"/>
                <a:gd name="connsiteX89" fmla="*/ 19832 w 38044"/>
                <a:gd name="connsiteY89" fmla="*/ 41784 h 54469"/>
                <a:gd name="connsiteX90" fmla="*/ 20237 w 38044"/>
                <a:gd name="connsiteY90" fmla="*/ 39546 h 54469"/>
                <a:gd name="connsiteX91" fmla="*/ 20237 w 38044"/>
                <a:gd name="connsiteY91" fmla="*/ 38054 h 54469"/>
                <a:gd name="connsiteX92" fmla="*/ 20641 w 38044"/>
                <a:gd name="connsiteY92" fmla="*/ 35069 h 54469"/>
                <a:gd name="connsiteX93" fmla="*/ 20641 w 38044"/>
                <a:gd name="connsiteY93" fmla="*/ 33577 h 54469"/>
                <a:gd name="connsiteX94" fmla="*/ 20237 w 38044"/>
                <a:gd name="connsiteY94" fmla="*/ 32831 h 54469"/>
                <a:gd name="connsiteX95" fmla="*/ 20237 w 38044"/>
                <a:gd name="connsiteY95" fmla="*/ 31338 h 54469"/>
                <a:gd name="connsiteX96" fmla="*/ 19832 w 38044"/>
                <a:gd name="connsiteY96" fmla="*/ 29846 h 54469"/>
                <a:gd name="connsiteX97" fmla="*/ 19832 w 38044"/>
                <a:gd name="connsiteY97" fmla="*/ 23877 h 54469"/>
                <a:gd name="connsiteX98" fmla="*/ 20237 w 38044"/>
                <a:gd name="connsiteY98" fmla="*/ 23131 h 54469"/>
                <a:gd name="connsiteX99" fmla="*/ 20641 w 38044"/>
                <a:gd name="connsiteY99" fmla="*/ 22385 h 54469"/>
                <a:gd name="connsiteX100" fmla="*/ 21451 w 38044"/>
                <a:gd name="connsiteY100" fmla="*/ 21638 h 54469"/>
                <a:gd name="connsiteX101" fmla="*/ 22260 w 38044"/>
                <a:gd name="connsiteY101" fmla="*/ 21638 h 54469"/>
                <a:gd name="connsiteX102" fmla="*/ 23070 w 38044"/>
                <a:gd name="connsiteY102" fmla="*/ 22385 h 54469"/>
                <a:gd name="connsiteX103" fmla="*/ 23879 w 38044"/>
                <a:gd name="connsiteY103" fmla="*/ 22385 h 54469"/>
                <a:gd name="connsiteX104" fmla="*/ 24689 w 38044"/>
                <a:gd name="connsiteY104" fmla="*/ 23131 h 54469"/>
                <a:gd name="connsiteX105" fmla="*/ 24689 w 38044"/>
                <a:gd name="connsiteY105" fmla="*/ 23877 h 54469"/>
                <a:gd name="connsiteX106" fmla="*/ 26307 w 38044"/>
                <a:gd name="connsiteY106" fmla="*/ 26115 h 54469"/>
                <a:gd name="connsiteX107" fmla="*/ 27117 w 38044"/>
                <a:gd name="connsiteY107" fmla="*/ 28354 h 54469"/>
                <a:gd name="connsiteX108" fmla="*/ 27926 w 38044"/>
                <a:gd name="connsiteY108" fmla="*/ 29100 h 54469"/>
                <a:gd name="connsiteX109" fmla="*/ 28331 w 38044"/>
                <a:gd name="connsiteY109" fmla="*/ 29846 h 54469"/>
                <a:gd name="connsiteX110" fmla="*/ 29141 w 38044"/>
                <a:gd name="connsiteY110" fmla="*/ 30592 h 54469"/>
                <a:gd name="connsiteX111" fmla="*/ 30760 w 38044"/>
                <a:gd name="connsiteY111" fmla="*/ 30592 h 54469"/>
                <a:gd name="connsiteX112" fmla="*/ 31569 w 38044"/>
                <a:gd name="connsiteY112" fmla="*/ 29846 h 54469"/>
                <a:gd name="connsiteX113" fmla="*/ 32378 w 38044"/>
                <a:gd name="connsiteY113" fmla="*/ 28354 h 54469"/>
                <a:gd name="connsiteX114" fmla="*/ 33188 w 38044"/>
                <a:gd name="connsiteY114" fmla="*/ 26861 h 54469"/>
                <a:gd name="connsiteX115" fmla="*/ 34402 w 38044"/>
                <a:gd name="connsiteY115" fmla="*/ 26115 h 54469"/>
                <a:gd name="connsiteX116" fmla="*/ 35616 w 38044"/>
                <a:gd name="connsiteY116" fmla="*/ 26115 h 54469"/>
                <a:gd name="connsiteX117" fmla="*/ 36426 w 38044"/>
                <a:gd name="connsiteY117" fmla="*/ 25369 h 54469"/>
                <a:gd name="connsiteX118" fmla="*/ 37235 w 38044"/>
                <a:gd name="connsiteY118" fmla="*/ 24623 h 54469"/>
                <a:gd name="connsiteX119" fmla="*/ 37640 w 38044"/>
                <a:gd name="connsiteY119" fmla="*/ 23877 h 54469"/>
                <a:gd name="connsiteX120" fmla="*/ 38045 w 38044"/>
                <a:gd name="connsiteY120" fmla="*/ 22385 h 54469"/>
                <a:gd name="connsiteX121" fmla="*/ 38045 w 38044"/>
                <a:gd name="connsiteY121" fmla="*/ 16415 h 54469"/>
                <a:gd name="connsiteX122" fmla="*/ 37640 w 38044"/>
                <a:gd name="connsiteY122" fmla="*/ 14923 h 54469"/>
                <a:gd name="connsiteX123" fmla="*/ 36426 w 38044"/>
                <a:gd name="connsiteY123" fmla="*/ 12685 h 54469"/>
                <a:gd name="connsiteX124" fmla="*/ 36021 w 38044"/>
                <a:gd name="connsiteY124" fmla="*/ 11192 h 54469"/>
                <a:gd name="connsiteX125" fmla="*/ 35616 w 38044"/>
                <a:gd name="connsiteY125" fmla="*/ 11192 h 54469"/>
                <a:gd name="connsiteX126" fmla="*/ 35212 w 38044"/>
                <a:gd name="connsiteY126" fmla="*/ 8954 h 54469"/>
                <a:gd name="connsiteX127" fmla="*/ 34402 w 38044"/>
                <a:gd name="connsiteY127" fmla="*/ 6715 h 54469"/>
                <a:gd name="connsiteX128" fmla="*/ 33593 w 38044"/>
                <a:gd name="connsiteY128" fmla="*/ 5223 h 54469"/>
                <a:gd name="connsiteX129" fmla="*/ 33188 w 38044"/>
                <a:gd name="connsiteY129" fmla="*/ 4477 h 54469"/>
                <a:gd name="connsiteX130" fmla="*/ 33188 w 38044"/>
                <a:gd name="connsiteY130" fmla="*/ 2985 h 54469"/>
                <a:gd name="connsiteX131" fmla="*/ 32783 w 38044"/>
                <a:gd name="connsiteY131" fmla="*/ 1492 h 54469"/>
                <a:gd name="connsiteX132" fmla="*/ 32783 w 38044"/>
                <a:gd name="connsiteY132" fmla="*/ 746 h 54469"/>
                <a:gd name="connsiteX133" fmla="*/ 31164 w 38044"/>
                <a:gd name="connsiteY133" fmla="*/ 0 h 54469"/>
                <a:gd name="connsiteX134" fmla="*/ 30760 w 38044"/>
                <a:gd name="connsiteY134" fmla="*/ 0 h 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38044" h="54469">
                  <a:moveTo>
                    <a:pt x="30355" y="0"/>
                  </a:moveTo>
                  <a:lnTo>
                    <a:pt x="29950" y="746"/>
                  </a:lnTo>
                  <a:lnTo>
                    <a:pt x="29141" y="2238"/>
                  </a:lnTo>
                  <a:lnTo>
                    <a:pt x="29141" y="2985"/>
                  </a:lnTo>
                  <a:lnTo>
                    <a:pt x="29545" y="4477"/>
                  </a:lnTo>
                  <a:lnTo>
                    <a:pt x="29950" y="5223"/>
                  </a:lnTo>
                  <a:lnTo>
                    <a:pt x="29950" y="8208"/>
                  </a:lnTo>
                  <a:lnTo>
                    <a:pt x="30355" y="8954"/>
                  </a:lnTo>
                  <a:lnTo>
                    <a:pt x="30355" y="11192"/>
                  </a:lnTo>
                  <a:lnTo>
                    <a:pt x="30760" y="11938"/>
                  </a:lnTo>
                  <a:lnTo>
                    <a:pt x="31164" y="12685"/>
                  </a:lnTo>
                  <a:lnTo>
                    <a:pt x="32378" y="14177"/>
                  </a:lnTo>
                  <a:lnTo>
                    <a:pt x="33188" y="15669"/>
                  </a:lnTo>
                  <a:lnTo>
                    <a:pt x="33188" y="19400"/>
                  </a:lnTo>
                  <a:lnTo>
                    <a:pt x="32378" y="20146"/>
                  </a:lnTo>
                  <a:lnTo>
                    <a:pt x="31164" y="20146"/>
                  </a:lnTo>
                  <a:lnTo>
                    <a:pt x="30760" y="20892"/>
                  </a:lnTo>
                  <a:lnTo>
                    <a:pt x="30355" y="20892"/>
                  </a:lnTo>
                  <a:lnTo>
                    <a:pt x="28736" y="20146"/>
                  </a:lnTo>
                  <a:lnTo>
                    <a:pt x="28331" y="20146"/>
                  </a:lnTo>
                  <a:lnTo>
                    <a:pt x="27926" y="19400"/>
                  </a:lnTo>
                  <a:lnTo>
                    <a:pt x="27117" y="18654"/>
                  </a:lnTo>
                  <a:lnTo>
                    <a:pt x="26307" y="16415"/>
                  </a:lnTo>
                  <a:lnTo>
                    <a:pt x="25903" y="14923"/>
                  </a:lnTo>
                  <a:lnTo>
                    <a:pt x="24689" y="12685"/>
                  </a:lnTo>
                  <a:lnTo>
                    <a:pt x="23879" y="11192"/>
                  </a:lnTo>
                  <a:lnTo>
                    <a:pt x="23474" y="9700"/>
                  </a:lnTo>
                  <a:lnTo>
                    <a:pt x="23070" y="8954"/>
                  </a:lnTo>
                  <a:lnTo>
                    <a:pt x="21855" y="8954"/>
                  </a:lnTo>
                  <a:lnTo>
                    <a:pt x="21451" y="9700"/>
                  </a:lnTo>
                  <a:lnTo>
                    <a:pt x="21046" y="9700"/>
                  </a:lnTo>
                  <a:lnTo>
                    <a:pt x="20237" y="11192"/>
                  </a:lnTo>
                  <a:lnTo>
                    <a:pt x="19022" y="12685"/>
                  </a:lnTo>
                  <a:lnTo>
                    <a:pt x="18618" y="12685"/>
                  </a:lnTo>
                  <a:lnTo>
                    <a:pt x="17808" y="14177"/>
                  </a:lnTo>
                  <a:lnTo>
                    <a:pt x="16999" y="14923"/>
                  </a:lnTo>
                  <a:lnTo>
                    <a:pt x="15380" y="17161"/>
                  </a:lnTo>
                  <a:lnTo>
                    <a:pt x="15380" y="17908"/>
                  </a:lnTo>
                  <a:lnTo>
                    <a:pt x="14570" y="18654"/>
                  </a:lnTo>
                  <a:lnTo>
                    <a:pt x="14166" y="20146"/>
                  </a:lnTo>
                  <a:lnTo>
                    <a:pt x="14166" y="21638"/>
                  </a:lnTo>
                  <a:lnTo>
                    <a:pt x="13761" y="22385"/>
                  </a:lnTo>
                  <a:lnTo>
                    <a:pt x="13761" y="24623"/>
                  </a:lnTo>
                  <a:lnTo>
                    <a:pt x="14166" y="26115"/>
                  </a:lnTo>
                  <a:lnTo>
                    <a:pt x="14166" y="28354"/>
                  </a:lnTo>
                  <a:lnTo>
                    <a:pt x="14975" y="29846"/>
                  </a:lnTo>
                  <a:lnTo>
                    <a:pt x="15380" y="31338"/>
                  </a:lnTo>
                  <a:lnTo>
                    <a:pt x="16189" y="32085"/>
                  </a:lnTo>
                  <a:lnTo>
                    <a:pt x="16594" y="32831"/>
                  </a:lnTo>
                  <a:lnTo>
                    <a:pt x="16999" y="33577"/>
                  </a:lnTo>
                  <a:lnTo>
                    <a:pt x="16999" y="34323"/>
                  </a:lnTo>
                  <a:lnTo>
                    <a:pt x="16594" y="35069"/>
                  </a:lnTo>
                  <a:lnTo>
                    <a:pt x="16594" y="36561"/>
                  </a:lnTo>
                  <a:lnTo>
                    <a:pt x="16189" y="38054"/>
                  </a:lnTo>
                  <a:lnTo>
                    <a:pt x="15380" y="38054"/>
                  </a:lnTo>
                  <a:lnTo>
                    <a:pt x="15380" y="38800"/>
                  </a:lnTo>
                  <a:lnTo>
                    <a:pt x="14570" y="38800"/>
                  </a:lnTo>
                  <a:lnTo>
                    <a:pt x="14166" y="39546"/>
                  </a:lnTo>
                  <a:lnTo>
                    <a:pt x="12951" y="39546"/>
                  </a:lnTo>
                  <a:lnTo>
                    <a:pt x="12142" y="40292"/>
                  </a:lnTo>
                  <a:lnTo>
                    <a:pt x="10523" y="40292"/>
                  </a:lnTo>
                  <a:lnTo>
                    <a:pt x="10523" y="41038"/>
                  </a:lnTo>
                  <a:lnTo>
                    <a:pt x="5666" y="41038"/>
                  </a:lnTo>
                  <a:lnTo>
                    <a:pt x="4452" y="40292"/>
                  </a:lnTo>
                  <a:lnTo>
                    <a:pt x="4047" y="39546"/>
                  </a:lnTo>
                  <a:lnTo>
                    <a:pt x="3238" y="40292"/>
                  </a:lnTo>
                  <a:lnTo>
                    <a:pt x="1214" y="41038"/>
                  </a:lnTo>
                  <a:lnTo>
                    <a:pt x="809" y="41038"/>
                  </a:lnTo>
                  <a:lnTo>
                    <a:pt x="405" y="43277"/>
                  </a:lnTo>
                  <a:lnTo>
                    <a:pt x="405" y="44023"/>
                  </a:lnTo>
                  <a:lnTo>
                    <a:pt x="0" y="46261"/>
                  </a:lnTo>
                  <a:lnTo>
                    <a:pt x="0" y="47754"/>
                  </a:lnTo>
                  <a:lnTo>
                    <a:pt x="809" y="48500"/>
                  </a:lnTo>
                  <a:lnTo>
                    <a:pt x="1214" y="49246"/>
                  </a:lnTo>
                  <a:lnTo>
                    <a:pt x="2428" y="50738"/>
                  </a:lnTo>
                  <a:lnTo>
                    <a:pt x="3238" y="52231"/>
                  </a:lnTo>
                  <a:lnTo>
                    <a:pt x="4047" y="52977"/>
                  </a:lnTo>
                  <a:lnTo>
                    <a:pt x="4857" y="54469"/>
                  </a:lnTo>
                  <a:lnTo>
                    <a:pt x="9309" y="54469"/>
                  </a:lnTo>
                  <a:lnTo>
                    <a:pt x="10523" y="53723"/>
                  </a:lnTo>
                  <a:lnTo>
                    <a:pt x="11332" y="52231"/>
                  </a:lnTo>
                  <a:lnTo>
                    <a:pt x="12142" y="50738"/>
                  </a:lnTo>
                  <a:lnTo>
                    <a:pt x="12951" y="50738"/>
                  </a:lnTo>
                  <a:lnTo>
                    <a:pt x="14166" y="49246"/>
                  </a:lnTo>
                  <a:lnTo>
                    <a:pt x="15380" y="48500"/>
                  </a:lnTo>
                  <a:lnTo>
                    <a:pt x="17403" y="47008"/>
                  </a:lnTo>
                  <a:lnTo>
                    <a:pt x="18618" y="45515"/>
                  </a:lnTo>
                  <a:lnTo>
                    <a:pt x="19427" y="45515"/>
                  </a:lnTo>
                  <a:lnTo>
                    <a:pt x="19832" y="44023"/>
                  </a:lnTo>
                  <a:lnTo>
                    <a:pt x="19832" y="41784"/>
                  </a:lnTo>
                  <a:lnTo>
                    <a:pt x="20237" y="39546"/>
                  </a:lnTo>
                  <a:lnTo>
                    <a:pt x="20237" y="38054"/>
                  </a:lnTo>
                  <a:lnTo>
                    <a:pt x="20641" y="35069"/>
                  </a:lnTo>
                  <a:lnTo>
                    <a:pt x="20641" y="33577"/>
                  </a:lnTo>
                  <a:lnTo>
                    <a:pt x="20237" y="32831"/>
                  </a:lnTo>
                  <a:lnTo>
                    <a:pt x="20237" y="31338"/>
                  </a:lnTo>
                  <a:lnTo>
                    <a:pt x="19832" y="29846"/>
                  </a:lnTo>
                  <a:lnTo>
                    <a:pt x="19832" y="23877"/>
                  </a:lnTo>
                  <a:lnTo>
                    <a:pt x="20237" y="23131"/>
                  </a:lnTo>
                  <a:lnTo>
                    <a:pt x="20641" y="22385"/>
                  </a:lnTo>
                  <a:lnTo>
                    <a:pt x="21451" y="21638"/>
                  </a:lnTo>
                  <a:lnTo>
                    <a:pt x="22260" y="21638"/>
                  </a:lnTo>
                  <a:lnTo>
                    <a:pt x="23070" y="22385"/>
                  </a:lnTo>
                  <a:lnTo>
                    <a:pt x="23879" y="22385"/>
                  </a:lnTo>
                  <a:lnTo>
                    <a:pt x="24689" y="23131"/>
                  </a:lnTo>
                  <a:lnTo>
                    <a:pt x="24689" y="23877"/>
                  </a:lnTo>
                  <a:lnTo>
                    <a:pt x="26307" y="26115"/>
                  </a:lnTo>
                  <a:lnTo>
                    <a:pt x="27117" y="28354"/>
                  </a:lnTo>
                  <a:lnTo>
                    <a:pt x="27926" y="29100"/>
                  </a:lnTo>
                  <a:lnTo>
                    <a:pt x="28331" y="29846"/>
                  </a:lnTo>
                  <a:lnTo>
                    <a:pt x="29141" y="30592"/>
                  </a:lnTo>
                  <a:lnTo>
                    <a:pt x="30760" y="30592"/>
                  </a:lnTo>
                  <a:lnTo>
                    <a:pt x="31569" y="29846"/>
                  </a:lnTo>
                  <a:lnTo>
                    <a:pt x="32378" y="28354"/>
                  </a:lnTo>
                  <a:lnTo>
                    <a:pt x="33188" y="26861"/>
                  </a:lnTo>
                  <a:lnTo>
                    <a:pt x="34402" y="26115"/>
                  </a:lnTo>
                  <a:lnTo>
                    <a:pt x="35616" y="26115"/>
                  </a:lnTo>
                  <a:lnTo>
                    <a:pt x="36426" y="25369"/>
                  </a:lnTo>
                  <a:lnTo>
                    <a:pt x="37235" y="24623"/>
                  </a:lnTo>
                  <a:lnTo>
                    <a:pt x="37640" y="23877"/>
                  </a:lnTo>
                  <a:lnTo>
                    <a:pt x="38045" y="22385"/>
                  </a:lnTo>
                  <a:lnTo>
                    <a:pt x="38045" y="16415"/>
                  </a:lnTo>
                  <a:lnTo>
                    <a:pt x="37640" y="14923"/>
                  </a:lnTo>
                  <a:lnTo>
                    <a:pt x="36426" y="12685"/>
                  </a:lnTo>
                  <a:lnTo>
                    <a:pt x="36021" y="11192"/>
                  </a:lnTo>
                  <a:lnTo>
                    <a:pt x="35616" y="11192"/>
                  </a:lnTo>
                  <a:lnTo>
                    <a:pt x="35212" y="8954"/>
                  </a:lnTo>
                  <a:lnTo>
                    <a:pt x="34402" y="6715"/>
                  </a:lnTo>
                  <a:lnTo>
                    <a:pt x="33593" y="5223"/>
                  </a:lnTo>
                  <a:lnTo>
                    <a:pt x="33188" y="4477"/>
                  </a:lnTo>
                  <a:lnTo>
                    <a:pt x="33188" y="2985"/>
                  </a:lnTo>
                  <a:lnTo>
                    <a:pt x="32783" y="1492"/>
                  </a:lnTo>
                  <a:lnTo>
                    <a:pt x="32783" y="746"/>
                  </a:lnTo>
                  <a:lnTo>
                    <a:pt x="31164" y="0"/>
                  </a:lnTo>
                  <a:lnTo>
                    <a:pt x="3076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10441912" y="-78807"/>
              <a:ext cx="18010" cy="18005"/>
            </a:xfrm>
            <a:custGeom>
              <a:avLst/>
              <a:gdLst>
                <a:gd name="connsiteX0" fmla="*/ 3440 w 18010"/>
                <a:gd name="connsiteY0" fmla="*/ 17908 h 18005"/>
                <a:gd name="connsiteX1" fmla="*/ 8297 w 18010"/>
                <a:gd name="connsiteY1" fmla="*/ 13431 h 18005"/>
                <a:gd name="connsiteX2" fmla="*/ 9106 w 18010"/>
                <a:gd name="connsiteY2" fmla="*/ 13431 h 18005"/>
                <a:gd name="connsiteX3" fmla="*/ 10725 w 18010"/>
                <a:gd name="connsiteY3" fmla="*/ 13431 h 18005"/>
                <a:gd name="connsiteX4" fmla="*/ 12749 w 18010"/>
                <a:gd name="connsiteY4" fmla="*/ 13431 h 18005"/>
                <a:gd name="connsiteX5" fmla="*/ 14368 w 18010"/>
                <a:gd name="connsiteY5" fmla="*/ 14177 h 18005"/>
                <a:gd name="connsiteX6" fmla="*/ 17201 w 18010"/>
                <a:gd name="connsiteY6" fmla="*/ 11192 h 18005"/>
                <a:gd name="connsiteX7" fmla="*/ 18010 w 18010"/>
                <a:gd name="connsiteY7" fmla="*/ 8208 h 18005"/>
                <a:gd name="connsiteX8" fmla="*/ 17201 w 18010"/>
                <a:gd name="connsiteY8" fmla="*/ 5969 h 18005"/>
                <a:gd name="connsiteX9" fmla="*/ 15582 w 18010"/>
                <a:gd name="connsiteY9" fmla="*/ 5223 h 18005"/>
                <a:gd name="connsiteX10" fmla="*/ 12749 w 18010"/>
                <a:gd name="connsiteY10" fmla="*/ 4477 h 18005"/>
                <a:gd name="connsiteX11" fmla="*/ 10725 w 18010"/>
                <a:gd name="connsiteY11" fmla="*/ 3731 h 18005"/>
                <a:gd name="connsiteX12" fmla="*/ 9916 w 18010"/>
                <a:gd name="connsiteY12" fmla="*/ 2985 h 18005"/>
                <a:gd name="connsiteX13" fmla="*/ 9511 w 18010"/>
                <a:gd name="connsiteY13" fmla="*/ 1492 h 18005"/>
                <a:gd name="connsiteX14" fmla="*/ 8702 w 18010"/>
                <a:gd name="connsiteY14" fmla="*/ 746 h 18005"/>
                <a:gd name="connsiteX15" fmla="*/ 4654 w 18010"/>
                <a:gd name="connsiteY15" fmla="*/ 0 h 18005"/>
                <a:gd name="connsiteX16" fmla="*/ 3845 w 18010"/>
                <a:gd name="connsiteY16" fmla="*/ 1492 h 18005"/>
                <a:gd name="connsiteX17" fmla="*/ 607 w 18010"/>
                <a:gd name="connsiteY17" fmla="*/ 5969 h 18005"/>
                <a:gd name="connsiteX18" fmla="*/ 607 w 18010"/>
                <a:gd name="connsiteY18" fmla="*/ 6715 h 18005"/>
                <a:gd name="connsiteX19" fmla="*/ 607 w 18010"/>
                <a:gd name="connsiteY19" fmla="*/ 14923 h 18005"/>
                <a:gd name="connsiteX20" fmla="*/ 3440 w 18010"/>
                <a:gd name="connsiteY20" fmla="*/ 17908 h 1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010" h="18005">
                  <a:moveTo>
                    <a:pt x="3440" y="17908"/>
                  </a:moveTo>
                  <a:cubicBezTo>
                    <a:pt x="5464" y="18654"/>
                    <a:pt x="7892" y="14923"/>
                    <a:pt x="8297" y="13431"/>
                  </a:cubicBezTo>
                  <a:lnTo>
                    <a:pt x="9106" y="13431"/>
                  </a:lnTo>
                  <a:cubicBezTo>
                    <a:pt x="9511" y="12685"/>
                    <a:pt x="10321" y="12685"/>
                    <a:pt x="10725" y="13431"/>
                  </a:cubicBezTo>
                  <a:lnTo>
                    <a:pt x="12749" y="13431"/>
                  </a:lnTo>
                  <a:cubicBezTo>
                    <a:pt x="13154" y="13431"/>
                    <a:pt x="13558" y="14177"/>
                    <a:pt x="14368" y="14177"/>
                  </a:cubicBezTo>
                  <a:cubicBezTo>
                    <a:pt x="15177" y="13431"/>
                    <a:pt x="16392" y="12685"/>
                    <a:pt x="17201" y="11192"/>
                  </a:cubicBezTo>
                  <a:cubicBezTo>
                    <a:pt x="17606" y="10446"/>
                    <a:pt x="18010" y="8954"/>
                    <a:pt x="18010" y="8208"/>
                  </a:cubicBezTo>
                  <a:cubicBezTo>
                    <a:pt x="18010" y="7461"/>
                    <a:pt x="17606" y="5969"/>
                    <a:pt x="17201" y="5969"/>
                  </a:cubicBezTo>
                  <a:cubicBezTo>
                    <a:pt x="16796" y="5969"/>
                    <a:pt x="16392" y="5223"/>
                    <a:pt x="15582" y="5223"/>
                  </a:cubicBezTo>
                  <a:cubicBezTo>
                    <a:pt x="14773" y="5969"/>
                    <a:pt x="13558" y="5969"/>
                    <a:pt x="12749" y="4477"/>
                  </a:cubicBezTo>
                  <a:cubicBezTo>
                    <a:pt x="11940" y="4477"/>
                    <a:pt x="11535" y="3731"/>
                    <a:pt x="10725" y="3731"/>
                  </a:cubicBezTo>
                  <a:cubicBezTo>
                    <a:pt x="10321" y="3731"/>
                    <a:pt x="10321" y="2985"/>
                    <a:pt x="9916" y="2985"/>
                  </a:cubicBezTo>
                  <a:cubicBezTo>
                    <a:pt x="9916" y="2238"/>
                    <a:pt x="9511" y="2238"/>
                    <a:pt x="9511" y="1492"/>
                  </a:cubicBezTo>
                  <a:cubicBezTo>
                    <a:pt x="9511" y="746"/>
                    <a:pt x="9106" y="746"/>
                    <a:pt x="8702" y="746"/>
                  </a:cubicBezTo>
                  <a:cubicBezTo>
                    <a:pt x="7487" y="0"/>
                    <a:pt x="5869" y="0"/>
                    <a:pt x="4654" y="0"/>
                  </a:cubicBezTo>
                  <a:cubicBezTo>
                    <a:pt x="4250" y="0"/>
                    <a:pt x="4250" y="746"/>
                    <a:pt x="3845" y="1492"/>
                  </a:cubicBezTo>
                  <a:lnTo>
                    <a:pt x="607" y="5969"/>
                  </a:lnTo>
                  <a:lnTo>
                    <a:pt x="607" y="6715"/>
                  </a:lnTo>
                  <a:cubicBezTo>
                    <a:pt x="-202" y="8954"/>
                    <a:pt x="-202" y="11938"/>
                    <a:pt x="607" y="14923"/>
                  </a:cubicBezTo>
                  <a:cubicBezTo>
                    <a:pt x="1416" y="16415"/>
                    <a:pt x="2226" y="17908"/>
                    <a:pt x="3440" y="179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10439686" y="279346"/>
              <a:ext cx="4047" cy="14923"/>
            </a:xfrm>
            <a:custGeom>
              <a:avLst/>
              <a:gdLst>
                <a:gd name="connsiteX0" fmla="*/ 2833 w 4047"/>
                <a:gd name="connsiteY0" fmla="*/ 746 h 14923"/>
                <a:gd name="connsiteX1" fmla="*/ 2024 w 4047"/>
                <a:gd name="connsiteY1" fmla="*/ 0 h 14923"/>
                <a:gd name="connsiteX2" fmla="*/ 809 w 4047"/>
                <a:gd name="connsiteY2" fmla="*/ 746 h 14923"/>
                <a:gd name="connsiteX3" fmla="*/ 809 w 4047"/>
                <a:gd name="connsiteY3" fmla="*/ 2984 h 14923"/>
                <a:gd name="connsiteX4" fmla="*/ 405 w 4047"/>
                <a:gd name="connsiteY4" fmla="*/ 5223 h 14923"/>
                <a:gd name="connsiteX5" fmla="*/ 0 w 4047"/>
                <a:gd name="connsiteY5" fmla="*/ 6715 h 14923"/>
                <a:gd name="connsiteX6" fmla="*/ 0 w 4047"/>
                <a:gd name="connsiteY6" fmla="*/ 10446 h 14923"/>
                <a:gd name="connsiteX7" fmla="*/ 405 w 4047"/>
                <a:gd name="connsiteY7" fmla="*/ 11938 h 14923"/>
                <a:gd name="connsiteX8" fmla="*/ 809 w 4047"/>
                <a:gd name="connsiteY8" fmla="*/ 14177 h 14923"/>
                <a:gd name="connsiteX9" fmla="*/ 2024 w 4047"/>
                <a:gd name="connsiteY9" fmla="*/ 14923 h 14923"/>
                <a:gd name="connsiteX10" fmla="*/ 3238 w 4047"/>
                <a:gd name="connsiteY10" fmla="*/ 14177 h 14923"/>
                <a:gd name="connsiteX11" fmla="*/ 4047 w 4047"/>
                <a:gd name="connsiteY11" fmla="*/ 11938 h 14923"/>
                <a:gd name="connsiteX12" fmla="*/ 4047 w 4047"/>
                <a:gd name="connsiteY12" fmla="*/ 2984 h 14923"/>
                <a:gd name="connsiteX13" fmla="*/ 3642 w 4047"/>
                <a:gd name="connsiteY13" fmla="*/ 1492 h 14923"/>
                <a:gd name="connsiteX14" fmla="*/ 3238 w 4047"/>
                <a:gd name="connsiteY14" fmla="*/ 746 h 14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47" h="14923">
                  <a:moveTo>
                    <a:pt x="2833" y="746"/>
                  </a:moveTo>
                  <a:lnTo>
                    <a:pt x="2024" y="0"/>
                  </a:lnTo>
                  <a:lnTo>
                    <a:pt x="809" y="746"/>
                  </a:lnTo>
                  <a:lnTo>
                    <a:pt x="809" y="2984"/>
                  </a:lnTo>
                  <a:lnTo>
                    <a:pt x="405" y="5223"/>
                  </a:lnTo>
                  <a:lnTo>
                    <a:pt x="0" y="6715"/>
                  </a:lnTo>
                  <a:lnTo>
                    <a:pt x="0" y="10446"/>
                  </a:lnTo>
                  <a:lnTo>
                    <a:pt x="405" y="11938"/>
                  </a:lnTo>
                  <a:lnTo>
                    <a:pt x="809" y="14177"/>
                  </a:lnTo>
                  <a:lnTo>
                    <a:pt x="2024" y="14923"/>
                  </a:lnTo>
                  <a:lnTo>
                    <a:pt x="3238" y="14177"/>
                  </a:lnTo>
                  <a:lnTo>
                    <a:pt x="4047" y="11938"/>
                  </a:lnTo>
                  <a:lnTo>
                    <a:pt x="4047" y="2984"/>
                  </a:lnTo>
                  <a:lnTo>
                    <a:pt x="3642" y="1492"/>
                  </a:lnTo>
                  <a:lnTo>
                    <a:pt x="3238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10404069" y="480061"/>
              <a:ext cx="20236" cy="23876"/>
            </a:xfrm>
            <a:custGeom>
              <a:avLst/>
              <a:gdLst>
                <a:gd name="connsiteX0" fmla="*/ 13761 w 20236"/>
                <a:gd name="connsiteY0" fmla="*/ 2985 h 23876"/>
                <a:gd name="connsiteX1" fmla="*/ 11737 w 20236"/>
                <a:gd name="connsiteY1" fmla="*/ 4477 h 23876"/>
                <a:gd name="connsiteX2" fmla="*/ 10523 w 20236"/>
                <a:gd name="connsiteY2" fmla="*/ 5223 h 23876"/>
                <a:gd name="connsiteX3" fmla="*/ 8499 w 20236"/>
                <a:gd name="connsiteY3" fmla="*/ 6715 h 23876"/>
                <a:gd name="connsiteX4" fmla="*/ 5261 w 20236"/>
                <a:gd name="connsiteY4" fmla="*/ 8954 h 23876"/>
                <a:gd name="connsiteX5" fmla="*/ 4047 w 20236"/>
                <a:gd name="connsiteY5" fmla="*/ 9700 h 23876"/>
                <a:gd name="connsiteX6" fmla="*/ 1619 w 20236"/>
                <a:gd name="connsiteY6" fmla="*/ 11192 h 23876"/>
                <a:gd name="connsiteX7" fmla="*/ 405 w 20236"/>
                <a:gd name="connsiteY7" fmla="*/ 12685 h 23876"/>
                <a:gd name="connsiteX8" fmla="*/ 0 w 20236"/>
                <a:gd name="connsiteY8" fmla="*/ 12685 h 23876"/>
                <a:gd name="connsiteX9" fmla="*/ 405 w 20236"/>
                <a:gd name="connsiteY9" fmla="*/ 16415 h 23876"/>
                <a:gd name="connsiteX10" fmla="*/ 1619 w 20236"/>
                <a:gd name="connsiteY10" fmla="*/ 20892 h 23876"/>
                <a:gd name="connsiteX11" fmla="*/ 2024 w 20236"/>
                <a:gd name="connsiteY11" fmla="*/ 23877 h 23876"/>
                <a:gd name="connsiteX12" fmla="*/ 4047 w 20236"/>
                <a:gd name="connsiteY12" fmla="*/ 22385 h 23876"/>
                <a:gd name="connsiteX13" fmla="*/ 5261 w 20236"/>
                <a:gd name="connsiteY13" fmla="*/ 20892 h 23876"/>
                <a:gd name="connsiteX14" fmla="*/ 8499 w 20236"/>
                <a:gd name="connsiteY14" fmla="*/ 18654 h 23876"/>
                <a:gd name="connsiteX15" fmla="*/ 10523 w 20236"/>
                <a:gd name="connsiteY15" fmla="*/ 17908 h 23876"/>
                <a:gd name="connsiteX16" fmla="*/ 11737 w 20236"/>
                <a:gd name="connsiteY16" fmla="*/ 16415 h 23876"/>
                <a:gd name="connsiteX17" fmla="*/ 13761 w 20236"/>
                <a:gd name="connsiteY17" fmla="*/ 14923 h 23876"/>
                <a:gd name="connsiteX18" fmla="*/ 18618 w 20236"/>
                <a:gd name="connsiteY18" fmla="*/ 11938 h 23876"/>
                <a:gd name="connsiteX19" fmla="*/ 19832 w 20236"/>
                <a:gd name="connsiteY19" fmla="*/ 11192 h 23876"/>
                <a:gd name="connsiteX20" fmla="*/ 20237 w 20236"/>
                <a:gd name="connsiteY20" fmla="*/ 11192 h 23876"/>
                <a:gd name="connsiteX21" fmla="*/ 19832 w 20236"/>
                <a:gd name="connsiteY21" fmla="*/ 7461 h 23876"/>
                <a:gd name="connsiteX22" fmla="*/ 18618 w 20236"/>
                <a:gd name="connsiteY22" fmla="*/ 2238 h 23876"/>
                <a:gd name="connsiteX23" fmla="*/ 17808 w 20236"/>
                <a:gd name="connsiteY23" fmla="*/ 0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236" h="23876">
                  <a:moveTo>
                    <a:pt x="13761" y="2985"/>
                  </a:moveTo>
                  <a:lnTo>
                    <a:pt x="11737" y="4477"/>
                  </a:lnTo>
                  <a:lnTo>
                    <a:pt x="10523" y="5223"/>
                  </a:lnTo>
                  <a:lnTo>
                    <a:pt x="8499" y="6715"/>
                  </a:lnTo>
                  <a:lnTo>
                    <a:pt x="5261" y="8954"/>
                  </a:lnTo>
                  <a:lnTo>
                    <a:pt x="4047" y="9700"/>
                  </a:lnTo>
                  <a:lnTo>
                    <a:pt x="1619" y="11192"/>
                  </a:lnTo>
                  <a:lnTo>
                    <a:pt x="405" y="12685"/>
                  </a:lnTo>
                  <a:lnTo>
                    <a:pt x="0" y="12685"/>
                  </a:lnTo>
                  <a:lnTo>
                    <a:pt x="405" y="16415"/>
                  </a:lnTo>
                  <a:lnTo>
                    <a:pt x="1619" y="20892"/>
                  </a:lnTo>
                  <a:lnTo>
                    <a:pt x="2024" y="23877"/>
                  </a:lnTo>
                  <a:lnTo>
                    <a:pt x="4047" y="22385"/>
                  </a:lnTo>
                  <a:lnTo>
                    <a:pt x="5261" y="20892"/>
                  </a:lnTo>
                  <a:lnTo>
                    <a:pt x="8499" y="18654"/>
                  </a:lnTo>
                  <a:lnTo>
                    <a:pt x="10523" y="17908"/>
                  </a:lnTo>
                  <a:lnTo>
                    <a:pt x="11737" y="16415"/>
                  </a:lnTo>
                  <a:lnTo>
                    <a:pt x="13761" y="14923"/>
                  </a:lnTo>
                  <a:lnTo>
                    <a:pt x="18618" y="11938"/>
                  </a:lnTo>
                  <a:lnTo>
                    <a:pt x="19832" y="11192"/>
                  </a:lnTo>
                  <a:lnTo>
                    <a:pt x="20237" y="11192"/>
                  </a:lnTo>
                  <a:lnTo>
                    <a:pt x="19832" y="7461"/>
                  </a:lnTo>
                  <a:lnTo>
                    <a:pt x="18618" y="2238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10420259" y="211446"/>
              <a:ext cx="30759" cy="70884"/>
            </a:xfrm>
            <a:custGeom>
              <a:avLst/>
              <a:gdLst>
                <a:gd name="connsiteX0" fmla="*/ 1619 w 30759"/>
                <a:gd name="connsiteY0" fmla="*/ 70884 h 70884"/>
                <a:gd name="connsiteX1" fmla="*/ 2428 w 30759"/>
                <a:gd name="connsiteY1" fmla="*/ 70138 h 70884"/>
                <a:gd name="connsiteX2" fmla="*/ 3238 w 30759"/>
                <a:gd name="connsiteY2" fmla="*/ 68646 h 70884"/>
                <a:gd name="connsiteX3" fmla="*/ 3643 w 30759"/>
                <a:gd name="connsiteY3" fmla="*/ 68646 h 70884"/>
                <a:gd name="connsiteX4" fmla="*/ 4857 w 30759"/>
                <a:gd name="connsiteY4" fmla="*/ 66408 h 70884"/>
                <a:gd name="connsiteX5" fmla="*/ 6071 w 30759"/>
                <a:gd name="connsiteY5" fmla="*/ 65661 h 70884"/>
                <a:gd name="connsiteX6" fmla="*/ 7690 w 30759"/>
                <a:gd name="connsiteY6" fmla="*/ 64915 h 70884"/>
                <a:gd name="connsiteX7" fmla="*/ 8904 w 30759"/>
                <a:gd name="connsiteY7" fmla="*/ 64169 h 70884"/>
                <a:gd name="connsiteX8" fmla="*/ 9309 w 30759"/>
                <a:gd name="connsiteY8" fmla="*/ 63423 h 70884"/>
                <a:gd name="connsiteX9" fmla="*/ 10118 w 30759"/>
                <a:gd name="connsiteY9" fmla="*/ 62677 h 70884"/>
                <a:gd name="connsiteX10" fmla="*/ 12547 w 30759"/>
                <a:gd name="connsiteY10" fmla="*/ 61184 h 70884"/>
                <a:gd name="connsiteX11" fmla="*/ 13356 w 30759"/>
                <a:gd name="connsiteY11" fmla="*/ 60438 h 70884"/>
                <a:gd name="connsiteX12" fmla="*/ 14166 w 30759"/>
                <a:gd name="connsiteY12" fmla="*/ 59692 h 70884"/>
                <a:gd name="connsiteX13" fmla="*/ 15784 w 30759"/>
                <a:gd name="connsiteY13" fmla="*/ 58946 h 70884"/>
                <a:gd name="connsiteX14" fmla="*/ 17403 w 30759"/>
                <a:gd name="connsiteY14" fmla="*/ 58946 h 70884"/>
                <a:gd name="connsiteX15" fmla="*/ 19022 w 30759"/>
                <a:gd name="connsiteY15" fmla="*/ 58200 h 70884"/>
                <a:gd name="connsiteX16" fmla="*/ 19427 w 30759"/>
                <a:gd name="connsiteY16" fmla="*/ 58200 h 70884"/>
                <a:gd name="connsiteX17" fmla="*/ 20641 w 30759"/>
                <a:gd name="connsiteY17" fmla="*/ 57454 h 70884"/>
                <a:gd name="connsiteX18" fmla="*/ 21855 w 30759"/>
                <a:gd name="connsiteY18" fmla="*/ 56708 h 70884"/>
                <a:gd name="connsiteX19" fmla="*/ 22665 w 30759"/>
                <a:gd name="connsiteY19" fmla="*/ 55961 h 70884"/>
                <a:gd name="connsiteX20" fmla="*/ 23070 w 30759"/>
                <a:gd name="connsiteY20" fmla="*/ 55215 h 70884"/>
                <a:gd name="connsiteX21" fmla="*/ 24284 w 30759"/>
                <a:gd name="connsiteY21" fmla="*/ 54469 h 70884"/>
                <a:gd name="connsiteX22" fmla="*/ 25498 w 30759"/>
                <a:gd name="connsiteY22" fmla="*/ 54469 h 70884"/>
                <a:gd name="connsiteX23" fmla="*/ 26307 w 30759"/>
                <a:gd name="connsiteY23" fmla="*/ 55215 h 70884"/>
                <a:gd name="connsiteX24" fmla="*/ 29141 w 30759"/>
                <a:gd name="connsiteY24" fmla="*/ 55215 h 70884"/>
                <a:gd name="connsiteX25" fmla="*/ 29950 w 30759"/>
                <a:gd name="connsiteY25" fmla="*/ 54469 h 70884"/>
                <a:gd name="connsiteX26" fmla="*/ 30355 w 30759"/>
                <a:gd name="connsiteY26" fmla="*/ 54469 h 70884"/>
                <a:gd name="connsiteX27" fmla="*/ 30760 w 30759"/>
                <a:gd name="connsiteY27" fmla="*/ 53723 h 70884"/>
                <a:gd name="connsiteX28" fmla="*/ 30760 w 30759"/>
                <a:gd name="connsiteY28" fmla="*/ 48500 h 70884"/>
                <a:gd name="connsiteX29" fmla="*/ 30355 w 30759"/>
                <a:gd name="connsiteY29" fmla="*/ 48500 h 70884"/>
                <a:gd name="connsiteX30" fmla="*/ 29950 w 30759"/>
                <a:gd name="connsiteY30" fmla="*/ 47754 h 70884"/>
                <a:gd name="connsiteX31" fmla="*/ 29545 w 30759"/>
                <a:gd name="connsiteY31" fmla="*/ 46261 h 70884"/>
                <a:gd name="connsiteX32" fmla="*/ 28736 w 30759"/>
                <a:gd name="connsiteY32" fmla="*/ 45515 h 70884"/>
                <a:gd name="connsiteX33" fmla="*/ 27926 w 30759"/>
                <a:gd name="connsiteY33" fmla="*/ 44023 h 70884"/>
                <a:gd name="connsiteX34" fmla="*/ 27522 w 30759"/>
                <a:gd name="connsiteY34" fmla="*/ 43277 h 70884"/>
                <a:gd name="connsiteX35" fmla="*/ 26712 w 30759"/>
                <a:gd name="connsiteY35" fmla="*/ 42531 h 70884"/>
                <a:gd name="connsiteX36" fmla="*/ 26307 w 30759"/>
                <a:gd name="connsiteY36" fmla="*/ 41785 h 70884"/>
                <a:gd name="connsiteX37" fmla="*/ 26307 w 30759"/>
                <a:gd name="connsiteY37" fmla="*/ 41038 h 70884"/>
                <a:gd name="connsiteX38" fmla="*/ 24689 w 30759"/>
                <a:gd name="connsiteY38" fmla="*/ 39546 h 70884"/>
                <a:gd name="connsiteX39" fmla="*/ 24284 w 30759"/>
                <a:gd name="connsiteY39" fmla="*/ 38800 h 70884"/>
                <a:gd name="connsiteX40" fmla="*/ 23879 w 30759"/>
                <a:gd name="connsiteY40" fmla="*/ 35815 h 70884"/>
                <a:gd name="connsiteX41" fmla="*/ 23474 w 30759"/>
                <a:gd name="connsiteY41" fmla="*/ 34323 h 70884"/>
                <a:gd name="connsiteX42" fmla="*/ 23070 w 30759"/>
                <a:gd name="connsiteY42" fmla="*/ 32085 h 70884"/>
                <a:gd name="connsiteX43" fmla="*/ 22260 w 30759"/>
                <a:gd name="connsiteY43" fmla="*/ 30592 h 70884"/>
                <a:gd name="connsiteX44" fmla="*/ 22260 w 30759"/>
                <a:gd name="connsiteY44" fmla="*/ 29846 h 70884"/>
                <a:gd name="connsiteX45" fmla="*/ 21855 w 30759"/>
                <a:gd name="connsiteY45" fmla="*/ 28354 h 70884"/>
                <a:gd name="connsiteX46" fmla="*/ 21451 w 30759"/>
                <a:gd name="connsiteY46" fmla="*/ 25369 h 70884"/>
                <a:gd name="connsiteX47" fmla="*/ 20641 w 30759"/>
                <a:gd name="connsiteY47" fmla="*/ 23131 h 70884"/>
                <a:gd name="connsiteX48" fmla="*/ 20237 w 30759"/>
                <a:gd name="connsiteY48" fmla="*/ 20146 h 70884"/>
                <a:gd name="connsiteX49" fmla="*/ 19832 w 30759"/>
                <a:gd name="connsiteY49" fmla="*/ 18654 h 70884"/>
                <a:gd name="connsiteX50" fmla="*/ 19427 w 30759"/>
                <a:gd name="connsiteY50" fmla="*/ 14177 h 70884"/>
                <a:gd name="connsiteX51" fmla="*/ 19022 w 30759"/>
                <a:gd name="connsiteY51" fmla="*/ 11938 h 70884"/>
                <a:gd name="connsiteX52" fmla="*/ 18618 w 30759"/>
                <a:gd name="connsiteY52" fmla="*/ 9700 h 70884"/>
                <a:gd name="connsiteX53" fmla="*/ 18618 w 30759"/>
                <a:gd name="connsiteY53" fmla="*/ 2985 h 70884"/>
                <a:gd name="connsiteX54" fmla="*/ 18213 w 30759"/>
                <a:gd name="connsiteY54" fmla="*/ 1492 h 70884"/>
                <a:gd name="connsiteX55" fmla="*/ 17403 w 30759"/>
                <a:gd name="connsiteY55" fmla="*/ 746 h 70884"/>
                <a:gd name="connsiteX56" fmla="*/ 16999 w 30759"/>
                <a:gd name="connsiteY56" fmla="*/ 746 h 70884"/>
                <a:gd name="connsiteX57" fmla="*/ 16594 w 30759"/>
                <a:gd name="connsiteY57" fmla="*/ 0 h 70884"/>
                <a:gd name="connsiteX58" fmla="*/ 16189 w 30759"/>
                <a:gd name="connsiteY58" fmla="*/ 0 h 70884"/>
                <a:gd name="connsiteX59" fmla="*/ 15784 w 30759"/>
                <a:gd name="connsiteY59" fmla="*/ 746 h 70884"/>
                <a:gd name="connsiteX60" fmla="*/ 15380 w 30759"/>
                <a:gd name="connsiteY60" fmla="*/ 746 h 70884"/>
                <a:gd name="connsiteX61" fmla="*/ 14166 w 30759"/>
                <a:gd name="connsiteY61" fmla="*/ 1492 h 70884"/>
                <a:gd name="connsiteX62" fmla="*/ 13761 w 30759"/>
                <a:gd name="connsiteY62" fmla="*/ 4477 h 70884"/>
                <a:gd name="connsiteX63" fmla="*/ 13356 w 30759"/>
                <a:gd name="connsiteY63" fmla="*/ 5969 h 70884"/>
                <a:gd name="connsiteX64" fmla="*/ 13356 w 30759"/>
                <a:gd name="connsiteY64" fmla="*/ 8954 h 70884"/>
                <a:gd name="connsiteX65" fmla="*/ 13761 w 30759"/>
                <a:gd name="connsiteY65" fmla="*/ 11938 h 70884"/>
                <a:gd name="connsiteX66" fmla="*/ 14166 w 30759"/>
                <a:gd name="connsiteY66" fmla="*/ 14923 h 70884"/>
                <a:gd name="connsiteX67" fmla="*/ 14975 w 30759"/>
                <a:gd name="connsiteY67" fmla="*/ 17908 h 70884"/>
                <a:gd name="connsiteX68" fmla="*/ 15380 w 30759"/>
                <a:gd name="connsiteY68" fmla="*/ 20146 h 70884"/>
                <a:gd name="connsiteX69" fmla="*/ 15784 w 30759"/>
                <a:gd name="connsiteY69" fmla="*/ 21638 h 70884"/>
                <a:gd name="connsiteX70" fmla="*/ 16189 w 30759"/>
                <a:gd name="connsiteY70" fmla="*/ 22384 h 70884"/>
                <a:gd name="connsiteX71" fmla="*/ 16594 w 30759"/>
                <a:gd name="connsiteY71" fmla="*/ 23131 h 70884"/>
                <a:gd name="connsiteX72" fmla="*/ 17403 w 30759"/>
                <a:gd name="connsiteY72" fmla="*/ 23877 h 70884"/>
                <a:gd name="connsiteX73" fmla="*/ 17403 w 30759"/>
                <a:gd name="connsiteY73" fmla="*/ 24623 h 70884"/>
                <a:gd name="connsiteX74" fmla="*/ 18618 w 30759"/>
                <a:gd name="connsiteY74" fmla="*/ 26861 h 70884"/>
                <a:gd name="connsiteX75" fmla="*/ 19022 w 30759"/>
                <a:gd name="connsiteY75" fmla="*/ 29100 h 70884"/>
                <a:gd name="connsiteX76" fmla="*/ 19427 w 30759"/>
                <a:gd name="connsiteY76" fmla="*/ 30592 h 70884"/>
                <a:gd name="connsiteX77" fmla="*/ 19832 w 30759"/>
                <a:gd name="connsiteY77" fmla="*/ 33577 h 70884"/>
                <a:gd name="connsiteX78" fmla="*/ 19427 w 30759"/>
                <a:gd name="connsiteY78" fmla="*/ 35069 h 70884"/>
                <a:gd name="connsiteX79" fmla="*/ 19022 w 30759"/>
                <a:gd name="connsiteY79" fmla="*/ 35815 h 70884"/>
                <a:gd name="connsiteX80" fmla="*/ 17808 w 30759"/>
                <a:gd name="connsiteY80" fmla="*/ 36561 h 70884"/>
                <a:gd name="connsiteX81" fmla="*/ 15784 w 30759"/>
                <a:gd name="connsiteY81" fmla="*/ 36561 h 70884"/>
                <a:gd name="connsiteX82" fmla="*/ 14570 w 30759"/>
                <a:gd name="connsiteY82" fmla="*/ 35815 h 70884"/>
                <a:gd name="connsiteX83" fmla="*/ 13356 w 30759"/>
                <a:gd name="connsiteY83" fmla="*/ 34323 h 70884"/>
                <a:gd name="connsiteX84" fmla="*/ 12951 w 30759"/>
                <a:gd name="connsiteY84" fmla="*/ 33577 h 70884"/>
                <a:gd name="connsiteX85" fmla="*/ 12142 w 30759"/>
                <a:gd name="connsiteY85" fmla="*/ 32085 h 70884"/>
                <a:gd name="connsiteX86" fmla="*/ 10523 w 30759"/>
                <a:gd name="connsiteY86" fmla="*/ 30592 h 70884"/>
                <a:gd name="connsiteX87" fmla="*/ 9713 w 30759"/>
                <a:gd name="connsiteY87" fmla="*/ 29100 h 70884"/>
                <a:gd name="connsiteX88" fmla="*/ 9309 w 30759"/>
                <a:gd name="connsiteY88" fmla="*/ 29100 h 70884"/>
                <a:gd name="connsiteX89" fmla="*/ 8095 w 30759"/>
                <a:gd name="connsiteY89" fmla="*/ 28354 h 70884"/>
                <a:gd name="connsiteX90" fmla="*/ 6880 w 30759"/>
                <a:gd name="connsiteY90" fmla="*/ 27608 h 70884"/>
                <a:gd name="connsiteX91" fmla="*/ 5261 w 30759"/>
                <a:gd name="connsiteY91" fmla="*/ 27608 h 70884"/>
                <a:gd name="connsiteX92" fmla="*/ 4452 w 30759"/>
                <a:gd name="connsiteY92" fmla="*/ 26861 h 70884"/>
                <a:gd name="connsiteX93" fmla="*/ 4047 w 30759"/>
                <a:gd name="connsiteY93" fmla="*/ 24623 h 70884"/>
                <a:gd name="connsiteX94" fmla="*/ 2833 w 30759"/>
                <a:gd name="connsiteY94" fmla="*/ 24623 h 70884"/>
                <a:gd name="connsiteX95" fmla="*/ 2428 w 30759"/>
                <a:gd name="connsiteY95" fmla="*/ 25369 h 70884"/>
                <a:gd name="connsiteX96" fmla="*/ 2024 w 30759"/>
                <a:gd name="connsiteY96" fmla="*/ 25369 h 70884"/>
                <a:gd name="connsiteX97" fmla="*/ 1214 w 30759"/>
                <a:gd name="connsiteY97" fmla="*/ 26115 h 70884"/>
                <a:gd name="connsiteX98" fmla="*/ 809 w 30759"/>
                <a:gd name="connsiteY98" fmla="*/ 27608 h 70884"/>
                <a:gd name="connsiteX99" fmla="*/ 809 w 30759"/>
                <a:gd name="connsiteY99" fmla="*/ 30592 h 70884"/>
                <a:gd name="connsiteX100" fmla="*/ 1214 w 30759"/>
                <a:gd name="connsiteY100" fmla="*/ 32085 h 70884"/>
                <a:gd name="connsiteX101" fmla="*/ 1619 w 30759"/>
                <a:gd name="connsiteY101" fmla="*/ 34323 h 70884"/>
                <a:gd name="connsiteX102" fmla="*/ 2024 w 30759"/>
                <a:gd name="connsiteY102" fmla="*/ 35069 h 70884"/>
                <a:gd name="connsiteX103" fmla="*/ 2428 w 30759"/>
                <a:gd name="connsiteY103" fmla="*/ 35815 h 70884"/>
                <a:gd name="connsiteX104" fmla="*/ 2833 w 30759"/>
                <a:gd name="connsiteY104" fmla="*/ 36561 h 70884"/>
                <a:gd name="connsiteX105" fmla="*/ 3643 w 30759"/>
                <a:gd name="connsiteY105" fmla="*/ 37308 h 70884"/>
                <a:gd name="connsiteX106" fmla="*/ 4452 w 30759"/>
                <a:gd name="connsiteY106" fmla="*/ 38054 h 70884"/>
                <a:gd name="connsiteX107" fmla="*/ 5666 w 30759"/>
                <a:gd name="connsiteY107" fmla="*/ 38800 h 70884"/>
                <a:gd name="connsiteX108" fmla="*/ 6880 w 30759"/>
                <a:gd name="connsiteY108" fmla="*/ 39546 h 70884"/>
                <a:gd name="connsiteX109" fmla="*/ 7690 w 30759"/>
                <a:gd name="connsiteY109" fmla="*/ 39546 h 70884"/>
                <a:gd name="connsiteX110" fmla="*/ 8095 w 30759"/>
                <a:gd name="connsiteY110" fmla="*/ 40292 h 70884"/>
                <a:gd name="connsiteX111" fmla="*/ 8904 w 30759"/>
                <a:gd name="connsiteY111" fmla="*/ 41038 h 70884"/>
                <a:gd name="connsiteX112" fmla="*/ 9309 w 30759"/>
                <a:gd name="connsiteY112" fmla="*/ 41038 h 70884"/>
                <a:gd name="connsiteX113" fmla="*/ 10928 w 30759"/>
                <a:gd name="connsiteY113" fmla="*/ 41785 h 70884"/>
                <a:gd name="connsiteX114" fmla="*/ 11332 w 30759"/>
                <a:gd name="connsiteY114" fmla="*/ 42531 h 70884"/>
                <a:gd name="connsiteX115" fmla="*/ 12547 w 30759"/>
                <a:gd name="connsiteY115" fmla="*/ 43277 h 70884"/>
                <a:gd name="connsiteX116" fmla="*/ 13356 w 30759"/>
                <a:gd name="connsiteY116" fmla="*/ 44023 h 70884"/>
                <a:gd name="connsiteX117" fmla="*/ 13761 w 30759"/>
                <a:gd name="connsiteY117" fmla="*/ 44769 h 70884"/>
                <a:gd name="connsiteX118" fmla="*/ 16999 w 30759"/>
                <a:gd name="connsiteY118" fmla="*/ 44769 h 70884"/>
                <a:gd name="connsiteX119" fmla="*/ 17403 w 30759"/>
                <a:gd name="connsiteY119" fmla="*/ 44023 h 70884"/>
                <a:gd name="connsiteX120" fmla="*/ 18213 w 30759"/>
                <a:gd name="connsiteY120" fmla="*/ 44023 h 70884"/>
                <a:gd name="connsiteX121" fmla="*/ 18618 w 30759"/>
                <a:gd name="connsiteY121" fmla="*/ 43277 h 70884"/>
                <a:gd name="connsiteX122" fmla="*/ 19427 w 30759"/>
                <a:gd name="connsiteY122" fmla="*/ 44023 h 70884"/>
                <a:gd name="connsiteX123" fmla="*/ 19832 w 30759"/>
                <a:gd name="connsiteY123" fmla="*/ 45515 h 70884"/>
                <a:gd name="connsiteX124" fmla="*/ 20237 w 30759"/>
                <a:gd name="connsiteY124" fmla="*/ 47754 h 70884"/>
                <a:gd name="connsiteX125" fmla="*/ 19832 w 30759"/>
                <a:gd name="connsiteY125" fmla="*/ 50738 h 70884"/>
                <a:gd name="connsiteX126" fmla="*/ 19427 w 30759"/>
                <a:gd name="connsiteY126" fmla="*/ 51484 h 70884"/>
                <a:gd name="connsiteX127" fmla="*/ 18618 w 30759"/>
                <a:gd name="connsiteY127" fmla="*/ 52231 h 70884"/>
                <a:gd name="connsiteX128" fmla="*/ 18618 w 30759"/>
                <a:gd name="connsiteY128" fmla="*/ 51484 h 70884"/>
                <a:gd name="connsiteX129" fmla="*/ 17808 w 30759"/>
                <a:gd name="connsiteY129" fmla="*/ 51484 h 70884"/>
                <a:gd name="connsiteX130" fmla="*/ 16999 w 30759"/>
                <a:gd name="connsiteY130" fmla="*/ 50738 h 70884"/>
                <a:gd name="connsiteX131" fmla="*/ 16594 w 30759"/>
                <a:gd name="connsiteY131" fmla="*/ 49992 h 70884"/>
                <a:gd name="connsiteX132" fmla="*/ 16189 w 30759"/>
                <a:gd name="connsiteY132" fmla="*/ 49992 h 70884"/>
                <a:gd name="connsiteX133" fmla="*/ 15784 w 30759"/>
                <a:gd name="connsiteY133" fmla="*/ 50738 h 70884"/>
                <a:gd name="connsiteX134" fmla="*/ 14166 w 30759"/>
                <a:gd name="connsiteY134" fmla="*/ 51484 h 70884"/>
                <a:gd name="connsiteX135" fmla="*/ 13356 w 30759"/>
                <a:gd name="connsiteY135" fmla="*/ 51484 h 70884"/>
                <a:gd name="connsiteX136" fmla="*/ 12142 w 30759"/>
                <a:gd name="connsiteY136" fmla="*/ 52231 h 70884"/>
                <a:gd name="connsiteX137" fmla="*/ 10928 w 30759"/>
                <a:gd name="connsiteY137" fmla="*/ 51484 h 70884"/>
                <a:gd name="connsiteX138" fmla="*/ 9309 w 30759"/>
                <a:gd name="connsiteY138" fmla="*/ 51484 h 70884"/>
                <a:gd name="connsiteX139" fmla="*/ 8499 w 30759"/>
                <a:gd name="connsiteY139" fmla="*/ 52231 h 70884"/>
                <a:gd name="connsiteX140" fmla="*/ 8095 w 30759"/>
                <a:gd name="connsiteY140" fmla="*/ 52977 h 70884"/>
                <a:gd name="connsiteX141" fmla="*/ 6880 w 30759"/>
                <a:gd name="connsiteY141" fmla="*/ 52977 h 70884"/>
                <a:gd name="connsiteX142" fmla="*/ 3643 w 30759"/>
                <a:gd name="connsiteY142" fmla="*/ 54469 h 70884"/>
                <a:gd name="connsiteX143" fmla="*/ 3238 w 30759"/>
                <a:gd name="connsiteY143" fmla="*/ 55215 h 70884"/>
                <a:gd name="connsiteX144" fmla="*/ 2024 w 30759"/>
                <a:gd name="connsiteY144" fmla="*/ 55961 h 70884"/>
                <a:gd name="connsiteX145" fmla="*/ 809 w 30759"/>
                <a:gd name="connsiteY145" fmla="*/ 58200 h 70884"/>
                <a:gd name="connsiteX146" fmla="*/ 405 w 30759"/>
                <a:gd name="connsiteY146" fmla="*/ 60438 h 70884"/>
                <a:gd name="connsiteX147" fmla="*/ 0 w 30759"/>
                <a:gd name="connsiteY147" fmla="*/ 62677 h 70884"/>
                <a:gd name="connsiteX148" fmla="*/ 0 w 30759"/>
                <a:gd name="connsiteY148" fmla="*/ 69392 h 70884"/>
                <a:gd name="connsiteX149" fmla="*/ 405 w 30759"/>
                <a:gd name="connsiteY149" fmla="*/ 70138 h 7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30759" h="70884">
                  <a:moveTo>
                    <a:pt x="1619" y="70884"/>
                  </a:moveTo>
                  <a:lnTo>
                    <a:pt x="2428" y="70138"/>
                  </a:lnTo>
                  <a:lnTo>
                    <a:pt x="3238" y="68646"/>
                  </a:lnTo>
                  <a:lnTo>
                    <a:pt x="3643" y="68646"/>
                  </a:lnTo>
                  <a:lnTo>
                    <a:pt x="4857" y="66408"/>
                  </a:lnTo>
                  <a:lnTo>
                    <a:pt x="6071" y="65661"/>
                  </a:lnTo>
                  <a:lnTo>
                    <a:pt x="7690" y="64915"/>
                  </a:lnTo>
                  <a:lnTo>
                    <a:pt x="8904" y="64169"/>
                  </a:lnTo>
                  <a:lnTo>
                    <a:pt x="9309" y="63423"/>
                  </a:lnTo>
                  <a:lnTo>
                    <a:pt x="10118" y="62677"/>
                  </a:lnTo>
                  <a:lnTo>
                    <a:pt x="12547" y="61184"/>
                  </a:lnTo>
                  <a:lnTo>
                    <a:pt x="13356" y="60438"/>
                  </a:lnTo>
                  <a:lnTo>
                    <a:pt x="14166" y="59692"/>
                  </a:lnTo>
                  <a:lnTo>
                    <a:pt x="15784" y="58946"/>
                  </a:lnTo>
                  <a:lnTo>
                    <a:pt x="17403" y="58946"/>
                  </a:lnTo>
                  <a:lnTo>
                    <a:pt x="19022" y="58200"/>
                  </a:lnTo>
                  <a:lnTo>
                    <a:pt x="19427" y="58200"/>
                  </a:lnTo>
                  <a:lnTo>
                    <a:pt x="20641" y="57454"/>
                  </a:lnTo>
                  <a:lnTo>
                    <a:pt x="21855" y="56708"/>
                  </a:lnTo>
                  <a:lnTo>
                    <a:pt x="22665" y="55961"/>
                  </a:lnTo>
                  <a:lnTo>
                    <a:pt x="23070" y="55215"/>
                  </a:lnTo>
                  <a:lnTo>
                    <a:pt x="24284" y="54469"/>
                  </a:lnTo>
                  <a:lnTo>
                    <a:pt x="25498" y="54469"/>
                  </a:lnTo>
                  <a:lnTo>
                    <a:pt x="26307" y="55215"/>
                  </a:lnTo>
                  <a:lnTo>
                    <a:pt x="29141" y="55215"/>
                  </a:lnTo>
                  <a:lnTo>
                    <a:pt x="29950" y="54469"/>
                  </a:lnTo>
                  <a:lnTo>
                    <a:pt x="30355" y="54469"/>
                  </a:lnTo>
                  <a:lnTo>
                    <a:pt x="30760" y="53723"/>
                  </a:lnTo>
                  <a:lnTo>
                    <a:pt x="30760" y="48500"/>
                  </a:lnTo>
                  <a:lnTo>
                    <a:pt x="30355" y="48500"/>
                  </a:lnTo>
                  <a:lnTo>
                    <a:pt x="29950" y="47754"/>
                  </a:lnTo>
                  <a:lnTo>
                    <a:pt x="29545" y="46261"/>
                  </a:lnTo>
                  <a:lnTo>
                    <a:pt x="28736" y="45515"/>
                  </a:lnTo>
                  <a:lnTo>
                    <a:pt x="27926" y="44023"/>
                  </a:lnTo>
                  <a:lnTo>
                    <a:pt x="27522" y="43277"/>
                  </a:lnTo>
                  <a:lnTo>
                    <a:pt x="26712" y="42531"/>
                  </a:lnTo>
                  <a:cubicBezTo>
                    <a:pt x="26712" y="42531"/>
                    <a:pt x="26307" y="43277"/>
                    <a:pt x="26307" y="41785"/>
                  </a:cubicBezTo>
                  <a:lnTo>
                    <a:pt x="26307" y="41038"/>
                  </a:lnTo>
                  <a:lnTo>
                    <a:pt x="24689" y="39546"/>
                  </a:lnTo>
                  <a:lnTo>
                    <a:pt x="24284" y="38800"/>
                  </a:lnTo>
                  <a:lnTo>
                    <a:pt x="23879" y="35815"/>
                  </a:lnTo>
                  <a:lnTo>
                    <a:pt x="23474" y="34323"/>
                  </a:lnTo>
                  <a:lnTo>
                    <a:pt x="23070" y="32085"/>
                  </a:lnTo>
                  <a:lnTo>
                    <a:pt x="22260" y="30592"/>
                  </a:lnTo>
                  <a:lnTo>
                    <a:pt x="22260" y="29846"/>
                  </a:lnTo>
                  <a:lnTo>
                    <a:pt x="21855" y="28354"/>
                  </a:lnTo>
                  <a:lnTo>
                    <a:pt x="21451" y="25369"/>
                  </a:lnTo>
                  <a:lnTo>
                    <a:pt x="20641" y="23131"/>
                  </a:lnTo>
                  <a:lnTo>
                    <a:pt x="20237" y="20146"/>
                  </a:lnTo>
                  <a:lnTo>
                    <a:pt x="19832" y="18654"/>
                  </a:lnTo>
                  <a:lnTo>
                    <a:pt x="19427" y="14177"/>
                  </a:lnTo>
                  <a:lnTo>
                    <a:pt x="19022" y="11938"/>
                  </a:lnTo>
                  <a:lnTo>
                    <a:pt x="18618" y="9700"/>
                  </a:lnTo>
                  <a:lnTo>
                    <a:pt x="18618" y="2985"/>
                  </a:lnTo>
                  <a:lnTo>
                    <a:pt x="18213" y="1492"/>
                  </a:lnTo>
                  <a:lnTo>
                    <a:pt x="17403" y="746"/>
                  </a:lnTo>
                  <a:lnTo>
                    <a:pt x="16999" y="746"/>
                  </a:lnTo>
                  <a:lnTo>
                    <a:pt x="16594" y="0"/>
                  </a:lnTo>
                  <a:lnTo>
                    <a:pt x="16189" y="0"/>
                  </a:lnTo>
                  <a:lnTo>
                    <a:pt x="15784" y="746"/>
                  </a:lnTo>
                  <a:lnTo>
                    <a:pt x="15380" y="746"/>
                  </a:lnTo>
                  <a:lnTo>
                    <a:pt x="14166" y="1492"/>
                  </a:lnTo>
                  <a:lnTo>
                    <a:pt x="13761" y="4477"/>
                  </a:lnTo>
                  <a:lnTo>
                    <a:pt x="13356" y="5969"/>
                  </a:lnTo>
                  <a:lnTo>
                    <a:pt x="13356" y="8954"/>
                  </a:lnTo>
                  <a:lnTo>
                    <a:pt x="13761" y="11938"/>
                  </a:lnTo>
                  <a:lnTo>
                    <a:pt x="14166" y="14923"/>
                  </a:lnTo>
                  <a:lnTo>
                    <a:pt x="14975" y="17908"/>
                  </a:lnTo>
                  <a:lnTo>
                    <a:pt x="15380" y="20146"/>
                  </a:lnTo>
                  <a:lnTo>
                    <a:pt x="15784" y="21638"/>
                  </a:lnTo>
                  <a:lnTo>
                    <a:pt x="16189" y="22384"/>
                  </a:lnTo>
                  <a:lnTo>
                    <a:pt x="16594" y="23131"/>
                  </a:lnTo>
                  <a:lnTo>
                    <a:pt x="17403" y="23877"/>
                  </a:lnTo>
                  <a:lnTo>
                    <a:pt x="17403" y="24623"/>
                  </a:lnTo>
                  <a:lnTo>
                    <a:pt x="18618" y="26861"/>
                  </a:lnTo>
                  <a:lnTo>
                    <a:pt x="19022" y="29100"/>
                  </a:lnTo>
                  <a:lnTo>
                    <a:pt x="19427" y="30592"/>
                  </a:lnTo>
                  <a:lnTo>
                    <a:pt x="19832" y="33577"/>
                  </a:lnTo>
                  <a:lnTo>
                    <a:pt x="19427" y="35069"/>
                  </a:lnTo>
                  <a:lnTo>
                    <a:pt x="19022" y="35815"/>
                  </a:lnTo>
                  <a:lnTo>
                    <a:pt x="17808" y="36561"/>
                  </a:lnTo>
                  <a:lnTo>
                    <a:pt x="15784" y="36561"/>
                  </a:lnTo>
                  <a:lnTo>
                    <a:pt x="14570" y="35815"/>
                  </a:lnTo>
                  <a:lnTo>
                    <a:pt x="13356" y="34323"/>
                  </a:lnTo>
                  <a:lnTo>
                    <a:pt x="12951" y="33577"/>
                  </a:lnTo>
                  <a:lnTo>
                    <a:pt x="12142" y="32085"/>
                  </a:lnTo>
                  <a:lnTo>
                    <a:pt x="10523" y="30592"/>
                  </a:lnTo>
                  <a:lnTo>
                    <a:pt x="9713" y="29100"/>
                  </a:lnTo>
                  <a:lnTo>
                    <a:pt x="9309" y="29100"/>
                  </a:lnTo>
                  <a:lnTo>
                    <a:pt x="8095" y="28354"/>
                  </a:lnTo>
                  <a:lnTo>
                    <a:pt x="6880" y="27608"/>
                  </a:lnTo>
                  <a:lnTo>
                    <a:pt x="5261" y="27608"/>
                  </a:lnTo>
                  <a:lnTo>
                    <a:pt x="4452" y="26861"/>
                  </a:lnTo>
                  <a:lnTo>
                    <a:pt x="4047" y="24623"/>
                  </a:lnTo>
                  <a:lnTo>
                    <a:pt x="2833" y="24623"/>
                  </a:lnTo>
                  <a:lnTo>
                    <a:pt x="2428" y="25369"/>
                  </a:lnTo>
                  <a:lnTo>
                    <a:pt x="2024" y="25369"/>
                  </a:lnTo>
                  <a:lnTo>
                    <a:pt x="1214" y="26115"/>
                  </a:lnTo>
                  <a:lnTo>
                    <a:pt x="809" y="27608"/>
                  </a:lnTo>
                  <a:lnTo>
                    <a:pt x="809" y="30592"/>
                  </a:lnTo>
                  <a:lnTo>
                    <a:pt x="1214" y="32085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2833" y="36561"/>
                  </a:lnTo>
                  <a:lnTo>
                    <a:pt x="3643" y="37308"/>
                  </a:lnTo>
                  <a:lnTo>
                    <a:pt x="4452" y="38054"/>
                  </a:lnTo>
                  <a:lnTo>
                    <a:pt x="5666" y="38800"/>
                  </a:lnTo>
                  <a:lnTo>
                    <a:pt x="6880" y="39546"/>
                  </a:lnTo>
                  <a:lnTo>
                    <a:pt x="7690" y="39546"/>
                  </a:lnTo>
                  <a:lnTo>
                    <a:pt x="8095" y="40292"/>
                  </a:lnTo>
                  <a:lnTo>
                    <a:pt x="8904" y="41038"/>
                  </a:lnTo>
                  <a:lnTo>
                    <a:pt x="9309" y="41038"/>
                  </a:lnTo>
                  <a:lnTo>
                    <a:pt x="10928" y="41785"/>
                  </a:lnTo>
                  <a:lnTo>
                    <a:pt x="11332" y="42531"/>
                  </a:lnTo>
                  <a:lnTo>
                    <a:pt x="12547" y="43277"/>
                  </a:lnTo>
                  <a:lnTo>
                    <a:pt x="13356" y="44023"/>
                  </a:lnTo>
                  <a:lnTo>
                    <a:pt x="13761" y="44769"/>
                  </a:lnTo>
                  <a:lnTo>
                    <a:pt x="16999" y="44769"/>
                  </a:lnTo>
                  <a:lnTo>
                    <a:pt x="17403" y="44023"/>
                  </a:lnTo>
                  <a:lnTo>
                    <a:pt x="18213" y="44023"/>
                  </a:lnTo>
                  <a:lnTo>
                    <a:pt x="18618" y="43277"/>
                  </a:lnTo>
                  <a:lnTo>
                    <a:pt x="19427" y="44023"/>
                  </a:lnTo>
                  <a:lnTo>
                    <a:pt x="19832" y="45515"/>
                  </a:lnTo>
                  <a:cubicBezTo>
                    <a:pt x="19832" y="46261"/>
                    <a:pt x="20237" y="47008"/>
                    <a:pt x="20237" y="47754"/>
                  </a:cubicBezTo>
                  <a:cubicBezTo>
                    <a:pt x="20237" y="48500"/>
                    <a:pt x="20237" y="49246"/>
                    <a:pt x="19832" y="50738"/>
                  </a:cubicBezTo>
                  <a:lnTo>
                    <a:pt x="19427" y="51484"/>
                  </a:lnTo>
                  <a:lnTo>
                    <a:pt x="18618" y="52231"/>
                  </a:lnTo>
                  <a:lnTo>
                    <a:pt x="18618" y="51484"/>
                  </a:lnTo>
                  <a:lnTo>
                    <a:pt x="17808" y="51484"/>
                  </a:lnTo>
                  <a:lnTo>
                    <a:pt x="16999" y="50738"/>
                  </a:lnTo>
                  <a:lnTo>
                    <a:pt x="16594" y="49992"/>
                  </a:lnTo>
                  <a:lnTo>
                    <a:pt x="16189" y="49992"/>
                  </a:lnTo>
                  <a:lnTo>
                    <a:pt x="15784" y="50738"/>
                  </a:lnTo>
                  <a:lnTo>
                    <a:pt x="14166" y="51484"/>
                  </a:lnTo>
                  <a:lnTo>
                    <a:pt x="13356" y="51484"/>
                  </a:lnTo>
                  <a:lnTo>
                    <a:pt x="12142" y="52231"/>
                  </a:lnTo>
                  <a:lnTo>
                    <a:pt x="10928" y="51484"/>
                  </a:lnTo>
                  <a:lnTo>
                    <a:pt x="9309" y="51484"/>
                  </a:lnTo>
                  <a:lnTo>
                    <a:pt x="8499" y="52231"/>
                  </a:lnTo>
                  <a:lnTo>
                    <a:pt x="8095" y="52977"/>
                  </a:lnTo>
                  <a:lnTo>
                    <a:pt x="6880" y="52977"/>
                  </a:lnTo>
                  <a:lnTo>
                    <a:pt x="3643" y="54469"/>
                  </a:lnTo>
                  <a:lnTo>
                    <a:pt x="3238" y="55215"/>
                  </a:lnTo>
                  <a:lnTo>
                    <a:pt x="2024" y="55961"/>
                  </a:lnTo>
                  <a:lnTo>
                    <a:pt x="809" y="58200"/>
                  </a:lnTo>
                  <a:lnTo>
                    <a:pt x="405" y="60438"/>
                  </a:lnTo>
                  <a:lnTo>
                    <a:pt x="0" y="62677"/>
                  </a:lnTo>
                  <a:lnTo>
                    <a:pt x="0" y="69392"/>
                  </a:lnTo>
                  <a:lnTo>
                    <a:pt x="405" y="701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10370477" y="-15384"/>
              <a:ext cx="39663" cy="88046"/>
            </a:xfrm>
            <a:custGeom>
              <a:avLst/>
              <a:gdLst>
                <a:gd name="connsiteX0" fmla="*/ 33997 w 39663"/>
                <a:gd name="connsiteY0" fmla="*/ 19400 h 88046"/>
                <a:gd name="connsiteX1" fmla="*/ 32378 w 39663"/>
                <a:gd name="connsiteY1" fmla="*/ 17161 h 88046"/>
                <a:gd name="connsiteX2" fmla="*/ 31974 w 39663"/>
                <a:gd name="connsiteY2" fmla="*/ 17161 h 88046"/>
                <a:gd name="connsiteX3" fmla="*/ 31164 w 39663"/>
                <a:gd name="connsiteY3" fmla="*/ 16415 h 88046"/>
                <a:gd name="connsiteX4" fmla="*/ 30760 w 39663"/>
                <a:gd name="connsiteY4" fmla="*/ 16415 h 88046"/>
                <a:gd name="connsiteX5" fmla="*/ 29141 w 39663"/>
                <a:gd name="connsiteY5" fmla="*/ 15669 h 88046"/>
                <a:gd name="connsiteX6" fmla="*/ 28736 w 39663"/>
                <a:gd name="connsiteY6" fmla="*/ 15669 h 88046"/>
                <a:gd name="connsiteX7" fmla="*/ 28331 w 39663"/>
                <a:gd name="connsiteY7" fmla="*/ 14923 h 88046"/>
                <a:gd name="connsiteX8" fmla="*/ 27522 w 39663"/>
                <a:gd name="connsiteY8" fmla="*/ 13431 h 88046"/>
                <a:gd name="connsiteX9" fmla="*/ 26712 w 39663"/>
                <a:gd name="connsiteY9" fmla="*/ 12685 h 88046"/>
                <a:gd name="connsiteX10" fmla="*/ 26307 w 39663"/>
                <a:gd name="connsiteY10" fmla="*/ 11938 h 88046"/>
                <a:gd name="connsiteX11" fmla="*/ 25903 w 39663"/>
                <a:gd name="connsiteY11" fmla="*/ 11192 h 88046"/>
                <a:gd name="connsiteX12" fmla="*/ 25903 w 39663"/>
                <a:gd name="connsiteY12" fmla="*/ 8208 h 88046"/>
                <a:gd name="connsiteX13" fmla="*/ 26307 w 39663"/>
                <a:gd name="connsiteY13" fmla="*/ 7461 h 88046"/>
                <a:gd name="connsiteX14" fmla="*/ 26712 w 39663"/>
                <a:gd name="connsiteY14" fmla="*/ 6715 h 88046"/>
                <a:gd name="connsiteX15" fmla="*/ 27117 w 39663"/>
                <a:gd name="connsiteY15" fmla="*/ 5223 h 88046"/>
                <a:gd name="connsiteX16" fmla="*/ 27522 w 39663"/>
                <a:gd name="connsiteY16" fmla="*/ 4477 h 88046"/>
                <a:gd name="connsiteX17" fmla="*/ 27522 w 39663"/>
                <a:gd name="connsiteY17" fmla="*/ 2238 h 88046"/>
                <a:gd name="connsiteX18" fmla="*/ 27117 w 39663"/>
                <a:gd name="connsiteY18" fmla="*/ 1492 h 88046"/>
                <a:gd name="connsiteX19" fmla="*/ 26712 w 39663"/>
                <a:gd name="connsiteY19" fmla="*/ 746 h 88046"/>
                <a:gd name="connsiteX20" fmla="*/ 26712 w 39663"/>
                <a:gd name="connsiteY20" fmla="*/ 0 h 88046"/>
                <a:gd name="connsiteX21" fmla="*/ 26307 w 39663"/>
                <a:gd name="connsiteY21" fmla="*/ 746 h 88046"/>
                <a:gd name="connsiteX22" fmla="*/ 25903 w 39663"/>
                <a:gd name="connsiteY22" fmla="*/ 1492 h 88046"/>
                <a:gd name="connsiteX23" fmla="*/ 25498 w 39663"/>
                <a:gd name="connsiteY23" fmla="*/ 2238 h 88046"/>
                <a:gd name="connsiteX24" fmla="*/ 24689 w 39663"/>
                <a:gd name="connsiteY24" fmla="*/ 2985 h 88046"/>
                <a:gd name="connsiteX25" fmla="*/ 23474 w 39663"/>
                <a:gd name="connsiteY25" fmla="*/ 3731 h 88046"/>
                <a:gd name="connsiteX26" fmla="*/ 23070 w 39663"/>
                <a:gd name="connsiteY26" fmla="*/ 5223 h 88046"/>
                <a:gd name="connsiteX27" fmla="*/ 22260 w 39663"/>
                <a:gd name="connsiteY27" fmla="*/ 6715 h 88046"/>
                <a:gd name="connsiteX28" fmla="*/ 21451 w 39663"/>
                <a:gd name="connsiteY28" fmla="*/ 8954 h 88046"/>
                <a:gd name="connsiteX29" fmla="*/ 19427 w 39663"/>
                <a:gd name="connsiteY29" fmla="*/ 10446 h 88046"/>
                <a:gd name="connsiteX30" fmla="*/ 18618 w 39663"/>
                <a:gd name="connsiteY30" fmla="*/ 11192 h 88046"/>
                <a:gd name="connsiteX31" fmla="*/ 18213 w 39663"/>
                <a:gd name="connsiteY31" fmla="*/ 11192 h 88046"/>
                <a:gd name="connsiteX32" fmla="*/ 16189 w 39663"/>
                <a:gd name="connsiteY32" fmla="*/ 10446 h 88046"/>
                <a:gd name="connsiteX33" fmla="*/ 15784 w 39663"/>
                <a:gd name="connsiteY33" fmla="*/ 10446 h 88046"/>
                <a:gd name="connsiteX34" fmla="*/ 15380 w 39663"/>
                <a:gd name="connsiteY34" fmla="*/ 9700 h 88046"/>
                <a:gd name="connsiteX35" fmla="*/ 14975 w 39663"/>
                <a:gd name="connsiteY35" fmla="*/ 8954 h 88046"/>
                <a:gd name="connsiteX36" fmla="*/ 14570 w 39663"/>
                <a:gd name="connsiteY36" fmla="*/ 8208 h 88046"/>
                <a:gd name="connsiteX37" fmla="*/ 13356 w 39663"/>
                <a:gd name="connsiteY37" fmla="*/ 7461 h 88046"/>
                <a:gd name="connsiteX38" fmla="*/ 11737 w 39663"/>
                <a:gd name="connsiteY38" fmla="*/ 8208 h 88046"/>
                <a:gd name="connsiteX39" fmla="*/ 10118 w 39663"/>
                <a:gd name="connsiteY39" fmla="*/ 8208 h 88046"/>
                <a:gd name="connsiteX40" fmla="*/ 8499 w 39663"/>
                <a:gd name="connsiteY40" fmla="*/ 8954 h 88046"/>
                <a:gd name="connsiteX41" fmla="*/ 6880 w 39663"/>
                <a:gd name="connsiteY41" fmla="*/ 9700 h 88046"/>
                <a:gd name="connsiteX42" fmla="*/ 5666 w 39663"/>
                <a:gd name="connsiteY42" fmla="*/ 10446 h 88046"/>
                <a:gd name="connsiteX43" fmla="*/ 5261 w 39663"/>
                <a:gd name="connsiteY43" fmla="*/ 10446 h 88046"/>
                <a:gd name="connsiteX44" fmla="*/ 4047 w 39663"/>
                <a:gd name="connsiteY44" fmla="*/ 13431 h 88046"/>
                <a:gd name="connsiteX45" fmla="*/ 3643 w 39663"/>
                <a:gd name="connsiteY45" fmla="*/ 14177 h 88046"/>
                <a:gd name="connsiteX46" fmla="*/ 3238 w 39663"/>
                <a:gd name="connsiteY46" fmla="*/ 14923 h 88046"/>
                <a:gd name="connsiteX47" fmla="*/ 3238 w 39663"/>
                <a:gd name="connsiteY47" fmla="*/ 17161 h 88046"/>
                <a:gd name="connsiteX48" fmla="*/ 2833 w 39663"/>
                <a:gd name="connsiteY48" fmla="*/ 20146 h 88046"/>
                <a:gd name="connsiteX49" fmla="*/ 2833 w 39663"/>
                <a:gd name="connsiteY49" fmla="*/ 23131 h 88046"/>
                <a:gd name="connsiteX50" fmla="*/ 3238 w 39663"/>
                <a:gd name="connsiteY50" fmla="*/ 26861 h 88046"/>
                <a:gd name="connsiteX51" fmla="*/ 2833 w 39663"/>
                <a:gd name="connsiteY51" fmla="*/ 32085 h 88046"/>
                <a:gd name="connsiteX52" fmla="*/ 2833 w 39663"/>
                <a:gd name="connsiteY52" fmla="*/ 32831 h 88046"/>
                <a:gd name="connsiteX53" fmla="*/ 2428 w 39663"/>
                <a:gd name="connsiteY53" fmla="*/ 34323 h 88046"/>
                <a:gd name="connsiteX54" fmla="*/ 2428 w 39663"/>
                <a:gd name="connsiteY54" fmla="*/ 35069 h 88046"/>
                <a:gd name="connsiteX55" fmla="*/ 2024 w 39663"/>
                <a:gd name="connsiteY55" fmla="*/ 38054 h 88046"/>
                <a:gd name="connsiteX56" fmla="*/ 1619 w 39663"/>
                <a:gd name="connsiteY56" fmla="*/ 38800 h 88046"/>
                <a:gd name="connsiteX57" fmla="*/ 1214 w 39663"/>
                <a:gd name="connsiteY57" fmla="*/ 41038 h 88046"/>
                <a:gd name="connsiteX58" fmla="*/ 1214 w 39663"/>
                <a:gd name="connsiteY58" fmla="*/ 41785 h 88046"/>
                <a:gd name="connsiteX59" fmla="*/ 809 w 39663"/>
                <a:gd name="connsiteY59" fmla="*/ 42531 h 88046"/>
                <a:gd name="connsiteX60" fmla="*/ 809 w 39663"/>
                <a:gd name="connsiteY60" fmla="*/ 47754 h 88046"/>
                <a:gd name="connsiteX61" fmla="*/ 1214 w 39663"/>
                <a:gd name="connsiteY61" fmla="*/ 48500 h 88046"/>
                <a:gd name="connsiteX62" fmla="*/ 1619 w 39663"/>
                <a:gd name="connsiteY62" fmla="*/ 50738 h 88046"/>
                <a:gd name="connsiteX63" fmla="*/ 1214 w 39663"/>
                <a:gd name="connsiteY63" fmla="*/ 55215 h 88046"/>
                <a:gd name="connsiteX64" fmla="*/ 809 w 39663"/>
                <a:gd name="connsiteY64" fmla="*/ 56708 h 88046"/>
                <a:gd name="connsiteX65" fmla="*/ 405 w 39663"/>
                <a:gd name="connsiteY65" fmla="*/ 58200 h 88046"/>
                <a:gd name="connsiteX66" fmla="*/ 405 w 39663"/>
                <a:gd name="connsiteY66" fmla="*/ 59692 h 88046"/>
                <a:gd name="connsiteX67" fmla="*/ 0 w 39663"/>
                <a:gd name="connsiteY67" fmla="*/ 61931 h 88046"/>
                <a:gd name="connsiteX68" fmla="*/ 0 w 39663"/>
                <a:gd name="connsiteY68" fmla="*/ 64915 h 88046"/>
                <a:gd name="connsiteX69" fmla="*/ 405 w 39663"/>
                <a:gd name="connsiteY69" fmla="*/ 67154 h 88046"/>
                <a:gd name="connsiteX70" fmla="*/ 809 w 39663"/>
                <a:gd name="connsiteY70" fmla="*/ 67900 h 88046"/>
                <a:gd name="connsiteX71" fmla="*/ 1214 w 39663"/>
                <a:gd name="connsiteY71" fmla="*/ 68646 h 88046"/>
                <a:gd name="connsiteX72" fmla="*/ 1619 w 39663"/>
                <a:gd name="connsiteY72" fmla="*/ 69392 h 88046"/>
                <a:gd name="connsiteX73" fmla="*/ 1619 w 39663"/>
                <a:gd name="connsiteY73" fmla="*/ 70138 h 88046"/>
                <a:gd name="connsiteX74" fmla="*/ 2024 w 39663"/>
                <a:gd name="connsiteY74" fmla="*/ 71631 h 88046"/>
                <a:gd name="connsiteX75" fmla="*/ 3238 w 39663"/>
                <a:gd name="connsiteY75" fmla="*/ 73869 h 88046"/>
                <a:gd name="connsiteX76" fmla="*/ 3643 w 39663"/>
                <a:gd name="connsiteY76" fmla="*/ 74615 h 88046"/>
                <a:gd name="connsiteX77" fmla="*/ 4047 w 39663"/>
                <a:gd name="connsiteY77" fmla="*/ 75361 h 88046"/>
                <a:gd name="connsiteX78" fmla="*/ 4452 w 39663"/>
                <a:gd name="connsiteY78" fmla="*/ 76108 h 88046"/>
                <a:gd name="connsiteX79" fmla="*/ 4857 w 39663"/>
                <a:gd name="connsiteY79" fmla="*/ 78346 h 88046"/>
                <a:gd name="connsiteX80" fmla="*/ 5666 w 39663"/>
                <a:gd name="connsiteY80" fmla="*/ 79092 h 88046"/>
                <a:gd name="connsiteX81" fmla="*/ 6071 w 39663"/>
                <a:gd name="connsiteY81" fmla="*/ 79092 h 88046"/>
                <a:gd name="connsiteX82" fmla="*/ 6880 w 39663"/>
                <a:gd name="connsiteY82" fmla="*/ 79838 h 88046"/>
                <a:gd name="connsiteX83" fmla="*/ 8499 w 39663"/>
                <a:gd name="connsiteY83" fmla="*/ 79838 h 88046"/>
                <a:gd name="connsiteX84" fmla="*/ 8499 w 39663"/>
                <a:gd name="connsiteY84" fmla="*/ 80584 h 88046"/>
                <a:gd name="connsiteX85" fmla="*/ 10523 w 39663"/>
                <a:gd name="connsiteY85" fmla="*/ 81331 h 88046"/>
                <a:gd name="connsiteX86" fmla="*/ 11737 w 39663"/>
                <a:gd name="connsiteY86" fmla="*/ 82077 h 88046"/>
                <a:gd name="connsiteX87" fmla="*/ 12142 w 39663"/>
                <a:gd name="connsiteY87" fmla="*/ 82077 h 88046"/>
                <a:gd name="connsiteX88" fmla="*/ 12547 w 39663"/>
                <a:gd name="connsiteY88" fmla="*/ 82823 h 88046"/>
                <a:gd name="connsiteX89" fmla="*/ 12951 w 39663"/>
                <a:gd name="connsiteY89" fmla="*/ 83569 h 88046"/>
                <a:gd name="connsiteX90" fmla="*/ 13356 w 39663"/>
                <a:gd name="connsiteY90" fmla="*/ 84315 h 88046"/>
                <a:gd name="connsiteX91" fmla="*/ 13761 w 39663"/>
                <a:gd name="connsiteY91" fmla="*/ 85061 h 88046"/>
                <a:gd name="connsiteX92" fmla="*/ 14570 w 39663"/>
                <a:gd name="connsiteY92" fmla="*/ 85808 h 88046"/>
                <a:gd name="connsiteX93" fmla="*/ 15784 w 39663"/>
                <a:gd name="connsiteY93" fmla="*/ 85808 h 88046"/>
                <a:gd name="connsiteX94" fmla="*/ 15784 w 39663"/>
                <a:gd name="connsiteY94" fmla="*/ 86554 h 88046"/>
                <a:gd name="connsiteX95" fmla="*/ 17403 w 39663"/>
                <a:gd name="connsiteY95" fmla="*/ 87300 h 88046"/>
                <a:gd name="connsiteX96" fmla="*/ 20641 w 39663"/>
                <a:gd name="connsiteY96" fmla="*/ 87300 h 88046"/>
                <a:gd name="connsiteX97" fmla="*/ 21451 w 39663"/>
                <a:gd name="connsiteY97" fmla="*/ 88046 h 88046"/>
                <a:gd name="connsiteX98" fmla="*/ 23474 w 39663"/>
                <a:gd name="connsiteY98" fmla="*/ 88046 h 88046"/>
                <a:gd name="connsiteX99" fmla="*/ 24284 w 39663"/>
                <a:gd name="connsiteY99" fmla="*/ 86554 h 88046"/>
                <a:gd name="connsiteX100" fmla="*/ 25498 w 39663"/>
                <a:gd name="connsiteY100" fmla="*/ 85808 h 88046"/>
                <a:gd name="connsiteX101" fmla="*/ 25903 w 39663"/>
                <a:gd name="connsiteY101" fmla="*/ 85061 h 88046"/>
                <a:gd name="connsiteX102" fmla="*/ 26712 w 39663"/>
                <a:gd name="connsiteY102" fmla="*/ 83569 h 88046"/>
                <a:gd name="connsiteX103" fmla="*/ 27926 w 39663"/>
                <a:gd name="connsiteY103" fmla="*/ 82823 h 88046"/>
                <a:gd name="connsiteX104" fmla="*/ 28331 w 39663"/>
                <a:gd name="connsiteY104" fmla="*/ 82077 h 88046"/>
                <a:gd name="connsiteX105" fmla="*/ 29545 w 39663"/>
                <a:gd name="connsiteY105" fmla="*/ 80584 h 88046"/>
                <a:gd name="connsiteX106" fmla="*/ 29950 w 39663"/>
                <a:gd name="connsiteY106" fmla="*/ 78346 h 88046"/>
                <a:gd name="connsiteX107" fmla="*/ 29950 w 39663"/>
                <a:gd name="connsiteY107" fmla="*/ 75361 h 88046"/>
                <a:gd name="connsiteX108" fmla="*/ 30355 w 39663"/>
                <a:gd name="connsiteY108" fmla="*/ 72377 h 88046"/>
                <a:gd name="connsiteX109" fmla="*/ 30355 w 39663"/>
                <a:gd name="connsiteY109" fmla="*/ 69392 h 88046"/>
                <a:gd name="connsiteX110" fmla="*/ 30760 w 39663"/>
                <a:gd name="connsiteY110" fmla="*/ 68646 h 88046"/>
                <a:gd name="connsiteX111" fmla="*/ 31164 w 39663"/>
                <a:gd name="connsiteY111" fmla="*/ 68646 h 88046"/>
                <a:gd name="connsiteX112" fmla="*/ 31569 w 39663"/>
                <a:gd name="connsiteY112" fmla="*/ 67154 h 88046"/>
                <a:gd name="connsiteX113" fmla="*/ 32783 w 39663"/>
                <a:gd name="connsiteY113" fmla="*/ 64169 h 88046"/>
                <a:gd name="connsiteX114" fmla="*/ 33188 w 39663"/>
                <a:gd name="connsiteY114" fmla="*/ 62677 h 88046"/>
                <a:gd name="connsiteX115" fmla="*/ 33188 w 39663"/>
                <a:gd name="connsiteY115" fmla="*/ 61931 h 88046"/>
                <a:gd name="connsiteX116" fmla="*/ 33593 w 39663"/>
                <a:gd name="connsiteY116" fmla="*/ 58946 h 88046"/>
                <a:gd name="connsiteX117" fmla="*/ 33997 w 39663"/>
                <a:gd name="connsiteY117" fmla="*/ 57454 h 88046"/>
                <a:gd name="connsiteX118" fmla="*/ 34807 w 39663"/>
                <a:gd name="connsiteY118" fmla="*/ 55961 h 88046"/>
                <a:gd name="connsiteX119" fmla="*/ 35616 w 39663"/>
                <a:gd name="connsiteY119" fmla="*/ 55215 h 88046"/>
                <a:gd name="connsiteX120" fmla="*/ 36021 w 39663"/>
                <a:gd name="connsiteY120" fmla="*/ 54469 h 88046"/>
                <a:gd name="connsiteX121" fmla="*/ 36426 w 39663"/>
                <a:gd name="connsiteY121" fmla="*/ 53723 h 88046"/>
                <a:gd name="connsiteX122" fmla="*/ 36426 w 39663"/>
                <a:gd name="connsiteY122" fmla="*/ 50738 h 88046"/>
                <a:gd name="connsiteX123" fmla="*/ 36831 w 39663"/>
                <a:gd name="connsiteY123" fmla="*/ 48500 h 88046"/>
                <a:gd name="connsiteX124" fmla="*/ 37235 w 39663"/>
                <a:gd name="connsiteY124" fmla="*/ 45515 h 88046"/>
                <a:gd name="connsiteX125" fmla="*/ 37640 w 39663"/>
                <a:gd name="connsiteY125" fmla="*/ 44769 h 88046"/>
                <a:gd name="connsiteX126" fmla="*/ 38045 w 39663"/>
                <a:gd name="connsiteY126" fmla="*/ 44023 h 88046"/>
                <a:gd name="connsiteX127" fmla="*/ 38449 w 39663"/>
                <a:gd name="connsiteY127" fmla="*/ 41785 h 88046"/>
                <a:gd name="connsiteX128" fmla="*/ 38854 w 39663"/>
                <a:gd name="connsiteY128" fmla="*/ 38800 h 88046"/>
                <a:gd name="connsiteX129" fmla="*/ 38854 w 39663"/>
                <a:gd name="connsiteY129" fmla="*/ 35815 h 88046"/>
                <a:gd name="connsiteX130" fmla="*/ 39664 w 39663"/>
                <a:gd name="connsiteY130" fmla="*/ 32085 h 88046"/>
                <a:gd name="connsiteX131" fmla="*/ 39259 w 39663"/>
                <a:gd name="connsiteY131" fmla="*/ 29846 h 88046"/>
                <a:gd name="connsiteX132" fmla="*/ 38854 w 39663"/>
                <a:gd name="connsiteY132" fmla="*/ 29100 h 88046"/>
                <a:gd name="connsiteX133" fmla="*/ 38449 w 39663"/>
                <a:gd name="connsiteY133" fmla="*/ 28354 h 88046"/>
                <a:gd name="connsiteX134" fmla="*/ 37640 w 39663"/>
                <a:gd name="connsiteY134" fmla="*/ 26115 h 88046"/>
                <a:gd name="connsiteX135" fmla="*/ 37235 w 39663"/>
                <a:gd name="connsiteY135" fmla="*/ 25369 h 88046"/>
                <a:gd name="connsiteX136" fmla="*/ 35616 w 39663"/>
                <a:gd name="connsiteY136" fmla="*/ 22385 h 88046"/>
                <a:gd name="connsiteX137" fmla="*/ 35212 w 39663"/>
                <a:gd name="connsiteY137" fmla="*/ 21638 h 88046"/>
                <a:gd name="connsiteX138" fmla="*/ 27926 w 39663"/>
                <a:gd name="connsiteY138" fmla="*/ 67154 h 88046"/>
                <a:gd name="connsiteX139" fmla="*/ 27926 w 39663"/>
                <a:gd name="connsiteY139" fmla="*/ 70138 h 88046"/>
                <a:gd name="connsiteX140" fmla="*/ 27522 w 39663"/>
                <a:gd name="connsiteY140" fmla="*/ 70884 h 88046"/>
                <a:gd name="connsiteX141" fmla="*/ 26712 w 39663"/>
                <a:gd name="connsiteY141" fmla="*/ 71631 h 88046"/>
                <a:gd name="connsiteX142" fmla="*/ 26307 w 39663"/>
                <a:gd name="connsiteY142" fmla="*/ 73869 h 88046"/>
                <a:gd name="connsiteX143" fmla="*/ 26307 w 39663"/>
                <a:gd name="connsiteY143" fmla="*/ 74615 h 88046"/>
                <a:gd name="connsiteX144" fmla="*/ 25903 w 39663"/>
                <a:gd name="connsiteY144" fmla="*/ 75361 h 88046"/>
                <a:gd name="connsiteX145" fmla="*/ 25093 w 39663"/>
                <a:gd name="connsiteY145" fmla="*/ 76108 h 88046"/>
                <a:gd name="connsiteX146" fmla="*/ 23474 w 39663"/>
                <a:gd name="connsiteY146" fmla="*/ 76854 h 88046"/>
                <a:gd name="connsiteX147" fmla="*/ 21451 w 39663"/>
                <a:gd name="connsiteY147" fmla="*/ 77600 h 88046"/>
                <a:gd name="connsiteX148" fmla="*/ 19832 w 39663"/>
                <a:gd name="connsiteY148" fmla="*/ 77600 h 88046"/>
                <a:gd name="connsiteX149" fmla="*/ 18618 w 39663"/>
                <a:gd name="connsiteY149" fmla="*/ 76854 h 88046"/>
                <a:gd name="connsiteX150" fmla="*/ 18618 w 39663"/>
                <a:gd name="connsiteY150" fmla="*/ 76108 h 88046"/>
                <a:gd name="connsiteX151" fmla="*/ 16189 w 39663"/>
                <a:gd name="connsiteY151" fmla="*/ 75361 h 88046"/>
                <a:gd name="connsiteX152" fmla="*/ 15380 w 39663"/>
                <a:gd name="connsiteY152" fmla="*/ 74615 h 88046"/>
                <a:gd name="connsiteX153" fmla="*/ 14975 w 39663"/>
                <a:gd name="connsiteY153" fmla="*/ 73869 h 88046"/>
                <a:gd name="connsiteX154" fmla="*/ 12951 w 39663"/>
                <a:gd name="connsiteY154" fmla="*/ 72377 h 88046"/>
                <a:gd name="connsiteX155" fmla="*/ 11332 w 39663"/>
                <a:gd name="connsiteY155" fmla="*/ 71631 h 88046"/>
                <a:gd name="connsiteX156" fmla="*/ 10118 w 39663"/>
                <a:gd name="connsiteY156" fmla="*/ 70884 h 88046"/>
                <a:gd name="connsiteX157" fmla="*/ 8499 w 39663"/>
                <a:gd name="connsiteY157" fmla="*/ 70138 h 88046"/>
                <a:gd name="connsiteX158" fmla="*/ 7285 w 39663"/>
                <a:gd name="connsiteY158" fmla="*/ 69392 h 88046"/>
                <a:gd name="connsiteX159" fmla="*/ 6476 w 39663"/>
                <a:gd name="connsiteY159" fmla="*/ 68646 h 88046"/>
                <a:gd name="connsiteX160" fmla="*/ 6071 w 39663"/>
                <a:gd name="connsiteY160" fmla="*/ 67900 h 88046"/>
                <a:gd name="connsiteX161" fmla="*/ 5666 w 39663"/>
                <a:gd name="connsiteY161" fmla="*/ 66408 h 88046"/>
                <a:gd name="connsiteX162" fmla="*/ 5261 w 39663"/>
                <a:gd name="connsiteY162" fmla="*/ 65661 h 88046"/>
                <a:gd name="connsiteX163" fmla="*/ 4857 w 39663"/>
                <a:gd name="connsiteY163" fmla="*/ 64915 h 88046"/>
                <a:gd name="connsiteX164" fmla="*/ 4452 w 39663"/>
                <a:gd name="connsiteY164" fmla="*/ 63423 h 88046"/>
                <a:gd name="connsiteX165" fmla="*/ 4857 w 39663"/>
                <a:gd name="connsiteY165" fmla="*/ 61184 h 88046"/>
                <a:gd name="connsiteX166" fmla="*/ 5261 w 39663"/>
                <a:gd name="connsiteY166" fmla="*/ 60438 h 88046"/>
                <a:gd name="connsiteX167" fmla="*/ 5666 w 39663"/>
                <a:gd name="connsiteY167" fmla="*/ 59692 h 88046"/>
                <a:gd name="connsiteX168" fmla="*/ 6476 w 39663"/>
                <a:gd name="connsiteY168" fmla="*/ 58946 h 88046"/>
                <a:gd name="connsiteX169" fmla="*/ 8095 w 39663"/>
                <a:gd name="connsiteY169" fmla="*/ 58946 h 88046"/>
                <a:gd name="connsiteX170" fmla="*/ 8499 w 39663"/>
                <a:gd name="connsiteY170" fmla="*/ 59692 h 88046"/>
                <a:gd name="connsiteX171" fmla="*/ 8904 w 39663"/>
                <a:gd name="connsiteY171" fmla="*/ 60438 h 88046"/>
                <a:gd name="connsiteX172" fmla="*/ 11332 w 39663"/>
                <a:gd name="connsiteY172" fmla="*/ 60438 h 88046"/>
                <a:gd name="connsiteX173" fmla="*/ 11737 w 39663"/>
                <a:gd name="connsiteY173" fmla="*/ 61184 h 88046"/>
                <a:gd name="connsiteX174" fmla="*/ 12142 w 39663"/>
                <a:gd name="connsiteY174" fmla="*/ 61931 h 88046"/>
                <a:gd name="connsiteX175" fmla="*/ 15380 w 39663"/>
                <a:gd name="connsiteY175" fmla="*/ 61931 h 88046"/>
                <a:gd name="connsiteX176" fmla="*/ 16999 w 39663"/>
                <a:gd name="connsiteY176" fmla="*/ 62677 h 88046"/>
                <a:gd name="connsiteX177" fmla="*/ 18213 w 39663"/>
                <a:gd name="connsiteY177" fmla="*/ 62677 h 88046"/>
                <a:gd name="connsiteX178" fmla="*/ 19022 w 39663"/>
                <a:gd name="connsiteY178" fmla="*/ 63423 h 88046"/>
                <a:gd name="connsiteX179" fmla="*/ 19832 w 39663"/>
                <a:gd name="connsiteY179" fmla="*/ 64169 h 88046"/>
                <a:gd name="connsiteX180" fmla="*/ 21046 w 39663"/>
                <a:gd name="connsiteY180" fmla="*/ 64169 h 88046"/>
                <a:gd name="connsiteX181" fmla="*/ 22665 w 39663"/>
                <a:gd name="connsiteY181" fmla="*/ 64915 h 88046"/>
                <a:gd name="connsiteX182" fmla="*/ 23474 w 39663"/>
                <a:gd name="connsiteY182" fmla="*/ 64915 h 88046"/>
                <a:gd name="connsiteX183" fmla="*/ 24689 w 39663"/>
                <a:gd name="connsiteY183" fmla="*/ 65661 h 88046"/>
                <a:gd name="connsiteX184" fmla="*/ 25093 w 39663"/>
                <a:gd name="connsiteY184" fmla="*/ 65661 h 88046"/>
                <a:gd name="connsiteX185" fmla="*/ 26307 w 39663"/>
                <a:gd name="connsiteY185" fmla="*/ 66408 h 88046"/>
                <a:gd name="connsiteX186" fmla="*/ 26712 w 39663"/>
                <a:gd name="connsiteY186" fmla="*/ 67154 h 88046"/>
                <a:gd name="connsiteX187" fmla="*/ 27117 w 39663"/>
                <a:gd name="connsiteY187" fmla="*/ 67900 h 88046"/>
                <a:gd name="connsiteX188" fmla="*/ 27117 w 39663"/>
                <a:gd name="connsiteY188" fmla="*/ 68646 h 88046"/>
                <a:gd name="connsiteX189" fmla="*/ 27522 w 39663"/>
                <a:gd name="connsiteY189" fmla="*/ 69392 h 88046"/>
                <a:gd name="connsiteX190" fmla="*/ 32378 w 39663"/>
                <a:gd name="connsiteY190" fmla="*/ 51485 h 88046"/>
                <a:gd name="connsiteX191" fmla="*/ 31974 w 39663"/>
                <a:gd name="connsiteY191" fmla="*/ 52231 h 88046"/>
                <a:gd name="connsiteX192" fmla="*/ 31569 w 39663"/>
                <a:gd name="connsiteY192" fmla="*/ 53723 h 88046"/>
                <a:gd name="connsiteX193" fmla="*/ 31164 w 39663"/>
                <a:gd name="connsiteY193" fmla="*/ 54469 h 88046"/>
                <a:gd name="connsiteX194" fmla="*/ 30760 w 39663"/>
                <a:gd name="connsiteY194" fmla="*/ 55961 h 88046"/>
                <a:gd name="connsiteX195" fmla="*/ 29545 w 39663"/>
                <a:gd name="connsiteY195" fmla="*/ 57454 h 88046"/>
                <a:gd name="connsiteX196" fmla="*/ 29141 w 39663"/>
                <a:gd name="connsiteY196" fmla="*/ 57454 h 88046"/>
                <a:gd name="connsiteX197" fmla="*/ 27522 w 39663"/>
                <a:gd name="connsiteY197" fmla="*/ 56708 h 88046"/>
                <a:gd name="connsiteX198" fmla="*/ 27117 w 39663"/>
                <a:gd name="connsiteY198" fmla="*/ 55961 h 88046"/>
                <a:gd name="connsiteX199" fmla="*/ 26712 w 39663"/>
                <a:gd name="connsiteY199" fmla="*/ 55961 h 88046"/>
                <a:gd name="connsiteX200" fmla="*/ 25093 w 39663"/>
                <a:gd name="connsiteY200" fmla="*/ 55215 h 88046"/>
                <a:gd name="connsiteX201" fmla="*/ 25093 w 39663"/>
                <a:gd name="connsiteY201" fmla="*/ 54469 h 88046"/>
                <a:gd name="connsiteX202" fmla="*/ 24284 w 39663"/>
                <a:gd name="connsiteY202" fmla="*/ 53723 h 88046"/>
                <a:gd name="connsiteX203" fmla="*/ 22665 w 39663"/>
                <a:gd name="connsiteY203" fmla="*/ 52977 h 88046"/>
                <a:gd name="connsiteX204" fmla="*/ 21451 w 39663"/>
                <a:gd name="connsiteY204" fmla="*/ 52231 h 88046"/>
                <a:gd name="connsiteX205" fmla="*/ 20641 w 39663"/>
                <a:gd name="connsiteY205" fmla="*/ 51485 h 88046"/>
                <a:gd name="connsiteX206" fmla="*/ 18213 w 39663"/>
                <a:gd name="connsiteY206" fmla="*/ 51485 h 88046"/>
                <a:gd name="connsiteX207" fmla="*/ 17808 w 39663"/>
                <a:gd name="connsiteY207" fmla="*/ 49992 h 88046"/>
                <a:gd name="connsiteX208" fmla="*/ 11737 w 39663"/>
                <a:gd name="connsiteY208" fmla="*/ 49992 h 88046"/>
                <a:gd name="connsiteX209" fmla="*/ 11332 w 39663"/>
                <a:gd name="connsiteY209" fmla="*/ 49246 h 88046"/>
                <a:gd name="connsiteX210" fmla="*/ 10523 w 39663"/>
                <a:gd name="connsiteY210" fmla="*/ 48500 h 88046"/>
                <a:gd name="connsiteX211" fmla="*/ 9713 w 39663"/>
                <a:gd name="connsiteY211" fmla="*/ 47754 h 88046"/>
                <a:gd name="connsiteX212" fmla="*/ 8904 w 39663"/>
                <a:gd name="connsiteY212" fmla="*/ 47008 h 88046"/>
                <a:gd name="connsiteX213" fmla="*/ 8095 w 39663"/>
                <a:gd name="connsiteY213" fmla="*/ 46261 h 88046"/>
                <a:gd name="connsiteX214" fmla="*/ 7285 w 39663"/>
                <a:gd name="connsiteY214" fmla="*/ 45515 h 88046"/>
                <a:gd name="connsiteX215" fmla="*/ 6880 w 39663"/>
                <a:gd name="connsiteY215" fmla="*/ 44769 h 88046"/>
                <a:gd name="connsiteX216" fmla="*/ 7285 w 39663"/>
                <a:gd name="connsiteY216" fmla="*/ 43277 h 88046"/>
                <a:gd name="connsiteX217" fmla="*/ 8095 w 39663"/>
                <a:gd name="connsiteY217" fmla="*/ 41785 h 88046"/>
                <a:gd name="connsiteX218" fmla="*/ 9713 w 39663"/>
                <a:gd name="connsiteY218" fmla="*/ 40292 h 88046"/>
                <a:gd name="connsiteX219" fmla="*/ 11332 w 39663"/>
                <a:gd name="connsiteY219" fmla="*/ 40292 h 88046"/>
                <a:gd name="connsiteX220" fmla="*/ 12951 w 39663"/>
                <a:gd name="connsiteY220" fmla="*/ 41038 h 88046"/>
                <a:gd name="connsiteX221" fmla="*/ 14570 w 39663"/>
                <a:gd name="connsiteY221" fmla="*/ 41785 h 88046"/>
                <a:gd name="connsiteX222" fmla="*/ 14975 w 39663"/>
                <a:gd name="connsiteY222" fmla="*/ 42531 h 88046"/>
                <a:gd name="connsiteX223" fmla="*/ 15380 w 39663"/>
                <a:gd name="connsiteY223" fmla="*/ 43277 h 88046"/>
                <a:gd name="connsiteX224" fmla="*/ 16189 w 39663"/>
                <a:gd name="connsiteY224" fmla="*/ 44023 h 88046"/>
                <a:gd name="connsiteX225" fmla="*/ 17403 w 39663"/>
                <a:gd name="connsiteY225" fmla="*/ 44769 h 88046"/>
                <a:gd name="connsiteX226" fmla="*/ 17808 w 39663"/>
                <a:gd name="connsiteY226" fmla="*/ 45515 h 88046"/>
                <a:gd name="connsiteX227" fmla="*/ 19427 w 39663"/>
                <a:gd name="connsiteY227" fmla="*/ 45515 h 88046"/>
                <a:gd name="connsiteX228" fmla="*/ 21046 w 39663"/>
                <a:gd name="connsiteY228" fmla="*/ 46261 h 88046"/>
                <a:gd name="connsiteX229" fmla="*/ 23070 w 39663"/>
                <a:gd name="connsiteY229" fmla="*/ 47008 h 88046"/>
                <a:gd name="connsiteX230" fmla="*/ 23879 w 39663"/>
                <a:gd name="connsiteY230" fmla="*/ 47008 h 88046"/>
                <a:gd name="connsiteX231" fmla="*/ 24284 w 39663"/>
                <a:gd name="connsiteY231" fmla="*/ 47754 h 88046"/>
                <a:gd name="connsiteX232" fmla="*/ 24689 w 39663"/>
                <a:gd name="connsiteY232" fmla="*/ 48500 h 88046"/>
                <a:gd name="connsiteX233" fmla="*/ 25903 w 39663"/>
                <a:gd name="connsiteY233" fmla="*/ 49246 h 88046"/>
                <a:gd name="connsiteX234" fmla="*/ 26307 w 39663"/>
                <a:gd name="connsiteY234" fmla="*/ 49992 h 88046"/>
                <a:gd name="connsiteX235" fmla="*/ 26712 w 39663"/>
                <a:gd name="connsiteY235" fmla="*/ 49992 h 88046"/>
                <a:gd name="connsiteX236" fmla="*/ 27522 w 39663"/>
                <a:gd name="connsiteY236" fmla="*/ 50738 h 88046"/>
                <a:gd name="connsiteX237" fmla="*/ 28736 w 39663"/>
                <a:gd name="connsiteY237" fmla="*/ 49992 h 88046"/>
                <a:gd name="connsiteX238" fmla="*/ 29141 w 39663"/>
                <a:gd name="connsiteY238" fmla="*/ 49992 h 88046"/>
                <a:gd name="connsiteX239" fmla="*/ 29950 w 39663"/>
                <a:gd name="connsiteY239" fmla="*/ 50738 h 88046"/>
                <a:gd name="connsiteX240" fmla="*/ 30355 w 39663"/>
                <a:gd name="connsiteY240" fmla="*/ 51485 h 88046"/>
                <a:gd name="connsiteX241" fmla="*/ 30760 w 39663"/>
                <a:gd name="connsiteY241" fmla="*/ 52977 h 88046"/>
                <a:gd name="connsiteX242" fmla="*/ 31164 w 39663"/>
                <a:gd name="connsiteY242" fmla="*/ 53723 h 88046"/>
                <a:gd name="connsiteX243" fmla="*/ 31569 w 39663"/>
                <a:gd name="connsiteY243" fmla="*/ 54469 h 88046"/>
                <a:gd name="connsiteX244" fmla="*/ 35616 w 39663"/>
                <a:gd name="connsiteY244" fmla="*/ 36561 h 88046"/>
                <a:gd name="connsiteX245" fmla="*/ 35212 w 39663"/>
                <a:gd name="connsiteY245" fmla="*/ 37308 h 88046"/>
                <a:gd name="connsiteX246" fmla="*/ 34402 w 39663"/>
                <a:gd name="connsiteY246" fmla="*/ 38054 h 88046"/>
                <a:gd name="connsiteX247" fmla="*/ 33997 w 39663"/>
                <a:gd name="connsiteY247" fmla="*/ 38054 h 88046"/>
                <a:gd name="connsiteX248" fmla="*/ 32378 w 39663"/>
                <a:gd name="connsiteY248" fmla="*/ 37308 h 88046"/>
                <a:gd name="connsiteX249" fmla="*/ 31974 w 39663"/>
                <a:gd name="connsiteY249" fmla="*/ 37308 h 88046"/>
                <a:gd name="connsiteX250" fmla="*/ 31164 w 39663"/>
                <a:gd name="connsiteY250" fmla="*/ 36561 h 88046"/>
                <a:gd name="connsiteX251" fmla="*/ 29141 w 39663"/>
                <a:gd name="connsiteY251" fmla="*/ 36561 h 88046"/>
                <a:gd name="connsiteX252" fmla="*/ 28331 w 39663"/>
                <a:gd name="connsiteY252" fmla="*/ 35815 h 88046"/>
                <a:gd name="connsiteX253" fmla="*/ 27117 w 39663"/>
                <a:gd name="connsiteY253" fmla="*/ 36561 h 88046"/>
                <a:gd name="connsiteX254" fmla="*/ 26712 w 39663"/>
                <a:gd name="connsiteY254" fmla="*/ 35815 h 88046"/>
                <a:gd name="connsiteX255" fmla="*/ 25498 w 39663"/>
                <a:gd name="connsiteY255" fmla="*/ 35069 h 88046"/>
                <a:gd name="connsiteX256" fmla="*/ 25093 w 39663"/>
                <a:gd name="connsiteY256" fmla="*/ 34323 h 88046"/>
                <a:gd name="connsiteX257" fmla="*/ 24689 w 39663"/>
                <a:gd name="connsiteY257" fmla="*/ 33577 h 88046"/>
                <a:gd name="connsiteX258" fmla="*/ 24284 w 39663"/>
                <a:gd name="connsiteY258" fmla="*/ 32831 h 88046"/>
                <a:gd name="connsiteX259" fmla="*/ 23070 w 39663"/>
                <a:gd name="connsiteY259" fmla="*/ 32085 h 88046"/>
                <a:gd name="connsiteX260" fmla="*/ 21451 w 39663"/>
                <a:gd name="connsiteY260" fmla="*/ 32085 h 88046"/>
                <a:gd name="connsiteX261" fmla="*/ 20237 w 39663"/>
                <a:gd name="connsiteY261" fmla="*/ 31338 h 88046"/>
                <a:gd name="connsiteX262" fmla="*/ 16594 w 39663"/>
                <a:gd name="connsiteY262" fmla="*/ 31338 h 88046"/>
                <a:gd name="connsiteX263" fmla="*/ 15380 w 39663"/>
                <a:gd name="connsiteY263" fmla="*/ 30592 h 88046"/>
                <a:gd name="connsiteX264" fmla="*/ 14975 w 39663"/>
                <a:gd name="connsiteY264" fmla="*/ 30592 h 88046"/>
                <a:gd name="connsiteX265" fmla="*/ 13761 w 39663"/>
                <a:gd name="connsiteY265" fmla="*/ 29846 h 88046"/>
                <a:gd name="connsiteX266" fmla="*/ 12547 w 39663"/>
                <a:gd name="connsiteY266" fmla="*/ 29100 h 88046"/>
                <a:gd name="connsiteX267" fmla="*/ 11332 w 39663"/>
                <a:gd name="connsiteY267" fmla="*/ 28354 h 88046"/>
                <a:gd name="connsiteX268" fmla="*/ 10928 w 39663"/>
                <a:gd name="connsiteY268" fmla="*/ 28354 h 88046"/>
                <a:gd name="connsiteX269" fmla="*/ 10523 w 39663"/>
                <a:gd name="connsiteY269" fmla="*/ 27608 h 88046"/>
                <a:gd name="connsiteX270" fmla="*/ 10118 w 39663"/>
                <a:gd name="connsiteY270" fmla="*/ 26861 h 88046"/>
                <a:gd name="connsiteX271" fmla="*/ 9713 w 39663"/>
                <a:gd name="connsiteY271" fmla="*/ 26115 h 88046"/>
                <a:gd name="connsiteX272" fmla="*/ 9309 w 39663"/>
                <a:gd name="connsiteY272" fmla="*/ 25369 h 88046"/>
                <a:gd name="connsiteX273" fmla="*/ 9309 w 39663"/>
                <a:gd name="connsiteY273" fmla="*/ 23877 h 88046"/>
                <a:gd name="connsiteX274" fmla="*/ 9713 w 39663"/>
                <a:gd name="connsiteY274" fmla="*/ 22385 h 88046"/>
                <a:gd name="connsiteX275" fmla="*/ 10118 w 39663"/>
                <a:gd name="connsiteY275" fmla="*/ 21638 h 88046"/>
                <a:gd name="connsiteX276" fmla="*/ 11332 w 39663"/>
                <a:gd name="connsiteY276" fmla="*/ 20146 h 88046"/>
                <a:gd name="connsiteX277" fmla="*/ 11737 w 39663"/>
                <a:gd name="connsiteY277" fmla="*/ 20146 h 88046"/>
                <a:gd name="connsiteX278" fmla="*/ 12142 w 39663"/>
                <a:gd name="connsiteY278" fmla="*/ 19400 h 88046"/>
                <a:gd name="connsiteX279" fmla="*/ 12547 w 39663"/>
                <a:gd name="connsiteY279" fmla="*/ 19400 h 88046"/>
                <a:gd name="connsiteX280" fmla="*/ 14570 w 39663"/>
                <a:gd name="connsiteY280" fmla="*/ 18654 h 88046"/>
                <a:gd name="connsiteX281" fmla="*/ 15784 w 39663"/>
                <a:gd name="connsiteY281" fmla="*/ 19400 h 88046"/>
                <a:gd name="connsiteX282" fmla="*/ 17403 w 39663"/>
                <a:gd name="connsiteY282" fmla="*/ 19400 h 88046"/>
                <a:gd name="connsiteX283" fmla="*/ 18213 w 39663"/>
                <a:gd name="connsiteY283" fmla="*/ 20146 h 88046"/>
                <a:gd name="connsiteX284" fmla="*/ 18618 w 39663"/>
                <a:gd name="connsiteY284" fmla="*/ 20892 h 88046"/>
                <a:gd name="connsiteX285" fmla="*/ 19022 w 39663"/>
                <a:gd name="connsiteY285" fmla="*/ 20892 h 88046"/>
                <a:gd name="connsiteX286" fmla="*/ 19832 w 39663"/>
                <a:gd name="connsiteY286" fmla="*/ 21638 h 88046"/>
                <a:gd name="connsiteX287" fmla="*/ 20641 w 39663"/>
                <a:gd name="connsiteY287" fmla="*/ 22385 h 88046"/>
                <a:gd name="connsiteX288" fmla="*/ 22260 w 39663"/>
                <a:gd name="connsiteY288" fmla="*/ 22385 h 88046"/>
                <a:gd name="connsiteX289" fmla="*/ 22665 w 39663"/>
                <a:gd name="connsiteY289" fmla="*/ 21638 h 88046"/>
                <a:gd name="connsiteX290" fmla="*/ 23070 w 39663"/>
                <a:gd name="connsiteY290" fmla="*/ 20892 h 88046"/>
                <a:gd name="connsiteX291" fmla="*/ 23474 w 39663"/>
                <a:gd name="connsiteY291" fmla="*/ 20892 h 88046"/>
                <a:gd name="connsiteX292" fmla="*/ 24284 w 39663"/>
                <a:gd name="connsiteY292" fmla="*/ 21638 h 88046"/>
                <a:gd name="connsiteX293" fmla="*/ 24689 w 39663"/>
                <a:gd name="connsiteY293" fmla="*/ 22385 h 88046"/>
                <a:gd name="connsiteX294" fmla="*/ 25093 w 39663"/>
                <a:gd name="connsiteY294" fmla="*/ 22385 h 88046"/>
                <a:gd name="connsiteX295" fmla="*/ 25498 w 39663"/>
                <a:gd name="connsiteY295" fmla="*/ 23131 h 88046"/>
                <a:gd name="connsiteX296" fmla="*/ 26307 w 39663"/>
                <a:gd name="connsiteY296" fmla="*/ 23877 h 88046"/>
                <a:gd name="connsiteX297" fmla="*/ 26712 w 39663"/>
                <a:gd name="connsiteY297" fmla="*/ 24623 h 88046"/>
                <a:gd name="connsiteX298" fmla="*/ 27117 w 39663"/>
                <a:gd name="connsiteY298" fmla="*/ 25369 h 88046"/>
                <a:gd name="connsiteX299" fmla="*/ 27926 w 39663"/>
                <a:gd name="connsiteY299" fmla="*/ 26115 h 88046"/>
                <a:gd name="connsiteX300" fmla="*/ 28331 w 39663"/>
                <a:gd name="connsiteY300" fmla="*/ 26861 h 88046"/>
                <a:gd name="connsiteX301" fmla="*/ 28736 w 39663"/>
                <a:gd name="connsiteY301" fmla="*/ 26861 h 88046"/>
                <a:gd name="connsiteX302" fmla="*/ 29141 w 39663"/>
                <a:gd name="connsiteY302" fmla="*/ 27608 h 88046"/>
                <a:gd name="connsiteX303" fmla="*/ 29545 w 39663"/>
                <a:gd name="connsiteY303" fmla="*/ 28354 h 88046"/>
                <a:gd name="connsiteX304" fmla="*/ 30355 w 39663"/>
                <a:gd name="connsiteY304" fmla="*/ 28354 h 88046"/>
                <a:gd name="connsiteX305" fmla="*/ 31164 w 39663"/>
                <a:gd name="connsiteY305" fmla="*/ 29100 h 88046"/>
                <a:gd name="connsiteX306" fmla="*/ 32783 w 39663"/>
                <a:gd name="connsiteY306" fmla="*/ 29846 h 88046"/>
                <a:gd name="connsiteX307" fmla="*/ 32783 w 39663"/>
                <a:gd name="connsiteY307" fmla="*/ 31338 h 88046"/>
                <a:gd name="connsiteX308" fmla="*/ 33188 w 39663"/>
                <a:gd name="connsiteY308" fmla="*/ 32085 h 88046"/>
                <a:gd name="connsiteX309" fmla="*/ 33997 w 39663"/>
                <a:gd name="connsiteY309" fmla="*/ 32831 h 88046"/>
                <a:gd name="connsiteX310" fmla="*/ 34402 w 39663"/>
                <a:gd name="connsiteY310" fmla="*/ 33577 h 88046"/>
                <a:gd name="connsiteX311" fmla="*/ 34402 w 39663"/>
                <a:gd name="connsiteY311" fmla="*/ 35069 h 8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</a:cxnLst>
              <a:rect l="l" t="t" r="r" b="b"/>
              <a:pathLst>
                <a:path w="39663" h="88046">
                  <a:moveTo>
                    <a:pt x="33997" y="19400"/>
                  </a:moveTo>
                  <a:lnTo>
                    <a:pt x="32378" y="17161"/>
                  </a:lnTo>
                  <a:lnTo>
                    <a:pt x="31974" y="17161"/>
                  </a:lnTo>
                  <a:lnTo>
                    <a:pt x="31164" y="16415"/>
                  </a:lnTo>
                  <a:lnTo>
                    <a:pt x="30760" y="16415"/>
                  </a:lnTo>
                  <a:lnTo>
                    <a:pt x="29141" y="15669"/>
                  </a:lnTo>
                  <a:lnTo>
                    <a:pt x="28736" y="15669"/>
                  </a:lnTo>
                  <a:lnTo>
                    <a:pt x="28331" y="14923"/>
                  </a:lnTo>
                  <a:lnTo>
                    <a:pt x="27522" y="13431"/>
                  </a:lnTo>
                  <a:lnTo>
                    <a:pt x="26712" y="12685"/>
                  </a:lnTo>
                  <a:lnTo>
                    <a:pt x="26307" y="11938"/>
                  </a:lnTo>
                  <a:lnTo>
                    <a:pt x="25903" y="11192"/>
                  </a:lnTo>
                  <a:lnTo>
                    <a:pt x="25903" y="8208"/>
                  </a:lnTo>
                  <a:lnTo>
                    <a:pt x="26307" y="7461"/>
                  </a:lnTo>
                  <a:lnTo>
                    <a:pt x="26712" y="6715"/>
                  </a:lnTo>
                  <a:lnTo>
                    <a:pt x="27117" y="5223"/>
                  </a:lnTo>
                  <a:lnTo>
                    <a:pt x="27522" y="4477"/>
                  </a:lnTo>
                  <a:lnTo>
                    <a:pt x="27522" y="2238"/>
                  </a:lnTo>
                  <a:lnTo>
                    <a:pt x="27117" y="1492"/>
                  </a:lnTo>
                  <a:lnTo>
                    <a:pt x="26712" y="746"/>
                  </a:lnTo>
                  <a:lnTo>
                    <a:pt x="26712" y="0"/>
                  </a:lnTo>
                  <a:lnTo>
                    <a:pt x="26307" y="746"/>
                  </a:lnTo>
                  <a:lnTo>
                    <a:pt x="25903" y="1492"/>
                  </a:lnTo>
                  <a:lnTo>
                    <a:pt x="25498" y="2238"/>
                  </a:lnTo>
                  <a:lnTo>
                    <a:pt x="24689" y="2985"/>
                  </a:lnTo>
                  <a:lnTo>
                    <a:pt x="23474" y="3731"/>
                  </a:lnTo>
                  <a:lnTo>
                    <a:pt x="23070" y="5223"/>
                  </a:lnTo>
                  <a:lnTo>
                    <a:pt x="22260" y="6715"/>
                  </a:lnTo>
                  <a:lnTo>
                    <a:pt x="21451" y="8954"/>
                  </a:lnTo>
                  <a:lnTo>
                    <a:pt x="19427" y="10446"/>
                  </a:lnTo>
                  <a:lnTo>
                    <a:pt x="18618" y="11192"/>
                  </a:lnTo>
                  <a:lnTo>
                    <a:pt x="18213" y="11192"/>
                  </a:lnTo>
                  <a:lnTo>
                    <a:pt x="16189" y="10446"/>
                  </a:lnTo>
                  <a:lnTo>
                    <a:pt x="15784" y="10446"/>
                  </a:lnTo>
                  <a:lnTo>
                    <a:pt x="15380" y="9700"/>
                  </a:lnTo>
                  <a:lnTo>
                    <a:pt x="14975" y="8954"/>
                  </a:lnTo>
                  <a:lnTo>
                    <a:pt x="14570" y="8208"/>
                  </a:lnTo>
                  <a:lnTo>
                    <a:pt x="13356" y="7461"/>
                  </a:lnTo>
                  <a:lnTo>
                    <a:pt x="11737" y="8208"/>
                  </a:lnTo>
                  <a:lnTo>
                    <a:pt x="10118" y="8208"/>
                  </a:lnTo>
                  <a:lnTo>
                    <a:pt x="8499" y="8954"/>
                  </a:lnTo>
                  <a:lnTo>
                    <a:pt x="6880" y="9700"/>
                  </a:lnTo>
                  <a:lnTo>
                    <a:pt x="5666" y="10446"/>
                  </a:lnTo>
                  <a:lnTo>
                    <a:pt x="5261" y="10446"/>
                  </a:lnTo>
                  <a:lnTo>
                    <a:pt x="4047" y="13431"/>
                  </a:lnTo>
                  <a:lnTo>
                    <a:pt x="3643" y="14177"/>
                  </a:lnTo>
                  <a:lnTo>
                    <a:pt x="3238" y="14923"/>
                  </a:lnTo>
                  <a:lnTo>
                    <a:pt x="3238" y="17161"/>
                  </a:lnTo>
                  <a:lnTo>
                    <a:pt x="2833" y="20146"/>
                  </a:lnTo>
                  <a:lnTo>
                    <a:pt x="2833" y="23131"/>
                  </a:lnTo>
                  <a:lnTo>
                    <a:pt x="3238" y="26861"/>
                  </a:lnTo>
                  <a:lnTo>
                    <a:pt x="2833" y="32085"/>
                  </a:lnTo>
                  <a:lnTo>
                    <a:pt x="2833" y="32831"/>
                  </a:lnTo>
                  <a:lnTo>
                    <a:pt x="2428" y="34323"/>
                  </a:lnTo>
                  <a:lnTo>
                    <a:pt x="2428" y="35069"/>
                  </a:lnTo>
                  <a:lnTo>
                    <a:pt x="2024" y="38054"/>
                  </a:lnTo>
                  <a:lnTo>
                    <a:pt x="1619" y="38800"/>
                  </a:lnTo>
                  <a:lnTo>
                    <a:pt x="1214" y="41038"/>
                  </a:lnTo>
                  <a:lnTo>
                    <a:pt x="1214" y="41785"/>
                  </a:lnTo>
                  <a:lnTo>
                    <a:pt x="809" y="42531"/>
                  </a:lnTo>
                  <a:lnTo>
                    <a:pt x="809" y="47754"/>
                  </a:lnTo>
                  <a:lnTo>
                    <a:pt x="1214" y="48500"/>
                  </a:lnTo>
                  <a:lnTo>
                    <a:pt x="1619" y="50738"/>
                  </a:lnTo>
                  <a:lnTo>
                    <a:pt x="1214" y="55215"/>
                  </a:lnTo>
                  <a:lnTo>
                    <a:pt x="809" y="56708"/>
                  </a:lnTo>
                  <a:lnTo>
                    <a:pt x="405" y="58200"/>
                  </a:lnTo>
                  <a:lnTo>
                    <a:pt x="405" y="59692"/>
                  </a:lnTo>
                  <a:lnTo>
                    <a:pt x="0" y="61931"/>
                  </a:lnTo>
                  <a:lnTo>
                    <a:pt x="0" y="64915"/>
                  </a:lnTo>
                  <a:lnTo>
                    <a:pt x="405" y="67154"/>
                  </a:lnTo>
                  <a:lnTo>
                    <a:pt x="809" y="67900"/>
                  </a:lnTo>
                  <a:lnTo>
                    <a:pt x="1214" y="68646"/>
                  </a:lnTo>
                  <a:lnTo>
                    <a:pt x="1619" y="69392"/>
                  </a:lnTo>
                  <a:lnTo>
                    <a:pt x="1619" y="70138"/>
                  </a:lnTo>
                  <a:lnTo>
                    <a:pt x="2024" y="71631"/>
                  </a:lnTo>
                  <a:lnTo>
                    <a:pt x="3238" y="73869"/>
                  </a:lnTo>
                  <a:lnTo>
                    <a:pt x="3643" y="74615"/>
                  </a:lnTo>
                  <a:lnTo>
                    <a:pt x="4047" y="75361"/>
                  </a:lnTo>
                  <a:lnTo>
                    <a:pt x="4452" y="76108"/>
                  </a:lnTo>
                  <a:lnTo>
                    <a:pt x="4857" y="78346"/>
                  </a:lnTo>
                  <a:lnTo>
                    <a:pt x="5666" y="79092"/>
                  </a:lnTo>
                  <a:lnTo>
                    <a:pt x="6071" y="79092"/>
                  </a:lnTo>
                  <a:lnTo>
                    <a:pt x="6880" y="79838"/>
                  </a:lnTo>
                  <a:lnTo>
                    <a:pt x="8499" y="79838"/>
                  </a:lnTo>
                  <a:lnTo>
                    <a:pt x="8499" y="80584"/>
                  </a:lnTo>
                  <a:lnTo>
                    <a:pt x="10523" y="81331"/>
                  </a:lnTo>
                  <a:lnTo>
                    <a:pt x="11737" y="82077"/>
                  </a:lnTo>
                  <a:lnTo>
                    <a:pt x="12142" y="82077"/>
                  </a:lnTo>
                  <a:lnTo>
                    <a:pt x="12547" y="82823"/>
                  </a:lnTo>
                  <a:lnTo>
                    <a:pt x="12951" y="83569"/>
                  </a:lnTo>
                  <a:lnTo>
                    <a:pt x="13356" y="84315"/>
                  </a:lnTo>
                  <a:lnTo>
                    <a:pt x="13761" y="85061"/>
                  </a:lnTo>
                  <a:lnTo>
                    <a:pt x="14570" y="85808"/>
                  </a:lnTo>
                  <a:lnTo>
                    <a:pt x="15784" y="85808"/>
                  </a:lnTo>
                  <a:lnTo>
                    <a:pt x="15784" y="86554"/>
                  </a:lnTo>
                  <a:lnTo>
                    <a:pt x="17403" y="87300"/>
                  </a:lnTo>
                  <a:lnTo>
                    <a:pt x="20641" y="87300"/>
                  </a:lnTo>
                  <a:lnTo>
                    <a:pt x="21451" y="88046"/>
                  </a:lnTo>
                  <a:lnTo>
                    <a:pt x="23474" y="88046"/>
                  </a:lnTo>
                  <a:lnTo>
                    <a:pt x="24284" y="86554"/>
                  </a:lnTo>
                  <a:lnTo>
                    <a:pt x="25498" y="85808"/>
                  </a:lnTo>
                  <a:lnTo>
                    <a:pt x="25903" y="85061"/>
                  </a:lnTo>
                  <a:lnTo>
                    <a:pt x="26712" y="83569"/>
                  </a:lnTo>
                  <a:lnTo>
                    <a:pt x="27926" y="82823"/>
                  </a:lnTo>
                  <a:lnTo>
                    <a:pt x="28331" y="82077"/>
                  </a:lnTo>
                  <a:lnTo>
                    <a:pt x="29545" y="80584"/>
                  </a:lnTo>
                  <a:lnTo>
                    <a:pt x="29950" y="78346"/>
                  </a:lnTo>
                  <a:lnTo>
                    <a:pt x="29950" y="75361"/>
                  </a:lnTo>
                  <a:lnTo>
                    <a:pt x="30355" y="72377"/>
                  </a:lnTo>
                  <a:lnTo>
                    <a:pt x="30355" y="69392"/>
                  </a:lnTo>
                  <a:lnTo>
                    <a:pt x="30760" y="68646"/>
                  </a:lnTo>
                  <a:lnTo>
                    <a:pt x="31164" y="68646"/>
                  </a:lnTo>
                  <a:lnTo>
                    <a:pt x="31569" y="67154"/>
                  </a:lnTo>
                  <a:lnTo>
                    <a:pt x="32783" y="64169"/>
                  </a:lnTo>
                  <a:lnTo>
                    <a:pt x="33188" y="62677"/>
                  </a:lnTo>
                  <a:lnTo>
                    <a:pt x="33188" y="61931"/>
                  </a:lnTo>
                  <a:lnTo>
                    <a:pt x="33593" y="58946"/>
                  </a:lnTo>
                  <a:lnTo>
                    <a:pt x="33997" y="57454"/>
                  </a:lnTo>
                  <a:lnTo>
                    <a:pt x="34807" y="55961"/>
                  </a:lnTo>
                  <a:lnTo>
                    <a:pt x="35616" y="55215"/>
                  </a:lnTo>
                  <a:lnTo>
                    <a:pt x="36021" y="54469"/>
                  </a:lnTo>
                  <a:lnTo>
                    <a:pt x="36426" y="53723"/>
                  </a:lnTo>
                  <a:lnTo>
                    <a:pt x="36426" y="50738"/>
                  </a:lnTo>
                  <a:lnTo>
                    <a:pt x="36831" y="48500"/>
                  </a:lnTo>
                  <a:lnTo>
                    <a:pt x="37235" y="45515"/>
                  </a:lnTo>
                  <a:lnTo>
                    <a:pt x="37640" y="44769"/>
                  </a:lnTo>
                  <a:lnTo>
                    <a:pt x="38045" y="44023"/>
                  </a:lnTo>
                  <a:lnTo>
                    <a:pt x="38449" y="41785"/>
                  </a:lnTo>
                  <a:lnTo>
                    <a:pt x="38854" y="38800"/>
                  </a:lnTo>
                  <a:lnTo>
                    <a:pt x="38854" y="35815"/>
                  </a:lnTo>
                  <a:lnTo>
                    <a:pt x="39664" y="32085"/>
                  </a:lnTo>
                  <a:lnTo>
                    <a:pt x="39259" y="29846"/>
                  </a:lnTo>
                  <a:lnTo>
                    <a:pt x="38854" y="29100"/>
                  </a:lnTo>
                  <a:lnTo>
                    <a:pt x="38449" y="28354"/>
                  </a:lnTo>
                  <a:lnTo>
                    <a:pt x="37640" y="26115"/>
                  </a:lnTo>
                  <a:lnTo>
                    <a:pt x="37235" y="25369"/>
                  </a:lnTo>
                  <a:lnTo>
                    <a:pt x="35616" y="22385"/>
                  </a:lnTo>
                  <a:lnTo>
                    <a:pt x="35212" y="21638"/>
                  </a:lnTo>
                  <a:close/>
                  <a:moveTo>
                    <a:pt x="27926" y="67154"/>
                  </a:moveTo>
                  <a:lnTo>
                    <a:pt x="27926" y="70138"/>
                  </a:lnTo>
                  <a:lnTo>
                    <a:pt x="27522" y="70884"/>
                  </a:lnTo>
                  <a:lnTo>
                    <a:pt x="26712" y="71631"/>
                  </a:lnTo>
                  <a:lnTo>
                    <a:pt x="26307" y="73869"/>
                  </a:lnTo>
                  <a:lnTo>
                    <a:pt x="26307" y="74615"/>
                  </a:lnTo>
                  <a:lnTo>
                    <a:pt x="25903" y="75361"/>
                  </a:lnTo>
                  <a:lnTo>
                    <a:pt x="25093" y="76108"/>
                  </a:lnTo>
                  <a:lnTo>
                    <a:pt x="23474" y="76854"/>
                  </a:lnTo>
                  <a:lnTo>
                    <a:pt x="21451" y="77600"/>
                  </a:lnTo>
                  <a:lnTo>
                    <a:pt x="19832" y="77600"/>
                  </a:lnTo>
                  <a:lnTo>
                    <a:pt x="18618" y="76854"/>
                  </a:lnTo>
                  <a:lnTo>
                    <a:pt x="18618" y="76108"/>
                  </a:lnTo>
                  <a:lnTo>
                    <a:pt x="16189" y="75361"/>
                  </a:lnTo>
                  <a:lnTo>
                    <a:pt x="15380" y="74615"/>
                  </a:lnTo>
                  <a:lnTo>
                    <a:pt x="14975" y="73869"/>
                  </a:lnTo>
                  <a:lnTo>
                    <a:pt x="12951" y="72377"/>
                  </a:lnTo>
                  <a:lnTo>
                    <a:pt x="11332" y="71631"/>
                  </a:lnTo>
                  <a:lnTo>
                    <a:pt x="10118" y="70884"/>
                  </a:lnTo>
                  <a:lnTo>
                    <a:pt x="8499" y="70138"/>
                  </a:lnTo>
                  <a:lnTo>
                    <a:pt x="7285" y="69392"/>
                  </a:lnTo>
                  <a:lnTo>
                    <a:pt x="6476" y="68646"/>
                  </a:lnTo>
                  <a:lnTo>
                    <a:pt x="6071" y="67900"/>
                  </a:lnTo>
                  <a:lnTo>
                    <a:pt x="5666" y="66408"/>
                  </a:lnTo>
                  <a:lnTo>
                    <a:pt x="5261" y="65661"/>
                  </a:lnTo>
                  <a:lnTo>
                    <a:pt x="4857" y="64915"/>
                  </a:lnTo>
                  <a:lnTo>
                    <a:pt x="4452" y="63423"/>
                  </a:lnTo>
                  <a:lnTo>
                    <a:pt x="4857" y="61184"/>
                  </a:lnTo>
                  <a:lnTo>
                    <a:pt x="5261" y="60438"/>
                  </a:lnTo>
                  <a:lnTo>
                    <a:pt x="5666" y="59692"/>
                  </a:lnTo>
                  <a:lnTo>
                    <a:pt x="6476" y="58946"/>
                  </a:lnTo>
                  <a:lnTo>
                    <a:pt x="8095" y="58946"/>
                  </a:lnTo>
                  <a:lnTo>
                    <a:pt x="8499" y="59692"/>
                  </a:lnTo>
                  <a:lnTo>
                    <a:pt x="8904" y="60438"/>
                  </a:lnTo>
                  <a:lnTo>
                    <a:pt x="11332" y="60438"/>
                  </a:lnTo>
                  <a:lnTo>
                    <a:pt x="11737" y="61184"/>
                  </a:lnTo>
                  <a:lnTo>
                    <a:pt x="12142" y="61931"/>
                  </a:lnTo>
                  <a:lnTo>
                    <a:pt x="15380" y="61931"/>
                  </a:lnTo>
                  <a:lnTo>
                    <a:pt x="16999" y="62677"/>
                  </a:lnTo>
                  <a:lnTo>
                    <a:pt x="18213" y="62677"/>
                  </a:lnTo>
                  <a:lnTo>
                    <a:pt x="19022" y="63423"/>
                  </a:lnTo>
                  <a:lnTo>
                    <a:pt x="19832" y="64169"/>
                  </a:lnTo>
                  <a:lnTo>
                    <a:pt x="21046" y="64169"/>
                  </a:lnTo>
                  <a:lnTo>
                    <a:pt x="22665" y="64915"/>
                  </a:lnTo>
                  <a:lnTo>
                    <a:pt x="23474" y="64915"/>
                  </a:lnTo>
                  <a:lnTo>
                    <a:pt x="24689" y="65661"/>
                  </a:lnTo>
                  <a:lnTo>
                    <a:pt x="25093" y="65661"/>
                  </a:lnTo>
                  <a:lnTo>
                    <a:pt x="26307" y="66408"/>
                  </a:lnTo>
                  <a:lnTo>
                    <a:pt x="26712" y="67154"/>
                  </a:lnTo>
                  <a:lnTo>
                    <a:pt x="27117" y="67900"/>
                  </a:lnTo>
                  <a:lnTo>
                    <a:pt x="27117" y="68646"/>
                  </a:lnTo>
                  <a:lnTo>
                    <a:pt x="27522" y="69392"/>
                  </a:lnTo>
                  <a:close/>
                  <a:moveTo>
                    <a:pt x="32378" y="51485"/>
                  </a:moveTo>
                  <a:lnTo>
                    <a:pt x="31974" y="52231"/>
                  </a:lnTo>
                  <a:lnTo>
                    <a:pt x="31569" y="53723"/>
                  </a:lnTo>
                  <a:lnTo>
                    <a:pt x="31164" y="54469"/>
                  </a:lnTo>
                  <a:lnTo>
                    <a:pt x="30760" y="55961"/>
                  </a:lnTo>
                  <a:lnTo>
                    <a:pt x="29545" y="57454"/>
                  </a:lnTo>
                  <a:lnTo>
                    <a:pt x="29141" y="57454"/>
                  </a:lnTo>
                  <a:lnTo>
                    <a:pt x="27522" y="56708"/>
                  </a:lnTo>
                  <a:lnTo>
                    <a:pt x="27117" y="55961"/>
                  </a:lnTo>
                  <a:lnTo>
                    <a:pt x="26712" y="55961"/>
                  </a:lnTo>
                  <a:lnTo>
                    <a:pt x="25093" y="55215"/>
                  </a:lnTo>
                  <a:lnTo>
                    <a:pt x="25093" y="54469"/>
                  </a:lnTo>
                  <a:lnTo>
                    <a:pt x="24284" y="53723"/>
                  </a:lnTo>
                  <a:lnTo>
                    <a:pt x="22665" y="52977"/>
                  </a:lnTo>
                  <a:lnTo>
                    <a:pt x="21451" y="52231"/>
                  </a:lnTo>
                  <a:lnTo>
                    <a:pt x="20641" y="51485"/>
                  </a:lnTo>
                  <a:lnTo>
                    <a:pt x="18213" y="51485"/>
                  </a:lnTo>
                  <a:lnTo>
                    <a:pt x="17808" y="49992"/>
                  </a:lnTo>
                  <a:lnTo>
                    <a:pt x="11737" y="49992"/>
                  </a:lnTo>
                  <a:lnTo>
                    <a:pt x="11332" y="49246"/>
                  </a:lnTo>
                  <a:lnTo>
                    <a:pt x="10523" y="48500"/>
                  </a:lnTo>
                  <a:lnTo>
                    <a:pt x="9713" y="47754"/>
                  </a:lnTo>
                  <a:lnTo>
                    <a:pt x="8904" y="47008"/>
                  </a:lnTo>
                  <a:lnTo>
                    <a:pt x="8095" y="46261"/>
                  </a:lnTo>
                  <a:lnTo>
                    <a:pt x="7285" y="45515"/>
                  </a:lnTo>
                  <a:lnTo>
                    <a:pt x="6880" y="44769"/>
                  </a:lnTo>
                  <a:lnTo>
                    <a:pt x="7285" y="43277"/>
                  </a:lnTo>
                  <a:lnTo>
                    <a:pt x="8095" y="41785"/>
                  </a:lnTo>
                  <a:lnTo>
                    <a:pt x="9713" y="40292"/>
                  </a:lnTo>
                  <a:lnTo>
                    <a:pt x="11332" y="40292"/>
                  </a:lnTo>
                  <a:lnTo>
                    <a:pt x="12951" y="41038"/>
                  </a:lnTo>
                  <a:lnTo>
                    <a:pt x="14570" y="41785"/>
                  </a:lnTo>
                  <a:lnTo>
                    <a:pt x="14975" y="42531"/>
                  </a:lnTo>
                  <a:lnTo>
                    <a:pt x="15380" y="43277"/>
                  </a:lnTo>
                  <a:lnTo>
                    <a:pt x="16189" y="44023"/>
                  </a:lnTo>
                  <a:lnTo>
                    <a:pt x="17403" y="44769"/>
                  </a:lnTo>
                  <a:lnTo>
                    <a:pt x="17808" y="45515"/>
                  </a:lnTo>
                  <a:lnTo>
                    <a:pt x="19427" y="45515"/>
                  </a:lnTo>
                  <a:lnTo>
                    <a:pt x="21046" y="46261"/>
                  </a:lnTo>
                  <a:lnTo>
                    <a:pt x="23070" y="47008"/>
                  </a:lnTo>
                  <a:lnTo>
                    <a:pt x="23879" y="47008"/>
                  </a:lnTo>
                  <a:lnTo>
                    <a:pt x="24284" y="47754"/>
                  </a:lnTo>
                  <a:lnTo>
                    <a:pt x="24689" y="48500"/>
                  </a:lnTo>
                  <a:lnTo>
                    <a:pt x="25903" y="49246"/>
                  </a:lnTo>
                  <a:lnTo>
                    <a:pt x="26307" y="49992"/>
                  </a:lnTo>
                  <a:lnTo>
                    <a:pt x="26712" y="49992"/>
                  </a:lnTo>
                  <a:lnTo>
                    <a:pt x="27522" y="50738"/>
                  </a:lnTo>
                  <a:lnTo>
                    <a:pt x="28736" y="49992"/>
                  </a:lnTo>
                  <a:lnTo>
                    <a:pt x="29141" y="49992"/>
                  </a:lnTo>
                  <a:lnTo>
                    <a:pt x="29950" y="50738"/>
                  </a:lnTo>
                  <a:lnTo>
                    <a:pt x="30355" y="51485"/>
                  </a:lnTo>
                  <a:lnTo>
                    <a:pt x="30760" y="52977"/>
                  </a:lnTo>
                  <a:lnTo>
                    <a:pt x="31164" y="53723"/>
                  </a:lnTo>
                  <a:lnTo>
                    <a:pt x="31569" y="54469"/>
                  </a:lnTo>
                  <a:close/>
                  <a:moveTo>
                    <a:pt x="35616" y="36561"/>
                  </a:moveTo>
                  <a:lnTo>
                    <a:pt x="35212" y="37308"/>
                  </a:lnTo>
                  <a:lnTo>
                    <a:pt x="34402" y="38054"/>
                  </a:lnTo>
                  <a:lnTo>
                    <a:pt x="33997" y="38054"/>
                  </a:lnTo>
                  <a:lnTo>
                    <a:pt x="32378" y="37308"/>
                  </a:lnTo>
                  <a:lnTo>
                    <a:pt x="31974" y="37308"/>
                  </a:lnTo>
                  <a:lnTo>
                    <a:pt x="31164" y="36561"/>
                  </a:lnTo>
                  <a:lnTo>
                    <a:pt x="29141" y="36561"/>
                  </a:lnTo>
                  <a:lnTo>
                    <a:pt x="28331" y="35815"/>
                  </a:lnTo>
                  <a:lnTo>
                    <a:pt x="27117" y="36561"/>
                  </a:lnTo>
                  <a:lnTo>
                    <a:pt x="26712" y="35815"/>
                  </a:lnTo>
                  <a:lnTo>
                    <a:pt x="25498" y="35069"/>
                  </a:lnTo>
                  <a:lnTo>
                    <a:pt x="25093" y="34323"/>
                  </a:lnTo>
                  <a:lnTo>
                    <a:pt x="24689" y="33577"/>
                  </a:lnTo>
                  <a:lnTo>
                    <a:pt x="24284" y="32831"/>
                  </a:lnTo>
                  <a:lnTo>
                    <a:pt x="23070" y="32085"/>
                  </a:lnTo>
                  <a:lnTo>
                    <a:pt x="21451" y="32085"/>
                  </a:lnTo>
                  <a:lnTo>
                    <a:pt x="20237" y="31338"/>
                  </a:lnTo>
                  <a:lnTo>
                    <a:pt x="16594" y="31338"/>
                  </a:lnTo>
                  <a:lnTo>
                    <a:pt x="15380" y="30592"/>
                  </a:lnTo>
                  <a:lnTo>
                    <a:pt x="14975" y="30592"/>
                  </a:lnTo>
                  <a:lnTo>
                    <a:pt x="13761" y="29846"/>
                  </a:lnTo>
                  <a:lnTo>
                    <a:pt x="12547" y="29100"/>
                  </a:lnTo>
                  <a:lnTo>
                    <a:pt x="11332" y="28354"/>
                  </a:lnTo>
                  <a:lnTo>
                    <a:pt x="10928" y="28354"/>
                  </a:lnTo>
                  <a:lnTo>
                    <a:pt x="10523" y="27608"/>
                  </a:lnTo>
                  <a:lnTo>
                    <a:pt x="10118" y="26861"/>
                  </a:lnTo>
                  <a:lnTo>
                    <a:pt x="9713" y="26115"/>
                  </a:lnTo>
                  <a:lnTo>
                    <a:pt x="9309" y="25369"/>
                  </a:lnTo>
                  <a:lnTo>
                    <a:pt x="9309" y="23877"/>
                  </a:lnTo>
                  <a:lnTo>
                    <a:pt x="9713" y="22385"/>
                  </a:lnTo>
                  <a:lnTo>
                    <a:pt x="10118" y="21638"/>
                  </a:lnTo>
                  <a:lnTo>
                    <a:pt x="11332" y="20146"/>
                  </a:lnTo>
                  <a:lnTo>
                    <a:pt x="11737" y="20146"/>
                  </a:lnTo>
                  <a:lnTo>
                    <a:pt x="12142" y="19400"/>
                  </a:lnTo>
                  <a:lnTo>
                    <a:pt x="12547" y="19400"/>
                  </a:lnTo>
                  <a:lnTo>
                    <a:pt x="14570" y="18654"/>
                  </a:lnTo>
                  <a:lnTo>
                    <a:pt x="15784" y="19400"/>
                  </a:lnTo>
                  <a:lnTo>
                    <a:pt x="17403" y="19400"/>
                  </a:lnTo>
                  <a:lnTo>
                    <a:pt x="18213" y="20146"/>
                  </a:lnTo>
                  <a:lnTo>
                    <a:pt x="18618" y="20892"/>
                  </a:lnTo>
                  <a:lnTo>
                    <a:pt x="19022" y="20892"/>
                  </a:lnTo>
                  <a:lnTo>
                    <a:pt x="19832" y="21638"/>
                  </a:lnTo>
                  <a:lnTo>
                    <a:pt x="20641" y="22385"/>
                  </a:lnTo>
                  <a:lnTo>
                    <a:pt x="22260" y="22385"/>
                  </a:lnTo>
                  <a:lnTo>
                    <a:pt x="22665" y="21638"/>
                  </a:lnTo>
                  <a:lnTo>
                    <a:pt x="23070" y="20892"/>
                  </a:lnTo>
                  <a:lnTo>
                    <a:pt x="23474" y="20892"/>
                  </a:lnTo>
                  <a:lnTo>
                    <a:pt x="24284" y="21638"/>
                  </a:lnTo>
                  <a:lnTo>
                    <a:pt x="24689" y="22385"/>
                  </a:lnTo>
                  <a:lnTo>
                    <a:pt x="25093" y="22385"/>
                  </a:lnTo>
                  <a:lnTo>
                    <a:pt x="25498" y="23131"/>
                  </a:lnTo>
                  <a:lnTo>
                    <a:pt x="26307" y="23877"/>
                  </a:lnTo>
                  <a:lnTo>
                    <a:pt x="26712" y="24623"/>
                  </a:lnTo>
                  <a:lnTo>
                    <a:pt x="27117" y="25369"/>
                  </a:lnTo>
                  <a:lnTo>
                    <a:pt x="27926" y="26115"/>
                  </a:lnTo>
                  <a:lnTo>
                    <a:pt x="28331" y="26861"/>
                  </a:lnTo>
                  <a:lnTo>
                    <a:pt x="28736" y="26861"/>
                  </a:lnTo>
                  <a:lnTo>
                    <a:pt x="29141" y="27608"/>
                  </a:lnTo>
                  <a:lnTo>
                    <a:pt x="29545" y="28354"/>
                  </a:lnTo>
                  <a:lnTo>
                    <a:pt x="30355" y="28354"/>
                  </a:lnTo>
                  <a:lnTo>
                    <a:pt x="31164" y="29100"/>
                  </a:lnTo>
                  <a:lnTo>
                    <a:pt x="32783" y="29846"/>
                  </a:lnTo>
                  <a:lnTo>
                    <a:pt x="32783" y="31338"/>
                  </a:lnTo>
                  <a:lnTo>
                    <a:pt x="33188" y="32085"/>
                  </a:lnTo>
                  <a:lnTo>
                    <a:pt x="33997" y="32831"/>
                  </a:lnTo>
                  <a:lnTo>
                    <a:pt x="34402" y="33577"/>
                  </a:lnTo>
                  <a:lnTo>
                    <a:pt x="34402" y="35069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10396379" y="306953"/>
              <a:ext cx="5261" cy="15669"/>
            </a:xfrm>
            <a:custGeom>
              <a:avLst/>
              <a:gdLst>
                <a:gd name="connsiteX0" fmla="*/ 405 w 5261"/>
                <a:gd name="connsiteY0" fmla="*/ 11192 h 15669"/>
                <a:gd name="connsiteX1" fmla="*/ 1214 w 5261"/>
                <a:gd name="connsiteY1" fmla="*/ 12685 h 15669"/>
                <a:gd name="connsiteX2" fmla="*/ 1619 w 5261"/>
                <a:gd name="connsiteY2" fmla="*/ 14923 h 15669"/>
                <a:gd name="connsiteX3" fmla="*/ 2428 w 5261"/>
                <a:gd name="connsiteY3" fmla="*/ 15669 h 15669"/>
                <a:gd name="connsiteX4" fmla="*/ 4857 w 5261"/>
                <a:gd name="connsiteY4" fmla="*/ 15669 h 15669"/>
                <a:gd name="connsiteX5" fmla="*/ 5261 w 5261"/>
                <a:gd name="connsiteY5" fmla="*/ 13431 h 15669"/>
                <a:gd name="connsiteX6" fmla="*/ 4857 w 5261"/>
                <a:gd name="connsiteY6" fmla="*/ 11192 h 15669"/>
                <a:gd name="connsiteX7" fmla="*/ 4452 w 5261"/>
                <a:gd name="connsiteY7" fmla="*/ 9700 h 15669"/>
                <a:gd name="connsiteX8" fmla="*/ 3643 w 5261"/>
                <a:gd name="connsiteY8" fmla="*/ 7461 h 15669"/>
                <a:gd name="connsiteX9" fmla="*/ 3643 w 5261"/>
                <a:gd name="connsiteY9" fmla="*/ 2238 h 15669"/>
                <a:gd name="connsiteX10" fmla="*/ 3238 w 5261"/>
                <a:gd name="connsiteY10" fmla="*/ 1492 h 15669"/>
                <a:gd name="connsiteX11" fmla="*/ 3238 w 5261"/>
                <a:gd name="connsiteY11" fmla="*/ 746 h 15669"/>
                <a:gd name="connsiteX12" fmla="*/ 2428 w 5261"/>
                <a:gd name="connsiteY12" fmla="*/ 0 h 15669"/>
                <a:gd name="connsiteX13" fmla="*/ 405 w 5261"/>
                <a:gd name="connsiteY13" fmla="*/ 0 h 15669"/>
                <a:gd name="connsiteX14" fmla="*/ 0 w 5261"/>
                <a:gd name="connsiteY14" fmla="*/ 746 h 15669"/>
                <a:gd name="connsiteX15" fmla="*/ 0 w 5261"/>
                <a:gd name="connsiteY15" fmla="*/ 3731 h 15669"/>
                <a:gd name="connsiteX16" fmla="*/ 405 w 5261"/>
                <a:gd name="connsiteY16" fmla="*/ 5223 h 15669"/>
                <a:gd name="connsiteX17" fmla="*/ 405 w 5261"/>
                <a:gd name="connsiteY17" fmla="*/ 9700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61" h="15669">
                  <a:moveTo>
                    <a:pt x="405" y="11192"/>
                  </a:moveTo>
                  <a:lnTo>
                    <a:pt x="1214" y="12685"/>
                  </a:lnTo>
                  <a:lnTo>
                    <a:pt x="1619" y="14923"/>
                  </a:lnTo>
                  <a:lnTo>
                    <a:pt x="2428" y="15669"/>
                  </a:lnTo>
                  <a:lnTo>
                    <a:pt x="4857" y="15669"/>
                  </a:lnTo>
                  <a:lnTo>
                    <a:pt x="5261" y="13431"/>
                  </a:lnTo>
                  <a:lnTo>
                    <a:pt x="4857" y="11192"/>
                  </a:lnTo>
                  <a:lnTo>
                    <a:pt x="4452" y="9700"/>
                  </a:lnTo>
                  <a:lnTo>
                    <a:pt x="3643" y="7461"/>
                  </a:lnTo>
                  <a:lnTo>
                    <a:pt x="3643" y="2238"/>
                  </a:lnTo>
                  <a:lnTo>
                    <a:pt x="3238" y="1492"/>
                  </a:lnTo>
                  <a:lnTo>
                    <a:pt x="3238" y="746"/>
                  </a:lnTo>
                  <a:lnTo>
                    <a:pt x="2428" y="0"/>
                  </a:lnTo>
                  <a:lnTo>
                    <a:pt x="405" y="0"/>
                  </a:lnTo>
                  <a:lnTo>
                    <a:pt x="0" y="746"/>
                  </a:lnTo>
                  <a:lnTo>
                    <a:pt x="0" y="3731"/>
                  </a:lnTo>
                  <a:lnTo>
                    <a:pt x="405" y="5223"/>
                  </a:lnTo>
                  <a:lnTo>
                    <a:pt x="405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10375738" y="327846"/>
              <a:ext cx="36830" cy="69392"/>
            </a:xfrm>
            <a:custGeom>
              <a:avLst/>
              <a:gdLst>
                <a:gd name="connsiteX0" fmla="*/ 12951 w 36830"/>
                <a:gd name="connsiteY0" fmla="*/ 9700 h 69392"/>
                <a:gd name="connsiteX1" fmla="*/ 11737 w 36830"/>
                <a:gd name="connsiteY1" fmla="*/ 10446 h 69392"/>
                <a:gd name="connsiteX2" fmla="*/ 10118 w 36830"/>
                <a:gd name="connsiteY2" fmla="*/ 11192 h 69392"/>
                <a:gd name="connsiteX3" fmla="*/ 7690 w 36830"/>
                <a:gd name="connsiteY3" fmla="*/ 11192 h 69392"/>
                <a:gd name="connsiteX4" fmla="*/ 6880 w 36830"/>
                <a:gd name="connsiteY4" fmla="*/ 14177 h 69392"/>
                <a:gd name="connsiteX5" fmla="*/ 6071 w 36830"/>
                <a:gd name="connsiteY5" fmla="*/ 15669 h 69392"/>
                <a:gd name="connsiteX6" fmla="*/ 5261 w 36830"/>
                <a:gd name="connsiteY6" fmla="*/ 17161 h 69392"/>
                <a:gd name="connsiteX7" fmla="*/ 3238 w 36830"/>
                <a:gd name="connsiteY7" fmla="*/ 21638 h 69392"/>
                <a:gd name="connsiteX8" fmla="*/ 1214 w 36830"/>
                <a:gd name="connsiteY8" fmla="*/ 24623 h 69392"/>
                <a:gd name="connsiteX9" fmla="*/ 405 w 36830"/>
                <a:gd name="connsiteY9" fmla="*/ 25369 h 69392"/>
                <a:gd name="connsiteX10" fmla="*/ 0 w 36830"/>
                <a:gd name="connsiteY10" fmla="*/ 28354 h 69392"/>
                <a:gd name="connsiteX11" fmla="*/ 0 w 36830"/>
                <a:gd name="connsiteY11" fmla="*/ 29846 h 69392"/>
                <a:gd name="connsiteX12" fmla="*/ 405 w 36830"/>
                <a:gd name="connsiteY12" fmla="*/ 32831 h 69392"/>
                <a:gd name="connsiteX13" fmla="*/ 809 w 36830"/>
                <a:gd name="connsiteY13" fmla="*/ 35069 h 69392"/>
                <a:gd name="connsiteX14" fmla="*/ 1214 w 36830"/>
                <a:gd name="connsiteY14" fmla="*/ 38800 h 69392"/>
                <a:gd name="connsiteX15" fmla="*/ 1214 w 36830"/>
                <a:gd name="connsiteY15" fmla="*/ 41038 h 69392"/>
                <a:gd name="connsiteX16" fmla="*/ 1619 w 36830"/>
                <a:gd name="connsiteY16" fmla="*/ 43277 h 69392"/>
                <a:gd name="connsiteX17" fmla="*/ 1214 w 36830"/>
                <a:gd name="connsiteY17" fmla="*/ 45515 h 69392"/>
                <a:gd name="connsiteX18" fmla="*/ 1619 w 36830"/>
                <a:gd name="connsiteY18" fmla="*/ 46261 h 69392"/>
                <a:gd name="connsiteX19" fmla="*/ 2428 w 36830"/>
                <a:gd name="connsiteY19" fmla="*/ 47754 h 69392"/>
                <a:gd name="connsiteX20" fmla="*/ 3238 w 36830"/>
                <a:gd name="connsiteY20" fmla="*/ 49246 h 69392"/>
                <a:gd name="connsiteX21" fmla="*/ 3643 w 36830"/>
                <a:gd name="connsiteY21" fmla="*/ 52977 h 69392"/>
                <a:gd name="connsiteX22" fmla="*/ 4047 w 36830"/>
                <a:gd name="connsiteY22" fmla="*/ 55961 h 69392"/>
                <a:gd name="connsiteX23" fmla="*/ 4452 w 36830"/>
                <a:gd name="connsiteY23" fmla="*/ 59692 h 69392"/>
                <a:gd name="connsiteX24" fmla="*/ 5261 w 36830"/>
                <a:gd name="connsiteY24" fmla="*/ 62677 h 69392"/>
                <a:gd name="connsiteX25" fmla="*/ 6071 w 36830"/>
                <a:gd name="connsiteY25" fmla="*/ 64915 h 69392"/>
                <a:gd name="connsiteX26" fmla="*/ 6880 w 36830"/>
                <a:gd name="connsiteY26" fmla="*/ 67900 h 69392"/>
                <a:gd name="connsiteX27" fmla="*/ 8499 w 36830"/>
                <a:gd name="connsiteY27" fmla="*/ 69392 h 69392"/>
                <a:gd name="connsiteX28" fmla="*/ 10118 w 36830"/>
                <a:gd name="connsiteY28" fmla="*/ 69392 h 69392"/>
                <a:gd name="connsiteX29" fmla="*/ 10928 w 36830"/>
                <a:gd name="connsiteY29" fmla="*/ 68646 h 69392"/>
                <a:gd name="connsiteX30" fmla="*/ 12547 w 36830"/>
                <a:gd name="connsiteY30" fmla="*/ 67900 h 69392"/>
                <a:gd name="connsiteX31" fmla="*/ 12951 w 36830"/>
                <a:gd name="connsiteY31" fmla="*/ 67900 h 69392"/>
                <a:gd name="connsiteX32" fmla="*/ 14570 w 36830"/>
                <a:gd name="connsiteY32" fmla="*/ 67154 h 69392"/>
                <a:gd name="connsiteX33" fmla="*/ 16999 w 36830"/>
                <a:gd name="connsiteY33" fmla="*/ 65661 h 69392"/>
                <a:gd name="connsiteX34" fmla="*/ 18213 w 36830"/>
                <a:gd name="connsiteY34" fmla="*/ 64915 h 69392"/>
                <a:gd name="connsiteX35" fmla="*/ 19832 w 36830"/>
                <a:gd name="connsiteY35" fmla="*/ 64169 h 69392"/>
                <a:gd name="connsiteX36" fmla="*/ 20237 w 36830"/>
                <a:gd name="connsiteY36" fmla="*/ 63423 h 69392"/>
                <a:gd name="connsiteX37" fmla="*/ 21046 w 36830"/>
                <a:gd name="connsiteY37" fmla="*/ 62677 h 69392"/>
                <a:gd name="connsiteX38" fmla="*/ 21451 w 36830"/>
                <a:gd name="connsiteY38" fmla="*/ 62677 h 69392"/>
                <a:gd name="connsiteX39" fmla="*/ 22260 w 36830"/>
                <a:gd name="connsiteY39" fmla="*/ 61931 h 69392"/>
                <a:gd name="connsiteX40" fmla="*/ 23070 w 36830"/>
                <a:gd name="connsiteY40" fmla="*/ 62677 h 69392"/>
                <a:gd name="connsiteX41" fmla="*/ 23474 w 36830"/>
                <a:gd name="connsiteY41" fmla="*/ 62677 h 69392"/>
                <a:gd name="connsiteX42" fmla="*/ 24689 w 36830"/>
                <a:gd name="connsiteY42" fmla="*/ 64169 h 69392"/>
                <a:gd name="connsiteX43" fmla="*/ 25498 w 36830"/>
                <a:gd name="connsiteY43" fmla="*/ 64915 h 69392"/>
                <a:gd name="connsiteX44" fmla="*/ 25903 w 36830"/>
                <a:gd name="connsiteY44" fmla="*/ 65661 h 69392"/>
                <a:gd name="connsiteX45" fmla="*/ 26307 w 36830"/>
                <a:gd name="connsiteY45" fmla="*/ 65661 h 69392"/>
                <a:gd name="connsiteX46" fmla="*/ 26712 w 36830"/>
                <a:gd name="connsiteY46" fmla="*/ 66408 h 69392"/>
                <a:gd name="connsiteX47" fmla="*/ 27117 w 36830"/>
                <a:gd name="connsiteY47" fmla="*/ 65661 h 69392"/>
                <a:gd name="connsiteX48" fmla="*/ 27117 w 36830"/>
                <a:gd name="connsiteY48" fmla="*/ 57454 h 69392"/>
                <a:gd name="connsiteX49" fmla="*/ 27926 w 36830"/>
                <a:gd name="connsiteY49" fmla="*/ 55961 h 69392"/>
                <a:gd name="connsiteX50" fmla="*/ 28331 w 36830"/>
                <a:gd name="connsiteY50" fmla="*/ 55961 h 69392"/>
                <a:gd name="connsiteX51" fmla="*/ 28736 w 36830"/>
                <a:gd name="connsiteY51" fmla="*/ 54469 h 69392"/>
                <a:gd name="connsiteX52" fmla="*/ 29141 w 36830"/>
                <a:gd name="connsiteY52" fmla="*/ 54469 h 69392"/>
                <a:gd name="connsiteX53" fmla="*/ 29545 w 36830"/>
                <a:gd name="connsiteY53" fmla="*/ 53723 h 69392"/>
                <a:gd name="connsiteX54" fmla="*/ 30355 w 36830"/>
                <a:gd name="connsiteY54" fmla="*/ 51484 h 69392"/>
                <a:gd name="connsiteX55" fmla="*/ 31164 w 36830"/>
                <a:gd name="connsiteY55" fmla="*/ 49992 h 69392"/>
                <a:gd name="connsiteX56" fmla="*/ 32378 w 36830"/>
                <a:gd name="connsiteY56" fmla="*/ 48500 h 69392"/>
                <a:gd name="connsiteX57" fmla="*/ 32783 w 36830"/>
                <a:gd name="connsiteY57" fmla="*/ 47754 h 69392"/>
                <a:gd name="connsiteX58" fmla="*/ 33997 w 36830"/>
                <a:gd name="connsiteY58" fmla="*/ 45515 h 69392"/>
                <a:gd name="connsiteX59" fmla="*/ 35616 w 36830"/>
                <a:gd name="connsiteY59" fmla="*/ 43277 h 69392"/>
                <a:gd name="connsiteX60" fmla="*/ 36021 w 36830"/>
                <a:gd name="connsiteY60" fmla="*/ 42531 h 69392"/>
                <a:gd name="connsiteX61" fmla="*/ 36831 w 36830"/>
                <a:gd name="connsiteY61" fmla="*/ 41038 h 69392"/>
                <a:gd name="connsiteX62" fmla="*/ 36831 w 36830"/>
                <a:gd name="connsiteY62" fmla="*/ 39546 h 69392"/>
                <a:gd name="connsiteX63" fmla="*/ 36021 w 36830"/>
                <a:gd name="connsiteY63" fmla="*/ 36561 h 69392"/>
                <a:gd name="connsiteX64" fmla="*/ 35616 w 36830"/>
                <a:gd name="connsiteY64" fmla="*/ 34323 h 69392"/>
                <a:gd name="connsiteX65" fmla="*/ 33997 w 36830"/>
                <a:gd name="connsiteY65" fmla="*/ 30592 h 69392"/>
                <a:gd name="connsiteX66" fmla="*/ 32783 w 36830"/>
                <a:gd name="connsiteY66" fmla="*/ 25369 h 69392"/>
                <a:gd name="connsiteX67" fmla="*/ 32378 w 36830"/>
                <a:gd name="connsiteY67" fmla="*/ 24623 h 69392"/>
                <a:gd name="connsiteX68" fmla="*/ 32378 w 36830"/>
                <a:gd name="connsiteY68" fmla="*/ 20146 h 69392"/>
                <a:gd name="connsiteX69" fmla="*/ 31974 w 36830"/>
                <a:gd name="connsiteY69" fmla="*/ 19400 h 69392"/>
                <a:gd name="connsiteX70" fmla="*/ 30355 w 36830"/>
                <a:gd name="connsiteY70" fmla="*/ 15669 h 69392"/>
                <a:gd name="connsiteX71" fmla="*/ 29950 w 36830"/>
                <a:gd name="connsiteY71" fmla="*/ 14923 h 69392"/>
                <a:gd name="connsiteX72" fmla="*/ 28736 w 36830"/>
                <a:gd name="connsiteY72" fmla="*/ 11938 h 69392"/>
                <a:gd name="connsiteX73" fmla="*/ 28331 w 36830"/>
                <a:gd name="connsiteY73" fmla="*/ 11192 h 69392"/>
                <a:gd name="connsiteX74" fmla="*/ 26712 w 36830"/>
                <a:gd name="connsiteY74" fmla="*/ 5969 h 69392"/>
                <a:gd name="connsiteX75" fmla="*/ 26307 w 36830"/>
                <a:gd name="connsiteY75" fmla="*/ 5223 h 69392"/>
                <a:gd name="connsiteX76" fmla="*/ 26307 w 36830"/>
                <a:gd name="connsiteY76" fmla="*/ 2238 h 69392"/>
                <a:gd name="connsiteX77" fmla="*/ 25903 w 36830"/>
                <a:gd name="connsiteY77" fmla="*/ 2238 h 69392"/>
                <a:gd name="connsiteX78" fmla="*/ 25498 w 36830"/>
                <a:gd name="connsiteY78" fmla="*/ 746 h 69392"/>
                <a:gd name="connsiteX79" fmla="*/ 24284 w 36830"/>
                <a:gd name="connsiteY79" fmla="*/ 0 h 69392"/>
                <a:gd name="connsiteX80" fmla="*/ 23474 w 36830"/>
                <a:gd name="connsiteY80" fmla="*/ 0 h 69392"/>
                <a:gd name="connsiteX81" fmla="*/ 22665 w 36830"/>
                <a:gd name="connsiteY81" fmla="*/ 1492 h 69392"/>
                <a:gd name="connsiteX82" fmla="*/ 21451 w 36830"/>
                <a:gd name="connsiteY82" fmla="*/ 2238 h 69392"/>
                <a:gd name="connsiteX83" fmla="*/ 21046 w 36830"/>
                <a:gd name="connsiteY83" fmla="*/ 2984 h 69392"/>
                <a:gd name="connsiteX84" fmla="*/ 20237 w 36830"/>
                <a:gd name="connsiteY84" fmla="*/ 3731 h 69392"/>
                <a:gd name="connsiteX85" fmla="*/ 18213 w 36830"/>
                <a:gd name="connsiteY85" fmla="*/ 5969 h 69392"/>
                <a:gd name="connsiteX86" fmla="*/ 14570 w 36830"/>
                <a:gd name="connsiteY86" fmla="*/ 8954 h 69392"/>
                <a:gd name="connsiteX87" fmla="*/ 28736 w 36830"/>
                <a:gd name="connsiteY87" fmla="*/ 35815 h 69392"/>
                <a:gd name="connsiteX88" fmla="*/ 29950 w 36830"/>
                <a:gd name="connsiteY88" fmla="*/ 35069 h 69392"/>
                <a:gd name="connsiteX89" fmla="*/ 30760 w 36830"/>
                <a:gd name="connsiteY89" fmla="*/ 34323 h 69392"/>
                <a:gd name="connsiteX90" fmla="*/ 31974 w 36830"/>
                <a:gd name="connsiteY90" fmla="*/ 35069 h 69392"/>
                <a:gd name="connsiteX91" fmla="*/ 31974 w 36830"/>
                <a:gd name="connsiteY91" fmla="*/ 39546 h 69392"/>
                <a:gd name="connsiteX92" fmla="*/ 31569 w 36830"/>
                <a:gd name="connsiteY92" fmla="*/ 41784 h 69392"/>
                <a:gd name="connsiteX93" fmla="*/ 29950 w 36830"/>
                <a:gd name="connsiteY93" fmla="*/ 44023 h 69392"/>
                <a:gd name="connsiteX94" fmla="*/ 28736 w 36830"/>
                <a:gd name="connsiteY94" fmla="*/ 44769 h 69392"/>
                <a:gd name="connsiteX95" fmla="*/ 28331 w 36830"/>
                <a:gd name="connsiteY95" fmla="*/ 44769 h 69392"/>
                <a:gd name="connsiteX96" fmla="*/ 26712 w 36830"/>
                <a:gd name="connsiteY96" fmla="*/ 47008 h 69392"/>
                <a:gd name="connsiteX97" fmla="*/ 25903 w 36830"/>
                <a:gd name="connsiteY97" fmla="*/ 47754 h 69392"/>
                <a:gd name="connsiteX98" fmla="*/ 24689 w 36830"/>
                <a:gd name="connsiteY98" fmla="*/ 48500 h 69392"/>
                <a:gd name="connsiteX99" fmla="*/ 23879 w 36830"/>
                <a:gd name="connsiteY99" fmla="*/ 49246 h 69392"/>
                <a:gd name="connsiteX100" fmla="*/ 22665 w 36830"/>
                <a:gd name="connsiteY100" fmla="*/ 49992 h 69392"/>
                <a:gd name="connsiteX101" fmla="*/ 21046 w 36830"/>
                <a:gd name="connsiteY101" fmla="*/ 51484 h 69392"/>
                <a:gd name="connsiteX102" fmla="*/ 20237 w 36830"/>
                <a:gd name="connsiteY102" fmla="*/ 52231 h 69392"/>
                <a:gd name="connsiteX103" fmla="*/ 19832 w 36830"/>
                <a:gd name="connsiteY103" fmla="*/ 52977 h 69392"/>
                <a:gd name="connsiteX104" fmla="*/ 18213 w 36830"/>
                <a:gd name="connsiteY104" fmla="*/ 55215 h 69392"/>
                <a:gd name="connsiteX105" fmla="*/ 16594 w 36830"/>
                <a:gd name="connsiteY105" fmla="*/ 56708 h 69392"/>
                <a:gd name="connsiteX106" fmla="*/ 14975 w 36830"/>
                <a:gd name="connsiteY106" fmla="*/ 57454 h 69392"/>
                <a:gd name="connsiteX107" fmla="*/ 13356 w 36830"/>
                <a:gd name="connsiteY107" fmla="*/ 58946 h 69392"/>
                <a:gd name="connsiteX108" fmla="*/ 12951 w 36830"/>
                <a:gd name="connsiteY108" fmla="*/ 59692 h 69392"/>
                <a:gd name="connsiteX109" fmla="*/ 10118 w 36830"/>
                <a:gd name="connsiteY109" fmla="*/ 59692 h 69392"/>
                <a:gd name="connsiteX110" fmla="*/ 8904 w 36830"/>
                <a:gd name="connsiteY110" fmla="*/ 58200 h 69392"/>
                <a:gd name="connsiteX111" fmla="*/ 8499 w 36830"/>
                <a:gd name="connsiteY111" fmla="*/ 55961 h 69392"/>
                <a:gd name="connsiteX112" fmla="*/ 8904 w 36830"/>
                <a:gd name="connsiteY112" fmla="*/ 52977 h 69392"/>
                <a:gd name="connsiteX113" fmla="*/ 10118 w 36830"/>
                <a:gd name="connsiteY113" fmla="*/ 51484 h 69392"/>
                <a:gd name="connsiteX114" fmla="*/ 12142 w 36830"/>
                <a:gd name="connsiteY114" fmla="*/ 50738 h 69392"/>
                <a:gd name="connsiteX115" fmla="*/ 12951 w 36830"/>
                <a:gd name="connsiteY115" fmla="*/ 49992 h 69392"/>
                <a:gd name="connsiteX116" fmla="*/ 13356 w 36830"/>
                <a:gd name="connsiteY116" fmla="*/ 49992 h 69392"/>
                <a:gd name="connsiteX117" fmla="*/ 14975 w 36830"/>
                <a:gd name="connsiteY117" fmla="*/ 49246 h 69392"/>
                <a:gd name="connsiteX118" fmla="*/ 15380 w 36830"/>
                <a:gd name="connsiteY118" fmla="*/ 48500 h 69392"/>
                <a:gd name="connsiteX119" fmla="*/ 16594 w 36830"/>
                <a:gd name="connsiteY119" fmla="*/ 46261 h 69392"/>
                <a:gd name="connsiteX120" fmla="*/ 17808 w 36830"/>
                <a:gd name="connsiteY120" fmla="*/ 44769 h 69392"/>
                <a:gd name="connsiteX121" fmla="*/ 19427 w 36830"/>
                <a:gd name="connsiteY121" fmla="*/ 42531 h 69392"/>
                <a:gd name="connsiteX122" fmla="*/ 20641 w 36830"/>
                <a:gd name="connsiteY122" fmla="*/ 41784 h 69392"/>
                <a:gd name="connsiteX123" fmla="*/ 21046 w 36830"/>
                <a:gd name="connsiteY123" fmla="*/ 41784 h 69392"/>
                <a:gd name="connsiteX124" fmla="*/ 23070 w 36830"/>
                <a:gd name="connsiteY124" fmla="*/ 39546 h 69392"/>
                <a:gd name="connsiteX125" fmla="*/ 23474 w 36830"/>
                <a:gd name="connsiteY125" fmla="*/ 38800 h 69392"/>
                <a:gd name="connsiteX126" fmla="*/ 25093 w 36830"/>
                <a:gd name="connsiteY126" fmla="*/ 37308 h 69392"/>
                <a:gd name="connsiteX127" fmla="*/ 25498 w 36830"/>
                <a:gd name="connsiteY127" fmla="*/ 37308 h 69392"/>
                <a:gd name="connsiteX128" fmla="*/ 26307 w 36830"/>
                <a:gd name="connsiteY128" fmla="*/ 36561 h 69392"/>
                <a:gd name="connsiteX129" fmla="*/ 25903 w 36830"/>
                <a:gd name="connsiteY129" fmla="*/ 19400 h 69392"/>
                <a:gd name="connsiteX130" fmla="*/ 26712 w 36830"/>
                <a:gd name="connsiteY130" fmla="*/ 20146 h 69392"/>
                <a:gd name="connsiteX131" fmla="*/ 27117 w 36830"/>
                <a:gd name="connsiteY131" fmla="*/ 20146 h 69392"/>
                <a:gd name="connsiteX132" fmla="*/ 27926 w 36830"/>
                <a:gd name="connsiteY132" fmla="*/ 20892 h 69392"/>
                <a:gd name="connsiteX133" fmla="*/ 28331 w 36830"/>
                <a:gd name="connsiteY133" fmla="*/ 23131 h 69392"/>
                <a:gd name="connsiteX134" fmla="*/ 28331 w 36830"/>
                <a:gd name="connsiteY134" fmla="*/ 26115 h 69392"/>
                <a:gd name="connsiteX135" fmla="*/ 27522 w 36830"/>
                <a:gd name="connsiteY135" fmla="*/ 27608 h 69392"/>
                <a:gd name="connsiteX136" fmla="*/ 26307 w 36830"/>
                <a:gd name="connsiteY136" fmla="*/ 27608 h 69392"/>
                <a:gd name="connsiteX137" fmla="*/ 25903 w 36830"/>
                <a:gd name="connsiteY137" fmla="*/ 28354 h 69392"/>
                <a:gd name="connsiteX138" fmla="*/ 24284 w 36830"/>
                <a:gd name="connsiteY138" fmla="*/ 29846 h 69392"/>
                <a:gd name="connsiteX139" fmla="*/ 23879 w 36830"/>
                <a:gd name="connsiteY139" fmla="*/ 31338 h 69392"/>
                <a:gd name="connsiteX140" fmla="*/ 23474 w 36830"/>
                <a:gd name="connsiteY140" fmla="*/ 32084 h 69392"/>
                <a:gd name="connsiteX141" fmla="*/ 21046 w 36830"/>
                <a:gd name="connsiteY141" fmla="*/ 34323 h 69392"/>
                <a:gd name="connsiteX142" fmla="*/ 20641 w 36830"/>
                <a:gd name="connsiteY142" fmla="*/ 34323 h 69392"/>
                <a:gd name="connsiteX143" fmla="*/ 19832 w 36830"/>
                <a:gd name="connsiteY143" fmla="*/ 35069 h 69392"/>
                <a:gd name="connsiteX144" fmla="*/ 19427 w 36830"/>
                <a:gd name="connsiteY144" fmla="*/ 35815 h 69392"/>
                <a:gd name="connsiteX145" fmla="*/ 18618 w 36830"/>
                <a:gd name="connsiteY145" fmla="*/ 36561 h 69392"/>
                <a:gd name="connsiteX146" fmla="*/ 15380 w 36830"/>
                <a:gd name="connsiteY146" fmla="*/ 38054 h 69392"/>
                <a:gd name="connsiteX147" fmla="*/ 13761 w 36830"/>
                <a:gd name="connsiteY147" fmla="*/ 38800 h 69392"/>
                <a:gd name="connsiteX148" fmla="*/ 13356 w 36830"/>
                <a:gd name="connsiteY148" fmla="*/ 39546 h 69392"/>
                <a:gd name="connsiteX149" fmla="*/ 11332 w 36830"/>
                <a:gd name="connsiteY149" fmla="*/ 40292 h 69392"/>
                <a:gd name="connsiteX150" fmla="*/ 10118 w 36830"/>
                <a:gd name="connsiteY150" fmla="*/ 42531 h 69392"/>
                <a:gd name="connsiteX151" fmla="*/ 9713 w 36830"/>
                <a:gd name="connsiteY151" fmla="*/ 43277 h 69392"/>
                <a:gd name="connsiteX152" fmla="*/ 8904 w 36830"/>
                <a:gd name="connsiteY152" fmla="*/ 44769 h 69392"/>
                <a:gd name="connsiteX153" fmla="*/ 7690 w 36830"/>
                <a:gd name="connsiteY153" fmla="*/ 46261 h 69392"/>
                <a:gd name="connsiteX154" fmla="*/ 6880 w 36830"/>
                <a:gd name="connsiteY154" fmla="*/ 46261 h 69392"/>
                <a:gd name="connsiteX155" fmla="*/ 6476 w 36830"/>
                <a:gd name="connsiteY155" fmla="*/ 45515 h 69392"/>
                <a:gd name="connsiteX156" fmla="*/ 6071 w 36830"/>
                <a:gd name="connsiteY156" fmla="*/ 44023 h 69392"/>
                <a:gd name="connsiteX157" fmla="*/ 6476 w 36830"/>
                <a:gd name="connsiteY157" fmla="*/ 41038 h 69392"/>
                <a:gd name="connsiteX158" fmla="*/ 7690 w 36830"/>
                <a:gd name="connsiteY158" fmla="*/ 38054 h 69392"/>
                <a:gd name="connsiteX159" fmla="*/ 10523 w 36830"/>
                <a:gd name="connsiteY159" fmla="*/ 37308 h 69392"/>
                <a:gd name="connsiteX160" fmla="*/ 10523 w 36830"/>
                <a:gd name="connsiteY160" fmla="*/ 36561 h 69392"/>
                <a:gd name="connsiteX161" fmla="*/ 11737 w 36830"/>
                <a:gd name="connsiteY161" fmla="*/ 35069 h 69392"/>
                <a:gd name="connsiteX162" fmla="*/ 13356 w 36830"/>
                <a:gd name="connsiteY162" fmla="*/ 33577 h 69392"/>
                <a:gd name="connsiteX163" fmla="*/ 13761 w 36830"/>
                <a:gd name="connsiteY163" fmla="*/ 33577 h 69392"/>
                <a:gd name="connsiteX164" fmla="*/ 14975 w 36830"/>
                <a:gd name="connsiteY164" fmla="*/ 32831 h 69392"/>
                <a:gd name="connsiteX165" fmla="*/ 16189 w 36830"/>
                <a:gd name="connsiteY165" fmla="*/ 31338 h 69392"/>
                <a:gd name="connsiteX166" fmla="*/ 17403 w 36830"/>
                <a:gd name="connsiteY166" fmla="*/ 30592 h 69392"/>
                <a:gd name="connsiteX167" fmla="*/ 18618 w 36830"/>
                <a:gd name="connsiteY167" fmla="*/ 29846 h 69392"/>
                <a:gd name="connsiteX168" fmla="*/ 20237 w 36830"/>
                <a:gd name="connsiteY168" fmla="*/ 27608 h 69392"/>
                <a:gd name="connsiteX169" fmla="*/ 20641 w 36830"/>
                <a:gd name="connsiteY169" fmla="*/ 27608 h 69392"/>
                <a:gd name="connsiteX170" fmla="*/ 21855 w 36830"/>
                <a:gd name="connsiteY170" fmla="*/ 26861 h 69392"/>
                <a:gd name="connsiteX171" fmla="*/ 22260 w 36830"/>
                <a:gd name="connsiteY171" fmla="*/ 26115 h 69392"/>
                <a:gd name="connsiteX172" fmla="*/ 22665 w 36830"/>
                <a:gd name="connsiteY172" fmla="*/ 24623 h 69392"/>
                <a:gd name="connsiteX173" fmla="*/ 24284 w 36830"/>
                <a:gd name="connsiteY173" fmla="*/ 23131 h 69392"/>
                <a:gd name="connsiteX174" fmla="*/ 24689 w 36830"/>
                <a:gd name="connsiteY174" fmla="*/ 22385 h 69392"/>
                <a:gd name="connsiteX175" fmla="*/ 25093 w 36830"/>
                <a:gd name="connsiteY175" fmla="*/ 21638 h 69392"/>
                <a:gd name="connsiteX176" fmla="*/ 25498 w 36830"/>
                <a:gd name="connsiteY176" fmla="*/ 20892 h 69392"/>
                <a:gd name="connsiteX177" fmla="*/ 16594 w 36830"/>
                <a:gd name="connsiteY177" fmla="*/ 14923 h 69392"/>
                <a:gd name="connsiteX178" fmla="*/ 17808 w 36830"/>
                <a:gd name="connsiteY178" fmla="*/ 14177 h 69392"/>
                <a:gd name="connsiteX179" fmla="*/ 19022 w 36830"/>
                <a:gd name="connsiteY179" fmla="*/ 12685 h 69392"/>
                <a:gd name="connsiteX180" fmla="*/ 19832 w 36830"/>
                <a:gd name="connsiteY180" fmla="*/ 11938 h 69392"/>
                <a:gd name="connsiteX181" fmla="*/ 20237 w 36830"/>
                <a:gd name="connsiteY181" fmla="*/ 11192 h 69392"/>
                <a:gd name="connsiteX182" fmla="*/ 21046 w 36830"/>
                <a:gd name="connsiteY182" fmla="*/ 10446 h 69392"/>
                <a:gd name="connsiteX183" fmla="*/ 21046 w 36830"/>
                <a:gd name="connsiteY183" fmla="*/ 9700 h 69392"/>
                <a:gd name="connsiteX184" fmla="*/ 21451 w 36830"/>
                <a:gd name="connsiteY184" fmla="*/ 8954 h 69392"/>
                <a:gd name="connsiteX185" fmla="*/ 22260 w 36830"/>
                <a:gd name="connsiteY185" fmla="*/ 8208 h 69392"/>
                <a:gd name="connsiteX186" fmla="*/ 23070 w 36830"/>
                <a:gd name="connsiteY186" fmla="*/ 7461 h 69392"/>
                <a:gd name="connsiteX187" fmla="*/ 23474 w 36830"/>
                <a:gd name="connsiteY187" fmla="*/ 8208 h 69392"/>
                <a:gd name="connsiteX188" fmla="*/ 23879 w 36830"/>
                <a:gd name="connsiteY188" fmla="*/ 8954 h 69392"/>
                <a:gd name="connsiteX189" fmla="*/ 24284 w 36830"/>
                <a:gd name="connsiteY189" fmla="*/ 11192 h 69392"/>
                <a:gd name="connsiteX190" fmla="*/ 24284 w 36830"/>
                <a:gd name="connsiteY190" fmla="*/ 12685 h 69392"/>
                <a:gd name="connsiteX191" fmla="*/ 23879 w 36830"/>
                <a:gd name="connsiteY191" fmla="*/ 13431 h 69392"/>
                <a:gd name="connsiteX192" fmla="*/ 23474 w 36830"/>
                <a:gd name="connsiteY192" fmla="*/ 13431 h 69392"/>
                <a:gd name="connsiteX193" fmla="*/ 22260 w 36830"/>
                <a:gd name="connsiteY193" fmla="*/ 15669 h 69392"/>
                <a:gd name="connsiteX194" fmla="*/ 21451 w 36830"/>
                <a:gd name="connsiteY194" fmla="*/ 16415 h 69392"/>
                <a:gd name="connsiteX195" fmla="*/ 20641 w 36830"/>
                <a:gd name="connsiteY195" fmla="*/ 17908 h 69392"/>
                <a:gd name="connsiteX196" fmla="*/ 20237 w 36830"/>
                <a:gd name="connsiteY196" fmla="*/ 18654 h 69392"/>
                <a:gd name="connsiteX197" fmla="*/ 18213 w 36830"/>
                <a:gd name="connsiteY197" fmla="*/ 20146 h 69392"/>
                <a:gd name="connsiteX198" fmla="*/ 16594 w 36830"/>
                <a:gd name="connsiteY198" fmla="*/ 21638 h 69392"/>
                <a:gd name="connsiteX199" fmla="*/ 13761 w 36830"/>
                <a:gd name="connsiteY199" fmla="*/ 24623 h 69392"/>
                <a:gd name="connsiteX200" fmla="*/ 12951 w 36830"/>
                <a:gd name="connsiteY200" fmla="*/ 25369 h 69392"/>
                <a:gd name="connsiteX201" fmla="*/ 11737 w 36830"/>
                <a:gd name="connsiteY201" fmla="*/ 26861 h 69392"/>
                <a:gd name="connsiteX202" fmla="*/ 10523 w 36830"/>
                <a:gd name="connsiteY202" fmla="*/ 27608 h 69392"/>
                <a:gd name="connsiteX203" fmla="*/ 10118 w 36830"/>
                <a:gd name="connsiteY203" fmla="*/ 28354 h 69392"/>
                <a:gd name="connsiteX204" fmla="*/ 8499 w 36830"/>
                <a:gd name="connsiteY204" fmla="*/ 29100 h 69392"/>
                <a:gd name="connsiteX205" fmla="*/ 7285 w 36830"/>
                <a:gd name="connsiteY205" fmla="*/ 29846 h 69392"/>
                <a:gd name="connsiteX206" fmla="*/ 6071 w 36830"/>
                <a:gd name="connsiteY206" fmla="*/ 30592 h 69392"/>
                <a:gd name="connsiteX207" fmla="*/ 5261 w 36830"/>
                <a:gd name="connsiteY207" fmla="*/ 31338 h 69392"/>
                <a:gd name="connsiteX208" fmla="*/ 4047 w 36830"/>
                <a:gd name="connsiteY208" fmla="*/ 31338 h 69392"/>
                <a:gd name="connsiteX209" fmla="*/ 3643 w 36830"/>
                <a:gd name="connsiteY209" fmla="*/ 28354 h 69392"/>
                <a:gd name="connsiteX210" fmla="*/ 4047 w 36830"/>
                <a:gd name="connsiteY210" fmla="*/ 26115 h 69392"/>
                <a:gd name="connsiteX211" fmla="*/ 4857 w 36830"/>
                <a:gd name="connsiteY211" fmla="*/ 23877 h 69392"/>
                <a:gd name="connsiteX212" fmla="*/ 5666 w 36830"/>
                <a:gd name="connsiteY212" fmla="*/ 22385 h 69392"/>
                <a:gd name="connsiteX213" fmla="*/ 6071 w 36830"/>
                <a:gd name="connsiteY213" fmla="*/ 21638 h 69392"/>
                <a:gd name="connsiteX214" fmla="*/ 8095 w 36830"/>
                <a:gd name="connsiteY214" fmla="*/ 20146 h 69392"/>
                <a:gd name="connsiteX215" fmla="*/ 10118 w 36830"/>
                <a:gd name="connsiteY215" fmla="*/ 20146 h 69392"/>
                <a:gd name="connsiteX216" fmla="*/ 11332 w 36830"/>
                <a:gd name="connsiteY216" fmla="*/ 19400 h 69392"/>
                <a:gd name="connsiteX217" fmla="*/ 12951 w 36830"/>
                <a:gd name="connsiteY217" fmla="*/ 17908 h 69392"/>
                <a:gd name="connsiteX218" fmla="*/ 13356 w 36830"/>
                <a:gd name="connsiteY218" fmla="*/ 17161 h 69392"/>
                <a:gd name="connsiteX219" fmla="*/ 15380 w 36830"/>
                <a:gd name="connsiteY219" fmla="*/ 16415 h 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</a:cxnLst>
              <a:rect l="l" t="t" r="r" b="b"/>
              <a:pathLst>
                <a:path w="36830" h="69392">
                  <a:moveTo>
                    <a:pt x="12951" y="9700"/>
                  </a:moveTo>
                  <a:lnTo>
                    <a:pt x="11737" y="10446"/>
                  </a:lnTo>
                  <a:lnTo>
                    <a:pt x="10118" y="11192"/>
                  </a:lnTo>
                  <a:lnTo>
                    <a:pt x="7690" y="11192"/>
                  </a:lnTo>
                  <a:lnTo>
                    <a:pt x="6880" y="14177"/>
                  </a:lnTo>
                  <a:lnTo>
                    <a:pt x="6071" y="15669"/>
                  </a:lnTo>
                  <a:lnTo>
                    <a:pt x="5261" y="17161"/>
                  </a:lnTo>
                  <a:lnTo>
                    <a:pt x="3238" y="21638"/>
                  </a:lnTo>
                  <a:lnTo>
                    <a:pt x="1214" y="24623"/>
                  </a:lnTo>
                  <a:lnTo>
                    <a:pt x="405" y="25369"/>
                  </a:lnTo>
                  <a:lnTo>
                    <a:pt x="0" y="28354"/>
                  </a:lnTo>
                  <a:lnTo>
                    <a:pt x="0" y="29846"/>
                  </a:lnTo>
                  <a:lnTo>
                    <a:pt x="405" y="32831"/>
                  </a:lnTo>
                  <a:lnTo>
                    <a:pt x="809" y="35069"/>
                  </a:lnTo>
                  <a:lnTo>
                    <a:pt x="1214" y="38800"/>
                  </a:lnTo>
                  <a:lnTo>
                    <a:pt x="1214" y="41038"/>
                  </a:lnTo>
                  <a:lnTo>
                    <a:pt x="1619" y="43277"/>
                  </a:lnTo>
                  <a:lnTo>
                    <a:pt x="1214" y="45515"/>
                  </a:lnTo>
                  <a:lnTo>
                    <a:pt x="1619" y="46261"/>
                  </a:lnTo>
                  <a:lnTo>
                    <a:pt x="2428" y="47754"/>
                  </a:lnTo>
                  <a:lnTo>
                    <a:pt x="3238" y="49246"/>
                  </a:lnTo>
                  <a:lnTo>
                    <a:pt x="3643" y="52977"/>
                  </a:lnTo>
                  <a:lnTo>
                    <a:pt x="4047" y="55961"/>
                  </a:lnTo>
                  <a:lnTo>
                    <a:pt x="4452" y="59692"/>
                  </a:lnTo>
                  <a:lnTo>
                    <a:pt x="5261" y="62677"/>
                  </a:lnTo>
                  <a:lnTo>
                    <a:pt x="6071" y="64915"/>
                  </a:lnTo>
                  <a:lnTo>
                    <a:pt x="6880" y="67900"/>
                  </a:lnTo>
                  <a:lnTo>
                    <a:pt x="8499" y="69392"/>
                  </a:lnTo>
                  <a:lnTo>
                    <a:pt x="10118" y="69392"/>
                  </a:lnTo>
                  <a:lnTo>
                    <a:pt x="10928" y="68646"/>
                  </a:lnTo>
                  <a:lnTo>
                    <a:pt x="12547" y="67900"/>
                  </a:lnTo>
                  <a:lnTo>
                    <a:pt x="12951" y="67900"/>
                  </a:lnTo>
                  <a:lnTo>
                    <a:pt x="14570" y="67154"/>
                  </a:lnTo>
                  <a:lnTo>
                    <a:pt x="16999" y="65661"/>
                  </a:lnTo>
                  <a:lnTo>
                    <a:pt x="18213" y="64915"/>
                  </a:lnTo>
                  <a:lnTo>
                    <a:pt x="19832" y="64169"/>
                  </a:lnTo>
                  <a:lnTo>
                    <a:pt x="20237" y="63423"/>
                  </a:lnTo>
                  <a:lnTo>
                    <a:pt x="21046" y="62677"/>
                  </a:lnTo>
                  <a:lnTo>
                    <a:pt x="21451" y="62677"/>
                  </a:lnTo>
                  <a:lnTo>
                    <a:pt x="22260" y="61931"/>
                  </a:lnTo>
                  <a:lnTo>
                    <a:pt x="23070" y="62677"/>
                  </a:lnTo>
                  <a:lnTo>
                    <a:pt x="23474" y="62677"/>
                  </a:lnTo>
                  <a:lnTo>
                    <a:pt x="24689" y="64169"/>
                  </a:lnTo>
                  <a:lnTo>
                    <a:pt x="25498" y="64915"/>
                  </a:lnTo>
                  <a:lnTo>
                    <a:pt x="25903" y="65661"/>
                  </a:lnTo>
                  <a:lnTo>
                    <a:pt x="26307" y="65661"/>
                  </a:lnTo>
                  <a:lnTo>
                    <a:pt x="26712" y="66408"/>
                  </a:lnTo>
                  <a:lnTo>
                    <a:pt x="27117" y="65661"/>
                  </a:lnTo>
                  <a:lnTo>
                    <a:pt x="27117" y="57454"/>
                  </a:lnTo>
                  <a:lnTo>
                    <a:pt x="27926" y="55961"/>
                  </a:lnTo>
                  <a:lnTo>
                    <a:pt x="28331" y="55961"/>
                  </a:lnTo>
                  <a:lnTo>
                    <a:pt x="28736" y="54469"/>
                  </a:lnTo>
                  <a:lnTo>
                    <a:pt x="29141" y="54469"/>
                  </a:lnTo>
                  <a:lnTo>
                    <a:pt x="29545" y="53723"/>
                  </a:lnTo>
                  <a:lnTo>
                    <a:pt x="30355" y="51484"/>
                  </a:lnTo>
                  <a:lnTo>
                    <a:pt x="31164" y="49992"/>
                  </a:lnTo>
                  <a:lnTo>
                    <a:pt x="32378" y="48500"/>
                  </a:lnTo>
                  <a:lnTo>
                    <a:pt x="32783" y="47754"/>
                  </a:lnTo>
                  <a:lnTo>
                    <a:pt x="33997" y="45515"/>
                  </a:lnTo>
                  <a:lnTo>
                    <a:pt x="35616" y="43277"/>
                  </a:lnTo>
                  <a:lnTo>
                    <a:pt x="36021" y="42531"/>
                  </a:lnTo>
                  <a:lnTo>
                    <a:pt x="36831" y="41038"/>
                  </a:lnTo>
                  <a:lnTo>
                    <a:pt x="36831" y="39546"/>
                  </a:lnTo>
                  <a:lnTo>
                    <a:pt x="36021" y="36561"/>
                  </a:lnTo>
                  <a:lnTo>
                    <a:pt x="35616" y="34323"/>
                  </a:lnTo>
                  <a:lnTo>
                    <a:pt x="33997" y="30592"/>
                  </a:lnTo>
                  <a:lnTo>
                    <a:pt x="32783" y="25369"/>
                  </a:lnTo>
                  <a:lnTo>
                    <a:pt x="32378" y="24623"/>
                  </a:lnTo>
                  <a:lnTo>
                    <a:pt x="32378" y="20146"/>
                  </a:lnTo>
                  <a:lnTo>
                    <a:pt x="31974" y="19400"/>
                  </a:lnTo>
                  <a:lnTo>
                    <a:pt x="30355" y="15669"/>
                  </a:lnTo>
                  <a:lnTo>
                    <a:pt x="29950" y="14923"/>
                  </a:lnTo>
                  <a:lnTo>
                    <a:pt x="28736" y="11938"/>
                  </a:lnTo>
                  <a:lnTo>
                    <a:pt x="28331" y="11192"/>
                  </a:lnTo>
                  <a:lnTo>
                    <a:pt x="26712" y="5969"/>
                  </a:lnTo>
                  <a:lnTo>
                    <a:pt x="26307" y="5223"/>
                  </a:lnTo>
                  <a:lnTo>
                    <a:pt x="26307" y="2238"/>
                  </a:lnTo>
                  <a:lnTo>
                    <a:pt x="25903" y="2238"/>
                  </a:lnTo>
                  <a:lnTo>
                    <a:pt x="25498" y="746"/>
                  </a:lnTo>
                  <a:lnTo>
                    <a:pt x="24284" y="0"/>
                  </a:lnTo>
                  <a:lnTo>
                    <a:pt x="23474" y="0"/>
                  </a:lnTo>
                  <a:lnTo>
                    <a:pt x="22665" y="1492"/>
                  </a:lnTo>
                  <a:lnTo>
                    <a:pt x="21451" y="2238"/>
                  </a:lnTo>
                  <a:lnTo>
                    <a:pt x="21046" y="2984"/>
                  </a:lnTo>
                  <a:lnTo>
                    <a:pt x="20237" y="3731"/>
                  </a:lnTo>
                  <a:lnTo>
                    <a:pt x="18213" y="5969"/>
                  </a:lnTo>
                  <a:lnTo>
                    <a:pt x="14570" y="8954"/>
                  </a:lnTo>
                  <a:close/>
                  <a:moveTo>
                    <a:pt x="28736" y="35815"/>
                  </a:moveTo>
                  <a:lnTo>
                    <a:pt x="29950" y="35069"/>
                  </a:lnTo>
                  <a:lnTo>
                    <a:pt x="30760" y="34323"/>
                  </a:lnTo>
                  <a:lnTo>
                    <a:pt x="31974" y="35069"/>
                  </a:lnTo>
                  <a:lnTo>
                    <a:pt x="31974" y="39546"/>
                  </a:lnTo>
                  <a:lnTo>
                    <a:pt x="31569" y="41784"/>
                  </a:lnTo>
                  <a:lnTo>
                    <a:pt x="29950" y="44023"/>
                  </a:lnTo>
                  <a:lnTo>
                    <a:pt x="28736" y="44769"/>
                  </a:lnTo>
                  <a:lnTo>
                    <a:pt x="28331" y="44769"/>
                  </a:lnTo>
                  <a:lnTo>
                    <a:pt x="26712" y="47008"/>
                  </a:lnTo>
                  <a:lnTo>
                    <a:pt x="25903" y="47754"/>
                  </a:lnTo>
                  <a:lnTo>
                    <a:pt x="24689" y="48500"/>
                  </a:lnTo>
                  <a:lnTo>
                    <a:pt x="23879" y="49246"/>
                  </a:lnTo>
                  <a:lnTo>
                    <a:pt x="22665" y="49992"/>
                  </a:lnTo>
                  <a:lnTo>
                    <a:pt x="21046" y="51484"/>
                  </a:lnTo>
                  <a:lnTo>
                    <a:pt x="20237" y="52231"/>
                  </a:lnTo>
                  <a:lnTo>
                    <a:pt x="19832" y="52977"/>
                  </a:lnTo>
                  <a:lnTo>
                    <a:pt x="18213" y="55215"/>
                  </a:lnTo>
                  <a:lnTo>
                    <a:pt x="16594" y="56708"/>
                  </a:lnTo>
                  <a:lnTo>
                    <a:pt x="14975" y="57454"/>
                  </a:lnTo>
                  <a:lnTo>
                    <a:pt x="13356" y="58946"/>
                  </a:lnTo>
                  <a:lnTo>
                    <a:pt x="12951" y="59692"/>
                  </a:lnTo>
                  <a:lnTo>
                    <a:pt x="10118" y="59692"/>
                  </a:lnTo>
                  <a:lnTo>
                    <a:pt x="8904" y="58200"/>
                  </a:lnTo>
                  <a:lnTo>
                    <a:pt x="8499" y="55961"/>
                  </a:lnTo>
                  <a:lnTo>
                    <a:pt x="8904" y="52977"/>
                  </a:lnTo>
                  <a:lnTo>
                    <a:pt x="10118" y="51484"/>
                  </a:lnTo>
                  <a:lnTo>
                    <a:pt x="12142" y="50738"/>
                  </a:lnTo>
                  <a:lnTo>
                    <a:pt x="12951" y="49992"/>
                  </a:lnTo>
                  <a:lnTo>
                    <a:pt x="13356" y="49992"/>
                  </a:lnTo>
                  <a:lnTo>
                    <a:pt x="14975" y="49246"/>
                  </a:lnTo>
                  <a:lnTo>
                    <a:pt x="15380" y="48500"/>
                  </a:lnTo>
                  <a:lnTo>
                    <a:pt x="16594" y="46261"/>
                  </a:lnTo>
                  <a:lnTo>
                    <a:pt x="17808" y="44769"/>
                  </a:lnTo>
                  <a:lnTo>
                    <a:pt x="19427" y="42531"/>
                  </a:lnTo>
                  <a:lnTo>
                    <a:pt x="20641" y="41784"/>
                  </a:lnTo>
                  <a:lnTo>
                    <a:pt x="21046" y="41784"/>
                  </a:lnTo>
                  <a:lnTo>
                    <a:pt x="23070" y="39546"/>
                  </a:lnTo>
                  <a:lnTo>
                    <a:pt x="23474" y="38800"/>
                  </a:lnTo>
                  <a:lnTo>
                    <a:pt x="25093" y="37308"/>
                  </a:lnTo>
                  <a:lnTo>
                    <a:pt x="25498" y="37308"/>
                  </a:lnTo>
                  <a:lnTo>
                    <a:pt x="26307" y="36561"/>
                  </a:lnTo>
                  <a:close/>
                  <a:moveTo>
                    <a:pt x="25903" y="19400"/>
                  </a:moveTo>
                  <a:lnTo>
                    <a:pt x="26712" y="20146"/>
                  </a:lnTo>
                  <a:lnTo>
                    <a:pt x="27117" y="20146"/>
                  </a:lnTo>
                  <a:lnTo>
                    <a:pt x="27926" y="20892"/>
                  </a:lnTo>
                  <a:lnTo>
                    <a:pt x="28331" y="23131"/>
                  </a:lnTo>
                  <a:lnTo>
                    <a:pt x="28331" y="26115"/>
                  </a:lnTo>
                  <a:lnTo>
                    <a:pt x="27522" y="27608"/>
                  </a:lnTo>
                  <a:lnTo>
                    <a:pt x="26307" y="27608"/>
                  </a:lnTo>
                  <a:lnTo>
                    <a:pt x="25903" y="28354"/>
                  </a:lnTo>
                  <a:lnTo>
                    <a:pt x="24284" y="29846"/>
                  </a:lnTo>
                  <a:lnTo>
                    <a:pt x="23879" y="31338"/>
                  </a:lnTo>
                  <a:lnTo>
                    <a:pt x="23474" y="32084"/>
                  </a:lnTo>
                  <a:lnTo>
                    <a:pt x="21046" y="34323"/>
                  </a:lnTo>
                  <a:lnTo>
                    <a:pt x="20641" y="34323"/>
                  </a:lnTo>
                  <a:lnTo>
                    <a:pt x="19832" y="35069"/>
                  </a:lnTo>
                  <a:lnTo>
                    <a:pt x="19427" y="35815"/>
                  </a:lnTo>
                  <a:lnTo>
                    <a:pt x="18618" y="36561"/>
                  </a:lnTo>
                  <a:lnTo>
                    <a:pt x="15380" y="38054"/>
                  </a:lnTo>
                  <a:lnTo>
                    <a:pt x="13761" y="38800"/>
                  </a:lnTo>
                  <a:lnTo>
                    <a:pt x="13356" y="39546"/>
                  </a:lnTo>
                  <a:lnTo>
                    <a:pt x="11332" y="40292"/>
                  </a:lnTo>
                  <a:lnTo>
                    <a:pt x="10118" y="42531"/>
                  </a:lnTo>
                  <a:lnTo>
                    <a:pt x="9713" y="43277"/>
                  </a:lnTo>
                  <a:lnTo>
                    <a:pt x="8904" y="44769"/>
                  </a:lnTo>
                  <a:lnTo>
                    <a:pt x="7690" y="46261"/>
                  </a:lnTo>
                  <a:lnTo>
                    <a:pt x="6880" y="46261"/>
                  </a:lnTo>
                  <a:lnTo>
                    <a:pt x="6476" y="45515"/>
                  </a:lnTo>
                  <a:lnTo>
                    <a:pt x="6071" y="44023"/>
                  </a:lnTo>
                  <a:lnTo>
                    <a:pt x="6476" y="41038"/>
                  </a:lnTo>
                  <a:lnTo>
                    <a:pt x="7690" y="38054"/>
                  </a:lnTo>
                  <a:lnTo>
                    <a:pt x="10523" y="37308"/>
                  </a:lnTo>
                  <a:lnTo>
                    <a:pt x="10523" y="36561"/>
                  </a:lnTo>
                  <a:lnTo>
                    <a:pt x="11737" y="35069"/>
                  </a:lnTo>
                  <a:lnTo>
                    <a:pt x="13356" y="33577"/>
                  </a:lnTo>
                  <a:lnTo>
                    <a:pt x="13761" y="33577"/>
                  </a:lnTo>
                  <a:lnTo>
                    <a:pt x="14975" y="32831"/>
                  </a:lnTo>
                  <a:lnTo>
                    <a:pt x="16189" y="31338"/>
                  </a:lnTo>
                  <a:lnTo>
                    <a:pt x="17403" y="30592"/>
                  </a:lnTo>
                  <a:cubicBezTo>
                    <a:pt x="17808" y="29846"/>
                    <a:pt x="18213" y="29846"/>
                    <a:pt x="18618" y="29846"/>
                  </a:cubicBezTo>
                  <a:cubicBezTo>
                    <a:pt x="19022" y="29100"/>
                    <a:pt x="19832" y="28354"/>
                    <a:pt x="20237" y="27608"/>
                  </a:cubicBezTo>
                  <a:lnTo>
                    <a:pt x="20641" y="27608"/>
                  </a:lnTo>
                  <a:lnTo>
                    <a:pt x="21855" y="26861"/>
                  </a:lnTo>
                  <a:lnTo>
                    <a:pt x="22260" y="26115"/>
                  </a:lnTo>
                  <a:lnTo>
                    <a:pt x="22665" y="24623"/>
                  </a:lnTo>
                  <a:lnTo>
                    <a:pt x="24284" y="23131"/>
                  </a:lnTo>
                  <a:lnTo>
                    <a:pt x="24689" y="22385"/>
                  </a:lnTo>
                  <a:lnTo>
                    <a:pt x="25093" y="21638"/>
                  </a:lnTo>
                  <a:lnTo>
                    <a:pt x="25498" y="20892"/>
                  </a:lnTo>
                  <a:close/>
                  <a:moveTo>
                    <a:pt x="16594" y="14923"/>
                  </a:moveTo>
                  <a:lnTo>
                    <a:pt x="17808" y="14177"/>
                  </a:lnTo>
                  <a:lnTo>
                    <a:pt x="19022" y="12685"/>
                  </a:lnTo>
                  <a:lnTo>
                    <a:pt x="19832" y="11938"/>
                  </a:lnTo>
                  <a:lnTo>
                    <a:pt x="20237" y="11192"/>
                  </a:lnTo>
                  <a:lnTo>
                    <a:pt x="21046" y="10446"/>
                  </a:lnTo>
                  <a:lnTo>
                    <a:pt x="21046" y="9700"/>
                  </a:lnTo>
                  <a:lnTo>
                    <a:pt x="21451" y="8954"/>
                  </a:lnTo>
                  <a:lnTo>
                    <a:pt x="22260" y="8208"/>
                  </a:lnTo>
                  <a:lnTo>
                    <a:pt x="23070" y="7461"/>
                  </a:lnTo>
                  <a:lnTo>
                    <a:pt x="23474" y="8208"/>
                  </a:lnTo>
                  <a:lnTo>
                    <a:pt x="23879" y="8954"/>
                  </a:lnTo>
                  <a:lnTo>
                    <a:pt x="24284" y="11192"/>
                  </a:lnTo>
                  <a:lnTo>
                    <a:pt x="24284" y="12685"/>
                  </a:lnTo>
                  <a:lnTo>
                    <a:pt x="23879" y="13431"/>
                  </a:lnTo>
                  <a:lnTo>
                    <a:pt x="23474" y="13431"/>
                  </a:lnTo>
                  <a:lnTo>
                    <a:pt x="22260" y="15669"/>
                  </a:lnTo>
                  <a:lnTo>
                    <a:pt x="21451" y="16415"/>
                  </a:lnTo>
                  <a:lnTo>
                    <a:pt x="20641" y="17908"/>
                  </a:lnTo>
                  <a:lnTo>
                    <a:pt x="20237" y="18654"/>
                  </a:lnTo>
                  <a:lnTo>
                    <a:pt x="18213" y="20146"/>
                  </a:lnTo>
                  <a:lnTo>
                    <a:pt x="16594" y="21638"/>
                  </a:lnTo>
                  <a:lnTo>
                    <a:pt x="13761" y="24623"/>
                  </a:lnTo>
                  <a:lnTo>
                    <a:pt x="12951" y="25369"/>
                  </a:lnTo>
                  <a:lnTo>
                    <a:pt x="11737" y="26861"/>
                  </a:lnTo>
                  <a:lnTo>
                    <a:pt x="10523" y="27608"/>
                  </a:lnTo>
                  <a:lnTo>
                    <a:pt x="10118" y="28354"/>
                  </a:lnTo>
                  <a:lnTo>
                    <a:pt x="8499" y="29100"/>
                  </a:lnTo>
                  <a:lnTo>
                    <a:pt x="7285" y="29846"/>
                  </a:lnTo>
                  <a:lnTo>
                    <a:pt x="6071" y="30592"/>
                  </a:lnTo>
                  <a:lnTo>
                    <a:pt x="5261" y="31338"/>
                  </a:lnTo>
                  <a:lnTo>
                    <a:pt x="4047" y="31338"/>
                  </a:lnTo>
                  <a:lnTo>
                    <a:pt x="3643" y="28354"/>
                  </a:lnTo>
                  <a:lnTo>
                    <a:pt x="4047" y="26115"/>
                  </a:lnTo>
                  <a:lnTo>
                    <a:pt x="4857" y="23877"/>
                  </a:lnTo>
                  <a:lnTo>
                    <a:pt x="5666" y="22385"/>
                  </a:lnTo>
                  <a:lnTo>
                    <a:pt x="6071" y="21638"/>
                  </a:lnTo>
                  <a:lnTo>
                    <a:pt x="8095" y="20146"/>
                  </a:lnTo>
                  <a:lnTo>
                    <a:pt x="10118" y="20146"/>
                  </a:lnTo>
                  <a:lnTo>
                    <a:pt x="11332" y="19400"/>
                  </a:lnTo>
                  <a:lnTo>
                    <a:pt x="12951" y="17908"/>
                  </a:lnTo>
                  <a:lnTo>
                    <a:pt x="13356" y="17161"/>
                  </a:lnTo>
                  <a:lnTo>
                    <a:pt x="15380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10378166" y="482299"/>
              <a:ext cx="16593" cy="45515"/>
            </a:xfrm>
            <a:custGeom>
              <a:avLst/>
              <a:gdLst>
                <a:gd name="connsiteX0" fmla="*/ 7285 w 16593"/>
                <a:gd name="connsiteY0" fmla="*/ 1492 h 45515"/>
                <a:gd name="connsiteX1" fmla="*/ 4047 w 16593"/>
                <a:gd name="connsiteY1" fmla="*/ 7461 h 45515"/>
                <a:gd name="connsiteX2" fmla="*/ 0 w 16593"/>
                <a:gd name="connsiteY2" fmla="*/ 14177 h 45515"/>
                <a:gd name="connsiteX3" fmla="*/ 4047 w 16593"/>
                <a:gd name="connsiteY3" fmla="*/ 20146 h 45515"/>
                <a:gd name="connsiteX4" fmla="*/ 7690 w 16593"/>
                <a:gd name="connsiteY4" fmla="*/ 13431 h 45515"/>
                <a:gd name="connsiteX5" fmla="*/ 7690 w 16593"/>
                <a:gd name="connsiteY5" fmla="*/ 16415 h 45515"/>
                <a:gd name="connsiteX6" fmla="*/ 10523 w 16593"/>
                <a:gd name="connsiteY6" fmla="*/ 41784 h 45515"/>
                <a:gd name="connsiteX7" fmla="*/ 11332 w 16593"/>
                <a:gd name="connsiteY7" fmla="*/ 45515 h 45515"/>
                <a:gd name="connsiteX8" fmla="*/ 16594 w 16593"/>
                <a:gd name="connsiteY8" fmla="*/ 43277 h 45515"/>
                <a:gd name="connsiteX9" fmla="*/ 12142 w 16593"/>
                <a:gd name="connsiteY9" fmla="*/ 0 h 45515"/>
                <a:gd name="connsiteX10" fmla="*/ 10523 w 16593"/>
                <a:gd name="connsiteY10" fmla="*/ 0 h 45515"/>
                <a:gd name="connsiteX11" fmla="*/ 7690 w 16593"/>
                <a:gd name="connsiteY11" fmla="*/ 1492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93" h="45515">
                  <a:moveTo>
                    <a:pt x="7285" y="1492"/>
                  </a:moveTo>
                  <a:lnTo>
                    <a:pt x="4047" y="7461"/>
                  </a:lnTo>
                  <a:lnTo>
                    <a:pt x="0" y="14177"/>
                  </a:lnTo>
                  <a:lnTo>
                    <a:pt x="4047" y="20146"/>
                  </a:lnTo>
                  <a:lnTo>
                    <a:pt x="7690" y="13431"/>
                  </a:lnTo>
                  <a:lnTo>
                    <a:pt x="7690" y="16415"/>
                  </a:lnTo>
                  <a:lnTo>
                    <a:pt x="10523" y="41784"/>
                  </a:lnTo>
                  <a:lnTo>
                    <a:pt x="11332" y="45515"/>
                  </a:lnTo>
                  <a:lnTo>
                    <a:pt x="16594" y="43277"/>
                  </a:lnTo>
                  <a:lnTo>
                    <a:pt x="12142" y="0"/>
                  </a:lnTo>
                  <a:lnTo>
                    <a:pt x="10523" y="0"/>
                  </a:lnTo>
                  <a:lnTo>
                    <a:pt x="7690" y="14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10380190" y="327100"/>
              <a:ext cx="4856" cy="10446"/>
            </a:xfrm>
            <a:custGeom>
              <a:avLst/>
              <a:gdLst>
                <a:gd name="connsiteX0" fmla="*/ 3643 w 4856"/>
                <a:gd name="connsiteY0" fmla="*/ 10446 h 10446"/>
                <a:gd name="connsiteX1" fmla="*/ 4047 w 4856"/>
                <a:gd name="connsiteY1" fmla="*/ 9700 h 10446"/>
                <a:gd name="connsiteX2" fmla="*/ 4452 w 4856"/>
                <a:gd name="connsiteY2" fmla="*/ 8208 h 10446"/>
                <a:gd name="connsiteX3" fmla="*/ 4857 w 4856"/>
                <a:gd name="connsiteY3" fmla="*/ 5969 h 10446"/>
                <a:gd name="connsiteX4" fmla="*/ 4452 w 4856"/>
                <a:gd name="connsiteY4" fmla="*/ 3731 h 10446"/>
                <a:gd name="connsiteX5" fmla="*/ 4047 w 4856"/>
                <a:gd name="connsiteY5" fmla="*/ 2985 h 10446"/>
                <a:gd name="connsiteX6" fmla="*/ 3238 w 4856"/>
                <a:gd name="connsiteY6" fmla="*/ 1492 h 10446"/>
                <a:gd name="connsiteX7" fmla="*/ 2024 w 4856"/>
                <a:gd name="connsiteY7" fmla="*/ 0 h 10446"/>
                <a:gd name="connsiteX8" fmla="*/ 1619 w 4856"/>
                <a:gd name="connsiteY8" fmla="*/ 0 h 10446"/>
                <a:gd name="connsiteX9" fmla="*/ 809 w 4856"/>
                <a:gd name="connsiteY9" fmla="*/ 746 h 10446"/>
                <a:gd name="connsiteX10" fmla="*/ 405 w 4856"/>
                <a:gd name="connsiteY10" fmla="*/ 2238 h 10446"/>
                <a:gd name="connsiteX11" fmla="*/ 0 w 4856"/>
                <a:gd name="connsiteY11" fmla="*/ 2985 h 10446"/>
                <a:gd name="connsiteX12" fmla="*/ 0 w 4856"/>
                <a:gd name="connsiteY12" fmla="*/ 8954 h 10446"/>
                <a:gd name="connsiteX13" fmla="*/ 809 w 4856"/>
                <a:gd name="connsiteY13" fmla="*/ 9700 h 10446"/>
                <a:gd name="connsiteX14" fmla="*/ 1214 w 4856"/>
                <a:gd name="connsiteY14" fmla="*/ 10446 h 10446"/>
                <a:gd name="connsiteX15" fmla="*/ 2024 w 4856"/>
                <a:gd name="connsiteY15" fmla="*/ 10446 h 10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56" h="10446">
                  <a:moveTo>
                    <a:pt x="3643" y="10446"/>
                  </a:moveTo>
                  <a:lnTo>
                    <a:pt x="4047" y="9700"/>
                  </a:lnTo>
                  <a:lnTo>
                    <a:pt x="4452" y="8208"/>
                  </a:lnTo>
                  <a:lnTo>
                    <a:pt x="4857" y="5969"/>
                  </a:lnTo>
                  <a:lnTo>
                    <a:pt x="4452" y="3731"/>
                  </a:lnTo>
                  <a:lnTo>
                    <a:pt x="4047" y="2985"/>
                  </a:lnTo>
                  <a:lnTo>
                    <a:pt x="3238" y="1492"/>
                  </a:lnTo>
                  <a:lnTo>
                    <a:pt x="2024" y="0"/>
                  </a:lnTo>
                  <a:lnTo>
                    <a:pt x="1619" y="0"/>
                  </a:lnTo>
                  <a:lnTo>
                    <a:pt x="809" y="746"/>
                  </a:lnTo>
                  <a:lnTo>
                    <a:pt x="405" y="2238"/>
                  </a:lnTo>
                  <a:lnTo>
                    <a:pt x="0" y="2985"/>
                  </a:lnTo>
                  <a:lnTo>
                    <a:pt x="0" y="8954"/>
                  </a:lnTo>
                  <a:lnTo>
                    <a:pt x="809" y="9700"/>
                  </a:lnTo>
                  <a:lnTo>
                    <a:pt x="1214" y="10446"/>
                  </a:lnTo>
                  <a:lnTo>
                    <a:pt x="2024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10310981" y="107731"/>
              <a:ext cx="84588" cy="149230"/>
            </a:xfrm>
            <a:custGeom>
              <a:avLst/>
              <a:gdLst>
                <a:gd name="connsiteX0" fmla="*/ 58281 w 84588"/>
                <a:gd name="connsiteY0" fmla="*/ 57454 h 149230"/>
                <a:gd name="connsiteX1" fmla="*/ 52210 w 84588"/>
                <a:gd name="connsiteY1" fmla="*/ 57454 h 149230"/>
                <a:gd name="connsiteX2" fmla="*/ 51806 w 84588"/>
                <a:gd name="connsiteY2" fmla="*/ 55215 h 149230"/>
                <a:gd name="connsiteX3" fmla="*/ 45735 w 84588"/>
                <a:gd name="connsiteY3" fmla="*/ 19400 h 149230"/>
                <a:gd name="connsiteX4" fmla="*/ 42092 w 84588"/>
                <a:gd name="connsiteY4" fmla="*/ 0 h 149230"/>
                <a:gd name="connsiteX5" fmla="*/ 39664 w 84588"/>
                <a:gd name="connsiteY5" fmla="*/ 15669 h 149230"/>
                <a:gd name="connsiteX6" fmla="*/ 38854 w 84588"/>
                <a:gd name="connsiteY6" fmla="*/ 19400 h 149230"/>
                <a:gd name="connsiteX7" fmla="*/ 32783 w 84588"/>
                <a:gd name="connsiteY7" fmla="*/ 55215 h 149230"/>
                <a:gd name="connsiteX8" fmla="*/ 31974 w 84588"/>
                <a:gd name="connsiteY8" fmla="*/ 57454 h 149230"/>
                <a:gd name="connsiteX9" fmla="*/ 0 w 84588"/>
                <a:gd name="connsiteY9" fmla="*/ 57454 h 149230"/>
                <a:gd name="connsiteX10" fmla="*/ 6880 w 84588"/>
                <a:gd name="connsiteY10" fmla="*/ 66408 h 149230"/>
                <a:gd name="connsiteX11" fmla="*/ 9309 w 84588"/>
                <a:gd name="connsiteY11" fmla="*/ 70138 h 149230"/>
                <a:gd name="connsiteX12" fmla="*/ 13356 w 84588"/>
                <a:gd name="connsiteY12" fmla="*/ 75361 h 149230"/>
                <a:gd name="connsiteX13" fmla="*/ 16189 w 84588"/>
                <a:gd name="connsiteY13" fmla="*/ 79092 h 149230"/>
                <a:gd name="connsiteX14" fmla="*/ 19022 w 84588"/>
                <a:gd name="connsiteY14" fmla="*/ 83569 h 149230"/>
                <a:gd name="connsiteX15" fmla="*/ 21046 w 84588"/>
                <a:gd name="connsiteY15" fmla="*/ 85808 h 149230"/>
                <a:gd name="connsiteX16" fmla="*/ 23474 w 84588"/>
                <a:gd name="connsiteY16" fmla="*/ 89538 h 149230"/>
                <a:gd name="connsiteX17" fmla="*/ 25903 w 84588"/>
                <a:gd name="connsiteY17" fmla="*/ 92523 h 149230"/>
                <a:gd name="connsiteX18" fmla="*/ 23474 w 84588"/>
                <a:gd name="connsiteY18" fmla="*/ 105954 h 149230"/>
                <a:gd name="connsiteX19" fmla="*/ 21046 w 84588"/>
                <a:gd name="connsiteY19" fmla="*/ 120877 h 149230"/>
                <a:gd name="connsiteX20" fmla="*/ 19022 w 84588"/>
                <a:gd name="connsiteY20" fmla="*/ 130577 h 149230"/>
                <a:gd name="connsiteX21" fmla="*/ 16189 w 84588"/>
                <a:gd name="connsiteY21" fmla="*/ 148484 h 149230"/>
                <a:gd name="connsiteX22" fmla="*/ 16189 w 84588"/>
                <a:gd name="connsiteY22" fmla="*/ 149231 h 149230"/>
                <a:gd name="connsiteX23" fmla="*/ 19022 w 84588"/>
                <a:gd name="connsiteY23" fmla="*/ 144754 h 149230"/>
                <a:gd name="connsiteX24" fmla="*/ 21046 w 84588"/>
                <a:gd name="connsiteY24" fmla="*/ 142515 h 149230"/>
                <a:gd name="connsiteX25" fmla="*/ 23474 w 84588"/>
                <a:gd name="connsiteY25" fmla="*/ 139531 h 149230"/>
                <a:gd name="connsiteX26" fmla="*/ 25903 w 84588"/>
                <a:gd name="connsiteY26" fmla="*/ 135800 h 149230"/>
                <a:gd name="connsiteX27" fmla="*/ 28736 w 84588"/>
                <a:gd name="connsiteY27" fmla="*/ 132069 h 149230"/>
                <a:gd name="connsiteX28" fmla="*/ 30760 w 84588"/>
                <a:gd name="connsiteY28" fmla="*/ 129831 h 149230"/>
                <a:gd name="connsiteX29" fmla="*/ 32783 w 84588"/>
                <a:gd name="connsiteY29" fmla="*/ 126846 h 149230"/>
                <a:gd name="connsiteX30" fmla="*/ 38854 w 84588"/>
                <a:gd name="connsiteY30" fmla="*/ 118638 h 149230"/>
                <a:gd name="connsiteX31" fmla="*/ 39664 w 84588"/>
                <a:gd name="connsiteY31" fmla="*/ 117892 h 149230"/>
                <a:gd name="connsiteX32" fmla="*/ 42092 w 84588"/>
                <a:gd name="connsiteY32" fmla="*/ 114161 h 149230"/>
                <a:gd name="connsiteX33" fmla="*/ 45735 w 84588"/>
                <a:gd name="connsiteY33" fmla="*/ 118638 h 149230"/>
                <a:gd name="connsiteX34" fmla="*/ 51806 w 84588"/>
                <a:gd name="connsiteY34" fmla="*/ 126846 h 149230"/>
                <a:gd name="connsiteX35" fmla="*/ 53829 w 84588"/>
                <a:gd name="connsiteY35" fmla="*/ 129831 h 149230"/>
                <a:gd name="connsiteX36" fmla="*/ 58281 w 84588"/>
                <a:gd name="connsiteY36" fmla="*/ 135800 h 149230"/>
                <a:gd name="connsiteX37" fmla="*/ 61114 w 84588"/>
                <a:gd name="connsiteY37" fmla="*/ 139531 h 149230"/>
                <a:gd name="connsiteX38" fmla="*/ 63543 w 84588"/>
                <a:gd name="connsiteY38" fmla="*/ 142515 h 149230"/>
                <a:gd name="connsiteX39" fmla="*/ 65162 w 84588"/>
                <a:gd name="connsiteY39" fmla="*/ 144754 h 149230"/>
                <a:gd name="connsiteX40" fmla="*/ 68400 w 84588"/>
                <a:gd name="connsiteY40" fmla="*/ 149231 h 149230"/>
                <a:gd name="connsiteX41" fmla="*/ 65162 w 84588"/>
                <a:gd name="connsiteY41" fmla="*/ 130577 h 149230"/>
                <a:gd name="connsiteX42" fmla="*/ 63543 w 84588"/>
                <a:gd name="connsiteY42" fmla="*/ 121623 h 149230"/>
                <a:gd name="connsiteX43" fmla="*/ 61114 w 84588"/>
                <a:gd name="connsiteY43" fmla="*/ 107446 h 149230"/>
                <a:gd name="connsiteX44" fmla="*/ 58281 w 84588"/>
                <a:gd name="connsiteY44" fmla="*/ 92523 h 149230"/>
                <a:gd name="connsiteX45" fmla="*/ 61114 w 84588"/>
                <a:gd name="connsiteY45" fmla="*/ 88792 h 149230"/>
                <a:gd name="connsiteX46" fmla="*/ 63543 w 84588"/>
                <a:gd name="connsiteY46" fmla="*/ 85808 h 149230"/>
                <a:gd name="connsiteX47" fmla="*/ 65162 w 84588"/>
                <a:gd name="connsiteY47" fmla="*/ 83569 h 149230"/>
                <a:gd name="connsiteX48" fmla="*/ 71233 w 84588"/>
                <a:gd name="connsiteY48" fmla="*/ 75361 h 149230"/>
                <a:gd name="connsiteX49" fmla="*/ 74875 w 84588"/>
                <a:gd name="connsiteY49" fmla="*/ 70138 h 149230"/>
                <a:gd name="connsiteX50" fmla="*/ 77708 w 84588"/>
                <a:gd name="connsiteY50" fmla="*/ 66408 h 149230"/>
                <a:gd name="connsiteX51" fmla="*/ 84589 w 84588"/>
                <a:gd name="connsiteY51" fmla="*/ 57454 h 149230"/>
                <a:gd name="connsiteX52" fmla="*/ 61114 w 84588"/>
                <a:gd name="connsiteY52" fmla="*/ 57454 h 14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84588" h="149230">
                  <a:moveTo>
                    <a:pt x="58281" y="57454"/>
                  </a:moveTo>
                  <a:lnTo>
                    <a:pt x="52210" y="57454"/>
                  </a:lnTo>
                  <a:lnTo>
                    <a:pt x="51806" y="55215"/>
                  </a:lnTo>
                  <a:lnTo>
                    <a:pt x="45735" y="19400"/>
                  </a:lnTo>
                  <a:lnTo>
                    <a:pt x="42092" y="0"/>
                  </a:lnTo>
                  <a:lnTo>
                    <a:pt x="39664" y="15669"/>
                  </a:lnTo>
                  <a:lnTo>
                    <a:pt x="38854" y="19400"/>
                  </a:lnTo>
                  <a:lnTo>
                    <a:pt x="32783" y="55215"/>
                  </a:lnTo>
                  <a:lnTo>
                    <a:pt x="31974" y="57454"/>
                  </a:lnTo>
                  <a:lnTo>
                    <a:pt x="0" y="57454"/>
                  </a:lnTo>
                  <a:lnTo>
                    <a:pt x="6880" y="66408"/>
                  </a:lnTo>
                  <a:lnTo>
                    <a:pt x="9309" y="70138"/>
                  </a:lnTo>
                  <a:lnTo>
                    <a:pt x="13356" y="75361"/>
                  </a:lnTo>
                  <a:lnTo>
                    <a:pt x="16189" y="79092"/>
                  </a:lnTo>
                  <a:lnTo>
                    <a:pt x="19022" y="83569"/>
                  </a:lnTo>
                  <a:lnTo>
                    <a:pt x="21046" y="85808"/>
                  </a:lnTo>
                  <a:lnTo>
                    <a:pt x="23474" y="89538"/>
                  </a:lnTo>
                  <a:lnTo>
                    <a:pt x="25903" y="92523"/>
                  </a:lnTo>
                  <a:lnTo>
                    <a:pt x="23474" y="105954"/>
                  </a:lnTo>
                  <a:lnTo>
                    <a:pt x="21046" y="120877"/>
                  </a:lnTo>
                  <a:lnTo>
                    <a:pt x="19022" y="130577"/>
                  </a:lnTo>
                  <a:lnTo>
                    <a:pt x="16189" y="148484"/>
                  </a:lnTo>
                  <a:lnTo>
                    <a:pt x="16189" y="149231"/>
                  </a:lnTo>
                  <a:lnTo>
                    <a:pt x="19022" y="144754"/>
                  </a:lnTo>
                  <a:lnTo>
                    <a:pt x="21046" y="142515"/>
                  </a:lnTo>
                  <a:lnTo>
                    <a:pt x="23474" y="139531"/>
                  </a:lnTo>
                  <a:lnTo>
                    <a:pt x="25903" y="135800"/>
                  </a:lnTo>
                  <a:lnTo>
                    <a:pt x="28736" y="132069"/>
                  </a:lnTo>
                  <a:lnTo>
                    <a:pt x="30760" y="129831"/>
                  </a:lnTo>
                  <a:lnTo>
                    <a:pt x="32783" y="126846"/>
                  </a:lnTo>
                  <a:lnTo>
                    <a:pt x="38854" y="118638"/>
                  </a:lnTo>
                  <a:lnTo>
                    <a:pt x="39664" y="117892"/>
                  </a:lnTo>
                  <a:lnTo>
                    <a:pt x="42092" y="114161"/>
                  </a:lnTo>
                  <a:lnTo>
                    <a:pt x="45735" y="118638"/>
                  </a:lnTo>
                  <a:lnTo>
                    <a:pt x="51806" y="126846"/>
                  </a:lnTo>
                  <a:lnTo>
                    <a:pt x="53829" y="129831"/>
                  </a:lnTo>
                  <a:lnTo>
                    <a:pt x="58281" y="135800"/>
                  </a:lnTo>
                  <a:lnTo>
                    <a:pt x="61114" y="139531"/>
                  </a:lnTo>
                  <a:lnTo>
                    <a:pt x="63543" y="142515"/>
                  </a:lnTo>
                  <a:lnTo>
                    <a:pt x="65162" y="144754"/>
                  </a:lnTo>
                  <a:lnTo>
                    <a:pt x="68400" y="149231"/>
                  </a:lnTo>
                  <a:lnTo>
                    <a:pt x="65162" y="130577"/>
                  </a:lnTo>
                  <a:lnTo>
                    <a:pt x="63543" y="121623"/>
                  </a:lnTo>
                  <a:lnTo>
                    <a:pt x="61114" y="107446"/>
                  </a:lnTo>
                  <a:lnTo>
                    <a:pt x="58281" y="92523"/>
                  </a:lnTo>
                  <a:lnTo>
                    <a:pt x="61114" y="88792"/>
                  </a:lnTo>
                  <a:lnTo>
                    <a:pt x="63543" y="85808"/>
                  </a:lnTo>
                  <a:lnTo>
                    <a:pt x="65162" y="83569"/>
                  </a:lnTo>
                  <a:lnTo>
                    <a:pt x="71233" y="75361"/>
                  </a:lnTo>
                  <a:lnTo>
                    <a:pt x="74875" y="70138"/>
                  </a:lnTo>
                  <a:lnTo>
                    <a:pt x="77708" y="66408"/>
                  </a:lnTo>
                  <a:lnTo>
                    <a:pt x="84589" y="57454"/>
                  </a:lnTo>
                  <a:lnTo>
                    <a:pt x="61114" y="574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10357120" y="488269"/>
              <a:ext cx="14165" cy="44769"/>
            </a:xfrm>
            <a:custGeom>
              <a:avLst/>
              <a:gdLst>
                <a:gd name="connsiteX0" fmla="*/ 5666 w 14165"/>
                <a:gd name="connsiteY0" fmla="*/ 2984 h 44769"/>
                <a:gd name="connsiteX1" fmla="*/ 0 w 14165"/>
                <a:gd name="connsiteY1" fmla="*/ 11192 h 44769"/>
                <a:gd name="connsiteX2" fmla="*/ 3238 w 14165"/>
                <a:gd name="connsiteY2" fmla="*/ 17908 h 44769"/>
                <a:gd name="connsiteX3" fmla="*/ 5666 w 14165"/>
                <a:gd name="connsiteY3" fmla="*/ 14177 h 44769"/>
                <a:gd name="connsiteX4" fmla="*/ 7285 w 14165"/>
                <a:gd name="connsiteY4" fmla="*/ 11938 h 44769"/>
                <a:gd name="connsiteX5" fmla="*/ 7690 w 14165"/>
                <a:gd name="connsiteY5" fmla="*/ 22385 h 44769"/>
                <a:gd name="connsiteX6" fmla="*/ 8499 w 14165"/>
                <a:gd name="connsiteY6" fmla="*/ 44769 h 44769"/>
                <a:gd name="connsiteX7" fmla="*/ 12142 w 14165"/>
                <a:gd name="connsiteY7" fmla="*/ 44023 h 44769"/>
                <a:gd name="connsiteX8" fmla="*/ 14166 w 14165"/>
                <a:gd name="connsiteY8" fmla="*/ 44023 h 44769"/>
                <a:gd name="connsiteX9" fmla="*/ 12547 w 14165"/>
                <a:gd name="connsiteY9" fmla="*/ 0 h 44769"/>
                <a:gd name="connsiteX10" fmla="*/ 12142 w 14165"/>
                <a:gd name="connsiteY10" fmla="*/ 0 h 44769"/>
                <a:gd name="connsiteX11" fmla="*/ 7690 w 14165"/>
                <a:gd name="connsiteY11" fmla="*/ 746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65" h="44769">
                  <a:moveTo>
                    <a:pt x="5666" y="2984"/>
                  </a:moveTo>
                  <a:lnTo>
                    <a:pt x="0" y="11192"/>
                  </a:lnTo>
                  <a:lnTo>
                    <a:pt x="3238" y="17908"/>
                  </a:lnTo>
                  <a:lnTo>
                    <a:pt x="5666" y="14177"/>
                  </a:lnTo>
                  <a:lnTo>
                    <a:pt x="7285" y="11938"/>
                  </a:lnTo>
                  <a:lnTo>
                    <a:pt x="7690" y="22385"/>
                  </a:lnTo>
                  <a:lnTo>
                    <a:pt x="8499" y="44769"/>
                  </a:lnTo>
                  <a:lnTo>
                    <a:pt x="12142" y="44023"/>
                  </a:lnTo>
                  <a:lnTo>
                    <a:pt x="14166" y="44023"/>
                  </a:lnTo>
                  <a:lnTo>
                    <a:pt x="12547" y="0"/>
                  </a:lnTo>
                  <a:lnTo>
                    <a:pt x="12142" y="0"/>
                  </a:lnTo>
                  <a:lnTo>
                    <a:pt x="7690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10368453" y="308446"/>
              <a:ext cx="23069" cy="24623"/>
            </a:xfrm>
            <a:custGeom>
              <a:avLst/>
              <a:gdLst>
                <a:gd name="connsiteX0" fmla="*/ 809 w 23069"/>
                <a:gd name="connsiteY0" fmla="*/ 24623 h 24623"/>
                <a:gd name="connsiteX1" fmla="*/ 2428 w 23069"/>
                <a:gd name="connsiteY1" fmla="*/ 23877 h 24623"/>
                <a:gd name="connsiteX2" fmla="*/ 2833 w 23069"/>
                <a:gd name="connsiteY2" fmla="*/ 22385 h 24623"/>
                <a:gd name="connsiteX3" fmla="*/ 3643 w 23069"/>
                <a:gd name="connsiteY3" fmla="*/ 21638 h 24623"/>
                <a:gd name="connsiteX4" fmla="*/ 4047 w 23069"/>
                <a:gd name="connsiteY4" fmla="*/ 20892 h 24623"/>
                <a:gd name="connsiteX5" fmla="*/ 4857 w 23069"/>
                <a:gd name="connsiteY5" fmla="*/ 20146 h 24623"/>
                <a:gd name="connsiteX6" fmla="*/ 5666 w 23069"/>
                <a:gd name="connsiteY6" fmla="*/ 18654 h 24623"/>
                <a:gd name="connsiteX7" fmla="*/ 5666 w 23069"/>
                <a:gd name="connsiteY7" fmla="*/ 17161 h 24623"/>
                <a:gd name="connsiteX8" fmla="*/ 6071 w 23069"/>
                <a:gd name="connsiteY8" fmla="*/ 16415 h 24623"/>
                <a:gd name="connsiteX9" fmla="*/ 6880 w 23069"/>
                <a:gd name="connsiteY9" fmla="*/ 15669 h 24623"/>
                <a:gd name="connsiteX10" fmla="*/ 7285 w 23069"/>
                <a:gd name="connsiteY10" fmla="*/ 15669 h 24623"/>
                <a:gd name="connsiteX11" fmla="*/ 8095 w 23069"/>
                <a:gd name="connsiteY11" fmla="*/ 14923 h 24623"/>
                <a:gd name="connsiteX12" fmla="*/ 9713 w 23069"/>
                <a:gd name="connsiteY12" fmla="*/ 14923 h 24623"/>
                <a:gd name="connsiteX13" fmla="*/ 10118 w 23069"/>
                <a:gd name="connsiteY13" fmla="*/ 14177 h 24623"/>
                <a:gd name="connsiteX14" fmla="*/ 11737 w 23069"/>
                <a:gd name="connsiteY14" fmla="*/ 13431 h 24623"/>
                <a:gd name="connsiteX15" fmla="*/ 12142 w 23069"/>
                <a:gd name="connsiteY15" fmla="*/ 12685 h 24623"/>
                <a:gd name="connsiteX16" fmla="*/ 12951 w 23069"/>
                <a:gd name="connsiteY16" fmla="*/ 11938 h 24623"/>
                <a:gd name="connsiteX17" fmla="*/ 12951 w 23069"/>
                <a:gd name="connsiteY17" fmla="*/ 12685 h 24623"/>
                <a:gd name="connsiteX18" fmla="*/ 14166 w 23069"/>
                <a:gd name="connsiteY18" fmla="*/ 11938 h 24623"/>
                <a:gd name="connsiteX19" fmla="*/ 16189 w 23069"/>
                <a:gd name="connsiteY19" fmla="*/ 11938 h 24623"/>
                <a:gd name="connsiteX20" fmla="*/ 16594 w 23069"/>
                <a:gd name="connsiteY20" fmla="*/ 12685 h 24623"/>
                <a:gd name="connsiteX21" fmla="*/ 16999 w 23069"/>
                <a:gd name="connsiteY21" fmla="*/ 12685 h 24623"/>
                <a:gd name="connsiteX22" fmla="*/ 17808 w 23069"/>
                <a:gd name="connsiteY22" fmla="*/ 13431 h 24623"/>
                <a:gd name="connsiteX23" fmla="*/ 18213 w 23069"/>
                <a:gd name="connsiteY23" fmla="*/ 14923 h 24623"/>
                <a:gd name="connsiteX24" fmla="*/ 19427 w 23069"/>
                <a:gd name="connsiteY24" fmla="*/ 16415 h 24623"/>
                <a:gd name="connsiteX25" fmla="*/ 21046 w 23069"/>
                <a:gd name="connsiteY25" fmla="*/ 17161 h 24623"/>
                <a:gd name="connsiteX26" fmla="*/ 21855 w 23069"/>
                <a:gd name="connsiteY26" fmla="*/ 15669 h 24623"/>
                <a:gd name="connsiteX27" fmla="*/ 22260 w 23069"/>
                <a:gd name="connsiteY27" fmla="*/ 14923 h 24623"/>
                <a:gd name="connsiteX28" fmla="*/ 22260 w 23069"/>
                <a:gd name="connsiteY28" fmla="*/ 7461 h 24623"/>
                <a:gd name="connsiteX29" fmla="*/ 22665 w 23069"/>
                <a:gd name="connsiteY29" fmla="*/ 5969 h 24623"/>
                <a:gd name="connsiteX30" fmla="*/ 22665 w 23069"/>
                <a:gd name="connsiteY30" fmla="*/ 4477 h 24623"/>
                <a:gd name="connsiteX31" fmla="*/ 23070 w 23069"/>
                <a:gd name="connsiteY31" fmla="*/ 1492 h 24623"/>
                <a:gd name="connsiteX32" fmla="*/ 22665 w 23069"/>
                <a:gd name="connsiteY32" fmla="*/ 746 h 24623"/>
                <a:gd name="connsiteX33" fmla="*/ 21855 w 23069"/>
                <a:gd name="connsiteY33" fmla="*/ 0 h 24623"/>
                <a:gd name="connsiteX34" fmla="*/ 21855 w 23069"/>
                <a:gd name="connsiteY34" fmla="*/ 2238 h 24623"/>
                <a:gd name="connsiteX35" fmla="*/ 21451 w 23069"/>
                <a:gd name="connsiteY35" fmla="*/ 2985 h 24623"/>
                <a:gd name="connsiteX36" fmla="*/ 21046 w 23069"/>
                <a:gd name="connsiteY36" fmla="*/ 4477 h 24623"/>
                <a:gd name="connsiteX37" fmla="*/ 20641 w 23069"/>
                <a:gd name="connsiteY37" fmla="*/ 5223 h 24623"/>
                <a:gd name="connsiteX38" fmla="*/ 19832 w 23069"/>
                <a:gd name="connsiteY38" fmla="*/ 5223 h 24623"/>
                <a:gd name="connsiteX39" fmla="*/ 18618 w 23069"/>
                <a:gd name="connsiteY39" fmla="*/ 4477 h 24623"/>
                <a:gd name="connsiteX40" fmla="*/ 17403 w 23069"/>
                <a:gd name="connsiteY40" fmla="*/ 3731 h 24623"/>
                <a:gd name="connsiteX41" fmla="*/ 16594 w 23069"/>
                <a:gd name="connsiteY41" fmla="*/ 2985 h 24623"/>
                <a:gd name="connsiteX42" fmla="*/ 14975 w 23069"/>
                <a:gd name="connsiteY42" fmla="*/ 2985 h 24623"/>
                <a:gd name="connsiteX43" fmla="*/ 13761 w 23069"/>
                <a:gd name="connsiteY43" fmla="*/ 2238 h 24623"/>
                <a:gd name="connsiteX44" fmla="*/ 12142 w 23069"/>
                <a:gd name="connsiteY44" fmla="*/ 2238 h 24623"/>
                <a:gd name="connsiteX45" fmla="*/ 9309 w 23069"/>
                <a:gd name="connsiteY45" fmla="*/ 2985 h 24623"/>
                <a:gd name="connsiteX46" fmla="*/ 8095 w 23069"/>
                <a:gd name="connsiteY46" fmla="*/ 3731 h 24623"/>
                <a:gd name="connsiteX47" fmla="*/ 7690 w 23069"/>
                <a:gd name="connsiteY47" fmla="*/ 4477 h 24623"/>
                <a:gd name="connsiteX48" fmla="*/ 6880 w 23069"/>
                <a:gd name="connsiteY48" fmla="*/ 4477 h 24623"/>
                <a:gd name="connsiteX49" fmla="*/ 6071 w 23069"/>
                <a:gd name="connsiteY49" fmla="*/ 5223 h 24623"/>
                <a:gd name="connsiteX50" fmla="*/ 4857 w 23069"/>
                <a:gd name="connsiteY50" fmla="*/ 6715 h 24623"/>
                <a:gd name="connsiteX51" fmla="*/ 3643 w 23069"/>
                <a:gd name="connsiteY51" fmla="*/ 8954 h 24623"/>
                <a:gd name="connsiteX52" fmla="*/ 3238 w 23069"/>
                <a:gd name="connsiteY52" fmla="*/ 9700 h 24623"/>
                <a:gd name="connsiteX53" fmla="*/ 1619 w 23069"/>
                <a:gd name="connsiteY53" fmla="*/ 11938 h 24623"/>
                <a:gd name="connsiteX54" fmla="*/ 1214 w 23069"/>
                <a:gd name="connsiteY54" fmla="*/ 14923 h 24623"/>
                <a:gd name="connsiteX55" fmla="*/ 809 w 23069"/>
                <a:gd name="connsiteY55" fmla="*/ 15669 h 24623"/>
                <a:gd name="connsiteX56" fmla="*/ 809 w 23069"/>
                <a:gd name="connsiteY56" fmla="*/ 16415 h 24623"/>
                <a:gd name="connsiteX57" fmla="*/ 405 w 23069"/>
                <a:gd name="connsiteY57" fmla="*/ 17908 h 24623"/>
                <a:gd name="connsiteX58" fmla="*/ 0 w 23069"/>
                <a:gd name="connsiteY58" fmla="*/ 19400 h 24623"/>
                <a:gd name="connsiteX59" fmla="*/ 0 w 23069"/>
                <a:gd name="connsiteY59" fmla="*/ 21638 h 24623"/>
                <a:gd name="connsiteX60" fmla="*/ 405 w 23069"/>
                <a:gd name="connsiteY60" fmla="*/ 23131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3069" h="24623">
                  <a:moveTo>
                    <a:pt x="809" y="24623"/>
                  </a:moveTo>
                  <a:lnTo>
                    <a:pt x="2428" y="23877"/>
                  </a:lnTo>
                  <a:lnTo>
                    <a:pt x="2833" y="22385"/>
                  </a:lnTo>
                  <a:lnTo>
                    <a:pt x="3643" y="21638"/>
                  </a:lnTo>
                  <a:lnTo>
                    <a:pt x="4047" y="20892"/>
                  </a:lnTo>
                  <a:lnTo>
                    <a:pt x="4857" y="20146"/>
                  </a:lnTo>
                  <a:lnTo>
                    <a:pt x="5666" y="18654"/>
                  </a:lnTo>
                  <a:lnTo>
                    <a:pt x="5666" y="17161"/>
                  </a:lnTo>
                  <a:lnTo>
                    <a:pt x="6071" y="16415"/>
                  </a:lnTo>
                  <a:lnTo>
                    <a:pt x="6880" y="15669"/>
                  </a:lnTo>
                  <a:lnTo>
                    <a:pt x="7285" y="15669"/>
                  </a:lnTo>
                  <a:lnTo>
                    <a:pt x="8095" y="14923"/>
                  </a:lnTo>
                  <a:lnTo>
                    <a:pt x="9713" y="14923"/>
                  </a:lnTo>
                  <a:lnTo>
                    <a:pt x="10118" y="14177"/>
                  </a:lnTo>
                  <a:lnTo>
                    <a:pt x="11737" y="13431"/>
                  </a:lnTo>
                  <a:lnTo>
                    <a:pt x="12142" y="12685"/>
                  </a:lnTo>
                  <a:lnTo>
                    <a:pt x="12951" y="11938"/>
                  </a:lnTo>
                  <a:cubicBezTo>
                    <a:pt x="12951" y="11938"/>
                    <a:pt x="12547" y="12685"/>
                    <a:pt x="12951" y="12685"/>
                  </a:cubicBezTo>
                  <a:cubicBezTo>
                    <a:pt x="13356" y="12685"/>
                    <a:pt x="13761" y="12685"/>
                    <a:pt x="14166" y="11938"/>
                  </a:cubicBezTo>
                  <a:lnTo>
                    <a:pt x="16189" y="11938"/>
                  </a:lnTo>
                  <a:lnTo>
                    <a:pt x="16594" y="12685"/>
                  </a:lnTo>
                  <a:lnTo>
                    <a:pt x="16999" y="12685"/>
                  </a:lnTo>
                  <a:lnTo>
                    <a:pt x="17808" y="13431"/>
                  </a:lnTo>
                  <a:lnTo>
                    <a:pt x="18213" y="14923"/>
                  </a:lnTo>
                  <a:lnTo>
                    <a:pt x="19427" y="16415"/>
                  </a:lnTo>
                  <a:lnTo>
                    <a:pt x="21046" y="17161"/>
                  </a:lnTo>
                  <a:lnTo>
                    <a:pt x="21855" y="15669"/>
                  </a:lnTo>
                  <a:lnTo>
                    <a:pt x="22260" y="14923"/>
                  </a:lnTo>
                  <a:lnTo>
                    <a:pt x="22260" y="7461"/>
                  </a:lnTo>
                  <a:lnTo>
                    <a:pt x="22665" y="5969"/>
                  </a:lnTo>
                  <a:lnTo>
                    <a:pt x="22665" y="4477"/>
                  </a:lnTo>
                  <a:lnTo>
                    <a:pt x="23070" y="1492"/>
                  </a:lnTo>
                  <a:lnTo>
                    <a:pt x="22665" y="746"/>
                  </a:lnTo>
                  <a:lnTo>
                    <a:pt x="21855" y="0"/>
                  </a:lnTo>
                  <a:lnTo>
                    <a:pt x="21855" y="2238"/>
                  </a:lnTo>
                  <a:lnTo>
                    <a:pt x="21451" y="2985"/>
                  </a:lnTo>
                  <a:lnTo>
                    <a:pt x="21046" y="4477"/>
                  </a:lnTo>
                  <a:lnTo>
                    <a:pt x="20641" y="5223"/>
                  </a:lnTo>
                  <a:lnTo>
                    <a:pt x="19832" y="5223"/>
                  </a:lnTo>
                  <a:lnTo>
                    <a:pt x="18618" y="4477"/>
                  </a:lnTo>
                  <a:lnTo>
                    <a:pt x="17403" y="3731"/>
                  </a:lnTo>
                  <a:lnTo>
                    <a:pt x="16594" y="2985"/>
                  </a:lnTo>
                  <a:lnTo>
                    <a:pt x="14975" y="2985"/>
                  </a:lnTo>
                  <a:lnTo>
                    <a:pt x="13761" y="2238"/>
                  </a:lnTo>
                  <a:lnTo>
                    <a:pt x="12142" y="2238"/>
                  </a:lnTo>
                  <a:lnTo>
                    <a:pt x="9309" y="2985"/>
                  </a:lnTo>
                  <a:lnTo>
                    <a:pt x="8095" y="3731"/>
                  </a:lnTo>
                  <a:lnTo>
                    <a:pt x="7690" y="4477"/>
                  </a:lnTo>
                  <a:lnTo>
                    <a:pt x="6880" y="4477"/>
                  </a:lnTo>
                  <a:lnTo>
                    <a:pt x="6071" y="5223"/>
                  </a:lnTo>
                  <a:lnTo>
                    <a:pt x="4857" y="6715"/>
                  </a:lnTo>
                  <a:lnTo>
                    <a:pt x="3643" y="8954"/>
                  </a:lnTo>
                  <a:lnTo>
                    <a:pt x="3238" y="9700"/>
                  </a:lnTo>
                  <a:lnTo>
                    <a:pt x="1619" y="11938"/>
                  </a:lnTo>
                  <a:lnTo>
                    <a:pt x="1214" y="14923"/>
                  </a:lnTo>
                  <a:lnTo>
                    <a:pt x="809" y="15669"/>
                  </a:lnTo>
                  <a:lnTo>
                    <a:pt x="809" y="16415"/>
                  </a:lnTo>
                  <a:lnTo>
                    <a:pt x="405" y="17908"/>
                  </a:lnTo>
                  <a:lnTo>
                    <a:pt x="0" y="19400"/>
                  </a:lnTo>
                  <a:lnTo>
                    <a:pt x="0" y="21638"/>
                  </a:lnTo>
                  <a:lnTo>
                    <a:pt x="405" y="23131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10367643" y="334561"/>
              <a:ext cx="8499" cy="20146"/>
            </a:xfrm>
            <a:custGeom>
              <a:avLst/>
              <a:gdLst>
                <a:gd name="connsiteX0" fmla="*/ 1214 w 8499"/>
                <a:gd name="connsiteY0" fmla="*/ 20146 h 20146"/>
                <a:gd name="connsiteX1" fmla="*/ 1619 w 8499"/>
                <a:gd name="connsiteY1" fmla="*/ 19400 h 20146"/>
                <a:gd name="connsiteX2" fmla="*/ 2428 w 8499"/>
                <a:gd name="connsiteY2" fmla="*/ 19400 h 20146"/>
                <a:gd name="connsiteX3" fmla="*/ 4047 w 8499"/>
                <a:gd name="connsiteY3" fmla="*/ 17161 h 20146"/>
                <a:gd name="connsiteX4" fmla="*/ 4452 w 8499"/>
                <a:gd name="connsiteY4" fmla="*/ 16415 h 20146"/>
                <a:gd name="connsiteX5" fmla="*/ 4857 w 8499"/>
                <a:gd name="connsiteY5" fmla="*/ 15669 h 20146"/>
                <a:gd name="connsiteX6" fmla="*/ 5666 w 8499"/>
                <a:gd name="connsiteY6" fmla="*/ 12685 h 20146"/>
                <a:gd name="connsiteX7" fmla="*/ 6071 w 8499"/>
                <a:gd name="connsiteY7" fmla="*/ 11192 h 20146"/>
                <a:gd name="connsiteX8" fmla="*/ 6476 w 8499"/>
                <a:gd name="connsiteY8" fmla="*/ 9700 h 20146"/>
                <a:gd name="connsiteX9" fmla="*/ 6880 w 8499"/>
                <a:gd name="connsiteY9" fmla="*/ 8208 h 20146"/>
                <a:gd name="connsiteX10" fmla="*/ 7285 w 8499"/>
                <a:gd name="connsiteY10" fmla="*/ 7461 h 20146"/>
                <a:gd name="connsiteX11" fmla="*/ 7690 w 8499"/>
                <a:gd name="connsiteY11" fmla="*/ 5969 h 20146"/>
                <a:gd name="connsiteX12" fmla="*/ 8095 w 8499"/>
                <a:gd name="connsiteY12" fmla="*/ 2985 h 20146"/>
                <a:gd name="connsiteX13" fmla="*/ 8499 w 8499"/>
                <a:gd name="connsiteY13" fmla="*/ 1492 h 20146"/>
                <a:gd name="connsiteX14" fmla="*/ 8095 w 8499"/>
                <a:gd name="connsiteY14" fmla="*/ 746 h 20146"/>
                <a:gd name="connsiteX15" fmla="*/ 7690 w 8499"/>
                <a:gd name="connsiteY15" fmla="*/ 0 h 20146"/>
                <a:gd name="connsiteX16" fmla="*/ 6071 w 8499"/>
                <a:gd name="connsiteY16" fmla="*/ 0 h 20146"/>
                <a:gd name="connsiteX17" fmla="*/ 5666 w 8499"/>
                <a:gd name="connsiteY17" fmla="*/ 746 h 20146"/>
                <a:gd name="connsiteX18" fmla="*/ 4452 w 8499"/>
                <a:gd name="connsiteY18" fmla="*/ 2238 h 20146"/>
                <a:gd name="connsiteX19" fmla="*/ 4047 w 8499"/>
                <a:gd name="connsiteY19" fmla="*/ 2985 h 20146"/>
                <a:gd name="connsiteX20" fmla="*/ 4047 w 8499"/>
                <a:gd name="connsiteY20" fmla="*/ 4477 h 20146"/>
                <a:gd name="connsiteX21" fmla="*/ 3643 w 8499"/>
                <a:gd name="connsiteY21" fmla="*/ 5969 h 20146"/>
                <a:gd name="connsiteX22" fmla="*/ 2833 w 8499"/>
                <a:gd name="connsiteY22" fmla="*/ 6715 h 20146"/>
                <a:gd name="connsiteX23" fmla="*/ 1619 w 8499"/>
                <a:gd name="connsiteY23" fmla="*/ 8954 h 20146"/>
                <a:gd name="connsiteX24" fmla="*/ 1214 w 8499"/>
                <a:gd name="connsiteY24" fmla="*/ 10446 h 20146"/>
                <a:gd name="connsiteX25" fmla="*/ 809 w 8499"/>
                <a:gd name="connsiteY25" fmla="*/ 11938 h 20146"/>
                <a:gd name="connsiteX26" fmla="*/ 809 w 8499"/>
                <a:gd name="connsiteY26" fmla="*/ 13431 h 20146"/>
                <a:gd name="connsiteX27" fmla="*/ 0 w 8499"/>
                <a:gd name="connsiteY27" fmla="*/ 14177 h 20146"/>
                <a:gd name="connsiteX28" fmla="*/ 0 w 8499"/>
                <a:gd name="connsiteY28" fmla="*/ 17908 h 20146"/>
                <a:gd name="connsiteX29" fmla="*/ 405 w 8499"/>
                <a:gd name="connsiteY29" fmla="*/ 19400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499" h="20146">
                  <a:moveTo>
                    <a:pt x="1214" y="20146"/>
                  </a:moveTo>
                  <a:lnTo>
                    <a:pt x="1619" y="19400"/>
                  </a:lnTo>
                  <a:lnTo>
                    <a:pt x="2428" y="19400"/>
                  </a:lnTo>
                  <a:lnTo>
                    <a:pt x="4047" y="17161"/>
                  </a:lnTo>
                  <a:lnTo>
                    <a:pt x="4452" y="16415"/>
                  </a:lnTo>
                  <a:lnTo>
                    <a:pt x="4857" y="15669"/>
                  </a:lnTo>
                  <a:lnTo>
                    <a:pt x="5666" y="12685"/>
                  </a:lnTo>
                  <a:lnTo>
                    <a:pt x="6071" y="11192"/>
                  </a:lnTo>
                  <a:lnTo>
                    <a:pt x="6476" y="9700"/>
                  </a:lnTo>
                  <a:lnTo>
                    <a:pt x="6880" y="8208"/>
                  </a:lnTo>
                  <a:lnTo>
                    <a:pt x="7285" y="7461"/>
                  </a:lnTo>
                  <a:lnTo>
                    <a:pt x="7690" y="5969"/>
                  </a:lnTo>
                  <a:lnTo>
                    <a:pt x="8095" y="2985"/>
                  </a:lnTo>
                  <a:lnTo>
                    <a:pt x="8499" y="1492"/>
                  </a:lnTo>
                  <a:lnTo>
                    <a:pt x="8095" y="746"/>
                  </a:lnTo>
                  <a:lnTo>
                    <a:pt x="7690" y="0"/>
                  </a:lnTo>
                  <a:lnTo>
                    <a:pt x="6071" y="0"/>
                  </a:lnTo>
                  <a:lnTo>
                    <a:pt x="5666" y="746"/>
                  </a:lnTo>
                  <a:lnTo>
                    <a:pt x="4452" y="2238"/>
                  </a:lnTo>
                  <a:lnTo>
                    <a:pt x="4047" y="2985"/>
                  </a:lnTo>
                  <a:lnTo>
                    <a:pt x="4047" y="4477"/>
                  </a:lnTo>
                  <a:lnTo>
                    <a:pt x="3643" y="5969"/>
                  </a:lnTo>
                  <a:lnTo>
                    <a:pt x="2833" y="6715"/>
                  </a:lnTo>
                  <a:lnTo>
                    <a:pt x="1619" y="8954"/>
                  </a:lnTo>
                  <a:lnTo>
                    <a:pt x="1214" y="10446"/>
                  </a:lnTo>
                  <a:lnTo>
                    <a:pt x="809" y="11938"/>
                  </a:lnTo>
                  <a:lnTo>
                    <a:pt x="809" y="13431"/>
                  </a:lnTo>
                  <a:lnTo>
                    <a:pt x="0" y="14177"/>
                  </a:lnTo>
                  <a:lnTo>
                    <a:pt x="0" y="17908"/>
                  </a:lnTo>
                  <a:lnTo>
                    <a:pt x="405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10361674" y="-175060"/>
              <a:ext cx="61418" cy="91030"/>
            </a:xfrm>
            <a:custGeom>
              <a:avLst/>
              <a:gdLst>
                <a:gd name="connsiteX0" fmla="*/ 3137 w 61418"/>
                <a:gd name="connsiteY0" fmla="*/ 52231 h 91030"/>
                <a:gd name="connsiteX1" fmla="*/ 3137 w 61418"/>
                <a:gd name="connsiteY1" fmla="*/ 52231 h 91030"/>
                <a:gd name="connsiteX2" fmla="*/ 7993 w 61418"/>
                <a:gd name="connsiteY2" fmla="*/ 55215 h 91030"/>
                <a:gd name="connsiteX3" fmla="*/ 10827 w 61418"/>
                <a:gd name="connsiteY3" fmla="*/ 55961 h 91030"/>
                <a:gd name="connsiteX4" fmla="*/ 14874 w 61418"/>
                <a:gd name="connsiteY4" fmla="*/ 55961 h 91030"/>
                <a:gd name="connsiteX5" fmla="*/ 20540 w 61418"/>
                <a:gd name="connsiteY5" fmla="*/ 56708 h 91030"/>
                <a:gd name="connsiteX6" fmla="*/ 24183 w 61418"/>
                <a:gd name="connsiteY6" fmla="*/ 58200 h 91030"/>
                <a:gd name="connsiteX7" fmla="*/ 27016 w 61418"/>
                <a:gd name="connsiteY7" fmla="*/ 59692 h 91030"/>
                <a:gd name="connsiteX8" fmla="*/ 27421 w 61418"/>
                <a:gd name="connsiteY8" fmla="*/ 59692 h 91030"/>
                <a:gd name="connsiteX9" fmla="*/ 27421 w 61418"/>
                <a:gd name="connsiteY9" fmla="*/ 62677 h 91030"/>
                <a:gd name="connsiteX10" fmla="*/ 27016 w 61418"/>
                <a:gd name="connsiteY10" fmla="*/ 63423 h 91030"/>
                <a:gd name="connsiteX11" fmla="*/ 24183 w 61418"/>
                <a:gd name="connsiteY11" fmla="*/ 64169 h 91030"/>
                <a:gd name="connsiteX12" fmla="*/ 21350 w 61418"/>
                <a:gd name="connsiteY12" fmla="*/ 62677 h 91030"/>
                <a:gd name="connsiteX13" fmla="*/ 20540 w 61418"/>
                <a:gd name="connsiteY13" fmla="*/ 62677 h 91030"/>
                <a:gd name="connsiteX14" fmla="*/ 14874 w 61418"/>
                <a:gd name="connsiteY14" fmla="*/ 60438 h 91030"/>
                <a:gd name="connsiteX15" fmla="*/ 13255 w 61418"/>
                <a:gd name="connsiteY15" fmla="*/ 59692 h 91030"/>
                <a:gd name="connsiteX16" fmla="*/ 10827 w 61418"/>
                <a:gd name="connsiteY16" fmla="*/ 59692 h 91030"/>
                <a:gd name="connsiteX17" fmla="*/ 7993 w 61418"/>
                <a:gd name="connsiteY17" fmla="*/ 60438 h 91030"/>
                <a:gd name="connsiteX18" fmla="*/ 6374 w 61418"/>
                <a:gd name="connsiteY18" fmla="*/ 63423 h 91030"/>
                <a:gd name="connsiteX19" fmla="*/ 7993 w 61418"/>
                <a:gd name="connsiteY19" fmla="*/ 69392 h 91030"/>
                <a:gd name="connsiteX20" fmla="*/ 9612 w 61418"/>
                <a:gd name="connsiteY20" fmla="*/ 70884 h 91030"/>
                <a:gd name="connsiteX21" fmla="*/ 11231 w 61418"/>
                <a:gd name="connsiteY21" fmla="*/ 70138 h 91030"/>
                <a:gd name="connsiteX22" fmla="*/ 15279 w 61418"/>
                <a:gd name="connsiteY22" fmla="*/ 70138 h 91030"/>
                <a:gd name="connsiteX23" fmla="*/ 20945 w 61418"/>
                <a:gd name="connsiteY23" fmla="*/ 72377 h 91030"/>
                <a:gd name="connsiteX24" fmla="*/ 24183 w 61418"/>
                <a:gd name="connsiteY24" fmla="*/ 75361 h 91030"/>
                <a:gd name="connsiteX25" fmla="*/ 23373 w 61418"/>
                <a:gd name="connsiteY25" fmla="*/ 89538 h 91030"/>
                <a:gd name="connsiteX26" fmla="*/ 24183 w 61418"/>
                <a:gd name="connsiteY26" fmla="*/ 91031 h 91030"/>
                <a:gd name="connsiteX27" fmla="*/ 26206 w 61418"/>
                <a:gd name="connsiteY27" fmla="*/ 91031 h 91030"/>
                <a:gd name="connsiteX28" fmla="*/ 27016 w 61418"/>
                <a:gd name="connsiteY28" fmla="*/ 89538 h 91030"/>
                <a:gd name="connsiteX29" fmla="*/ 28635 w 61418"/>
                <a:gd name="connsiteY29" fmla="*/ 80584 h 91030"/>
                <a:gd name="connsiteX30" fmla="*/ 30254 w 61418"/>
                <a:gd name="connsiteY30" fmla="*/ 77600 h 91030"/>
                <a:gd name="connsiteX31" fmla="*/ 33491 w 61418"/>
                <a:gd name="connsiteY31" fmla="*/ 80584 h 91030"/>
                <a:gd name="connsiteX32" fmla="*/ 35110 w 61418"/>
                <a:gd name="connsiteY32" fmla="*/ 81331 h 91030"/>
                <a:gd name="connsiteX33" fmla="*/ 36729 w 61418"/>
                <a:gd name="connsiteY33" fmla="*/ 82077 h 91030"/>
                <a:gd name="connsiteX34" fmla="*/ 37944 w 61418"/>
                <a:gd name="connsiteY34" fmla="*/ 82077 h 91030"/>
                <a:gd name="connsiteX35" fmla="*/ 39967 w 61418"/>
                <a:gd name="connsiteY35" fmla="*/ 82823 h 91030"/>
                <a:gd name="connsiteX36" fmla="*/ 40777 w 61418"/>
                <a:gd name="connsiteY36" fmla="*/ 82823 h 91030"/>
                <a:gd name="connsiteX37" fmla="*/ 42800 w 61418"/>
                <a:gd name="connsiteY37" fmla="*/ 83569 h 91030"/>
                <a:gd name="connsiteX38" fmla="*/ 45229 w 61418"/>
                <a:gd name="connsiteY38" fmla="*/ 83569 h 91030"/>
                <a:gd name="connsiteX39" fmla="*/ 46443 w 61418"/>
                <a:gd name="connsiteY39" fmla="*/ 82823 h 91030"/>
                <a:gd name="connsiteX40" fmla="*/ 47252 w 61418"/>
                <a:gd name="connsiteY40" fmla="*/ 79092 h 91030"/>
                <a:gd name="connsiteX41" fmla="*/ 46443 w 61418"/>
                <a:gd name="connsiteY41" fmla="*/ 76854 h 91030"/>
                <a:gd name="connsiteX42" fmla="*/ 44015 w 61418"/>
                <a:gd name="connsiteY42" fmla="*/ 75361 h 91030"/>
                <a:gd name="connsiteX43" fmla="*/ 42800 w 61418"/>
                <a:gd name="connsiteY43" fmla="*/ 74615 h 91030"/>
                <a:gd name="connsiteX44" fmla="*/ 40777 w 61418"/>
                <a:gd name="connsiteY44" fmla="*/ 73869 h 91030"/>
                <a:gd name="connsiteX45" fmla="*/ 39967 w 61418"/>
                <a:gd name="connsiteY45" fmla="*/ 73123 h 91030"/>
                <a:gd name="connsiteX46" fmla="*/ 37944 w 61418"/>
                <a:gd name="connsiteY46" fmla="*/ 72377 h 91030"/>
                <a:gd name="connsiteX47" fmla="*/ 35110 w 61418"/>
                <a:gd name="connsiteY47" fmla="*/ 70138 h 91030"/>
                <a:gd name="connsiteX48" fmla="*/ 34301 w 61418"/>
                <a:gd name="connsiteY48" fmla="*/ 69392 h 91030"/>
                <a:gd name="connsiteX49" fmla="*/ 33896 w 61418"/>
                <a:gd name="connsiteY49" fmla="*/ 68646 h 91030"/>
                <a:gd name="connsiteX50" fmla="*/ 33087 w 61418"/>
                <a:gd name="connsiteY50" fmla="*/ 63423 h 91030"/>
                <a:gd name="connsiteX51" fmla="*/ 33896 w 61418"/>
                <a:gd name="connsiteY51" fmla="*/ 64169 h 91030"/>
                <a:gd name="connsiteX52" fmla="*/ 35515 w 61418"/>
                <a:gd name="connsiteY52" fmla="*/ 64915 h 91030"/>
                <a:gd name="connsiteX53" fmla="*/ 38348 w 61418"/>
                <a:gd name="connsiteY53" fmla="*/ 66408 h 91030"/>
                <a:gd name="connsiteX54" fmla="*/ 40372 w 61418"/>
                <a:gd name="connsiteY54" fmla="*/ 67900 h 91030"/>
                <a:gd name="connsiteX55" fmla="*/ 41181 w 61418"/>
                <a:gd name="connsiteY55" fmla="*/ 68646 h 91030"/>
                <a:gd name="connsiteX56" fmla="*/ 43205 w 61418"/>
                <a:gd name="connsiteY56" fmla="*/ 70884 h 91030"/>
                <a:gd name="connsiteX57" fmla="*/ 44419 w 61418"/>
                <a:gd name="connsiteY57" fmla="*/ 71631 h 91030"/>
                <a:gd name="connsiteX58" fmla="*/ 46848 w 61418"/>
                <a:gd name="connsiteY58" fmla="*/ 74615 h 91030"/>
                <a:gd name="connsiteX59" fmla="*/ 47657 w 61418"/>
                <a:gd name="connsiteY59" fmla="*/ 75361 h 91030"/>
                <a:gd name="connsiteX60" fmla="*/ 48062 w 61418"/>
                <a:gd name="connsiteY60" fmla="*/ 76108 h 91030"/>
                <a:gd name="connsiteX61" fmla="*/ 51300 w 61418"/>
                <a:gd name="connsiteY61" fmla="*/ 77600 h 91030"/>
                <a:gd name="connsiteX62" fmla="*/ 53323 w 61418"/>
                <a:gd name="connsiteY62" fmla="*/ 79092 h 91030"/>
                <a:gd name="connsiteX63" fmla="*/ 54538 w 61418"/>
                <a:gd name="connsiteY63" fmla="*/ 79838 h 91030"/>
                <a:gd name="connsiteX64" fmla="*/ 55347 w 61418"/>
                <a:gd name="connsiteY64" fmla="*/ 80584 h 91030"/>
                <a:gd name="connsiteX65" fmla="*/ 56561 w 61418"/>
                <a:gd name="connsiteY65" fmla="*/ 79838 h 91030"/>
                <a:gd name="connsiteX66" fmla="*/ 61418 w 61418"/>
                <a:gd name="connsiteY66" fmla="*/ 73123 h 91030"/>
                <a:gd name="connsiteX67" fmla="*/ 56561 w 61418"/>
                <a:gd name="connsiteY67" fmla="*/ 64915 h 91030"/>
                <a:gd name="connsiteX68" fmla="*/ 54538 w 61418"/>
                <a:gd name="connsiteY68" fmla="*/ 63423 h 91030"/>
                <a:gd name="connsiteX69" fmla="*/ 53323 w 61418"/>
                <a:gd name="connsiteY69" fmla="*/ 63423 h 91030"/>
                <a:gd name="connsiteX70" fmla="*/ 51300 w 61418"/>
                <a:gd name="connsiteY70" fmla="*/ 62677 h 91030"/>
                <a:gd name="connsiteX71" fmla="*/ 48062 w 61418"/>
                <a:gd name="connsiteY71" fmla="*/ 60438 h 91030"/>
                <a:gd name="connsiteX72" fmla="*/ 46443 w 61418"/>
                <a:gd name="connsiteY72" fmla="*/ 59692 h 91030"/>
                <a:gd name="connsiteX73" fmla="*/ 44015 w 61418"/>
                <a:gd name="connsiteY73" fmla="*/ 58200 h 91030"/>
                <a:gd name="connsiteX74" fmla="*/ 43610 w 61418"/>
                <a:gd name="connsiteY74" fmla="*/ 58200 h 91030"/>
                <a:gd name="connsiteX75" fmla="*/ 44015 w 61418"/>
                <a:gd name="connsiteY75" fmla="*/ 54469 h 91030"/>
                <a:gd name="connsiteX76" fmla="*/ 46443 w 61418"/>
                <a:gd name="connsiteY76" fmla="*/ 54469 h 91030"/>
                <a:gd name="connsiteX77" fmla="*/ 48062 w 61418"/>
                <a:gd name="connsiteY77" fmla="*/ 55215 h 91030"/>
                <a:gd name="connsiteX78" fmla="*/ 48871 w 61418"/>
                <a:gd name="connsiteY78" fmla="*/ 55961 h 91030"/>
                <a:gd name="connsiteX79" fmla="*/ 51300 w 61418"/>
                <a:gd name="connsiteY79" fmla="*/ 55215 h 91030"/>
                <a:gd name="connsiteX80" fmla="*/ 52919 w 61418"/>
                <a:gd name="connsiteY80" fmla="*/ 52231 h 91030"/>
                <a:gd name="connsiteX81" fmla="*/ 51300 w 61418"/>
                <a:gd name="connsiteY81" fmla="*/ 47754 h 91030"/>
                <a:gd name="connsiteX82" fmla="*/ 50490 w 61418"/>
                <a:gd name="connsiteY82" fmla="*/ 45515 h 91030"/>
                <a:gd name="connsiteX83" fmla="*/ 47657 w 61418"/>
                <a:gd name="connsiteY83" fmla="*/ 36561 h 91030"/>
                <a:gd name="connsiteX84" fmla="*/ 50085 w 61418"/>
                <a:gd name="connsiteY84" fmla="*/ 31338 h 91030"/>
                <a:gd name="connsiteX85" fmla="*/ 50490 w 61418"/>
                <a:gd name="connsiteY85" fmla="*/ 29100 h 91030"/>
                <a:gd name="connsiteX86" fmla="*/ 47657 w 61418"/>
                <a:gd name="connsiteY86" fmla="*/ 26861 h 91030"/>
                <a:gd name="connsiteX87" fmla="*/ 46443 w 61418"/>
                <a:gd name="connsiteY87" fmla="*/ 25369 h 91030"/>
                <a:gd name="connsiteX88" fmla="*/ 46038 w 61418"/>
                <a:gd name="connsiteY88" fmla="*/ 24623 h 91030"/>
                <a:gd name="connsiteX89" fmla="*/ 47657 w 61418"/>
                <a:gd name="connsiteY89" fmla="*/ 25369 h 91030"/>
                <a:gd name="connsiteX90" fmla="*/ 50490 w 61418"/>
                <a:gd name="connsiteY90" fmla="*/ 26861 h 91030"/>
                <a:gd name="connsiteX91" fmla="*/ 50895 w 61418"/>
                <a:gd name="connsiteY91" fmla="*/ 27608 h 91030"/>
                <a:gd name="connsiteX92" fmla="*/ 52919 w 61418"/>
                <a:gd name="connsiteY92" fmla="*/ 28354 h 91030"/>
                <a:gd name="connsiteX93" fmla="*/ 53323 w 61418"/>
                <a:gd name="connsiteY93" fmla="*/ 29100 h 91030"/>
                <a:gd name="connsiteX94" fmla="*/ 54133 w 61418"/>
                <a:gd name="connsiteY94" fmla="*/ 26861 h 91030"/>
                <a:gd name="connsiteX95" fmla="*/ 54538 w 61418"/>
                <a:gd name="connsiteY95" fmla="*/ 21638 h 91030"/>
                <a:gd name="connsiteX96" fmla="*/ 54133 w 61418"/>
                <a:gd name="connsiteY96" fmla="*/ 20146 h 91030"/>
                <a:gd name="connsiteX97" fmla="*/ 52919 w 61418"/>
                <a:gd name="connsiteY97" fmla="*/ 18654 h 91030"/>
                <a:gd name="connsiteX98" fmla="*/ 50895 w 61418"/>
                <a:gd name="connsiteY98" fmla="*/ 17161 h 91030"/>
                <a:gd name="connsiteX99" fmla="*/ 47657 w 61418"/>
                <a:gd name="connsiteY99" fmla="*/ 14923 h 91030"/>
                <a:gd name="connsiteX100" fmla="*/ 47252 w 61418"/>
                <a:gd name="connsiteY100" fmla="*/ 14923 h 91030"/>
                <a:gd name="connsiteX101" fmla="*/ 47657 w 61418"/>
                <a:gd name="connsiteY101" fmla="*/ 12685 h 91030"/>
                <a:gd name="connsiteX102" fmla="*/ 47657 w 61418"/>
                <a:gd name="connsiteY102" fmla="*/ 8208 h 91030"/>
                <a:gd name="connsiteX103" fmla="*/ 46038 w 61418"/>
                <a:gd name="connsiteY103" fmla="*/ 5223 h 91030"/>
                <a:gd name="connsiteX104" fmla="*/ 44419 w 61418"/>
                <a:gd name="connsiteY104" fmla="*/ 4477 h 91030"/>
                <a:gd name="connsiteX105" fmla="*/ 44015 w 61418"/>
                <a:gd name="connsiteY105" fmla="*/ 6715 h 91030"/>
                <a:gd name="connsiteX106" fmla="*/ 42800 w 61418"/>
                <a:gd name="connsiteY106" fmla="*/ 9700 h 91030"/>
                <a:gd name="connsiteX107" fmla="*/ 40777 w 61418"/>
                <a:gd name="connsiteY107" fmla="*/ 12685 h 91030"/>
                <a:gd name="connsiteX108" fmla="*/ 39158 w 61418"/>
                <a:gd name="connsiteY108" fmla="*/ 12685 h 91030"/>
                <a:gd name="connsiteX109" fmla="*/ 37539 w 61418"/>
                <a:gd name="connsiteY109" fmla="*/ 11192 h 91030"/>
                <a:gd name="connsiteX110" fmla="*/ 34706 w 61418"/>
                <a:gd name="connsiteY110" fmla="*/ 8954 h 91030"/>
                <a:gd name="connsiteX111" fmla="*/ 33087 w 61418"/>
                <a:gd name="connsiteY111" fmla="*/ 8208 h 91030"/>
                <a:gd name="connsiteX112" fmla="*/ 32277 w 61418"/>
                <a:gd name="connsiteY112" fmla="*/ 8208 h 91030"/>
                <a:gd name="connsiteX113" fmla="*/ 29849 w 61418"/>
                <a:gd name="connsiteY113" fmla="*/ 2238 h 91030"/>
                <a:gd name="connsiteX114" fmla="*/ 27016 w 61418"/>
                <a:gd name="connsiteY114" fmla="*/ 0 h 91030"/>
                <a:gd name="connsiteX115" fmla="*/ 24183 w 61418"/>
                <a:gd name="connsiteY115" fmla="*/ 4477 h 91030"/>
                <a:gd name="connsiteX116" fmla="*/ 20540 w 61418"/>
                <a:gd name="connsiteY116" fmla="*/ 3731 h 91030"/>
                <a:gd name="connsiteX117" fmla="*/ 14874 w 61418"/>
                <a:gd name="connsiteY117" fmla="*/ 4477 h 91030"/>
                <a:gd name="connsiteX118" fmla="*/ 14469 w 61418"/>
                <a:gd name="connsiteY118" fmla="*/ 5223 h 91030"/>
                <a:gd name="connsiteX119" fmla="*/ 14469 w 61418"/>
                <a:gd name="connsiteY119" fmla="*/ 14177 h 91030"/>
                <a:gd name="connsiteX120" fmla="*/ 14874 w 61418"/>
                <a:gd name="connsiteY120" fmla="*/ 14923 h 91030"/>
                <a:gd name="connsiteX121" fmla="*/ 16897 w 61418"/>
                <a:gd name="connsiteY121" fmla="*/ 15669 h 91030"/>
                <a:gd name="connsiteX122" fmla="*/ 20135 w 61418"/>
                <a:gd name="connsiteY122" fmla="*/ 16415 h 91030"/>
                <a:gd name="connsiteX123" fmla="*/ 20135 w 61418"/>
                <a:gd name="connsiteY123" fmla="*/ 17908 h 91030"/>
                <a:gd name="connsiteX124" fmla="*/ 16493 w 61418"/>
                <a:gd name="connsiteY124" fmla="*/ 18654 h 91030"/>
                <a:gd name="connsiteX125" fmla="*/ 16088 w 61418"/>
                <a:gd name="connsiteY125" fmla="*/ 20146 h 91030"/>
                <a:gd name="connsiteX126" fmla="*/ 17302 w 61418"/>
                <a:gd name="connsiteY126" fmla="*/ 27608 h 91030"/>
                <a:gd name="connsiteX127" fmla="*/ 20135 w 61418"/>
                <a:gd name="connsiteY127" fmla="*/ 28354 h 91030"/>
                <a:gd name="connsiteX128" fmla="*/ 17707 w 61418"/>
                <a:gd name="connsiteY128" fmla="*/ 32085 h 91030"/>
                <a:gd name="connsiteX129" fmla="*/ 14064 w 61418"/>
                <a:gd name="connsiteY129" fmla="*/ 31338 h 91030"/>
                <a:gd name="connsiteX130" fmla="*/ 12445 w 61418"/>
                <a:gd name="connsiteY130" fmla="*/ 31338 h 91030"/>
                <a:gd name="connsiteX131" fmla="*/ 10017 w 61418"/>
                <a:gd name="connsiteY131" fmla="*/ 35815 h 91030"/>
                <a:gd name="connsiteX132" fmla="*/ 9612 w 61418"/>
                <a:gd name="connsiteY132" fmla="*/ 37308 h 91030"/>
                <a:gd name="connsiteX133" fmla="*/ 10017 w 61418"/>
                <a:gd name="connsiteY133" fmla="*/ 39546 h 91030"/>
                <a:gd name="connsiteX134" fmla="*/ 12445 w 61418"/>
                <a:gd name="connsiteY134" fmla="*/ 44769 h 91030"/>
                <a:gd name="connsiteX135" fmla="*/ 14064 w 61418"/>
                <a:gd name="connsiteY135" fmla="*/ 44769 h 91030"/>
                <a:gd name="connsiteX136" fmla="*/ 15683 w 61418"/>
                <a:gd name="connsiteY136" fmla="*/ 44023 h 91030"/>
                <a:gd name="connsiteX137" fmla="*/ 15279 w 61418"/>
                <a:gd name="connsiteY137" fmla="*/ 47008 h 91030"/>
                <a:gd name="connsiteX138" fmla="*/ 13660 w 61418"/>
                <a:gd name="connsiteY138" fmla="*/ 47008 h 91030"/>
                <a:gd name="connsiteX139" fmla="*/ 12041 w 61418"/>
                <a:gd name="connsiteY139" fmla="*/ 46261 h 91030"/>
                <a:gd name="connsiteX140" fmla="*/ 9612 w 61418"/>
                <a:gd name="connsiteY140" fmla="*/ 45515 h 91030"/>
                <a:gd name="connsiteX141" fmla="*/ 6779 w 61418"/>
                <a:gd name="connsiteY141" fmla="*/ 44769 h 91030"/>
                <a:gd name="connsiteX142" fmla="*/ 3946 w 61418"/>
                <a:gd name="connsiteY142" fmla="*/ 44023 h 91030"/>
                <a:gd name="connsiteX143" fmla="*/ 2327 w 61418"/>
                <a:gd name="connsiteY143" fmla="*/ 44769 h 91030"/>
                <a:gd name="connsiteX144" fmla="*/ 303 w 61418"/>
                <a:gd name="connsiteY144" fmla="*/ 48500 h 91030"/>
                <a:gd name="connsiteX145" fmla="*/ 303 w 61418"/>
                <a:gd name="connsiteY145" fmla="*/ 45515 h 91030"/>
                <a:gd name="connsiteX146" fmla="*/ 303 w 61418"/>
                <a:gd name="connsiteY146" fmla="*/ 49246 h 91030"/>
                <a:gd name="connsiteX147" fmla="*/ 3137 w 61418"/>
                <a:gd name="connsiteY147" fmla="*/ 52231 h 91030"/>
                <a:gd name="connsiteX148" fmla="*/ 39967 w 61418"/>
                <a:gd name="connsiteY148" fmla="*/ 31338 h 91030"/>
                <a:gd name="connsiteX149" fmla="*/ 40777 w 61418"/>
                <a:gd name="connsiteY149" fmla="*/ 31338 h 91030"/>
                <a:gd name="connsiteX150" fmla="*/ 42800 w 61418"/>
                <a:gd name="connsiteY150" fmla="*/ 33577 h 91030"/>
                <a:gd name="connsiteX151" fmla="*/ 43205 w 61418"/>
                <a:gd name="connsiteY151" fmla="*/ 36561 h 91030"/>
                <a:gd name="connsiteX152" fmla="*/ 42800 w 61418"/>
                <a:gd name="connsiteY152" fmla="*/ 37308 h 91030"/>
                <a:gd name="connsiteX153" fmla="*/ 40777 w 61418"/>
                <a:gd name="connsiteY153" fmla="*/ 39546 h 91030"/>
                <a:gd name="connsiteX154" fmla="*/ 39967 w 61418"/>
                <a:gd name="connsiteY154" fmla="*/ 40292 h 91030"/>
                <a:gd name="connsiteX155" fmla="*/ 39158 w 61418"/>
                <a:gd name="connsiteY155" fmla="*/ 41038 h 91030"/>
                <a:gd name="connsiteX156" fmla="*/ 38753 w 61418"/>
                <a:gd name="connsiteY156" fmla="*/ 46261 h 91030"/>
                <a:gd name="connsiteX157" fmla="*/ 39967 w 61418"/>
                <a:gd name="connsiteY157" fmla="*/ 48500 h 91030"/>
                <a:gd name="connsiteX158" fmla="*/ 40372 w 61418"/>
                <a:gd name="connsiteY158" fmla="*/ 50738 h 91030"/>
                <a:gd name="connsiteX159" fmla="*/ 39967 w 61418"/>
                <a:gd name="connsiteY159" fmla="*/ 50738 h 91030"/>
                <a:gd name="connsiteX160" fmla="*/ 37944 w 61418"/>
                <a:gd name="connsiteY160" fmla="*/ 52977 h 91030"/>
                <a:gd name="connsiteX161" fmla="*/ 35110 w 61418"/>
                <a:gd name="connsiteY161" fmla="*/ 52231 h 91030"/>
                <a:gd name="connsiteX162" fmla="*/ 33491 w 61418"/>
                <a:gd name="connsiteY162" fmla="*/ 49992 h 91030"/>
                <a:gd name="connsiteX163" fmla="*/ 34301 w 61418"/>
                <a:gd name="connsiteY163" fmla="*/ 43277 h 91030"/>
                <a:gd name="connsiteX164" fmla="*/ 34706 w 61418"/>
                <a:gd name="connsiteY164" fmla="*/ 40292 h 91030"/>
                <a:gd name="connsiteX165" fmla="*/ 36325 w 61418"/>
                <a:gd name="connsiteY165" fmla="*/ 32831 h 91030"/>
                <a:gd name="connsiteX166" fmla="*/ 37134 w 61418"/>
                <a:gd name="connsiteY166" fmla="*/ 32831 h 91030"/>
                <a:gd name="connsiteX167" fmla="*/ 39967 w 61418"/>
                <a:gd name="connsiteY167" fmla="*/ 31338 h 91030"/>
                <a:gd name="connsiteX168" fmla="*/ 29039 w 61418"/>
                <a:gd name="connsiteY168" fmla="*/ 16415 h 91030"/>
                <a:gd name="connsiteX169" fmla="*/ 33896 w 61418"/>
                <a:gd name="connsiteY169" fmla="*/ 17161 h 91030"/>
                <a:gd name="connsiteX170" fmla="*/ 35515 w 61418"/>
                <a:gd name="connsiteY170" fmla="*/ 17908 h 91030"/>
                <a:gd name="connsiteX171" fmla="*/ 37539 w 61418"/>
                <a:gd name="connsiteY171" fmla="*/ 19400 h 91030"/>
                <a:gd name="connsiteX172" fmla="*/ 37944 w 61418"/>
                <a:gd name="connsiteY172" fmla="*/ 20146 h 91030"/>
                <a:gd name="connsiteX173" fmla="*/ 37944 w 61418"/>
                <a:gd name="connsiteY173" fmla="*/ 22385 h 91030"/>
                <a:gd name="connsiteX174" fmla="*/ 36325 w 61418"/>
                <a:gd name="connsiteY174" fmla="*/ 21638 h 91030"/>
                <a:gd name="connsiteX175" fmla="*/ 35515 w 61418"/>
                <a:gd name="connsiteY175" fmla="*/ 21638 h 91030"/>
                <a:gd name="connsiteX176" fmla="*/ 33896 w 61418"/>
                <a:gd name="connsiteY176" fmla="*/ 20892 h 91030"/>
                <a:gd name="connsiteX177" fmla="*/ 29039 w 61418"/>
                <a:gd name="connsiteY177" fmla="*/ 16415 h 91030"/>
                <a:gd name="connsiteX178" fmla="*/ 21754 w 61418"/>
                <a:gd name="connsiteY178" fmla="*/ 44023 h 91030"/>
                <a:gd name="connsiteX179" fmla="*/ 24183 w 61418"/>
                <a:gd name="connsiteY179" fmla="*/ 43277 h 91030"/>
                <a:gd name="connsiteX180" fmla="*/ 27016 w 61418"/>
                <a:gd name="connsiteY180" fmla="*/ 35069 h 91030"/>
                <a:gd name="connsiteX181" fmla="*/ 25802 w 61418"/>
                <a:gd name="connsiteY181" fmla="*/ 28354 h 91030"/>
                <a:gd name="connsiteX182" fmla="*/ 27421 w 61418"/>
                <a:gd name="connsiteY182" fmla="*/ 29100 h 91030"/>
                <a:gd name="connsiteX183" fmla="*/ 31063 w 61418"/>
                <a:gd name="connsiteY183" fmla="*/ 29846 h 91030"/>
                <a:gd name="connsiteX184" fmla="*/ 30254 w 61418"/>
                <a:gd name="connsiteY184" fmla="*/ 39546 h 91030"/>
                <a:gd name="connsiteX185" fmla="*/ 27825 w 61418"/>
                <a:gd name="connsiteY185" fmla="*/ 48500 h 91030"/>
                <a:gd name="connsiteX186" fmla="*/ 27421 w 61418"/>
                <a:gd name="connsiteY186" fmla="*/ 48500 h 91030"/>
                <a:gd name="connsiteX187" fmla="*/ 24587 w 61418"/>
                <a:gd name="connsiteY187" fmla="*/ 47754 h 91030"/>
                <a:gd name="connsiteX188" fmla="*/ 22564 w 61418"/>
                <a:gd name="connsiteY188" fmla="*/ 47754 h 91030"/>
                <a:gd name="connsiteX189" fmla="*/ 21754 w 61418"/>
                <a:gd name="connsiteY189" fmla="*/ 44023 h 9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1418" h="91030">
                  <a:moveTo>
                    <a:pt x="3137" y="52231"/>
                  </a:moveTo>
                  <a:cubicBezTo>
                    <a:pt x="3137" y="52977"/>
                    <a:pt x="3137" y="52977"/>
                    <a:pt x="3137" y="52231"/>
                  </a:cubicBezTo>
                  <a:cubicBezTo>
                    <a:pt x="4756" y="53723"/>
                    <a:pt x="6374" y="54469"/>
                    <a:pt x="7993" y="55215"/>
                  </a:cubicBezTo>
                  <a:cubicBezTo>
                    <a:pt x="8803" y="55215"/>
                    <a:pt x="10017" y="55215"/>
                    <a:pt x="10827" y="55961"/>
                  </a:cubicBezTo>
                  <a:lnTo>
                    <a:pt x="14874" y="55961"/>
                  </a:lnTo>
                  <a:cubicBezTo>
                    <a:pt x="17302" y="55961"/>
                    <a:pt x="19326" y="56708"/>
                    <a:pt x="20540" y="56708"/>
                  </a:cubicBezTo>
                  <a:cubicBezTo>
                    <a:pt x="21754" y="56708"/>
                    <a:pt x="22968" y="57454"/>
                    <a:pt x="24183" y="58200"/>
                  </a:cubicBezTo>
                  <a:cubicBezTo>
                    <a:pt x="24992" y="58200"/>
                    <a:pt x="26206" y="58946"/>
                    <a:pt x="27016" y="59692"/>
                  </a:cubicBezTo>
                  <a:lnTo>
                    <a:pt x="27421" y="59692"/>
                  </a:lnTo>
                  <a:cubicBezTo>
                    <a:pt x="28635" y="60438"/>
                    <a:pt x="27825" y="61931"/>
                    <a:pt x="27421" y="62677"/>
                  </a:cubicBezTo>
                  <a:lnTo>
                    <a:pt x="27016" y="63423"/>
                  </a:lnTo>
                  <a:cubicBezTo>
                    <a:pt x="26206" y="64169"/>
                    <a:pt x="25397" y="64169"/>
                    <a:pt x="24183" y="64169"/>
                  </a:cubicBezTo>
                  <a:cubicBezTo>
                    <a:pt x="22968" y="64169"/>
                    <a:pt x="22159" y="63423"/>
                    <a:pt x="21350" y="62677"/>
                  </a:cubicBezTo>
                  <a:lnTo>
                    <a:pt x="20540" y="62677"/>
                  </a:lnTo>
                  <a:cubicBezTo>
                    <a:pt x="18516" y="61931"/>
                    <a:pt x="16493" y="61184"/>
                    <a:pt x="14874" y="60438"/>
                  </a:cubicBezTo>
                  <a:cubicBezTo>
                    <a:pt x="14064" y="60438"/>
                    <a:pt x="13255" y="60438"/>
                    <a:pt x="13255" y="59692"/>
                  </a:cubicBezTo>
                  <a:lnTo>
                    <a:pt x="10827" y="59692"/>
                  </a:lnTo>
                  <a:cubicBezTo>
                    <a:pt x="9612" y="60438"/>
                    <a:pt x="8803" y="60438"/>
                    <a:pt x="7993" y="60438"/>
                  </a:cubicBezTo>
                  <a:cubicBezTo>
                    <a:pt x="6374" y="61184"/>
                    <a:pt x="6374" y="63423"/>
                    <a:pt x="6374" y="63423"/>
                  </a:cubicBezTo>
                  <a:cubicBezTo>
                    <a:pt x="5970" y="64915"/>
                    <a:pt x="7184" y="67900"/>
                    <a:pt x="7993" y="69392"/>
                  </a:cubicBezTo>
                  <a:cubicBezTo>
                    <a:pt x="8398" y="69392"/>
                    <a:pt x="9208" y="70138"/>
                    <a:pt x="9612" y="70884"/>
                  </a:cubicBezTo>
                  <a:cubicBezTo>
                    <a:pt x="10017" y="70138"/>
                    <a:pt x="10422" y="70138"/>
                    <a:pt x="11231" y="70138"/>
                  </a:cubicBezTo>
                  <a:lnTo>
                    <a:pt x="15279" y="70138"/>
                  </a:lnTo>
                  <a:cubicBezTo>
                    <a:pt x="17707" y="70884"/>
                    <a:pt x="19731" y="71631"/>
                    <a:pt x="20945" y="72377"/>
                  </a:cubicBezTo>
                  <a:lnTo>
                    <a:pt x="24183" y="75361"/>
                  </a:lnTo>
                  <a:cubicBezTo>
                    <a:pt x="23373" y="79838"/>
                    <a:pt x="23373" y="85061"/>
                    <a:pt x="23373" y="89538"/>
                  </a:cubicBezTo>
                  <a:cubicBezTo>
                    <a:pt x="23373" y="90284"/>
                    <a:pt x="23778" y="91031"/>
                    <a:pt x="24183" y="91031"/>
                  </a:cubicBezTo>
                  <a:lnTo>
                    <a:pt x="26206" y="91031"/>
                  </a:lnTo>
                  <a:lnTo>
                    <a:pt x="27016" y="89538"/>
                  </a:lnTo>
                  <a:cubicBezTo>
                    <a:pt x="27825" y="86554"/>
                    <a:pt x="28635" y="83569"/>
                    <a:pt x="28635" y="80584"/>
                  </a:cubicBezTo>
                  <a:cubicBezTo>
                    <a:pt x="28635" y="79092"/>
                    <a:pt x="29444" y="77600"/>
                    <a:pt x="30254" y="77600"/>
                  </a:cubicBezTo>
                  <a:cubicBezTo>
                    <a:pt x="31063" y="79092"/>
                    <a:pt x="32277" y="79838"/>
                    <a:pt x="33491" y="80584"/>
                  </a:cubicBezTo>
                  <a:cubicBezTo>
                    <a:pt x="33896" y="81331"/>
                    <a:pt x="34301" y="81331"/>
                    <a:pt x="35110" y="81331"/>
                  </a:cubicBezTo>
                  <a:cubicBezTo>
                    <a:pt x="35515" y="81331"/>
                    <a:pt x="35920" y="82077"/>
                    <a:pt x="36729" y="82077"/>
                  </a:cubicBezTo>
                  <a:lnTo>
                    <a:pt x="37944" y="82077"/>
                  </a:lnTo>
                  <a:cubicBezTo>
                    <a:pt x="38753" y="82077"/>
                    <a:pt x="39158" y="82077"/>
                    <a:pt x="39967" y="82823"/>
                  </a:cubicBezTo>
                  <a:lnTo>
                    <a:pt x="40777" y="82823"/>
                  </a:lnTo>
                  <a:cubicBezTo>
                    <a:pt x="41586" y="82823"/>
                    <a:pt x="41991" y="82823"/>
                    <a:pt x="42800" y="83569"/>
                  </a:cubicBezTo>
                  <a:lnTo>
                    <a:pt x="45229" y="83569"/>
                  </a:lnTo>
                  <a:cubicBezTo>
                    <a:pt x="45633" y="83569"/>
                    <a:pt x="46038" y="82823"/>
                    <a:pt x="46443" y="82823"/>
                  </a:cubicBezTo>
                  <a:cubicBezTo>
                    <a:pt x="46848" y="81331"/>
                    <a:pt x="47252" y="80584"/>
                    <a:pt x="47252" y="79092"/>
                  </a:cubicBezTo>
                  <a:cubicBezTo>
                    <a:pt x="47252" y="78346"/>
                    <a:pt x="46848" y="77600"/>
                    <a:pt x="46443" y="76854"/>
                  </a:cubicBezTo>
                  <a:lnTo>
                    <a:pt x="44015" y="75361"/>
                  </a:lnTo>
                  <a:cubicBezTo>
                    <a:pt x="43610" y="75361"/>
                    <a:pt x="43205" y="74615"/>
                    <a:pt x="42800" y="74615"/>
                  </a:cubicBezTo>
                  <a:cubicBezTo>
                    <a:pt x="42396" y="74615"/>
                    <a:pt x="41181" y="73869"/>
                    <a:pt x="40777" y="73869"/>
                  </a:cubicBezTo>
                  <a:cubicBezTo>
                    <a:pt x="40372" y="73869"/>
                    <a:pt x="40372" y="73123"/>
                    <a:pt x="39967" y="73123"/>
                  </a:cubicBezTo>
                  <a:cubicBezTo>
                    <a:pt x="39562" y="73123"/>
                    <a:pt x="38348" y="72377"/>
                    <a:pt x="37944" y="72377"/>
                  </a:cubicBezTo>
                  <a:cubicBezTo>
                    <a:pt x="37134" y="71631"/>
                    <a:pt x="36325" y="70884"/>
                    <a:pt x="35110" y="70138"/>
                  </a:cubicBezTo>
                  <a:cubicBezTo>
                    <a:pt x="34706" y="70138"/>
                    <a:pt x="34301" y="69392"/>
                    <a:pt x="34301" y="69392"/>
                  </a:cubicBezTo>
                  <a:lnTo>
                    <a:pt x="33896" y="68646"/>
                  </a:lnTo>
                  <a:cubicBezTo>
                    <a:pt x="29444" y="65661"/>
                    <a:pt x="33087" y="63423"/>
                    <a:pt x="33087" y="63423"/>
                  </a:cubicBezTo>
                  <a:cubicBezTo>
                    <a:pt x="33491" y="64169"/>
                    <a:pt x="33491" y="64169"/>
                    <a:pt x="33896" y="64169"/>
                  </a:cubicBezTo>
                  <a:cubicBezTo>
                    <a:pt x="34301" y="64915"/>
                    <a:pt x="34706" y="64915"/>
                    <a:pt x="35515" y="64915"/>
                  </a:cubicBezTo>
                  <a:lnTo>
                    <a:pt x="38348" y="66408"/>
                  </a:lnTo>
                  <a:cubicBezTo>
                    <a:pt x="39158" y="67154"/>
                    <a:pt x="39562" y="67154"/>
                    <a:pt x="40372" y="67900"/>
                  </a:cubicBezTo>
                  <a:cubicBezTo>
                    <a:pt x="40777" y="67900"/>
                    <a:pt x="40777" y="68646"/>
                    <a:pt x="41181" y="68646"/>
                  </a:cubicBezTo>
                  <a:cubicBezTo>
                    <a:pt x="41991" y="69392"/>
                    <a:pt x="42396" y="70138"/>
                    <a:pt x="43205" y="70884"/>
                  </a:cubicBezTo>
                  <a:cubicBezTo>
                    <a:pt x="43610" y="70884"/>
                    <a:pt x="44015" y="71631"/>
                    <a:pt x="44419" y="71631"/>
                  </a:cubicBezTo>
                  <a:cubicBezTo>
                    <a:pt x="45229" y="72377"/>
                    <a:pt x="46038" y="73123"/>
                    <a:pt x="46848" y="74615"/>
                  </a:cubicBezTo>
                  <a:cubicBezTo>
                    <a:pt x="47252" y="74615"/>
                    <a:pt x="47657" y="75361"/>
                    <a:pt x="47657" y="75361"/>
                  </a:cubicBezTo>
                  <a:cubicBezTo>
                    <a:pt x="48062" y="75361"/>
                    <a:pt x="48062" y="75361"/>
                    <a:pt x="48062" y="76108"/>
                  </a:cubicBezTo>
                  <a:cubicBezTo>
                    <a:pt x="48871" y="76854"/>
                    <a:pt x="50085" y="76854"/>
                    <a:pt x="51300" y="77600"/>
                  </a:cubicBezTo>
                  <a:cubicBezTo>
                    <a:pt x="52514" y="78346"/>
                    <a:pt x="52919" y="78346"/>
                    <a:pt x="53323" y="79092"/>
                  </a:cubicBezTo>
                  <a:cubicBezTo>
                    <a:pt x="53728" y="79838"/>
                    <a:pt x="54133" y="79838"/>
                    <a:pt x="54538" y="79838"/>
                  </a:cubicBezTo>
                  <a:cubicBezTo>
                    <a:pt x="54942" y="79838"/>
                    <a:pt x="54942" y="80584"/>
                    <a:pt x="55347" y="80584"/>
                  </a:cubicBezTo>
                  <a:cubicBezTo>
                    <a:pt x="55752" y="80584"/>
                    <a:pt x="56156" y="79838"/>
                    <a:pt x="56561" y="79838"/>
                  </a:cubicBezTo>
                  <a:cubicBezTo>
                    <a:pt x="58585" y="78346"/>
                    <a:pt x="60204" y="76108"/>
                    <a:pt x="61418" y="73123"/>
                  </a:cubicBezTo>
                  <a:cubicBezTo>
                    <a:pt x="60609" y="68646"/>
                    <a:pt x="58990" y="65661"/>
                    <a:pt x="56561" y="64915"/>
                  </a:cubicBezTo>
                  <a:cubicBezTo>
                    <a:pt x="56156" y="64169"/>
                    <a:pt x="54942" y="64169"/>
                    <a:pt x="54538" y="63423"/>
                  </a:cubicBezTo>
                  <a:lnTo>
                    <a:pt x="53323" y="63423"/>
                  </a:lnTo>
                  <a:cubicBezTo>
                    <a:pt x="52919" y="63423"/>
                    <a:pt x="51704" y="62677"/>
                    <a:pt x="51300" y="62677"/>
                  </a:cubicBezTo>
                  <a:lnTo>
                    <a:pt x="48062" y="60438"/>
                  </a:lnTo>
                  <a:cubicBezTo>
                    <a:pt x="47657" y="60438"/>
                    <a:pt x="47252" y="59692"/>
                    <a:pt x="46443" y="59692"/>
                  </a:cubicBezTo>
                  <a:cubicBezTo>
                    <a:pt x="45633" y="58946"/>
                    <a:pt x="44824" y="58946"/>
                    <a:pt x="44015" y="58200"/>
                  </a:cubicBezTo>
                  <a:lnTo>
                    <a:pt x="43610" y="58200"/>
                  </a:lnTo>
                  <a:cubicBezTo>
                    <a:pt x="43610" y="55961"/>
                    <a:pt x="43610" y="55215"/>
                    <a:pt x="44015" y="54469"/>
                  </a:cubicBezTo>
                  <a:cubicBezTo>
                    <a:pt x="44419" y="53723"/>
                    <a:pt x="45633" y="53723"/>
                    <a:pt x="46443" y="54469"/>
                  </a:cubicBezTo>
                  <a:cubicBezTo>
                    <a:pt x="46848" y="54469"/>
                    <a:pt x="47657" y="55215"/>
                    <a:pt x="48062" y="55215"/>
                  </a:cubicBezTo>
                  <a:cubicBezTo>
                    <a:pt x="48467" y="55215"/>
                    <a:pt x="48467" y="55961"/>
                    <a:pt x="48871" y="55961"/>
                  </a:cubicBezTo>
                  <a:cubicBezTo>
                    <a:pt x="49681" y="55961"/>
                    <a:pt x="50490" y="55961"/>
                    <a:pt x="51300" y="55215"/>
                  </a:cubicBezTo>
                  <a:cubicBezTo>
                    <a:pt x="52109" y="54469"/>
                    <a:pt x="52514" y="52977"/>
                    <a:pt x="52919" y="52231"/>
                  </a:cubicBezTo>
                  <a:cubicBezTo>
                    <a:pt x="52919" y="49992"/>
                    <a:pt x="52109" y="49246"/>
                    <a:pt x="51300" y="47754"/>
                  </a:cubicBezTo>
                  <a:lnTo>
                    <a:pt x="50490" y="45515"/>
                  </a:lnTo>
                  <a:cubicBezTo>
                    <a:pt x="50085" y="41785"/>
                    <a:pt x="49276" y="38800"/>
                    <a:pt x="47657" y="36561"/>
                  </a:cubicBezTo>
                  <a:cubicBezTo>
                    <a:pt x="48871" y="35815"/>
                    <a:pt x="49681" y="33577"/>
                    <a:pt x="50085" y="31338"/>
                  </a:cubicBezTo>
                  <a:cubicBezTo>
                    <a:pt x="50085" y="30592"/>
                    <a:pt x="50490" y="29100"/>
                    <a:pt x="50490" y="29100"/>
                  </a:cubicBezTo>
                  <a:cubicBezTo>
                    <a:pt x="49681" y="28354"/>
                    <a:pt x="48871" y="27608"/>
                    <a:pt x="47657" y="26861"/>
                  </a:cubicBezTo>
                  <a:cubicBezTo>
                    <a:pt x="47252" y="26115"/>
                    <a:pt x="46443" y="26115"/>
                    <a:pt x="46443" y="25369"/>
                  </a:cubicBezTo>
                  <a:cubicBezTo>
                    <a:pt x="46443" y="24623"/>
                    <a:pt x="46443" y="24623"/>
                    <a:pt x="46038" y="24623"/>
                  </a:cubicBezTo>
                  <a:cubicBezTo>
                    <a:pt x="46443" y="24623"/>
                    <a:pt x="46848" y="24623"/>
                    <a:pt x="47657" y="25369"/>
                  </a:cubicBezTo>
                  <a:lnTo>
                    <a:pt x="50490" y="26861"/>
                  </a:lnTo>
                  <a:lnTo>
                    <a:pt x="50895" y="27608"/>
                  </a:lnTo>
                  <a:cubicBezTo>
                    <a:pt x="51704" y="28354"/>
                    <a:pt x="52109" y="28354"/>
                    <a:pt x="52919" y="28354"/>
                  </a:cubicBezTo>
                  <a:lnTo>
                    <a:pt x="53323" y="29100"/>
                  </a:lnTo>
                  <a:cubicBezTo>
                    <a:pt x="53728" y="28354"/>
                    <a:pt x="54133" y="27608"/>
                    <a:pt x="54133" y="26861"/>
                  </a:cubicBezTo>
                  <a:cubicBezTo>
                    <a:pt x="54538" y="25369"/>
                    <a:pt x="54538" y="23131"/>
                    <a:pt x="54538" y="21638"/>
                  </a:cubicBezTo>
                  <a:cubicBezTo>
                    <a:pt x="54538" y="20892"/>
                    <a:pt x="54133" y="20892"/>
                    <a:pt x="54133" y="20146"/>
                  </a:cubicBezTo>
                  <a:cubicBezTo>
                    <a:pt x="53728" y="19400"/>
                    <a:pt x="53323" y="18654"/>
                    <a:pt x="52919" y="18654"/>
                  </a:cubicBezTo>
                  <a:cubicBezTo>
                    <a:pt x="52514" y="17908"/>
                    <a:pt x="51300" y="17908"/>
                    <a:pt x="50895" y="17161"/>
                  </a:cubicBezTo>
                  <a:cubicBezTo>
                    <a:pt x="49681" y="16415"/>
                    <a:pt x="48871" y="15669"/>
                    <a:pt x="47657" y="14923"/>
                  </a:cubicBezTo>
                  <a:lnTo>
                    <a:pt x="47252" y="14923"/>
                  </a:lnTo>
                  <a:cubicBezTo>
                    <a:pt x="47657" y="14177"/>
                    <a:pt x="47657" y="13431"/>
                    <a:pt x="47657" y="12685"/>
                  </a:cubicBezTo>
                  <a:lnTo>
                    <a:pt x="47657" y="8208"/>
                  </a:lnTo>
                  <a:cubicBezTo>
                    <a:pt x="47252" y="6715"/>
                    <a:pt x="47252" y="5223"/>
                    <a:pt x="46038" y="5223"/>
                  </a:cubicBezTo>
                  <a:cubicBezTo>
                    <a:pt x="45633" y="4477"/>
                    <a:pt x="44824" y="4477"/>
                    <a:pt x="44419" y="4477"/>
                  </a:cubicBezTo>
                  <a:cubicBezTo>
                    <a:pt x="44015" y="5223"/>
                    <a:pt x="44015" y="5969"/>
                    <a:pt x="44015" y="6715"/>
                  </a:cubicBezTo>
                  <a:cubicBezTo>
                    <a:pt x="43610" y="7461"/>
                    <a:pt x="43205" y="8954"/>
                    <a:pt x="42800" y="9700"/>
                  </a:cubicBezTo>
                  <a:cubicBezTo>
                    <a:pt x="42396" y="11938"/>
                    <a:pt x="41586" y="12685"/>
                    <a:pt x="40777" y="12685"/>
                  </a:cubicBezTo>
                  <a:lnTo>
                    <a:pt x="39158" y="12685"/>
                  </a:lnTo>
                  <a:cubicBezTo>
                    <a:pt x="38753" y="11938"/>
                    <a:pt x="38348" y="11938"/>
                    <a:pt x="37539" y="11192"/>
                  </a:cubicBezTo>
                  <a:cubicBezTo>
                    <a:pt x="36729" y="10446"/>
                    <a:pt x="35920" y="9700"/>
                    <a:pt x="34706" y="8954"/>
                  </a:cubicBezTo>
                  <a:cubicBezTo>
                    <a:pt x="34301" y="8954"/>
                    <a:pt x="33896" y="8954"/>
                    <a:pt x="33087" y="8208"/>
                  </a:cubicBezTo>
                  <a:lnTo>
                    <a:pt x="32277" y="8208"/>
                  </a:lnTo>
                  <a:cubicBezTo>
                    <a:pt x="30658" y="6715"/>
                    <a:pt x="29039" y="5969"/>
                    <a:pt x="29849" y="2238"/>
                  </a:cubicBezTo>
                  <a:cubicBezTo>
                    <a:pt x="29039" y="746"/>
                    <a:pt x="27825" y="0"/>
                    <a:pt x="27016" y="0"/>
                  </a:cubicBezTo>
                  <a:cubicBezTo>
                    <a:pt x="25802" y="746"/>
                    <a:pt x="24587" y="2238"/>
                    <a:pt x="24183" y="4477"/>
                  </a:cubicBezTo>
                  <a:cubicBezTo>
                    <a:pt x="22968" y="3731"/>
                    <a:pt x="21754" y="3731"/>
                    <a:pt x="20540" y="3731"/>
                  </a:cubicBezTo>
                  <a:cubicBezTo>
                    <a:pt x="18516" y="2985"/>
                    <a:pt x="16897" y="3731"/>
                    <a:pt x="14874" y="4477"/>
                  </a:cubicBezTo>
                  <a:lnTo>
                    <a:pt x="14469" y="5223"/>
                  </a:lnTo>
                  <a:cubicBezTo>
                    <a:pt x="13255" y="8208"/>
                    <a:pt x="13255" y="11938"/>
                    <a:pt x="14469" y="14177"/>
                  </a:cubicBezTo>
                  <a:lnTo>
                    <a:pt x="14874" y="14923"/>
                  </a:lnTo>
                  <a:cubicBezTo>
                    <a:pt x="15683" y="14923"/>
                    <a:pt x="16088" y="14923"/>
                    <a:pt x="16897" y="15669"/>
                  </a:cubicBezTo>
                  <a:cubicBezTo>
                    <a:pt x="18112" y="15669"/>
                    <a:pt x="18921" y="15669"/>
                    <a:pt x="20135" y="16415"/>
                  </a:cubicBezTo>
                  <a:cubicBezTo>
                    <a:pt x="22968" y="17161"/>
                    <a:pt x="21754" y="17161"/>
                    <a:pt x="20135" y="17908"/>
                  </a:cubicBezTo>
                  <a:cubicBezTo>
                    <a:pt x="18921" y="18654"/>
                    <a:pt x="17707" y="18654"/>
                    <a:pt x="16493" y="18654"/>
                  </a:cubicBezTo>
                  <a:cubicBezTo>
                    <a:pt x="16088" y="18654"/>
                    <a:pt x="16088" y="19400"/>
                    <a:pt x="16088" y="20146"/>
                  </a:cubicBezTo>
                  <a:cubicBezTo>
                    <a:pt x="15683" y="22385"/>
                    <a:pt x="17302" y="27608"/>
                    <a:pt x="17302" y="27608"/>
                  </a:cubicBezTo>
                  <a:cubicBezTo>
                    <a:pt x="18921" y="27608"/>
                    <a:pt x="20135" y="27608"/>
                    <a:pt x="20135" y="28354"/>
                  </a:cubicBezTo>
                  <a:cubicBezTo>
                    <a:pt x="19731" y="29846"/>
                    <a:pt x="18921" y="31338"/>
                    <a:pt x="17707" y="32085"/>
                  </a:cubicBezTo>
                  <a:cubicBezTo>
                    <a:pt x="16493" y="31338"/>
                    <a:pt x="15279" y="31338"/>
                    <a:pt x="14064" y="31338"/>
                  </a:cubicBezTo>
                  <a:lnTo>
                    <a:pt x="12445" y="31338"/>
                  </a:lnTo>
                  <a:cubicBezTo>
                    <a:pt x="10827" y="32085"/>
                    <a:pt x="10422" y="34323"/>
                    <a:pt x="10017" y="35815"/>
                  </a:cubicBezTo>
                  <a:cubicBezTo>
                    <a:pt x="10017" y="36561"/>
                    <a:pt x="9612" y="36561"/>
                    <a:pt x="9612" y="37308"/>
                  </a:cubicBezTo>
                  <a:cubicBezTo>
                    <a:pt x="9612" y="38054"/>
                    <a:pt x="9612" y="38800"/>
                    <a:pt x="10017" y="39546"/>
                  </a:cubicBezTo>
                  <a:cubicBezTo>
                    <a:pt x="10422" y="42531"/>
                    <a:pt x="11636" y="43277"/>
                    <a:pt x="12445" y="44769"/>
                  </a:cubicBezTo>
                  <a:lnTo>
                    <a:pt x="14064" y="44769"/>
                  </a:lnTo>
                  <a:cubicBezTo>
                    <a:pt x="14469" y="44769"/>
                    <a:pt x="15279" y="44769"/>
                    <a:pt x="15683" y="44023"/>
                  </a:cubicBezTo>
                  <a:cubicBezTo>
                    <a:pt x="16897" y="45515"/>
                    <a:pt x="15279" y="47008"/>
                    <a:pt x="15279" y="47008"/>
                  </a:cubicBezTo>
                  <a:lnTo>
                    <a:pt x="13660" y="47008"/>
                  </a:lnTo>
                  <a:cubicBezTo>
                    <a:pt x="13255" y="46261"/>
                    <a:pt x="12445" y="46261"/>
                    <a:pt x="12041" y="46261"/>
                  </a:cubicBezTo>
                  <a:cubicBezTo>
                    <a:pt x="11231" y="45515"/>
                    <a:pt x="10422" y="45515"/>
                    <a:pt x="9612" y="45515"/>
                  </a:cubicBezTo>
                  <a:cubicBezTo>
                    <a:pt x="8803" y="45515"/>
                    <a:pt x="7589" y="44769"/>
                    <a:pt x="6779" y="44769"/>
                  </a:cubicBezTo>
                  <a:lnTo>
                    <a:pt x="3946" y="44023"/>
                  </a:lnTo>
                  <a:cubicBezTo>
                    <a:pt x="3137" y="44023"/>
                    <a:pt x="2327" y="44023"/>
                    <a:pt x="2327" y="44769"/>
                  </a:cubicBezTo>
                  <a:cubicBezTo>
                    <a:pt x="1518" y="45515"/>
                    <a:pt x="708" y="47008"/>
                    <a:pt x="303" y="48500"/>
                  </a:cubicBezTo>
                  <a:lnTo>
                    <a:pt x="303" y="45515"/>
                  </a:lnTo>
                  <a:cubicBezTo>
                    <a:pt x="-101" y="46261"/>
                    <a:pt x="-101" y="47754"/>
                    <a:pt x="303" y="49246"/>
                  </a:cubicBezTo>
                  <a:cubicBezTo>
                    <a:pt x="1518" y="50738"/>
                    <a:pt x="2327" y="51484"/>
                    <a:pt x="3137" y="52231"/>
                  </a:cubicBezTo>
                  <a:close/>
                  <a:moveTo>
                    <a:pt x="39967" y="31338"/>
                  </a:moveTo>
                  <a:lnTo>
                    <a:pt x="40777" y="31338"/>
                  </a:lnTo>
                  <a:cubicBezTo>
                    <a:pt x="41991" y="32085"/>
                    <a:pt x="42396" y="32085"/>
                    <a:pt x="42800" y="33577"/>
                  </a:cubicBezTo>
                  <a:cubicBezTo>
                    <a:pt x="43205" y="35069"/>
                    <a:pt x="43205" y="36561"/>
                    <a:pt x="43205" y="36561"/>
                  </a:cubicBezTo>
                  <a:cubicBezTo>
                    <a:pt x="43205" y="36561"/>
                    <a:pt x="43205" y="37308"/>
                    <a:pt x="42800" y="37308"/>
                  </a:cubicBezTo>
                  <a:cubicBezTo>
                    <a:pt x="42396" y="37308"/>
                    <a:pt x="41586" y="38800"/>
                    <a:pt x="40777" y="39546"/>
                  </a:cubicBezTo>
                  <a:cubicBezTo>
                    <a:pt x="40372" y="40292"/>
                    <a:pt x="40372" y="40292"/>
                    <a:pt x="39967" y="40292"/>
                  </a:cubicBezTo>
                  <a:cubicBezTo>
                    <a:pt x="39562" y="40292"/>
                    <a:pt x="39562" y="41038"/>
                    <a:pt x="39158" y="41038"/>
                  </a:cubicBezTo>
                  <a:cubicBezTo>
                    <a:pt x="38753" y="42531"/>
                    <a:pt x="38348" y="44769"/>
                    <a:pt x="38753" y="46261"/>
                  </a:cubicBezTo>
                  <a:cubicBezTo>
                    <a:pt x="39562" y="46261"/>
                    <a:pt x="39967" y="47008"/>
                    <a:pt x="39967" y="48500"/>
                  </a:cubicBezTo>
                  <a:cubicBezTo>
                    <a:pt x="39967" y="49246"/>
                    <a:pt x="40372" y="49992"/>
                    <a:pt x="40372" y="50738"/>
                  </a:cubicBezTo>
                  <a:lnTo>
                    <a:pt x="39967" y="50738"/>
                  </a:lnTo>
                  <a:cubicBezTo>
                    <a:pt x="39562" y="51484"/>
                    <a:pt x="38753" y="52231"/>
                    <a:pt x="37944" y="52977"/>
                  </a:cubicBezTo>
                  <a:cubicBezTo>
                    <a:pt x="37134" y="53723"/>
                    <a:pt x="36325" y="52977"/>
                    <a:pt x="35110" y="52231"/>
                  </a:cubicBezTo>
                  <a:cubicBezTo>
                    <a:pt x="34706" y="51484"/>
                    <a:pt x="34301" y="50738"/>
                    <a:pt x="33491" y="49992"/>
                  </a:cubicBezTo>
                  <a:cubicBezTo>
                    <a:pt x="33896" y="47754"/>
                    <a:pt x="34301" y="43277"/>
                    <a:pt x="34301" y="43277"/>
                  </a:cubicBezTo>
                  <a:cubicBezTo>
                    <a:pt x="34301" y="42531"/>
                    <a:pt x="34706" y="41038"/>
                    <a:pt x="34706" y="40292"/>
                  </a:cubicBezTo>
                  <a:cubicBezTo>
                    <a:pt x="35515" y="38054"/>
                    <a:pt x="35920" y="35069"/>
                    <a:pt x="36325" y="32831"/>
                  </a:cubicBezTo>
                  <a:lnTo>
                    <a:pt x="37134" y="32831"/>
                  </a:lnTo>
                  <a:cubicBezTo>
                    <a:pt x="38348" y="31338"/>
                    <a:pt x="39158" y="31338"/>
                    <a:pt x="39967" y="31338"/>
                  </a:cubicBezTo>
                  <a:close/>
                  <a:moveTo>
                    <a:pt x="29039" y="16415"/>
                  </a:moveTo>
                  <a:cubicBezTo>
                    <a:pt x="29444" y="15669"/>
                    <a:pt x="31873" y="15669"/>
                    <a:pt x="33896" y="17161"/>
                  </a:cubicBezTo>
                  <a:cubicBezTo>
                    <a:pt x="34301" y="17161"/>
                    <a:pt x="34706" y="17161"/>
                    <a:pt x="35515" y="17908"/>
                  </a:cubicBezTo>
                  <a:cubicBezTo>
                    <a:pt x="36325" y="18654"/>
                    <a:pt x="36729" y="18654"/>
                    <a:pt x="37539" y="19400"/>
                  </a:cubicBezTo>
                  <a:lnTo>
                    <a:pt x="37944" y="20146"/>
                  </a:lnTo>
                  <a:cubicBezTo>
                    <a:pt x="39158" y="21638"/>
                    <a:pt x="39158" y="23131"/>
                    <a:pt x="37944" y="22385"/>
                  </a:cubicBezTo>
                  <a:cubicBezTo>
                    <a:pt x="37539" y="22385"/>
                    <a:pt x="36729" y="21638"/>
                    <a:pt x="36325" y="21638"/>
                  </a:cubicBezTo>
                  <a:lnTo>
                    <a:pt x="35515" y="21638"/>
                  </a:lnTo>
                  <a:cubicBezTo>
                    <a:pt x="35110" y="20892"/>
                    <a:pt x="34706" y="20892"/>
                    <a:pt x="33896" y="20892"/>
                  </a:cubicBezTo>
                  <a:cubicBezTo>
                    <a:pt x="31468" y="19400"/>
                    <a:pt x="28635" y="17161"/>
                    <a:pt x="29039" y="16415"/>
                  </a:cubicBezTo>
                  <a:close/>
                  <a:moveTo>
                    <a:pt x="21754" y="44023"/>
                  </a:moveTo>
                  <a:cubicBezTo>
                    <a:pt x="22564" y="44023"/>
                    <a:pt x="23373" y="44023"/>
                    <a:pt x="24183" y="43277"/>
                  </a:cubicBezTo>
                  <a:cubicBezTo>
                    <a:pt x="26206" y="41785"/>
                    <a:pt x="27421" y="38054"/>
                    <a:pt x="27016" y="35069"/>
                  </a:cubicBezTo>
                  <a:cubicBezTo>
                    <a:pt x="23373" y="31338"/>
                    <a:pt x="25802" y="28354"/>
                    <a:pt x="25802" y="28354"/>
                  </a:cubicBezTo>
                  <a:cubicBezTo>
                    <a:pt x="26206" y="28354"/>
                    <a:pt x="26611" y="28354"/>
                    <a:pt x="27421" y="29100"/>
                  </a:cubicBezTo>
                  <a:cubicBezTo>
                    <a:pt x="28635" y="29100"/>
                    <a:pt x="29849" y="29100"/>
                    <a:pt x="31063" y="29846"/>
                  </a:cubicBezTo>
                  <a:cubicBezTo>
                    <a:pt x="31063" y="29846"/>
                    <a:pt x="30658" y="36561"/>
                    <a:pt x="30254" y="39546"/>
                  </a:cubicBezTo>
                  <a:cubicBezTo>
                    <a:pt x="30254" y="39546"/>
                    <a:pt x="28635" y="49246"/>
                    <a:pt x="27825" y="48500"/>
                  </a:cubicBezTo>
                  <a:lnTo>
                    <a:pt x="27421" y="48500"/>
                  </a:lnTo>
                  <a:cubicBezTo>
                    <a:pt x="26611" y="48500"/>
                    <a:pt x="25397" y="48500"/>
                    <a:pt x="24587" y="47754"/>
                  </a:cubicBezTo>
                  <a:lnTo>
                    <a:pt x="22564" y="47754"/>
                  </a:lnTo>
                  <a:cubicBezTo>
                    <a:pt x="19326" y="46261"/>
                    <a:pt x="21754" y="44023"/>
                    <a:pt x="21754" y="440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10331922" y="487522"/>
              <a:ext cx="18217" cy="46261"/>
            </a:xfrm>
            <a:custGeom>
              <a:avLst/>
              <a:gdLst>
                <a:gd name="connsiteX0" fmla="*/ 16294 w 18217"/>
                <a:gd name="connsiteY0" fmla="*/ 7461 h 46261"/>
                <a:gd name="connsiteX1" fmla="*/ 11438 w 18217"/>
                <a:gd name="connsiteY1" fmla="*/ 746 h 46261"/>
                <a:gd name="connsiteX2" fmla="*/ 9819 w 18217"/>
                <a:gd name="connsiteY2" fmla="*/ 0 h 46261"/>
                <a:gd name="connsiteX3" fmla="*/ 7390 w 18217"/>
                <a:gd name="connsiteY3" fmla="*/ 0 h 46261"/>
                <a:gd name="connsiteX4" fmla="*/ 4557 w 18217"/>
                <a:gd name="connsiteY4" fmla="*/ 746 h 46261"/>
                <a:gd name="connsiteX5" fmla="*/ 2938 w 18217"/>
                <a:gd name="connsiteY5" fmla="*/ 2985 h 46261"/>
                <a:gd name="connsiteX6" fmla="*/ 2534 w 18217"/>
                <a:gd name="connsiteY6" fmla="*/ 3731 h 46261"/>
                <a:gd name="connsiteX7" fmla="*/ 105 w 18217"/>
                <a:gd name="connsiteY7" fmla="*/ 13431 h 46261"/>
                <a:gd name="connsiteX8" fmla="*/ 1724 w 18217"/>
                <a:gd name="connsiteY8" fmla="*/ 23877 h 46261"/>
                <a:gd name="connsiteX9" fmla="*/ 2534 w 18217"/>
                <a:gd name="connsiteY9" fmla="*/ 25369 h 46261"/>
                <a:gd name="connsiteX10" fmla="*/ 4962 w 18217"/>
                <a:gd name="connsiteY10" fmla="*/ 28354 h 46261"/>
                <a:gd name="connsiteX11" fmla="*/ 6581 w 18217"/>
                <a:gd name="connsiteY11" fmla="*/ 29100 h 46261"/>
                <a:gd name="connsiteX12" fmla="*/ 7390 w 18217"/>
                <a:gd name="connsiteY12" fmla="*/ 29100 h 46261"/>
                <a:gd name="connsiteX13" fmla="*/ 9414 w 18217"/>
                <a:gd name="connsiteY13" fmla="*/ 28354 h 46261"/>
                <a:gd name="connsiteX14" fmla="*/ 9819 w 18217"/>
                <a:gd name="connsiteY14" fmla="*/ 28354 h 46261"/>
                <a:gd name="connsiteX15" fmla="*/ 11438 w 18217"/>
                <a:gd name="connsiteY15" fmla="*/ 26115 h 46261"/>
                <a:gd name="connsiteX16" fmla="*/ 11842 w 18217"/>
                <a:gd name="connsiteY16" fmla="*/ 25369 h 46261"/>
                <a:gd name="connsiteX17" fmla="*/ 10224 w 18217"/>
                <a:gd name="connsiteY17" fmla="*/ 34323 h 46261"/>
                <a:gd name="connsiteX18" fmla="*/ 9819 w 18217"/>
                <a:gd name="connsiteY18" fmla="*/ 35069 h 46261"/>
                <a:gd name="connsiteX19" fmla="*/ 7390 w 18217"/>
                <a:gd name="connsiteY19" fmla="*/ 36561 h 46261"/>
                <a:gd name="connsiteX20" fmla="*/ 4557 w 18217"/>
                <a:gd name="connsiteY20" fmla="*/ 36561 h 46261"/>
                <a:gd name="connsiteX21" fmla="*/ 2938 w 18217"/>
                <a:gd name="connsiteY21" fmla="*/ 35815 h 46261"/>
                <a:gd name="connsiteX22" fmla="*/ 2534 w 18217"/>
                <a:gd name="connsiteY22" fmla="*/ 35069 h 46261"/>
                <a:gd name="connsiteX23" fmla="*/ 915 w 18217"/>
                <a:gd name="connsiteY23" fmla="*/ 33577 h 46261"/>
                <a:gd name="connsiteX24" fmla="*/ 105 w 18217"/>
                <a:gd name="connsiteY24" fmla="*/ 42531 h 46261"/>
                <a:gd name="connsiteX25" fmla="*/ 2534 w 18217"/>
                <a:gd name="connsiteY25" fmla="*/ 44023 h 46261"/>
                <a:gd name="connsiteX26" fmla="*/ 2938 w 18217"/>
                <a:gd name="connsiteY26" fmla="*/ 44769 h 46261"/>
                <a:gd name="connsiteX27" fmla="*/ 4962 w 18217"/>
                <a:gd name="connsiteY27" fmla="*/ 45515 h 46261"/>
                <a:gd name="connsiteX28" fmla="*/ 5771 w 18217"/>
                <a:gd name="connsiteY28" fmla="*/ 45515 h 46261"/>
                <a:gd name="connsiteX29" fmla="*/ 7390 w 18217"/>
                <a:gd name="connsiteY29" fmla="*/ 46261 h 46261"/>
                <a:gd name="connsiteX30" fmla="*/ 9819 w 18217"/>
                <a:gd name="connsiteY30" fmla="*/ 45515 h 46261"/>
                <a:gd name="connsiteX31" fmla="*/ 11438 w 18217"/>
                <a:gd name="connsiteY31" fmla="*/ 44769 h 46261"/>
                <a:gd name="connsiteX32" fmla="*/ 14271 w 18217"/>
                <a:gd name="connsiteY32" fmla="*/ 41785 h 46261"/>
                <a:gd name="connsiteX33" fmla="*/ 17913 w 18217"/>
                <a:gd name="connsiteY33" fmla="*/ 24623 h 46261"/>
                <a:gd name="connsiteX34" fmla="*/ 17913 w 18217"/>
                <a:gd name="connsiteY34" fmla="*/ 17161 h 46261"/>
                <a:gd name="connsiteX35" fmla="*/ 16294 w 18217"/>
                <a:gd name="connsiteY35" fmla="*/ 7461 h 46261"/>
                <a:gd name="connsiteX36" fmla="*/ 11842 w 18217"/>
                <a:gd name="connsiteY36" fmla="*/ 19400 h 46261"/>
                <a:gd name="connsiteX37" fmla="*/ 11438 w 18217"/>
                <a:gd name="connsiteY37" fmla="*/ 20146 h 46261"/>
                <a:gd name="connsiteX38" fmla="*/ 10224 w 18217"/>
                <a:gd name="connsiteY38" fmla="*/ 20892 h 46261"/>
                <a:gd name="connsiteX39" fmla="*/ 9414 w 18217"/>
                <a:gd name="connsiteY39" fmla="*/ 20892 h 46261"/>
                <a:gd name="connsiteX40" fmla="*/ 7795 w 18217"/>
                <a:gd name="connsiteY40" fmla="*/ 20146 h 46261"/>
                <a:gd name="connsiteX41" fmla="*/ 7390 w 18217"/>
                <a:gd name="connsiteY41" fmla="*/ 18654 h 46261"/>
                <a:gd name="connsiteX42" fmla="*/ 6986 w 18217"/>
                <a:gd name="connsiteY42" fmla="*/ 13431 h 46261"/>
                <a:gd name="connsiteX43" fmla="*/ 7795 w 18217"/>
                <a:gd name="connsiteY43" fmla="*/ 8208 h 46261"/>
                <a:gd name="connsiteX44" fmla="*/ 8200 w 18217"/>
                <a:gd name="connsiteY44" fmla="*/ 7461 h 46261"/>
                <a:gd name="connsiteX45" fmla="*/ 10224 w 18217"/>
                <a:gd name="connsiteY45" fmla="*/ 6715 h 46261"/>
                <a:gd name="connsiteX46" fmla="*/ 10628 w 18217"/>
                <a:gd name="connsiteY46" fmla="*/ 7461 h 46261"/>
                <a:gd name="connsiteX47" fmla="*/ 12247 w 18217"/>
                <a:gd name="connsiteY47" fmla="*/ 8954 h 46261"/>
                <a:gd name="connsiteX48" fmla="*/ 12247 w 18217"/>
                <a:gd name="connsiteY48" fmla="*/ 9700 h 46261"/>
                <a:gd name="connsiteX49" fmla="*/ 12652 w 18217"/>
                <a:gd name="connsiteY49" fmla="*/ 14923 h 46261"/>
                <a:gd name="connsiteX50" fmla="*/ 11842 w 18217"/>
                <a:gd name="connsiteY50" fmla="*/ 19400 h 46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8217" h="46261">
                  <a:moveTo>
                    <a:pt x="16294" y="7461"/>
                  </a:moveTo>
                  <a:cubicBezTo>
                    <a:pt x="15080" y="4477"/>
                    <a:pt x="13461" y="2238"/>
                    <a:pt x="11438" y="746"/>
                  </a:cubicBezTo>
                  <a:cubicBezTo>
                    <a:pt x="11033" y="746"/>
                    <a:pt x="10224" y="0"/>
                    <a:pt x="9819" y="0"/>
                  </a:cubicBezTo>
                  <a:lnTo>
                    <a:pt x="7390" y="0"/>
                  </a:lnTo>
                  <a:cubicBezTo>
                    <a:pt x="6581" y="0"/>
                    <a:pt x="5771" y="746"/>
                    <a:pt x="4557" y="746"/>
                  </a:cubicBezTo>
                  <a:cubicBezTo>
                    <a:pt x="3748" y="1492"/>
                    <a:pt x="3343" y="2238"/>
                    <a:pt x="2938" y="2985"/>
                  </a:cubicBezTo>
                  <a:lnTo>
                    <a:pt x="2534" y="3731"/>
                  </a:lnTo>
                  <a:cubicBezTo>
                    <a:pt x="915" y="5969"/>
                    <a:pt x="105" y="9700"/>
                    <a:pt x="105" y="13431"/>
                  </a:cubicBezTo>
                  <a:cubicBezTo>
                    <a:pt x="-300" y="17161"/>
                    <a:pt x="510" y="20892"/>
                    <a:pt x="1724" y="23877"/>
                  </a:cubicBezTo>
                  <a:lnTo>
                    <a:pt x="2534" y="25369"/>
                  </a:lnTo>
                  <a:cubicBezTo>
                    <a:pt x="3343" y="26861"/>
                    <a:pt x="4153" y="27608"/>
                    <a:pt x="4962" y="28354"/>
                  </a:cubicBezTo>
                  <a:cubicBezTo>
                    <a:pt x="5367" y="28354"/>
                    <a:pt x="6176" y="29100"/>
                    <a:pt x="6581" y="29100"/>
                  </a:cubicBezTo>
                  <a:lnTo>
                    <a:pt x="7390" y="29100"/>
                  </a:lnTo>
                  <a:cubicBezTo>
                    <a:pt x="8200" y="29100"/>
                    <a:pt x="8605" y="29100"/>
                    <a:pt x="9414" y="28354"/>
                  </a:cubicBezTo>
                  <a:lnTo>
                    <a:pt x="9819" y="28354"/>
                  </a:lnTo>
                  <a:cubicBezTo>
                    <a:pt x="10628" y="27608"/>
                    <a:pt x="11033" y="26861"/>
                    <a:pt x="11438" y="26115"/>
                  </a:cubicBezTo>
                  <a:lnTo>
                    <a:pt x="11842" y="25369"/>
                  </a:lnTo>
                  <a:cubicBezTo>
                    <a:pt x="11842" y="28354"/>
                    <a:pt x="11438" y="32085"/>
                    <a:pt x="10224" y="34323"/>
                  </a:cubicBezTo>
                  <a:cubicBezTo>
                    <a:pt x="10224" y="34323"/>
                    <a:pt x="9819" y="34323"/>
                    <a:pt x="9819" y="35069"/>
                  </a:cubicBezTo>
                  <a:cubicBezTo>
                    <a:pt x="9009" y="35815"/>
                    <a:pt x="8200" y="36561"/>
                    <a:pt x="7390" y="36561"/>
                  </a:cubicBezTo>
                  <a:lnTo>
                    <a:pt x="4557" y="36561"/>
                  </a:lnTo>
                  <a:cubicBezTo>
                    <a:pt x="3748" y="36561"/>
                    <a:pt x="3343" y="35815"/>
                    <a:pt x="2938" y="35815"/>
                  </a:cubicBezTo>
                  <a:cubicBezTo>
                    <a:pt x="2534" y="35815"/>
                    <a:pt x="2534" y="35815"/>
                    <a:pt x="2534" y="35069"/>
                  </a:cubicBezTo>
                  <a:cubicBezTo>
                    <a:pt x="2129" y="34323"/>
                    <a:pt x="1319" y="34323"/>
                    <a:pt x="915" y="33577"/>
                  </a:cubicBezTo>
                  <a:lnTo>
                    <a:pt x="105" y="42531"/>
                  </a:lnTo>
                  <a:cubicBezTo>
                    <a:pt x="915" y="43277"/>
                    <a:pt x="1724" y="44023"/>
                    <a:pt x="2534" y="44023"/>
                  </a:cubicBezTo>
                  <a:lnTo>
                    <a:pt x="2938" y="44769"/>
                  </a:lnTo>
                  <a:cubicBezTo>
                    <a:pt x="3748" y="44769"/>
                    <a:pt x="4557" y="45515"/>
                    <a:pt x="4962" y="45515"/>
                  </a:cubicBezTo>
                  <a:lnTo>
                    <a:pt x="5771" y="45515"/>
                  </a:lnTo>
                  <a:cubicBezTo>
                    <a:pt x="6176" y="46261"/>
                    <a:pt x="6986" y="46261"/>
                    <a:pt x="7390" y="46261"/>
                  </a:cubicBezTo>
                  <a:cubicBezTo>
                    <a:pt x="8200" y="45515"/>
                    <a:pt x="9009" y="45515"/>
                    <a:pt x="9819" y="45515"/>
                  </a:cubicBezTo>
                  <a:cubicBezTo>
                    <a:pt x="10224" y="44769"/>
                    <a:pt x="11033" y="44769"/>
                    <a:pt x="11438" y="44769"/>
                  </a:cubicBezTo>
                  <a:lnTo>
                    <a:pt x="14271" y="41785"/>
                  </a:lnTo>
                  <a:cubicBezTo>
                    <a:pt x="16699" y="37308"/>
                    <a:pt x="17913" y="30592"/>
                    <a:pt x="17913" y="24623"/>
                  </a:cubicBezTo>
                  <a:cubicBezTo>
                    <a:pt x="18318" y="22385"/>
                    <a:pt x="18318" y="19400"/>
                    <a:pt x="17913" y="17161"/>
                  </a:cubicBezTo>
                  <a:cubicBezTo>
                    <a:pt x="17913" y="13431"/>
                    <a:pt x="17509" y="10446"/>
                    <a:pt x="16294" y="7461"/>
                  </a:cubicBezTo>
                  <a:close/>
                  <a:moveTo>
                    <a:pt x="11842" y="19400"/>
                  </a:moveTo>
                  <a:cubicBezTo>
                    <a:pt x="11438" y="19400"/>
                    <a:pt x="11438" y="20146"/>
                    <a:pt x="11438" y="20146"/>
                  </a:cubicBezTo>
                  <a:cubicBezTo>
                    <a:pt x="11033" y="20892"/>
                    <a:pt x="10628" y="20892"/>
                    <a:pt x="10224" y="20892"/>
                  </a:cubicBezTo>
                  <a:lnTo>
                    <a:pt x="9414" y="20892"/>
                  </a:lnTo>
                  <a:cubicBezTo>
                    <a:pt x="9009" y="20892"/>
                    <a:pt x="8200" y="20892"/>
                    <a:pt x="7795" y="20146"/>
                  </a:cubicBezTo>
                  <a:cubicBezTo>
                    <a:pt x="7390" y="19400"/>
                    <a:pt x="7390" y="19400"/>
                    <a:pt x="7390" y="18654"/>
                  </a:cubicBezTo>
                  <a:cubicBezTo>
                    <a:pt x="6581" y="17161"/>
                    <a:pt x="6581" y="15669"/>
                    <a:pt x="6986" y="13431"/>
                  </a:cubicBezTo>
                  <a:cubicBezTo>
                    <a:pt x="6986" y="11938"/>
                    <a:pt x="7390" y="9700"/>
                    <a:pt x="7795" y="8208"/>
                  </a:cubicBezTo>
                  <a:cubicBezTo>
                    <a:pt x="7795" y="8208"/>
                    <a:pt x="8200" y="8208"/>
                    <a:pt x="8200" y="7461"/>
                  </a:cubicBezTo>
                  <a:cubicBezTo>
                    <a:pt x="9009" y="6715"/>
                    <a:pt x="9414" y="6715"/>
                    <a:pt x="10224" y="6715"/>
                  </a:cubicBezTo>
                  <a:cubicBezTo>
                    <a:pt x="10224" y="6715"/>
                    <a:pt x="10224" y="7461"/>
                    <a:pt x="10628" y="7461"/>
                  </a:cubicBezTo>
                  <a:cubicBezTo>
                    <a:pt x="11438" y="7461"/>
                    <a:pt x="11842" y="8208"/>
                    <a:pt x="12247" y="8954"/>
                  </a:cubicBezTo>
                  <a:lnTo>
                    <a:pt x="12247" y="9700"/>
                  </a:lnTo>
                  <a:cubicBezTo>
                    <a:pt x="12652" y="10446"/>
                    <a:pt x="12652" y="12685"/>
                    <a:pt x="12652" y="14923"/>
                  </a:cubicBezTo>
                  <a:cubicBezTo>
                    <a:pt x="12247" y="17161"/>
                    <a:pt x="12247" y="18654"/>
                    <a:pt x="11842" y="1940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10292768" y="-22845"/>
              <a:ext cx="47758" cy="96999"/>
            </a:xfrm>
            <a:custGeom>
              <a:avLst/>
              <a:gdLst>
                <a:gd name="connsiteX0" fmla="*/ 46949 w 47758"/>
                <a:gd name="connsiteY0" fmla="*/ 52977 h 96999"/>
                <a:gd name="connsiteX1" fmla="*/ 40068 w 47758"/>
                <a:gd name="connsiteY1" fmla="*/ 52977 h 96999"/>
                <a:gd name="connsiteX2" fmla="*/ 39259 w 47758"/>
                <a:gd name="connsiteY2" fmla="*/ 51485 h 96999"/>
                <a:gd name="connsiteX3" fmla="*/ 39259 w 47758"/>
                <a:gd name="connsiteY3" fmla="*/ 41038 h 96999"/>
                <a:gd name="connsiteX4" fmla="*/ 37235 w 47758"/>
                <a:gd name="connsiteY4" fmla="*/ 41038 h 96999"/>
                <a:gd name="connsiteX5" fmla="*/ 37235 w 47758"/>
                <a:gd name="connsiteY5" fmla="*/ 39546 h 96999"/>
                <a:gd name="connsiteX6" fmla="*/ 36831 w 47758"/>
                <a:gd name="connsiteY6" fmla="*/ 36561 h 96999"/>
                <a:gd name="connsiteX7" fmla="*/ 36831 w 47758"/>
                <a:gd name="connsiteY7" fmla="*/ 31338 h 96999"/>
                <a:gd name="connsiteX8" fmla="*/ 37235 w 47758"/>
                <a:gd name="connsiteY8" fmla="*/ 27608 h 96999"/>
                <a:gd name="connsiteX9" fmla="*/ 36831 w 47758"/>
                <a:gd name="connsiteY9" fmla="*/ 26115 h 96999"/>
                <a:gd name="connsiteX10" fmla="*/ 36831 w 47758"/>
                <a:gd name="connsiteY10" fmla="*/ 23131 h 96999"/>
                <a:gd name="connsiteX11" fmla="*/ 37235 w 47758"/>
                <a:gd name="connsiteY11" fmla="*/ 20146 h 96999"/>
                <a:gd name="connsiteX12" fmla="*/ 36831 w 47758"/>
                <a:gd name="connsiteY12" fmla="*/ 17161 h 96999"/>
                <a:gd name="connsiteX13" fmla="*/ 36831 w 47758"/>
                <a:gd name="connsiteY13" fmla="*/ 14177 h 96999"/>
                <a:gd name="connsiteX14" fmla="*/ 36426 w 47758"/>
                <a:gd name="connsiteY14" fmla="*/ 12685 h 96999"/>
                <a:gd name="connsiteX15" fmla="*/ 35212 w 47758"/>
                <a:gd name="connsiteY15" fmla="*/ 11938 h 96999"/>
                <a:gd name="connsiteX16" fmla="*/ 34402 w 47758"/>
                <a:gd name="connsiteY16" fmla="*/ 12685 h 96999"/>
                <a:gd name="connsiteX17" fmla="*/ 33997 w 47758"/>
                <a:gd name="connsiteY17" fmla="*/ 13431 h 96999"/>
                <a:gd name="connsiteX18" fmla="*/ 33593 w 47758"/>
                <a:gd name="connsiteY18" fmla="*/ 14177 h 96999"/>
                <a:gd name="connsiteX19" fmla="*/ 31974 w 47758"/>
                <a:gd name="connsiteY19" fmla="*/ 14923 h 96999"/>
                <a:gd name="connsiteX20" fmla="*/ 31569 w 47758"/>
                <a:gd name="connsiteY20" fmla="*/ 14923 h 96999"/>
                <a:gd name="connsiteX21" fmla="*/ 31164 w 47758"/>
                <a:gd name="connsiteY21" fmla="*/ 15669 h 96999"/>
                <a:gd name="connsiteX22" fmla="*/ 29141 w 47758"/>
                <a:gd name="connsiteY22" fmla="*/ 16415 h 96999"/>
                <a:gd name="connsiteX23" fmla="*/ 27522 w 47758"/>
                <a:gd name="connsiteY23" fmla="*/ 17908 h 96999"/>
                <a:gd name="connsiteX24" fmla="*/ 25903 w 47758"/>
                <a:gd name="connsiteY24" fmla="*/ 18654 h 96999"/>
                <a:gd name="connsiteX25" fmla="*/ 24689 w 47758"/>
                <a:gd name="connsiteY25" fmla="*/ 20146 h 96999"/>
                <a:gd name="connsiteX26" fmla="*/ 24284 w 47758"/>
                <a:gd name="connsiteY26" fmla="*/ 20146 h 96999"/>
                <a:gd name="connsiteX27" fmla="*/ 22665 w 47758"/>
                <a:gd name="connsiteY27" fmla="*/ 20892 h 96999"/>
                <a:gd name="connsiteX28" fmla="*/ 21451 w 47758"/>
                <a:gd name="connsiteY28" fmla="*/ 22385 h 96999"/>
                <a:gd name="connsiteX29" fmla="*/ 20237 w 47758"/>
                <a:gd name="connsiteY29" fmla="*/ 21638 h 96999"/>
                <a:gd name="connsiteX30" fmla="*/ 20641 w 47758"/>
                <a:gd name="connsiteY30" fmla="*/ 19400 h 96999"/>
                <a:gd name="connsiteX31" fmla="*/ 21855 w 47758"/>
                <a:gd name="connsiteY31" fmla="*/ 17908 h 96999"/>
                <a:gd name="connsiteX32" fmla="*/ 24689 w 47758"/>
                <a:gd name="connsiteY32" fmla="*/ 14923 h 96999"/>
                <a:gd name="connsiteX33" fmla="*/ 27522 w 47758"/>
                <a:gd name="connsiteY33" fmla="*/ 12685 h 96999"/>
                <a:gd name="connsiteX34" fmla="*/ 27926 w 47758"/>
                <a:gd name="connsiteY34" fmla="*/ 12685 h 96999"/>
                <a:gd name="connsiteX35" fmla="*/ 30760 w 47758"/>
                <a:gd name="connsiteY35" fmla="*/ 10446 h 96999"/>
                <a:gd name="connsiteX36" fmla="*/ 31569 w 47758"/>
                <a:gd name="connsiteY36" fmla="*/ 10446 h 96999"/>
                <a:gd name="connsiteX37" fmla="*/ 32783 w 47758"/>
                <a:gd name="connsiteY37" fmla="*/ 9700 h 96999"/>
                <a:gd name="connsiteX38" fmla="*/ 34402 w 47758"/>
                <a:gd name="connsiteY38" fmla="*/ 8208 h 96999"/>
                <a:gd name="connsiteX39" fmla="*/ 34807 w 47758"/>
                <a:gd name="connsiteY39" fmla="*/ 7461 h 96999"/>
                <a:gd name="connsiteX40" fmla="*/ 35616 w 47758"/>
                <a:gd name="connsiteY40" fmla="*/ 6715 h 96999"/>
                <a:gd name="connsiteX41" fmla="*/ 36426 w 47758"/>
                <a:gd name="connsiteY41" fmla="*/ 4477 h 96999"/>
                <a:gd name="connsiteX42" fmla="*/ 36426 w 47758"/>
                <a:gd name="connsiteY42" fmla="*/ 2238 h 96999"/>
                <a:gd name="connsiteX43" fmla="*/ 36021 w 47758"/>
                <a:gd name="connsiteY43" fmla="*/ 746 h 96999"/>
                <a:gd name="connsiteX44" fmla="*/ 34807 w 47758"/>
                <a:gd name="connsiteY44" fmla="*/ 0 h 96999"/>
                <a:gd name="connsiteX45" fmla="*/ 32783 w 47758"/>
                <a:gd name="connsiteY45" fmla="*/ 0 h 96999"/>
                <a:gd name="connsiteX46" fmla="*/ 31569 w 47758"/>
                <a:gd name="connsiteY46" fmla="*/ 746 h 96999"/>
                <a:gd name="connsiteX47" fmla="*/ 29950 w 47758"/>
                <a:gd name="connsiteY47" fmla="*/ 1492 h 96999"/>
                <a:gd name="connsiteX48" fmla="*/ 27117 w 47758"/>
                <a:gd name="connsiteY48" fmla="*/ 2238 h 96999"/>
                <a:gd name="connsiteX49" fmla="*/ 26712 w 47758"/>
                <a:gd name="connsiteY49" fmla="*/ 2985 h 96999"/>
                <a:gd name="connsiteX50" fmla="*/ 24689 w 47758"/>
                <a:gd name="connsiteY50" fmla="*/ 5223 h 96999"/>
                <a:gd name="connsiteX51" fmla="*/ 23879 w 47758"/>
                <a:gd name="connsiteY51" fmla="*/ 5223 h 96999"/>
                <a:gd name="connsiteX52" fmla="*/ 20237 w 47758"/>
                <a:gd name="connsiteY52" fmla="*/ 8208 h 96999"/>
                <a:gd name="connsiteX53" fmla="*/ 17808 w 47758"/>
                <a:gd name="connsiteY53" fmla="*/ 10446 h 96999"/>
                <a:gd name="connsiteX54" fmla="*/ 16189 w 47758"/>
                <a:gd name="connsiteY54" fmla="*/ 11192 h 96999"/>
                <a:gd name="connsiteX55" fmla="*/ 16594 w 47758"/>
                <a:gd name="connsiteY55" fmla="*/ 12685 h 96999"/>
                <a:gd name="connsiteX56" fmla="*/ 12951 w 47758"/>
                <a:gd name="connsiteY56" fmla="*/ 15669 h 96999"/>
                <a:gd name="connsiteX57" fmla="*/ 12547 w 47758"/>
                <a:gd name="connsiteY57" fmla="*/ 16415 h 96999"/>
                <a:gd name="connsiteX58" fmla="*/ 8904 w 47758"/>
                <a:gd name="connsiteY58" fmla="*/ 19400 h 96999"/>
                <a:gd name="connsiteX59" fmla="*/ 8499 w 47758"/>
                <a:gd name="connsiteY59" fmla="*/ 20146 h 96999"/>
                <a:gd name="connsiteX60" fmla="*/ 6880 w 47758"/>
                <a:gd name="connsiteY60" fmla="*/ 20892 h 96999"/>
                <a:gd name="connsiteX61" fmla="*/ 6476 w 47758"/>
                <a:gd name="connsiteY61" fmla="*/ 21638 h 96999"/>
                <a:gd name="connsiteX62" fmla="*/ 6071 w 47758"/>
                <a:gd name="connsiteY62" fmla="*/ 22385 h 96999"/>
                <a:gd name="connsiteX63" fmla="*/ 5666 w 47758"/>
                <a:gd name="connsiteY63" fmla="*/ 23131 h 96999"/>
                <a:gd name="connsiteX64" fmla="*/ 2024 w 47758"/>
                <a:gd name="connsiteY64" fmla="*/ 26861 h 96999"/>
                <a:gd name="connsiteX65" fmla="*/ 809 w 47758"/>
                <a:gd name="connsiteY65" fmla="*/ 27608 h 96999"/>
                <a:gd name="connsiteX66" fmla="*/ 405 w 47758"/>
                <a:gd name="connsiteY66" fmla="*/ 28354 h 96999"/>
                <a:gd name="connsiteX67" fmla="*/ 0 w 47758"/>
                <a:gd name="connsiteY67" fmla="*/ 29846 h 96999"/>
                <a:gd name="connsiteX68" fmla="*/ 0 w 47758"/>
                <a:gd name="connsiteY68" fmla="*/ 32085 h 96999"/>
                <a:gd name="connsiteX69" fmla="*/ 405 w 47758"/>
                <a:gd name="connsiteY69" fmla="*/ 33577 h 96999"/>
                <a:gd name="connsiteX70" fmla="*/ 1214 w 47758"/>
                <a:gd name="connsiteY70" fmla="*/ 35815 h 96999"/>
                <a:gd name="connsiteX71" fmla="*/ 1619 w 47758"/>
                <a:gd name="connsiteY71" fmla="*/ 36561 h 96999"/>
                <a:gd name="connsiteX72" fmla="*/ 3238 w 47758"/>
                <a:gd name="connsiteY72" fmla="*/ 41785 h 96999"/>
                <a:gd name="connsiteX73" fmla="*/ 5666 w 47758"/>
                <a:gd name="connsiteY73" fmla="*/ 48500 h 96999"/>
                <a:gd name="connsiteX74" fmla="*/ 6071 w 47758"/>
                <a:gd name="connsiteY74" fmla="*/ 49246 h 96999"/>
                <a:gd name="connsiteX75" fmla="*/ 6476 w 47758"/>
                <a:gd name="connsiteY75" fmla="*/ 50738 h 96999"/>
                <a:gd name="connsiteX76" fmla="*/ 6880 w 47758"/>
                <a:gd name="connsiteY76" fmla="*/ 52977 h 96999"/>
                <a:gd name="connsiteX77" fmla="*/ 7285 w 47758"/>
                <a:gd name="connsiteY77" fmla="*/ 53723 h 96999"/>
                <a:gd name="connsiteX78" fmla="*/ 8904 w 47758"/>
                <a:gd name="connsiteY78" fmla="*/ 58200 h 96999"/>
                <a:gd name="connsiteX79" fmla="*/ 9713 w 47758"/>
                <a:gd name="connsiteY79" fmla="*/ 61184 h 96999"/>
                <a:gd name="connsiteX80" fmla="*/ 9713 w 47758"/>
                <a:gd name="connsiteY80" fmla="*/ 61931 h 96999"/>
                <a:gd name="connsiteX81" fmla="*/ 11332 w 47758"/>
                <a:gd name="connsiteY81" fmla="*/ 67154 h 96999"/>
                <a:gd name="connsiteX82" fmla="*/ 12142 w 47758"/>
                <a:gd name="connsiteY82" fmla="*/ 72377 h 96999"/>
                <a:gd name="connsiteX83" fmla="*/ 12547 w 47758"/>
                <a:gd name="connsiteY83" fmla="*/ 76854 h 96999"/>
                <a:gd name="connsiteX84" fmla="*/ 12951 w 47758"/>
                <a:gd name="connsiteY84" fmla="*/ 78346 h 96999"/>
                <a:gd name="connsiteX85" fmla="*/ 12951 w 47758"/>
                <a:gd name="connsiteY85" fmla="*/ 81331 h 96999"/>
                <a:gd name="connsiteX86" fmla="*/ 13356 w 47758"/>
                <a:gd name="connsiteY86" fmla="*/ 84315 h 96999"/>
                <a:gd name="connsiteX87" fmla="*/ 12547 w 47758"/>
                <a:gd name="connsiteY87" fmla="*/ 87300 h 96999"/>
                <a:gd name="connsiteX88" fmla="*/ 12547 w 47758"/>
                <a:gd name="connsiteY88" fmla="*/ 88046 h 96999"/>
                <a:gd name="connsiteX89" fmla="*/ 12142 w 47758"/>
                <a:gd name="connsiteY89" fmla="*/ 89538 h 96999"/>
                <a:gd name="connsiteX90" fmla="*/ 12142 w 47758"/>
                <a:gd name="connsiteY90" fmla="*/ 92523 h 96999"/>
                <a:gd name="connsiteX91" fmla="*/ 12547 w 47758"/>
                <a:gd name="connsiteY91" fmla="*/ 93269 h 96999"/>
                <a:gd name="connsiteX92" fmla="*/ 12951 w 47758"/>
                <a:gd name="connsiteY92" fmla="*/ 94015 h 96999"/>
                <a:gd name="connsiteX93" fmla="*/ 13356 w 47758"/>
                <a:gd name="connsiteY93" fmla="*/ 94761 h 96999"/>
                <a:gd name="connsiteX94" fmla="*/ 14166 w 47758"/>
                <a:gd name="connsiteY94" fmla="*/ 96254 h 96999"/>
                <a:gd name="connsiteX95" fmla="*/ 14975 w 47758"/>
                <a:gd name="connsiteY95" fmla="*/ 97000 h 96999"/>
                <a:gd name="connsiteX96" fmla="*/ 15784 w 47758"/>
                <a:gd name="connsiteY96" fmla="*/ 96254 h 96999"/>
                <a:gd name="connsiteX97" fmla="*/ 16594 w 47758"/>
                <a:gd name="connsiteY97" fmla="*/ 93269 h 96999"/>
                <a:gd name="connsiteX98" fmla="*/ 16594 w 47758"/>
                <a:gd name="connsiteY98" fmla="*/ 92523 h 96999"/>
                <a:gd name="connsiteX99" fmla="*/ 16999 w 47758"/>
                <a:gd name="connsiteY99" fmla="*/ 90284 h 96999"/>
                <a:gd name="connsiteX100" fmla="*/ 17403 w 47758"/>
                <a:gd name="connsiteY100" fmla="*/ 85808 h 96999"/>
                <a:gd name="connsiteX101" fmla="*/ 17403 w 47758"/>
                <a:gd name="connsiteY101" fmla="*/ 82077 h 96999"/>
                <a:gd name="connsiteX102" fmla="*/ 16999 w 47758"/>
                <a:gd name="connsiteY102" fmla="*/ 76854 h 96999"/>
                <a:gd name="connsiteX103" fmla="*/ 16594 w 47758"/>
                <a:gd name="connsiteY103" fmla="*/ 76108 h 96999"/>
                <a:gd name="connsiteX104" fmla="*/ 16189 w 47758"/>
                <a:gd name="connsiteY104" fmla="*/ 70884 h 96999"/>
                <a:gd name="connsiteX105" fmla="*/ 15784 w 47758"/>
                <a:gd name="connsiteY105" fmla="*/ 65661 h 96999"/>
                <a:gd name="connsiteX106" fmla="*/ 14570 w 47758"/>
                <a:gd name="connsiteY106" fmla="*/ 60438 h 96999"/>
                <a:gd name="connsiteX107" fmla="*/ 12951 w 47758"/>
                <a:gd name="connsiteY107" fmla="*/ 53723 h 96999"/>
                <a:gd name="connsiteX108" fmla="*/ 11332 w 47758"/>
                <a:gd name="connsiteY108" fmla="*/ 49246 h 96999"/>
                <a:gd name="connsiteX109" fmla="*/ 9309 w 47758"/>
                <a:gd name="connsiteY109" fmla="*/ 44023 h 96999"/>
                <a:gd name="connsiteX110" fmla="*/ 9309 w 47758"/>
                <a:gd name="connsiteY110" fmla="*/ 43277 h 96999"/>
                <a:gd name="connsiteX111" fmla="*/ 8499 w 47758"/>
                <a:gd name="connsiteY111" fmla="*/ 41785 h 96999"/>
                <a:gd name="connsiteX112" fmla="*/ 7690 w 47758"/>
                <a:gd name="connsiteY112" fmla="*/ 40292 h 96999"/>
                <a:gd name="connsiteX113" fmla="*/ 7285 w 47758"/>
                <a:gd name="connsiteY113" fmla="*/ 37308 h 96999"/>
                <a:gd name="connsiteX114" fmla="*/ 6880 w 47758"/>
                <a:gd name="connsiteY114" fmla="*/ 35815 h 96999"/>
                <a:gd name="connsiteX115" fmla="*/ 6880 w 47758"/>
                <a:gd name="connsiteY115" fmla="*/ 34323 h 96999"/>
                <a:gd name="connsiteX116" fmla="*/ 7285 w 47758"/>
                <a:gd name="connsiteY116" fmla="*/ 32831 h 96999"/>
                <a:gd name="connsiteX117" fmla="*/ 7690 w 47758"/>
                <a:gd name="connsiteY117" fmla="*/ 32085 h 96999"/>
                <a:gd name="connsiteX118" fmla="*/ 8499 w 47758"/>
                <a:gd name="connsiteY118" fmla="*/ 29846 h 96999"/>
                <a:gd name="connsiteX119" fmla="*/ 9309 w 47758"/>
                <a:gd name="connsiteY119" fmla="*/ 28354 h 96999"/>
                <a:gd name="connsiteX120" fmla="*/ 10118 w 47758"/>
                <a:gd name="connsiteY120" fmla="*/ 27608 h 96999"/>
                <a:gd name="connsiteX121" fmla="*/ 11737 w 47758"/>
                <a:gd name="connsiteY121" fmla="*/ 26115 h 96999"/>
                <a:gd name="connsiteX122" fmla="*/ 12951 w 47758"/>
                <a:gd name="connsiteY122" fmla="*/ 25369 h 96999"/>
                <a:gd name="connsiteX123" fmla="*/ 13356 w 47758"/>
                <a:gd name="connsiteY123" fmla="*/ 24623 h 96999"/>
                <a:gd name="connsiteX124" fmla="*/ 14166 w 47758"/>
                <a:gd name="connsiteY124" fmla="*/ 25369 h 96999"/>
                <a:gd name="connsiteX125" fmla="*/ 14570 w 47758"/>
                <a:gd name="connsiteY125" fmla="*/ 26115 h 96999"/>
                <a:gd name="connsiteX126" fmla="*/ 14570 w 47758"/>
                <a:gd name="connsiteY126" fmla="*/ 27608 h 96999"/>
                <a:gd name="connsiteX127" fmla="*/ 14166 w 47758"/>
                <a:gd name="connsiteY127" fmla="*/ 28354 h 96999"/>
                <a:gd name="connsiteX128" fmla="*/ 13356 w 47758"/>
                <a:gd name="connsiteY128" fmla="*/ 29100 h 96999"/>
                <a:gd name="connsiteX129" fmla="*/ 12547 w 47758"/>
                <a:gd name="connsiteY129" fmla="*/ 30592 h 96999"/>
                <a:gd name="connsiteX130" fmla="*/ 12142 w 47758"/>
                <a:gd name="connsiteY130" fmla="*/ 31338 h 96999"/>
                <a:gd name="connsiteX131" fmla="*/ 12142 w 47758"/>
                <a:gd name="connsiteY131" fmla="*/ 38054 h 96999"/>
                <a:gd name="connsiteX132" fmla="*/ 12547 w 47758"/>
                <a:gd name="connsiteY132" fmla="*/ 39546 h 96999"/>
                <a:gd name="connsiteX133" fmla="*/ 12951 w 47758"/>
                <a:gd name="connsiteY133" fmla="*/ 40292 h 96999"/>
                <a:gd name="connsiteX134" fmla="*/ 13356 w 47758"/>
                <a:gd name="connsiteY134" fmla="*/ 41785 h 96999"/>
                <a:gd name="connsiteX135" fmla="*/ 13761 w 47758"/>
                <a:gd name="connsiteY135" fmla="*/ 43277 h 96999"/>
                <a:gd name="connsiteX136" fmla="*/ 14570 w 47758"/>
                <a:gd name="connsiteY136" fmla="*/ 44023 h 96999"/>
                <a:gd name="connsiteX137" fmla="*/ 15380 w 47758"/>
                <a:gd name="connsiteY137" fmla="*/ 46261 h 96999"/>
                <a:gd name="connsiteX138" fmla="*/ 15784 w 47758"/>
                <a:gd name="connsiteY138" fmla="*/ 48500 h 96999"/>
                <a:gd name="connsiteX139" fmla="*/ 16594 w 47758"/>
                <a:gd name="connsiteY139" fmla="*/ 51485 h 96999"/>
                <a:gd name="connsiteX140" fmla="*/ 16999 w 47758"/>
                <a:gd name="connsiteY140" fmla="*/ 52231 h 96999"/>
                <a:gd name="connsiteX141" fmla="*/ 17403 w 47758"/>
                <a:gd name="connsiteY141" fmla="*/ 52977 h 96999"/>
                <a:gd name="connsiteX142" fmla="*/ 17808 w 47758"/>
                <a:gd name="connsiteY142" fmla="*/ 53723 h 96999"/>
                <a:gd name="connsiteX143" fmla="*/ 18213 w 47758"/>
                <a:gd name="connsiteY143" fmla="*/ 53723 h 96999"/>
                <a:gd name="connsiteX144" fmla="*/ 18618 w 47758"/>
                <a:gd name="connsiteY144" fmla="*/ 54469 h 96999"/>
                <a:gd name="connsiteX145" fmla="*/ 21046 w 47758"/>
                <a:gd name="connsiteY145" fmla="*/ 54469 h 96999"/>
                <a:gd name="connsiteX146" fmla="*/ 21855 w 47758"/>
                <a:gd name="connsiteY146" fmla="*/ 53723 h 96999"/>
                <a:gd name="connsiteX147" fmla="*/ 22260 w 47758"/>
                <a:gd name="connsiteY147" fmla="*/ 52977 h 96999"/>
                <a:gd name="connsiteX148" fmla="*/ 22665 w 47758"/>
                <a:gd name="connsiteY148" fmla="*/ 52231 h 96999"/>
                <a:gd name="connsiteX149" fmla="*/ 23474 w 47758"/>
                <a:gd name="connsiteY149" fmla="*/ 52231 h 96999"/>
                <a:gd name="connsiteX150" fmla="*/ 23879 w 47758"/>
                <a:gd name="connsiteY150" fmla="*/ 52977 h 96999"/>
                <a:gd name="connsiteX151" fmla="*/ 23879 w 47758"/>
                <a:gd name="connsiteY151" fmla="*/ 58200 h 96999"/>
                <a:gd name="connsiteX152" fmla="*/ 24284 w 47758"/>
                <a:gd name="connsiteY152" fmla="*/ 58946 h 96999"/>
                <a:gd name="connsiteX153" fmla="*/ 27117 w 47758"/>
                <a:gd name="connsiteY153" fmla="*/ 58946 h 96999"/>
                <a:gd name="connsiteX154" fmla="*/ 27522 w 47758"/>
                <a:gd name="connsiteY154" fmla="*/ 59692 h 96999"/>
                <a:gd name="connsiteX155" fmla="*/ 29141 w 47758"/>
                <a:gd name="connsiteY155" fmla="*/ 60438 h 96999"/>
                <a:gd name="connsiteX156" fmla="*/ 29545 w 47758"/>
                <a:gd name="connsiteY156" fmla="*/ 61184 h 96999"/>
                <a:gd name="connsiteX157" fmla="*/ 29141 w 47758"/>
                <a:gd name="connsiteY157" fmla="*/ 62677 h 96999"/>
                <a:gd name="connsiteX158" fmla="*/ 28331 w 47758"/>
                <a:gd name="connsiteY158" fmla="*/ 63423 h 96999"/>
                <a:gd name="connsiteX159" fmla="*/ 27926 w 47758"/>
                <a:gd name="connsiteY159" fmla="*/ 64169 h 96999"/>
                <a:gd name="connsiteX160" fmla="*/ 26712 w 47758"/>
                <a:gd name="connsiteY160" fmla="*/ 64915 h 96999"/>
                <a:gd name="connsiteX161" fmla="*/ 25903 w 47758"/>
                <a:gd name="connsiteY161" fmla="*/ 65661 h 96999"/>
                <a:gd name="connsiteX162" fmla="*/ 25498 w 47758"/>
                <a:gd name="connsiteY162" fmla="*/ 66408 h 96999"/>
                <a:gd name="connsiteX163" fmla="*/ 24284 w 47758"/>
                <a:gd name="connsiteY163" fmla="*/ 69392 h 96999"/>
                <a:gd name="connsiteX164" fmla="*/ 23879 w 47758"/>
                <a:gd name="connsiteY164" fmla="*/ 71631 h 96999"/>
                <a:gd name="connsiteX165" fmla="*/ 23474 w 47758"/>
                <a:gd name="connsiteY165" fmla="*/ 73123 h 96999"/>
                <a:gd name="connsiteX166" fmla="*/ 23879 w 47758"/>
                <a:gd name="connsiteY166" fmla="*/ 73869 h 96999"/>
                <a:gd name="connsiteX167" fmla="*/ 24284 w 47758"/>
                <a:gd name="connsiteY167" fmla="*/ 74615 h 96999"/>
                <a:gd name="connsiteX168" fmla="*/ 24689 w 47758"/>
                <a:gd name="connsiteY168" fmla="*/ 75361 h 96999"/>
                <a:gd name="connsiteX169" fmla="*/ 25093 w 47758"/>
                <a:gd name="connsiteY169" fmla="*/ 76108 h 96999"/>
                <a:gd name="connsiteX170" fmla="*/ 26307 w 47758"/>
                <a:gd name="connsiteY170" fmla="*/ 76854 h 96999"/>
                <a:gd name="connsiteX171" fmla="*/ 27117 w 47758"/>
                <a:gd name="connsiteY171" fmla="*/ 75361 h 96999"/>
                <a:gd name="connsiteX172" fmla="*/ 27522 w 47758"/>
                <a:gd name="connsiteY172" fmla="*/ 73869 h 96999"/>
                <a:gd name="connsiteX173" fmla="*/ 28736 w 47758"/>
                <a:gd name="connsiteY173" fmla="*/ 72377 h 96999"/>
                <a:gd name="connsiteX174" fmla="*/ 30355 w 47758"/>
                <a:gd name="connsiteY174" fmla="*/ 70884 h 96999"/>
                <a:gd name="connsiteX175" fmla="*/ 30760 w 47758"/>
                <a:gd name="connsiteY175" fmla="*/ 70138 h 96999"/>
                <a:gd name="connsiteX176" fmla="*/ 31569 w 47758"/>
                <a:gd name="connsiteY176" fmla="*/ 69392 h 96999"/>
                <a:gd name="connsiteX177" fmla="*/ 33593 w 47758"/>
                <a:gd name="connsiteY177" fmla="*/ 69392 h 96999"/>
                <a:gd name="connsiteX178" fmla="*/ 33997 w 47758"/>
                <a:gd name="connsiteY178" fmla="*/ 70884 h 96999"/>
                <a:gd name="connsiteX179" fmla="*/ 33997 w 47758"/>
                <a:gd name="connsiteY179" fmla="*/ 72377 h 96999"/>
                <a:gd name="connsiteX180" fmla="*/ 33593 w 47758"/>
                <a:gd name="connsiteY180" fmla="*/ 75361 h 96999"/>
                <a:gd name="connsiteX181" fmla="*/ 33188 w 47758"/>
                <a:gd name="connsiteY181" fmla="*/ 76854 h 96999"/>
                <a:gd name="connsiteX182" fmla="*/ 33188 w 47758"/>
                <a:gd name="connsiteY182" fmla="*/ 79838 h 96999"/>
                <a:gd name="connsiteX183" fmla="*/ 31569 w 47758"/>
                <a:gd name="connsiteY183" fmla="*/ 81331 h 96999"/>
                <a:gd name="connsiteX184" fmla="*/ 31164 w 47758"/>
                <a:gd name="connsiteY184" fmla="*/ 81331 h 96999"/>
                <a:gd name="connsiteX185" fmla="*/ 29545 w 47758"/>
                <a:gd name="connsiteY185" fmla="*/ 82077 h 96999"/>
                <a:gd name="connsiteX186" fmla="*/ 28736 w 47758"/>
                <a:gd name="connsiteY186" fmla="*/ 83569 h 96999"/>
                <a:gd name="connsiteX187" fmla="*/ 27522 w 47758"/>
                <a:gd name="connsiteY187" fmla="*/ 85808 h 96999"/>
                <a:gd name="connsiteX188" fmla="*/ 27522 w 47758"/>
                <a:gd name="connsiteY188" fmla="*/ 88792 h 96999"/>
                <a:gd name="connsiteX189" fmla="*/ 27926 w 47758"/>
                <a:gd name="connsiteY189" fmla="*/ 90284 h 96999"/>
                <a:gd name="connsiteX190" fmla="*/ 28331 w 47758"/>
                <a:gd name="connsiteY190" fmla="*/ 91777 h 96999"/>
                <a:gd name="connsiteX191" fmla="*/ 29950 w 47758"/>
                <a:gd name="connsiteY191" fmla="*/ 93269 h 96999"/>
                <a:gd name="connsiteX192" fmla="*/ 31164 w 47758"/>
                <a:gd name="connsiteY192" fmla="*/ 94015 h 96999"/>
                <a:gd name="connsiteX193" fmla="*/ 32378 w 47758"/>
                <a:gd name="connsiteY193" fmla="*/ 94015 h 96999"/>
                <a:gd name="connsiteX194" fmla="*/ 33593 w 47758"/>
                <a:gd name="connsiteY194" fmla="*/ 93269 h 96999"/>
                <a:gd name="connsiteX195" fmla="*/ 34402 w 47758"/>
                <a:gd name="connsiteY195" fmla="*/ 92523 h 96999"/>
                <a:gd name="connsiteX196" fmla="*/ 36021 w 47758"/>
                <a:gd name="connsiteY196" fmla="*/ 89538 h 96999"/>
                <a:gd name="connsiteX197" fmla="*/ 37235 w 47758"/>
                <a:gd name="connsiteY197" fmla="*/ 85808 h 96999"/>
                <a:gd name="connsiteX198" fmla="*/ 37640 w 47758"/>
                <a:gd name="connsiteY198" fmla="*/ 85061 h 96999"/>
                <a:gd name="connsiteX199" fmla="*/ 38449 w 47758"/>
                <a:gd name="connsiteY199" fmla="*/ 82077 h 96999"/>
                <a:gd name="connsiteX200" fmla="*/ 39259 w 47758"/>
                <a:gd name="connsiteY200" fmla="*/ 80584 h 96999"/>
                <a:gd name="connsiteX201" fmla="*/ 39259 w 47758"/>
                <a:gd name="connsiteY201" fmla="*/ 79838 h 96999"/>
                <a:gd name="connsiteX202" fmla="*/ 39664 w 47758"/>
                <a:gd name="connsiteY202" fmla="*/ 76854 h 96999"/>
                <a:gd name="connsiteX203" fmla="*/ 39259 w 47758"/>
                <a:gd name="connsiteY203" fmla="*/ 73123 h 96999"/>
                <a:gd name="connsiteX204" fmla="*/ 39259 w 47758"/>
                <a:gd name="connsiteY204" fmla="*/ 69392 h 96999"/>
                <a:gd name="connsiteX205" fmla="*/ 39664 w 47758"/>
                <a:gd name="connsiteY205" fmla="*/ 67154 h 96999"/>
                <a:gd name="connsiteX206" fmla="*/ 40068 w 47758"/>
                <a:gd name="connsiteY206" fmla="*/ 65661 h 96999"/>
                <a:gd name="connsiteX207" fmla="*/ 40878 w 47758"/>
                <a:gd name="connsiteY207" fmla="*/ 64915 h 96999"/>
                <a:gd name="connsiteX208" fmla="*/ 41687 w 47758"/>
                <a:gd name="connsiteY208" fmla="*/ 64169 h 96999"/>
                <a:gd name="connsiteX209" fmla="*/ 42092 w 47758"/>
                <a:gd name="connsiteY209" fmla="*/ 64169 h 96999"/>
                <a:gd name="connsiteX210" fmla="*/ 43711 w 47758"/>
                <a:gd name="connsiteY210" fmla="*/ 62677 h 96999"/>
                <a:gd name="connsiteX211" fmla="*/ 46139 w 47758"/>
                <a:gd name="connsiteY211" fmla="*/ 62677 h 96999"/>
                <a:gd name="connsiteX212" fmla="*/ 46949 w 47758"/>
                <a:gd name="connsiteY212" fmla="*/ 61931 h 96999"/>
                <a:gd name="connsiteX213" fmla="*/ 46949 w 47758"/>
                <a:gd name="connsiteY213" fmla="*/ 61184 h 96999"/>
                <a:gd name="connsiteX214" fmla="*/ 47354 w 47758"/>
                <a:gd name="connsiteY214" fmla="*/ 59692 h 96999"/>
                <a:gd name="connsiteX215" fmla="*/ 47354 w 47758"/>
                <a:gd name="connsiteY215" fmla="*/ 57454 h 96999"/>
                <a:gd name="connsiteX216" fmla="*/ 47758 w 47758"/>
                <a:gd name="connsiteY216" fmla="*/ 56708 h 96999"/>
                <a:gd name="connsiteX217" fmla="*/ 47758 w 47758"/>
                <a:gd name="connsiteY217" fmla="*/ 55215 h 96999"/>
                <a:gd name="connsiteX218" fmla="*/ 47354 w 47758"/>
                <a:gd name="connsiteY218" fmla="*/ 54469 h 96999"/>
                <a:gd name="connsiteX219" fmla="*/ 18618 w 47758"/>
                <a:gd name="connsiteY219" fmla="*/ 37308 h 96999"/>
                <a:gd name="connsiteX220" fmla="*/ 17403 w 47758"/>
                <a:gd name="connsiteY220" fmla="*/ 36561 h 96999"/>
                <a:gd name="connsiteX221" fmla="*/ 17808 w 47758"/>
                <a:gd name="connsiteY221" fmla="*/ 34323 h 96999"/>
                <a:gd name="connsiteX222" fmla="*/ 18213 w 47758"/>
                <a:gd name="connsiteY222" fmla="*/ 33577 h 96999"/>
                <a:gd name="connsiteX223" fmla="*/ 18618 w 47758"/>
                <a:gd name="connsiteY223" fmla="*/ 32831 h 96999"/>
                <a:gd name="connsiteX224" fmla="*/ 19832 w 47758"/>
                <a:gd name="connsiteY224" fmla="*/ 30592 h 96999"/>
                <a:gd name="connsiteX225" fmla="*/ 21451 w 47758"/>
                <a:gd name="connsiteY225" fmla="*/ 29100 h 96999"/>
                <a:gd name="connsiteX226" fmla="*/ 22665 w 47758"/>
                <a:gd name="connsiteY226" fmla="*/ 27608 h 96999"/>
                <a:gd name="connsiteX227" fmla="*/ 24284 w 47758"/>
                <a:gd name="connsiteY227" fmla="*/ 26861 h 96999"/>
                <a:gd name="connsiteX228" fmla="*/ 24689 w 47758"/>
                <a:gd name="connsiteY228" fmla="*/ 26115 h 96999"/>
                <a:gd name="connsiteX229" fmla="*/ 25498 w 47758"/>
                <a:gd name="connsiteY229" fmla="*/ 25369 h 96999"/>
                <a:gd name="connsiteX230" fmla="*/ 26712 w 47758"/>
                <a:gd name="connsiteY230" fmla="*/ 24623 h 96999"/>
                <a:gd name="connsiteX231" fmla="*/ 28331 w 47758"/>
                <a:gd name="connsiteY231" fmla="*/ 24623 h 96999"/>
                <a:gd name="connsiteX232" fmla="*/ 29141 w 47758"/>
                <a:gd name="connsiteY232" fmla="*/ 23877 h 96999"/>
                <a:gd name="connsiteX233" fmla="*/ 30760 w 47758"/>
                <a:gd name="connsiteY233" fmla="*/ 23877 h 96999"/>
                <a:gd name="connsiteX234" fmla="*/ 31164 w 47758"/>
                <a:gd name="connsiteY234" fmla="*/ 26115 h 96999"/>
                <a:gd name="connsiteX235" fmla="*/ 30760 w 47758"/>
                <a:gd name="connsiteY235" fmla="*/ 26861 h 96999"/>
                <a:gd name="connsiteX236" fmla="*/ 28736 w 47758"/>
                <a:gd name="connsiteY236" fmla="*/ 27608 h 96999"/>
                <a:gd name="connsiteX237" fmla="*/ 27926 w 47758"/>
                <a:gd name="connsiteY237" fmla="*/ 28354 h 96999"/>
                <a:gd name="connsiteX238" fmla="*/ 27522 w 47758"/>
                <a:gd name="connsiteY238" fmla="*/ 29100 h 96999"/>
                <a:gd name="connsiteX239" fmla="*/ 26712 w 47758"/>
                <a:gd name="connsiteY239" fmla="*/ 30592 h 96999"/>
                <a:gd name="connsiteX240" fmla="*/ 25093 w 47758"/>
                <a:gd name="connsiteY240" fmla="*/ 31338 h 96999"/>
                <a:gd name="connsiteX241" fmla="*/ 24689 w 47758"/>
                <a:gd name="connsiteY241" fmla="*/ 32085 h 96999"/>
                <a:gd name="connsiteX242" fmla="*/ 23474 w 47758"/>
                <a:gd name="connsiteY242" fmla="*/ 32831 h 96999"/>
                <a:gd name="connsiteX243" fmla="*/ 22260 w 47758"/>
                <a:gd name="connsiteY243" fmla="*/ 33577 h 96999"/>
                <a:gd name="connsiteX244" fmla="*/ 21451 w 47758"/>
                <a:gd name="connsiteY244" fmla="*/ 35069 h 96999"/>
                <a:gd name="connsiteX245" fmla="*/ 20237 w 47758"/>
                <a:gd name="connsiteY245" fmla="*/ 35815 h 96999"/>
                <a:gd name="connsiteX246" fmla="*/ 19427 w 47758"/>
                <a:gd name="connsiteY246" fmla="*/ 37308 h 96999"/>
                <a:gd name="connsiteX247" fmla="*/ 29141 w 47758"/>
                <a:gd name="connsiteY247" fmla="*/ 39546 h 96999"/>
                <a:gd name="connsiteX248" fmla="*/ 27522 w 47758"/>
                <a:gd name="connsiteY248" fmla="*/ 40292 h 96999"/>
                <a:gd name="connsiteX249" fmla="*/ 27117 w 47758"/>
                <a:gd name="connsiteY249" fmla="*/ 41038 h 96999"/>
                <a:gd name="connsiteX250" fmla="*/ 25093 w 47758"/>
                <a:gd name="connsiteY250" fmla="*/ 43277 h 96999"/>
                <a:gd name="connsiteX251" fmla="*/ 23474 w 47758"/>
                <a:gd name="connsiteY251" fmla="*/ 44769 h 96999"/>
                <a:gd name="connsiteX252" fmla="*/ 22665 w 47758"/>
                <a:gd name="connsiteY252" fmla="*/ 45515 h 96999"/>
                <a:gd name="connsiteX253" fmla="*/ 19832 w 47758"/>
                <a:gd name="connsiteY253" fmla="*/ 45515 h 96999"/>
                <a:gd name="connsiteX254" fmla="*/ 20237 w 47758"/>
                <a:gd name="connsiteY254" fmla="*/ 43277 h 96999"/>
                <a:gd name="connsiteX255" fmla="*/ 21855 w 47758"/>
                <a:gd name="connsiteY255" fmla="*/ 41785 h 96999"/>
                <a:gd name="connsiteX256" fmla="*/ 23474 w 47758"/>
                <a:gd name="connsiteY256" fmla="*/ 40292 h 96999"/>
                <a:gd name="connsiteX257" fmla="*/ 25093 w 47758"/>
                <a:gd name="connsiteY257" fmla="*/ 38800 h 96999"/>
                <a:gd name="connsiteX258" fmla="*/ 25498 w 47758"/>
                <a:gd name="connsiteY258" fmla="*/ 38054 h 96999"/>
                <a:gd name="connsiteX259" fmla="*/ 26712 w 47758"/>
                <a:gd name="connsiteY259" fmla="*/ 37308 h 96999"/>
                <a:gd name="connsiteX260" fmla="*/ 27926 w 47758"/>
                <a:gd name="connsiteY260" fmla="*/ 35815 h 96999"/>
                <a:gd name="connsiteX261" fmla="*/ 28331 w 47758"/>
                <a:gd name="connsiteY261" fmla="*/ 35069 h 96999"/>
                <a:gd name="connsiteX262" fmla="*/ 28736 w 47758"/>
                <a:gd name="connsiteY262" fmla="*/ 34323 h 96999"/>
                <a:gd name="connsiteX263" fmla="*/ 29545 w 47758"/>
                <a:gd name="connsiteY263" fmla="*/ 33577 h 96999"/>
                <a:gd name="connsiteX264" fmla="*/ 33188 w 47758"/>
                <a:gd name="connsiteY264" fmla="*/ 33577 h 96999"/>
                <a:gd name="connsiteX265" fmla="*/ 33593 w 47758"/>
                <a:gd name="connsiteY265" fmla="*/ 34323 h 96999"/>
                <a:gd name="connsiteX266" fmla="*/ 32378 w 47758"/>
                <a:gd name="connsiteY266" fmla="*/ 35815 h 96999"/>
                <a:gd name="connsiteX267" fmla="*/ 31974 w 47758"/>
                <a:gd name="connsiteY267" fmla="*/ 36561 h 96999"/>
                <a:gd name="connsiteX268" fmla="*/ 31974 w 47758"/>
                <a:gd name="connsiteY268" fmla="*/ 47008 h 96999"/>
                <a:gd name="connsiteX269" fmla="*/ 30760 w 47758"/>
                <a:gd name="connsiteY269" fmla="*/ 47008 h 96999"/>
                <a:gd name="connsiteX270" fmla="*/ 30355 w 47758"/>
                <a:gd name="connsiteY270" fmla="*/ 46261 h 96999"/>
                <a:gd name="connsiteX271" fmla="*/ 29950 w 47758"/>
                <a:gd name="connsiteY271" fmla="*/ 45515 h 96999"/>
                <a:gd name="connsiteX272" fmla="*/ 30760 w 47758"/>
                <a:gd name="connsiteY272" fmla="*/ 44769 h 96999"/>
                <a:gd name="connsiteX273" fmla="*/ 31164 w 47758"/>
                <a:gd name="connsiteY273" fmla="*/ 44023 h 96999"/>
                <a:gd name="connsiteX274" fmla="*/ 31569 w 47758"/>
                <a:gd name="connsiteY274" fmla="*/ 43277 h 96999"/>
                <a:gd name="connsiteX275" fmla="*/ 31974 w 47758"/>
                <a:gd name="connsiteY275" fmla="*/ 42531 h 96999"/>
                <a:gd name="connsiteX276" fmla="*/ 32783 w 47758"/>
                <a:gd name="connsiteY276" fmla="*/ 41785 h 96999"/>
                <a:gd name="connsiteX277" fmla="*/ 33593 w 47758"/>
                <a:gd name="connsiteY277" fmla="*/ 42531 h 96999"/>
                <a:gd name="connsiteX278" fmla="*/ 33997 w 47758"/>
                <a:gd name="connsiteY278" fmla="*/ 44023 h 96999"/>
                <a:gd name="connsiteX279" fmla="*/ 33593 w 47758"/>
                <a:gd name="connsiteY279" fmla="*/ 45515 h 96999"/>
                <a:gd name="connsiteX280" fmla="*/ 33188 w 47758"/>
                <a:gd name="connsiteY280" fmla="*/ 45515 h 96999"/>
                <a:gd name="connsiteX281" fmla="*/ 32783 w 47758"/>
                <a:gd name="connsiteY281" fmla="*/ 46261 h 96999"/>
                <a:gd name="connsiteX282" fmla="*/ 31974 w 47758"/>
                <a:gd name="connsiteY282" fmla="*/ 47008 h 96999"/>
                <a:gd name="connsiteX283" fmla="*/ 31974 w 47758"/>
                <a:gd name="connsiteY283" fmla="*/ 47008 h 96999"/>
                <a:gd name="connsiteX284" fmla="*/ 35616 w 47758"/>
                <a:gd name="connsiteY284" fmla="*/ 55215 h 96999"/>
                <a:gd name="connsiteX285" fmla="*/ 33997 w 47758"/>
                <a:gd name="connsiteY285" fmla="*/ 55961 h 96999"/>
                <a:gd name="connsiteX286" fmla="*/ 33188 w 47758"/>
                <a:gd name="connsiteY286" fmla="*/ 55961 h 96999"/>
                <a:gd name="connsiteX287" fmla="*/ 32783 w 47758"/>
                <a:gd name="connsiteY287" fmla="*/ 55215 h 96999"/>
                <a:gd name="connsiteX288" fmla="*/ 32783 w 47758"/>
                <a:gd name="connsiteY288" fmla="*/ 54469 h 96999"/>
                <a:gd name="connsiteX289" fmla="*/ 33188 w 47758"/>
                <a:gd name="connsiteY289" fmla="*/ 53723 h 96999"/>
                <a:gd name="connsiteX290" fmla="*/ 33593 w 47758"/>
                <a:gd name="connsiteY290" fmla="*/ 52977 h 96999"/>
                <a:gd name="connsiteX291" fmla="*/ 33997 w 47758"/>
                <a:gd name="connsiteY291" fmla="*/ 52231 h 96999"/>
                <a:gd name="connsiteX292" fmla="*/ 34402 w 47758"/>
                <a:gd name="connsiteY292" fmla="*/ 51485 h 96999"/>
                <a:gd name="connsiteX293" fmla="*/ 35212 w 47758"/>
                <a:gd name="connsiteY293" fmla="*/ 50738 h 96999"/>
                <a:gd name="connsiteX294" fmla="*/ 35616 w 47758"/>
                <a:gd name="connsiteY294" fmla="*/ 53723 h 9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</a:cxnLst>
              <a:rect l="l" t="t" r="r" b="b"/>
              <a:pathLst>
                <a:path w="47758" h="96999">
                  <a:moveTo>
                    <a:pt x="46949" y="52977"/>
                  </a:moveTo>
                  <a:lnTo>
                    <a:pt x="40068" y="52977"/>
                  </a:lnTo>
                  <a:lnTo>
                    <a:pt x="39259" y="51485"/>
                  </a:lnTo>
                  <a:lnTo>
                    <a:pt x="39259" y="41038"/>
                  </a:lnTo>
                  <a:lnTo>
                    <a:pt x="37235" y="41038"/>
                  </a:lnTo>
                  <a:lnTo>
                    <a:pt x="37235" y="39546"/>
                  </a:lnTo>
                  <a:lnTo>
                    <a:pt x="36831" y="36561"/>
                  </a:lnTo>
                  <a:lnTo>
                    <a:pt x="36831" y="31338"/>
                  </a:lnTo>
                  <a:lnTo>
                    <a:pt x="37235" y="27608"/>
                  </a:lnTo>
                  <a:lnTo>
                    <a:pt x="36831" y="26115"/>
                  </a:lnTo>
                  <a:lnTo>
                    <a:pt x="36831" y="23131"/>
                  </a:lnTo>
                  <a:lnTo>
                    <a:pt x="37235" y="20146"/>
                  </a:lnTo>
                  <a:lnTo>
                    <a:pt x="36831" y="17161"/>
                  </a:lnTo>
                  <a:lnTo>
                    <a:pt x="36831" y="14177"/>
                  </a:lnTo>
                  <a:lnTo>
                    <a:pt x="36426" y="12685"/>
                  </a:lnTo>
                  <a:lnTo>
                    <a:pt x="35212" y="11938"/>
                  </a:lnTo>
                  <a:lnTo>
                    <a:pt x="34402" y="12685"/>
                  </a:lnTo>
                  <a:lnTo>
                    <a:pt x="33997" y="13431"/>
                  </a:lnTo>
                  <a:lnTo>
                    <a:pt x="33593" y="14177"/>
                  </a:lnTo>
                  <a:lnTo>
                    <a:pt x="31974" y="14923"/>
                  </a:lnTo>
                  <a:lnTo>
                    <a:pt x="31569" y="14923"/>
                  </a:lnTo>
                  <a:lnTo>
                    <a:pt x="31164" y="15669"/>
                  </a:lnTo>
                  <a:lnTo>
                    <a:pt x="29141" y="16415"/>
                  </a:lnTo>
                  <a:lnTo>
                    <a:pt x="27522" y="17908"/>
                  </a:lnTo>
                  <a:lnTo>
                    <a:pt x="25903" y="18654"/>
                  </a:lnTo>
                  <a:lnTo>
                    <a:pt x="24689" y="20146"/>
                  </a:lnTo>
                  <a:lnTo>
                    <a:pt x="24284" y="20146"/>
                  </a:lnTo>
                  <a:lnTo>
                    <a:pt x="22665" y="20892"/>
                  </a:lnTo>
                  <a:lnTo>
                    <a:pt x="21451" y="22385"/>
                  </a:lnTo>
                  <a:lnTo>
                    <a:pt x="20237" y="21638"/>
                  </a:lnTo>
                  <a:lnTo>
                    <a:pt x="20641" y="19400"/>
                  </a:lnTo>
                  <a:lnTo>
                    <a:pt x="21855" y="17908"/>
                  </a:lnTo>
                  <a:lnTo>
                    <a:pt x="24689" y="14923"/>
                  </a:lnTo>
                  <a:lnTo>
                    <a:pt x="27522" y="12685"/>
                  </a:lnTo>
                  <a:lnTo>
                    <a:pt x="27926" y="12685"/>
                  </a:lnTo>
                  <a:lnTo>
                    <a:pt x="30760" y="10446"/>
                  </a:lnTo>
                  <a:lnTo>
                    <a:pt x="31569" y="10446"/>
                  </a:lnTo>
                  <a:lnTo>
                    <a:pt x="32783" y="9700"/>
                  </a:lnTo>
                  <a:lnTo>
                    <a:pt x="34402" y="8208"/>
                  </a:lnTo>
                  <a:lnTo>
                    <a:pt x="34807" y="7461"/>
                  </a:lnTo>
                  <a:lnTo>
                    <a:pt x="35616" y="6715"/>
                  </a:lnTo>
                  <a:lnTo>
                    <a:pt x="36426" y="4477"/>
                  </a:lnTo>
                  <a:lnTo>
                    <a:pt x="36426" y="2238"/>
                  </a:lnTo>
                  <a:lnTo>
                    <a:pt x="36021" y="746"/>
                  </a:lnTo>
                  <a:lnTo>
                    <a:pt x="34807" y="0"/>
                  </a:lnTo>
                  <a:lnTo>
                    <a:pt x="32783" y="0"/>
                  </a:lnTo>
                  <a:lnTo>
                    <a:pt x="31569" y="746"/>
                  </a:lnTo>
                  <a:lnTo>
                    <a:pt x="29950" y="1492"/>
                  </a:lnTo>
                  <a:lnTo>
                    <a:pt x="27117" y="2238"/>
                  </a:lnTo>
                  <a:lnTo>
                    <a:pt x="26712" y="2985"/>
                  </a:lnTo>
                  <a:lnTo>
                    <a:pt x="24689" y="5223"/>
                  </a:lnTo>
                  <a:lnTo>
                    <a:pt x="23879" y="5223"/>
                  </a:lnTo>
                  <a:lnTo>
                    <a:pt x="20237" y="8208"/>
                  </a:lnTo>
                  <a:lnTo>
                    <a:pt x="17808" y="10446"/>
                  </a:lnTo>
                  <a:lnTo>
                    <a:pt x="16189" y="11192"/>
                  </a:lnTo>
                  <a:lnTo>
                    <a:pt x="16594" y="12685"/>
                  </a:lnTo>
                  <a:lnTo>
                    <a:pt x="12951" y="15669"/>
                  </a:lnTo>
                  <a:lnTo>
                    <a:pt x="12547" y="16415"/>
                  </a:lnTo>
                  <a:lnTo>
                    <a:pt x="8904" y="19400"/>
                  </a:lnTo>
                  <a:lnTo>
                    <a:pt x="8499" y="20146"/>
                  </a:lnTo>
                  <a:lnTo>
                    <a:pt x="6880" y="20892"/>
                  </a:lnTo>
                  <a:lnTo>
                    <a:pt x="6476" y="21638"/>
                  </a:lnTo>
                  <a:lnTo>
                    <a:pt x="6071" y="22385"/>
                  </a:lnTo>
                  <a:lnTo>
                    <a:pt x="5666" y="23131"/>
                  </a:lnTo>
                  <a:lnTo>
                    <a:pt x="2024" y="26861"/>
                  </a:lnTo>
                  <a:lnTo>
                    <a:pt x="809" y="27608"/>
                  </a:lnTo>
                  <a:lnTo>
                    <a:pt x="405" y="28354"/>
                  </a:lnTo>
                  <a:lnTo>
                    <a:pt x="0" y="29846"/>
                  </a:lnTo>
                  <a:lnTo>
                    <a:pt x="0" y="32085"/>
                  </a:lnTo>
                  <a:lnTo>
                    <a:pt x="405" y="33577"/>
                  </a:lnTo>
                  <a:lnTo>
                    <a:pt x="1214" y="35815"/>
                  </a:lnTo>
                  <a:lnTo>
                    <a:pt x="1619" y="36561"/>
                  </a:lnTo>
                  <a:lnTo>
                    <a:pt x="3238" y="41785"/>
                  </a:lnTo>
                  <a:lnTo>
                    <a:pt x="5666" y="48500"/>
                  </a:lnTo>
                  <a:lnTo>
                    <a:pt x="6071" y="49246"/>
                  </a:lnTo>
                  <a:lnTo>
                    <a:pt x="6476" y="50738"/>
                  </a:lnTo>
                  <a:lnTo>
                    <a:pt x="6880" y="52977"/>
                  </a:lnTo>
                  <a:lnTo>
                    <a:pt x="7285" y="53723"/>
                  </a:lnTo>
                  <a:lnTo>
                    <a:pt x="8904" y="58200"/>
                  </a:lnTo>
                  <a:lnTo>
                    <a:pt x="9713" y="61184"/>
                  </a:lnTo>
                  <a:lnTo>
                    <a:pt x="9713" y="61931"/>
                  </a:lnTo>
                  <a:lnTo>
                    <a:pt x="11332" y="67154"/>
                  </a:lnTo>
                  <a:lnTo>
                    <a:pt x="12142" y="72377"/>
                  </a:lnTo>
                  <a:lnTo>
                    <a:pt x="12547" y="76854"/>
                  </a:lnTo>
                  <a:lnTo>
                    <a:pt x="12951" y="78346"/>
                  </a:lnTo>
                  <a:lnTo>
                    <a:pt x="12951" y="81331"/>
                  </a:lnTo>
                  <a:lnTo>
                    <a:pt x="13356" y="84315"/>
                  </a:lnTo>
                  <a:lnTo>
                    <a:pt x="12547" y="87300"/>
                  </a:lnTo>
                  <a:lnTo>
                    <a:pt x="12547" y="88046"/>
                  </a:lnTo>
                  <a:lnTo>
                    <a:pt x="12142" y="89538"/>
                  </a:lnTo>
                  <a:lnTo>
                    <a:pt x="12142" y="92523"/>
                  </a:lnTo>
                  <a:lnTo>
                    <a:pt x="12547" y="93269"/>
                  </a:lnTo>
                  <a:lnTo>
                    <a:pt x="12951" y="94015"/>
                  </a:lnTo>
                  <a:lnTo>
                    <a:pt x="13356" y="94761"/>
                  </a:lnTo>
                  <a:lnTo>
                    <a:pt x="14166" y="96254"/>
                  </a:lnTo>
                  <a:lnTo>
                    <a:pt x="14975" y="97000"/>
                  </a:lnTo>
                  <a:lnTo>
                    <a:pt x="15784" y="96254"/>
                  </a:lnTo>
                  <a:lnTo>
                    <a:pt x="16594" y="93269"/>
                  </a:lnTo>
                  <a:lnTo>
                    <a:pt x="16594" y="92523"/>
                  </a:lnTo>
                  <a:lnTo>
                    <a:pt x="16999" y="90284"/>
                  </a:lnTo>
                  <a:lnTo>
                    <a:pt x="17403" y="85808"/>
                  </a:lnTo>
                  <a:lnTo>
                    <a:pt x="17403" y="82077"/>
                  </a:lnTo>
                  <a:lnTo>
                    <a:pt x="16999" y="76854"/>
                  </a:lnTo>
                  <a:lnTo>
                    <a:pt x="16594" y="76108"/>
                  </a:lnTo>
                  <a:lnTo>
                    <a:pt x="16189" y="70884"/>
                  </a:lnTo>
                  <a:lnTo>
                    <a:pt x="15784" y="65661"/>
                  </a:lnTo>
                  <a:lnTo>
                    <a:pt x="14570" y="60438"/>
                  </a:lnTo>
                  <a:lnTo>
                    <a:pt x="12951" y="53723"/>
                  </a:lnTo>
                  <a:lnTo>
                    <a:pt x="11332" y="49246"/>
                  </a:lnTo>
                  <a:lnTo>
                    <a:pt x="9309" y="44023"/>
                  </a:lnTo>
                  <a:lnTo>
                    <a:pt x="9309" y="43277"/>
                  </a:lnTo>
                  <a:lnTo>
                    <a:pt x="8499" y="41785"/>
                  </a:lnTo>
                  <a:lnTo>
                    <a:pt x="7690" y="40292"/>
                  </a:lnTo>
                  <a:lnTo>
                    <a:pt x="7285" y="37308"/>
                  </a:lnTo>
                  <a:lnTo>
                    <a:pt x="6880" y="35815"/>
                  </a:lnTo>
                  <a:lnTo>
                    <a:pt x="6880" y="34323"/>
                  </a:lnTo>
                  <a:lnTo>
                    <a:pt x="7285" y="32831"/>
                  </a:lnTo>
                  <a:lnTo>
                    <a:pt x="7690" y="32085"/>
                  </a:lnTo>
                  <a:lnTo>
                    <a:pt x="8499" y="29846"/>
                  </a:lnTo>
                  <a:lnTo>
                    <a:pt x="9309" y="28354"/>
                  </a:lnTo>
                  <a:lnTo>
                    <a:pt x="10118" y="27608"/>
                  </a:lnTo>
                  <a:lnTo>
                    <a:pt x="11737" y="26115"/>
                  </a:lnTo>
                  <a:lnTo>
                    <a:pt x="12951" y="25369"/>
                  </a:lnTo>
                  <a:lnTo>
                    <a:pt x="13356" y="24623"/>
                  </a:lnTo>
                  <a:lnTo>
                    <a:pt x="14166" y="25369"/>
                  </a:lnTo>
                  <a:lnTo>
                    <a:pt x="14570" y="26115"/>
                  </a:lnTo>
                  <a:lnTo>
                    <a:pt x="14570" y="27608"/>
                  </a:lnTo>
                  <a:lnTo>
                    <a:pt x="14166" y="28354"/>
                  </a:lnTo>
                  <a:lnTo>
                    <a:pt x="13356" y="29100"/>
                  </a:lnTo>
                  <a:lnTo>
                    <a:pt x="12547" y="30592"/>
                  </a:lnTo>
                  <a:lnTo>
                    <a:pt x="12142" y="31338"/>
                  </a:lnTo>
                  <a:lnTo>
                    <a:pt x="12142" y="38054"/>
                  </a:lnTo>
                  <a:lnTo>
                    <a:pt x="12547" y="39546"/>
                  </a:lnTo>
                  <a:lnTo>
                    <a:pt x="12951" y="40292"/>
                  </a:lnTo>
                  <a:lnTo>
                    <a:pt x="13356" y="41785"/>
                  </a:lnTo>
                  <a:lnTo>
                    <a:pt x="13761" y="43277"/>
                  </a:lnTo>
                  <a:lnTo>
                    <a:pt x="14570" y="44023"/>
                  </a:lnTo>
                  <a:lnTo>
                    <a:pt x="15380" y="46261"/>
                  </a:lnTo>
                  <a:lnTo>
                    <a:pt x="15784" y="48500"/>
                  </a:lnTo>
                  <a:lnTo>
                    <a:pt x="16594" y="51485"/>
                  </a:lnTo>
                  <a:lnTo>
                    <a:pt x="16999" y="52231"/>
                  </a:lnTo>
                  <a:lnTo>
                    <a:pt x="17403" y="52977"/>
                  </a:lnTo>
                  <a:lnTo>
                    <a:pt x="17808" y="53723"/>
                  </a:lnTo>
                  <a:lnTo>
                    <a:pt x="18213" y="53723"/>
                  </a:lnTo>
                  <a:lnTo>
                    <a:pt x="18618" y="54469"/>
                  </a:lnTo>
                  <a:lnTo>
                    <a:pt x="21046" y="54469"/>
                  </a:lnTo>
                  <a:lnTo>
                    <a:pt x="21855" y="53723"/>
                  </a:lnTo>
                  <a:lnTo>
                    <a:pt x="22260" y="52977"/>
                  </a:lnTo>
                  <a:lnTo>
                    <a:pt x="22665" y="52231"/>
                  </a:lnTo>
                  <a:lnTo>
                    <a:pt x="23474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4284" y="58946"/>
                  </a:lnTo>
                  <a:lnTo>
                    <a:pt x="27117" y="58946"/>
                  </a:lnTo>
                  <a:lnTo>
                    <a:pt x="27522" y="59692"/>
                  </a:lnTo>
                  <a:lnTo>
                    <a:pt x="29141" y="60438"/>
                  </a:lnTo>
                  <a:lnTo>
                    <a:pt x="29545" y="61184"/>
                  </a:lnTo>
                  <a:lnTo>
                    <a:pt x="29141" y="62677"/>
                  </a:lnTo>
                  <a:lnTo>
                    <a:pt x="28331" y="63423"/>
                  </a:lnTo>
                  <a:lnTo>
                    <a:pt x="27926" y="64169"/>
                  </a:lnTo>
                  <a:lnTo>
                    <a:pt x="26712" y="64915"/>
                  </a:lnTo>
                  <a:lnTo>
                    <a:pt x="25903" y="65661"/>
                  </a:lnTo>
                  <a:lnTo>
                    <a:pt x="25498" y="66408"/>
                  </a:lnTo>
                  <a:lnTo>
                    <a:pt x="24284" y="69392"/>
                  </a:lnTo>
                  <a:lnTo>
                    <a:pt x="23879" y="71631"/>
                  </a:lnTo>
                  <a:lnTo>
                    <a:pt x="23474" y="73123"/>
                  </a:lnTo>
                  <a:lnTo>
                    <a:pt x="23879" y="73869"/>
                  </a:lnTo>
                  <a:lnTo>
                    <a:pt x="24284" y="74615"/>
                  </a:lnTo>
                  <a:lnTo>
                    <a:pt x="24689" y="75361"/>
                  </a:lnTo>
                  <a:lnTo>
                    <a:pt x="25093" y="76108"/>
                  </a:lnTo>
                  <a:lnTo>
                    <a:pt x="26307" y="76854"/>
                  </a:lnTo>
                  <a:lnTo>
                    <a:pt x="27117" y="75361"/>
                  </a:lnTo>
                  <a:lnTo>
                    <a:pt x="27522" y="73869"/>
                  </a:lnTo>
                  <a:lnTo>
                    <a:pt x="28736" y="72377"/>
                  </a:lnTo>
                  <a:lnTo>
                    <a:pt x="30355" y="70884"/>
                  </a:lnTo>
                  <a:lnTo>
                    <a:pt x="30760" y="70138"/>
                  </a:lnTo>
                  <a:lnTo>
                    <a:pt x="31569" y="69392"/>
                  </a:lnTo>
                  <a:lnTo>
                    <a:pt x="33593" y="69392"/>
                  </a:lnTo>
                  <a:lnTo>
                    <a:pt x="33997" y="70884"/>
                  </a:lnTo>
                  <a:lnTo>
                    <a:pt x="33997" y="72377"/>
                  </a:lnTo>
                  <a:lnTo>
                    <a:pt x="33593" y="75361"/>
                  </a:lnTo>
                  <a:lnTo>
                    <a:pt x="33188" y="76854"/>
                  </a:lnTo>
                  <a:lnTo>
                    <a:pt x="33188" y="79838"/>
                  </a:lnTo>
                  <a:lnTo>
                    <a:pt x="31569" y="81331"/>
                  </a:lnTo>
                  <a:lnTo>
                    <a:pt x="31164" y="81331"/>
                  </a:lnTo>
                  <a:lnTo>
                    <a:pt x="29545" y="82077"/>
                  </a:lnTo>
                  <a:lnTo>
                    <a:pt x="28736" y="83569"/>
                  </a:lnTo>
                  <a:lnTo>
                    <a:pt x="27522" y="85808"/>
                  </a:lnTo>
                  <a:lnTo>
                    <a:pt x="27522" y="88792"/>
                  </a:lnTo>
                  <a:lnTo>
                    <a:pt x="27926" y="90284"/>
                  </a:lnTo>
                  <a:lnTo>
                    <a:pt x="28331" y="91777"/>
                  </a:lnTo>
                  <a:lnTo>
                    <a:pt x="29950" y="93269"/>
                  </a:lnTo>
                  <a:lnTo>
                    <a:pt x="31164" y="94015"/>
                  </a:lnTo>
                  <a:lnTo>
                    <a:pt x="32378" y="94015"/>
                  </a:lnTo>
                  <a:lnTo>
                    <a:pt x="33593" y="93269"/>
                  </a:lnTo>
                  <a:lnTo>
                    <a:pt x="34402" y="92523"/>
                  </a:lnTo>
                  <a:lnTo>
                    <a:pt x="36021" y="89538"/>
                  </a:lnTo>
                  <a:lnTo>
                    <a:pt x="37235" y="85808"/>
                  </a:lnTo>
                  <a:lnTo>
                    <a:pt x="37640" y="85061"/>
                  </a:lnTo>
                  <a:lnTo>
                    <a:pt x="38449" y="82077"/>
                  </a:lnTo>
                  <a:lnTo>
                    <a:pt x="39259" y="80584"/>
                  </a:lnTo>
                  <a:lnTo>
                    <a:pt x="39259" y="79838"/>
                  </a:lnTo>
                  <a:lnTo>
                    <a:pt x="39664" y="76854"/>
                  </a:lnTo>
                  <a:lnTo>
                    <a:pt x="39259" y="73123"/>
                  </a:lnTo>
                  <a:lnTo>
                    <a:pt x="39259" y="69392"/>
                  </a:lnTo>
                  <a:lnTo>
                    <a:pt x="39664" y="67154"/>
                  </a:lnTo>
                  <a:lnTo>
                    <a:pt x="40068" y="65661"/>
                  </a:lnTo>
                  <a:lnTo>
                    <a:pt x="40878" y="64915"/>
                  </a:lnTo>
                  <a:lnTo>
                    <a:pt x="41687" y="64169"/>
                  </a:lnTo>
                  <a:lnTo>
                    <a:pt x="42092" y="64169"/>
                  </a:lnTo>
                  <a:lnTo>
                    <a:pt x="43711" y="62677"/>
                  </a:lnTo>
                  <a:lnTo>
                    <a:pt x="46139" y="62677"/>
                  </a:lnTo>
                  <a:lnTo>
                    <a:pt x="46949" y="61931"/>
                  </a:lnTo>
                  <a:lnTo>
                    <a:pt x="46949" y="61184"/>
                  </a:lnTo>
                  <a:lnTo>
                    <a:pt x="47354" y="59692"/>
                  </a:lnTo>
                  <a:lnTo>
                    <a:pt x="47354" y="57454"/>
                  </a:lnTo>
                  <a:lnTo>
                    <a:pt x="47758" y="56708"/>
                  </a:lnTo>
                  <a:lnTo>
                    <a:pt x="47758" y="55215"/>
                  </a:lnTo>
                  <a:lnTo>
                    <a:pt x="47354" y="54469"/>
                  </a:lnTo>
                  <a:close/>
                  <a:moveTo>
                    <a:pt x="18618" y="37308"/>
                  </a:moveTo>
                  <a:lnTo>
                    <a:pt x="17403" y="36561"/>
                  </a:lnTo>
                  <a:lnTo>
                    <a:pt x="17808" y="34323"/>
                  </a:lnTo>
                  <a:lnTo>
                    <a:pt x="18213" y="33577"/>
                  </a:lnTo>
                  <a:lnTo>
                    <a:pt x="18618" y="32831"/>
                  </a:lnTo>
                  <a:lnTo>
                    <a:pt x="19832" y="30592"/>
                  </a:lnTo>
                  <a:lnTo>
                    <a:pt x="21451" y="29100"/>
                  </a:lnTo>
                  <a:lnTo>
                    <a:pt x="22665" y="27608"/>
                  </a:lnTo>
                  <a:lnTo>
                    <a:pt x="24284" y="26861"/>
                  </a:lnTo>
                  <a:lnTo>
                    <a:pt x="24689" y="26115"/>
                  </a:lnTo>
                  <a:lnTo>
                    <a:pt x="25498" y="25369"/>
                  </a:lnTo>
                  <a:lnTo>
                    <a:pt x="26712" y="24623"/>
                  </a:lnTo>
                  <a:lnTo>
                    <a:pt x="28331" y="24623"/>
                  </a:lnTo>
                  <a:lnTo>
                    <a:pt x="29141" y="23877"/>
                  </a:lnTo>
                  <a:lnTo>
                    <a:pt x="30760" y="23877"/>
                  </a:lnTo>
                  <a:lnTo>
                    <a:pt x="31164" y="26115"/>
                  </a:lnTo>
                  <a:lnTo>
                    <a:pt x="30760" y="26861"/>
                  </a:lnTo>
                  <a:lnTo>
                    <a:pt x="28736" y="27608"/>
                  </a:lnTo>
                  <a:lnTo>
                    <a:pt x="27926" y="28354"/>
                  </a:lnTo>
                  <a:lnTo>
                    <a:pt x="27522" y="29100"/>
                  </a:lnTo>
                  <a:lnTo>
                    <a:pt x="26712" y="30592"/>
                  </a:lnTo>
                  <a:lnTo>
                    <a:pt x="25093" y="31338"/>
                  </a:lnTo>
                  <a:lnTo>
                    <a:pt x="24689" y="32085"/>
                  </a:lnTo>
                  <a:lnTo>
                    <a:pt x="23474" y="32831"/>
                  </a:lnTo>
                  <a:lnTo>
                    <a:pt x="22260" y="33577"/>
                  </a:lnTo>
                  <a:lnTo>
                    <a:pt x="21451" y="35069"/>
                  </a:lnTo>
                  <a:lnTo>
                    <a:pt x="20237" y="35815"/>
                  </a:lnTo>
                  <a:lnTo>
                    <a:pt x="19427" y="37308"/>
                  </a:lnTo>
                  <a:close/>
                  <a:moveTo>
                    <a:pt x="29141" y="39546"/>
                  </a:moveTo>
                  <a:lnTo>
                    <a:pt x="27522" y="40292"/>
                  </a:lnTo>
                  <a:lnTo>
                    <a:pt x="27117" y="41038"/>
                  </a:lnTo>
                  <a:lnTo>
                    <a:pt x="25093" y="43277"/>
                  </a:lnTo>
                  <a:lnTo>
                    <a:pt x="23474" y="44769"/>
                  </a:lnTo>
                  <a:lnTo>
                    <a:pt x="22665" y="45515"/>
                  </a:lnTo>
                  <a:lnTo>
                    <a:pt x="19832" y="45515"/>
                  </a:lnTo>
                  <a:lnTo>
                    <a:pt x="20237" y="43277"/>
                  </a:lnTo>
                  <a:lnTo>
                    <a:pt x="21855" y="41785"/>
                  </a:lnTo>
                  <a:lnTo>
                    <a:pt x="23474" y="40292"/>
                  </a:lnTo>
                  <a:lnTo>
                    <a:pt x="25093" y="38800"/>
                  </a:lnTo>
                  <a:lnTo>
                    <a:pt x="25498" y="38054"/>
                  </a:lnTo>
                  <a:lnTo>
                    <a:pt x="26712" y="37308"/>
                  </a:lnTo>
                  <a:lnTo>
                    <a:pt x="27926" y="35815"/>
                  </a:lnTo>
                  <a:lnTo>
                    <a:pt x="28331" y="35069"/>
                  </a:lnTo>
                  <a:lnTo>
                    <a:pt x="28736" y="34323"/>
                  </a:lnTo>
                  <a:lnTo>
                    <a:pt x="29545" y="33577"/>
                  </a:lnTo>
                  <a:lnTo>
                    <a:pt x="33188" y="33577"/>
                  </a:lnTo>
                  <a:lnTo>
                    <a:pt x="33593" y="34323"/>
                  </a:lnTo>
                  <a:lnTo>
                    <a:pt x="32378" y="35815"/>
                  </a:lnTo>
                  <a:lnTo>
                    <a:pt x="31974" y="36561"/>
                  </a:lnTo>
                  <a:close/>
                  <a:moveTo>
                    <a:pt x="31974" y="47008"/>
                  </a:moveTo>
                  <a:lnTo>
                    <a:pt x="30760" y="47008"/>
                  </a:lnTo>
                  <a:lnTo>
                    <a:pt x="30355" y="46261"/>
                  </a:lnTo>
                  <a:lnTo>
                    <a:pt x="29950" y="45515"/>
                  </a:lnTo>
                  <a:cubicBezTo>
                    <a:pt x="30355" y="45515"/>
                    <a:pt x="30355" y="44769"/>
                    <a:pt x="30760" y="44769"/>
                  </a:cubicBezTo>
                  <a:cubicBezTo>
                    <a:pt x="31164" y="44769"/>
                    <a:pt x="31164" y="44023"/>
                    <a:pt x="31164" y="44023"/>
                  </a:cubicBezTo>
                  <a:lnTo>
                    <a:pt x="31569" y="43277"/>
                  </a:lnTo>
                  <a:cubicBezTo>
                    <a:pt x="31974" y="43277"/>
                    <a:pt x="31974" y="42531"/>
                    <a:pt x="31974" y="42531"/>
                  </a:cubicBezTo>
                  <a:cubicBezTo>
                    <a:pt x="31974" y="42531"/>
                    <a:pt x="32378" y="41785"/>
                    <a:pt x="32783" y="41785"/>
                  </a:cubicBezTo>
                  <a:cubicBezTo>
                    <a:pt x="33188" y="41785"/>
                    <a:pt x="33188" y="41785"/>
                    <a:pt x="33593" y="42531"/>
                  </a:cubicBezTo>
                  <a:cubicBezTo>
                    <a:pt x="33997" y="43277"/>
                    <a:pt x="33997" y="43277"/>
                    <a:pt x="33997" y="44023"/>
                  </a:cubicBezTo>
                  <a:cubicBezTo>
                    <a:pt x="33997" y="44769"/>
                    <a:pt x="33593" y="44769"/>
                    <a:pt x="33593" y="45515"/>
                  </a:cubicBezTo>
                  <a:lnTo>
                    <a:pt x="33188" y="45515"/>
                  </a:lnTo>
                  <a:cubicBezTo>
                    <a:pt x="33188" y="46261"/>
                    <a:pt x="33188" y="46261"/>
                    <a:pt x="32783" y="46261"/>
                  </a:cubicBezTo>
                  <a:cubicBezTo>
                    <a:pt x="32378" y="46261"/>
                    <a:pt x="32378" y="47008"/>
                    <a:pt x="31974" y="47008"/>
                  </a:cubicBezTo>
                  <a:cubicBezTo>
                    <a:pt x="31569" y="47008"/>
                    <a:pt x="32378" y="47008"/>
                    <a:pt x="31974" y="47008"/>
                  </a:cubicBezTo>
                  <a:close/>
                  <a:moveTo>
                    <a:pt x="35616" y="55215"/>
                  </a:moveTo>
                  <a:lnTo>
                    <a:pt x="33997" y="55961"/>
                  </a:lnTo>
                  <a:lnTo>
                    <a:pt x="33188" y="55961"/>
                  </a:lnTo>
                  <a:lnTo>
                    <a:pt x="32783" y="55215"/>
                  </a:lnTo>
                  <a:lnTo>
                    <a:pt x="32783" y="54469"/>
                  </a:lnTo>
                  <a:lnTo>
                    <a:pt x="33188" y="53723"/>
                  </a:lnTo>
                  <a:lnTo>
                    <a:pt x="33593" y="52977"/>
                  </a:lnTo>
                  <a:lnTo>
                    <a:pt x="33997" y="52231"/>
                  </a:lnTo>
                  <a:lnTo>
                    <a:pt x="34402" y="51485"/>
                  </a:lnTo>
                  <a:lnTo>
                    <a:pt x="35212" y="50738"/>
                  </a:lnTo>
                  <a:cubicBezTo>
                    <a:pt x="35616" y="51485"/>
                    <a:pt x="35616" y="52231"/>
                    <a:pt x="35616" y="537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10317052" y="321877"/>
              <a:ext cx="23474" cy="80584"/>
            </a:xfrm>
            <a:custGeom>
              <a:avLst/>
              <a:gdLst>
                <a:gd name="connsiteX0" fmla="*/ 4047 w 23474"/>
                <a:gd name="connsiteY0" fmla="*/ 52231 h 80584"/>
                <a:gd name="connsiteX1" fmla="*/ 3238 w 23474"/>
                <a:gd name="connsiteY1" fmla="*/ 54469 h 80584"/>
                <a:gd name="connsiteX2" fmla="*/ 3238 w 23474"/>
                <a:gd name="connsiteY2" fmla="*/ 55215 h 80584"/>
                <a:gd name="connsiteX3" fmla="*/ 2833 w 23474"/>
                <a:gd name="connsiteY3" fmla="*/ 57454 h 80584"/>
                <a:gd name="connsiteX4" fmla="*/ 2833 w 23474"/>
                <a:gd name="connsiteY4" fmla="*/ 61184 h 80584"/>
                <a:gd name="connsiteX5" fmla="*/ 2024 w 23474"/>
                <a:gd name="connsiteY5" fmla="*/ 63423 h 80584"/>
                <a:gd name="connsiteX6" fmla="*/ 809 w 23474"/>
                <a:gd name="connsiteY6" fmla="*/ 65661 h 80584"/>
                <a:gd name="connsiteX7" fmla="*/ 809 w 23474"/>
                <a:gd name="connsiteY7" fmla="*/ 66408 h 80584"/>
                <a:gd name="connsiteX8" fmla="*/ 0 w 23474"/>
                <a:gd name="connsiteY8" fmla="*/ 67154 h 80584"/>
                <a:gd name="connsiteX9" fmla="*/ 0 w 23474"/>
                <a:gd name="connsiteY9" fmla="*/ 73123 h 80584"/>
                <a:gd name="connsiteX10" fmla="*/ 809 w 23474"/>
                <a:gd name="connsiteY10" fmla="*/ 74615 h 80584"/>
                <a:gd name="connsiteX11" fmla="*/ 809 w 23474"/>
                <a:gd name="connsiteY11" fmla="*/ 77600 h 80584"/>
                <a:gd name="connsiteX12" fmla="*/ 1214 w 23474"/>
                <a:gd name="connsiteY12" fmla="*/ 79092 h 80584"/>
                <a:gd name="connsiteX13" fmla="*/ 2833 w 23474"/>
                <a:gd name="connsiteY13" fmla="*/ 79092 h 80584"/>
                <a:gd name="connsiteX14" fmla="*/ 3238 w 23474"/>
                <a:gd name="connsiteY14" fmla="*/ 78346 h 80584"/>
                <a:gd name="connsiteX15" fmla="*/ 4047 w 23474"/>
                <a:gd name="connsiteY15" fmla="*/ 76854 h 80584"/>
                <a:gd name="connsiteX16" fmla="*/ 4857 w 23474"/>
                <a:gd name="connsiteY16" fmla="*/ 74615 h 80584"/>
                <a:gd name="connsiteX17" fmla="*/ 4857 w 23474"/>
                <a:gd name="connsiteY17" fmla="*/ 72377 h 80584"/>
                <a:gd name="connsiteX18" fmla="*/ 5261 w 23474"/>
                <a:gd name="connsiteY18" fmla="*/ 70138 h 80584"/>
                <a:gd name="connsiteX19" fmla="*/ 5666 w 23474"/>
                <a:gd name="connsiteY19" fmla="*/ 67900 h 80584"/>
                <a:gd name="connsiteX20" fmla="*/ 6071 w 23474"/>
                <a:gd name="connsiteY20" fmla="*/ 65661 h 80584"/>
                <a:gd name="connsiteX21" fmla="*/ 6880 w 23474"/>
                <a:gd name="connsiteY21" fmla="*/ 64169 h 80584"/>
                <a:gd name="connsiteX22" fmla="*/ 7285 w 23474"/>
                <a:gd name="connsiteY22" fmla="*/ 63423 h 80584"/>
                <a:gd name="connsiteX23" fmla="*/ 7285 w 23474"/>
                <a:gd name="connsiteY23" fmla="*/ 62677 h 80584"/>
                <a:gd name="connsiteX24" fmla="*/ 8904 w 23474"/>
                <a:gd name="connsiteY24" fmla="*/ 61931 h 80584"/>
                <a:gd name="connsiteX25" fmla="*/ 10118 w 23474"/>
                <a:gd name="connsiteY25" fmla="*/ 62677 h 80584"/>
                <a:gd name="connsiteX26" fmla="*/ 10118 w 23474"/>
                <a:gd name="connsiteY26" fmla="*/ 63423 h 80584"/>
                <a:gd name="connsiteX27" fmla="*/ 11332 w 23474"/>
                <a:gd name="connsiteY27" fmla="*/ 64169 h 80584"/>
                <a:gd name="connsiteX28" fmla="*/ 11332 w 23474"/>
                <a:gd name="connsiteY28" fmla="*/ 76854 h 80584"/>
                <a:gd name="connsiteX29" fmla="*/ 12142 w 23474"/>
                <a:gd name="connsiteY29" fmla="*/ 79092 h 80584"/>
                <a:gd name="connsiteX30" fmla="*/ 12951 w 23474"/>
                <a:gd name="connsiteY30" fmla="*/ 79092 h 80584"/>
                <a:gd name="connsiteX31" fmla="*/ 12951 w 23474"/>
                <a:gd name="connsiteY31" fmla="*/ 79838 h 80584"/>
                <a:gd name="connsiteX32" fmla="*/ 13761 w 23474"/>
                <a:gd name="connsiteY32" fmla="*/ 80584 h 80584"/>
                <a:gd name="connsiteX33" fmla="*/ 14570 w 23474"/>
                <a:gd name="connsiteY33" fmla="*/ 79092 h 80584"/>
                <a:gd name="connsiteX34" fmla="*/ 14975 w 23474"/>
                <a:gd name="connsiteY34" fmla="*/ 76854 h 80584"/>
                <a:gd name="connsiteX35" fmla="*/ 15380 w 23474"/>
                <a:gd name="connsiteY35" fmla="*/ 73869 h 80584"/>
                <a:gd name="connsiteX36" fmla="*/ 15784 w 23474"/>
                <a:gd name="connsiteY36" fmla="*/ 70884 h 80584"/>
                <a:gd name="connsiteX37" fmla="*/ 16189 w 23474"/>
                <a:gd name="connsiteY37" fmla="*/ 69392 h 80584"/>
                <a:gd name="connsiteX38" fmla="*/ 16594 w 23474"/>
                <a:gd name="connsiteY38" fmla="*/ 67154 h 80584"/>
                <a:gd name="connsiteX39" fmla="*/ 17403 w 23474"/>
                <a:gd name="connsiteY39" fmla="*/ 64169 h 80584"/>
                <a:gd name="connsiteX40" fmla="*/ 18213 w 23474"/>
                <a:gd name="connsiteY40" fmla="*/ 61931 h 80584"/>
                <a:gd name="connsiteX41" fmla="*/ 18618 w 23474"/>
                <a:gd name="connsiteY41" fmla="*/ 60438 h 80584"/>
                <a:gd name="connsiteX42" fmla="*/ 19022 w 23474"/>
                <a:gd name="connsiteY42" fmla="*/ 58946 h 80584"/>
                <a:gd name="connsiteX43" fmla="*/ 18618 w 23474"/>
                <a:gd name="connsiteY43" fmla="*/ 55961 h 80584"/>
                <a:gd name="connsiteX44" fmla="*/ 17403 w 23474"/>
                <a:gd name="connsiteY44" fmla="*/ 55215 h 80584"/>
                <a:gd name="connsiteX45" fmla="*/ 15784 w 23474"/>
                <a:gd name="connsiteY45" fmla="*/ 54469 h 80584"/>
                <a:gd name="connsiteX46" fmla="*/ 14166 w 23474"/>
                <a:gd name="connsiteY46" fmla="*/ 54469 h 80584"/>
                <a:gd name="connsiteX47" fmla="*/ 12951 w 23474"/>
                <a:gd name="connsiteY47" fmla="*/ 53723 h 80584"/>
                <a:gd name="connsiteX48" fmla="*/ 12547 w 23474"/>
                <a:gd name="connsiteY48" fmla="*/ 52977 h 80584"/>
                <a:gd name="connsiteX49" fmla="*/ 11737 w 23474"/>
                <a:gd name="connsiteY49" fmla="*/ 52231 h 80584"/>
                <a:gd name="connsiteX50" fmla="*/ 11332 w 23474"/>
                <a:gd name="connsiteY50" fmla="*/ 48500 h 80584"/>
                <a:gd name="connsiteX51" fmla="*/ 11332 w 23474"/>
                <a:gd name="connsiteY51" fmla="*/ 44769 h 80584"/>
                <a:gd name="connsiteX52" fmla="*/ 11737 w 23474"/>
                <a:gd name="connsiteY52" fmla="*/ 41038 h 80584"/>
                <a:gd name="connsiteX53" fmla="*/ 12142 w 23474"/>
                <a:gd name="connsiteY53" fmla="*/ 38800 h 80584"/>
                <a:gd name="connsiteX54" fmla="*/ 12951 w 23474"/>
                <a:gd name="connsiteY54" fmla="*/ 37308 h 80584"/>
                <a:gd name="connsiteX55" fmla="*/ 13761 w 23474"/>
                <a:gd name="connsiteY55" fmla="*/ 36561 h 80584"/>
                <a:gd name="connsiteX56" fmla="*/ 14975 w 23474"/>
                <a:gd name="connsiteY56" fmla="*/ 35069 h 80584"/>
                <a:gd name="connsiteX57" fmla="*/ 20237 w 23474"/>
                <a:gd name="connsiteY57" fmla="*/ 35069 h 80584"/>
                <a:gd name="connsiteX58" fmla="*/ 21451 w 23474"/>
                <a:gd name="connsiteY58" fmla="*/ 34323 h 80584"/>
                <a:gd name="connsiteX59" fmla="*/ 22665 w 23474"/>
                <a:gd name="connsiteY59" fmla="*/ 32831 h 80584"/>
                <a:gd name="connsiteX60" fmla="*/ 23474 w 23474"/>
                <a:gd name="connsiteY60" fmla="*/ 29846 h 80584"/>
                <a:gd name="connsiteX61" fmla="*/ 23474 w 23474"/>
                <a:gd name="connsiteY61" fmla="*/ 27608 h 80584"/>
                <a:gd name="connsiteX62" fmla="*/ 22665 w 23474"/>
                <a:gd name="connsiteY62" fmla="*/ 26115 h 80584"/>
                <a:gd name="connsiteX63" fmla="*/ 22260 w 23474"/>
                <a:gd name="connsiteY63" fmla="*/ 25369 h 80584"/>
                <a:gd name="connsiteX64" fmla="*/ 16189 w 23474"/>
                <a:gd name="connsiteY64" fmla="*/ 25369 h 80584"/>
                <a:gd name="connsiteX65" fmla="*/ 15380 w 23474"/>
                <a:gd name="connsiteY65" fmla="*/ 24623 h 80584"/>
                <a:gd name="connsiteX66" fmla="*/ 15380 w 23474"/>
                <a:gd name="connsiteY66" fmla="*/ 20892 h 80584"/>
                <a:gd name="connsiteX67" fmla="*/ 15784 w 23474"/>
                <a:gd name="connsiteY67" fmla="*/ 17908 h 80584"/>
                <a:gd name="connsiteX68" fmla="*/ 16594 w 23474"/>
                <a:gd name="connsiteY68" fmla="*/ 15669 h 80584"/>
                <a:gd name="connsiteX69" fmla="*/ 17403 w 23474"/>
                <a:gd name="connsiteY69" fmla="*/ 13431 h 80584"/>
                <a:gd name="connsiteX70" fmla="*/ 17808 w 23474"/>
                <a:gd name="connsiteY70" fmla="*/ 13431 h 80584"/>
                <a:gd name="connsiteX71" fmla="*/ 19427 w 23474"/>
                <a:gd name="connsiteY71" fmla="*/ 9700 h 80584"/>
                <a:gd name="connsiteX72" fmla="*/ 19832 w 23474"/>
                <a:gd name="connsiteY72" fmla="*/ 8208 h 80584"/>
                <a:gd name="connsiteX73" fmla="*/ 20641 w 23474"/>
                <a:gd name="connsiteY73" fmla="*/ 5969 h 80584"/>
                <a:gd name="connsiteX74" fmla="*/ 20641 w 23474"/>
                <a:gd name="connsiteY74" fmla="*/ 3731 h 80584"/>
                <a:gd name="connsiteX75" fmla="*/ 20237 w 23474"/>
                <a:gd name="connsiteY75" fmla="*/ 2238 h 80584"/>
                <a:gd name="connsiteX76" fmla="*/ 19832 w 23474"/>
                <a:gd name="connsiteY76" fmla="*/ 2238 h 80584"/>
                <a:gd name="connsiteX77" fmla="*/ 19427 w 23474"/>
                <a:gd name="connsiteY77" fmla="*/ 746 h 80584"/>
                <a:gd name="connsiteX78" fmla="*/ 18213 w 23474"/>
                <a:gd name="connsiteY78" fmla="*/ 0 h 80584"/>
                <a:gd name="connsiteX79" fmla="*/ 16594 w 23474"/>
                <a:gd name="connsiteY79" fmla="*/ 0 h 80584"/>
                <a:gd name="connsiteX80" fmla="*/ 15784 w 23474"/>
                <a:gd name="connsiteY80" fmla="*/ 2238 h 80584"/>
                <a:gd name="connsiteX81" fmla="*/ 14975 w 23474"/>
                <a:gd name="connsiteY81" fmla="*/ 4477 h 80584"/>
                <a:gd name="connsiteX82" fmla="*/ 14166 w 23474"/>
                <a:gd name="connsiteY82" fmla="*/ 4477 h 80584"/>
                <a:gd name="connsiteX83" fmla="*/ 14166 w 23474"/>
                <a:gd name="connsiteY83" fmla="*/ 7461 h 80584"/>
                <a:gd name="connsiteX84" fmla="*/ 12951 w 23474"/>
                <a:gd name="connsiteY84" fmla="*/ 8954 h 80584"/>
                <a:gd name="connsiteX85" fmla="*/ 12951 w 23474"/>
                <a:gd name="connsiteY85" fmla="*/ 9700 h 80584"/>
                <a:gd name="connsiteX86" fmla="*/ 12142 w 23474"/>
                <a:gd name="connsiteY86" fmla="*/ 13431 h 80584"/>
                <a:gd name="connsiteX87" fmla="*/ 11332 w 23474"/>
                <a:gd name="connsiteY87" fmla="*/ 16415 h 80584"/>
                <a:gd name="connsiteX88" fmla="*/ 11332 w 23474"/>
                <a:gd name="connsiteY88" fmla="*/ 20146 h 80584"/>
                <a:gd name="connsiteX89" fmla="*/ 10928 w 23474"/>
                <a:gd name="connsiteY89" fmla="*/ 23131 h 80584"/>
                <a:gd name="connsiteX90" fmla="*/ 10523 w 23474"/>
                <a:gd name="connsiteY90" fmla="*/ 26861 h 80584"/>
                <a:gd name="connsiteX91" fmla="*/ 10118 w 23474"/>
                <a:gd name="connsiteY91" fmla="*/ 29100 h 80584"/>
                <a:gd name="connsiteX92" fmla="*/ 10118 w 23474"/>
                <a:gd name="connsiteY92" fmla="*/ 29846 h 80584"/>
                <a:gd name="connsiteX93" fmla="*/ 9309 w 23474"/>
                <a:gd name="connsiteY93" fmla="*/ 32085 h 80584"/>
                <a:gd name="connsiteX94" fmla="*/ 8904 w 23474"/>
                <a:gd name="connsiteY94" fmla="*/ 35069 h 80584"/>
                <a:gd name="connsiteX95" fmla="*/ 8499 w 23474"/>
                <a:gd name="connsiteY95" fmla="*/ 38054 h 80584"/>
                <a:gd name="connsiteX96" fmla="*/ 7690 w 23474"/>
                <a:gd name="connsiteY96" fmla="*/ 40292 h 80584"/>
                <a:gd name="connsiteX97" fmla="*/ 7285 w 23474"/>
                <a:gd name="connsiteY97" fmla="*/ 41038 h 80584"/>
                <a:gd name="connsiteX98" fmla="*/ 6476 w 23474"/>
                <a:gd name="connsiteY98" fmla="*/ 44023 h 80584"/>
                <a:gd name="connsiteX99" fmla="*/ 5261 w 23474"/>
                <a:gd name="connsiteY99" fmla="*/ 47008 h 80584"/>
                <a:gd name="connsiteX100" fmla="*/ 4857 w 23474"/>
                <a:gd name="connsiteY100" fmla="*/ 49992 h 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3474" h="80584">
                  <a:moveTo>
                    <a:pt x="4047" y="52231"/>
                  </a:moveTo>
                  <a:lnTo>
                    <a:pt x="3238" y="54469"/>
                  </a:lnTo>
                  <a:lnTo>
                    <a:pt x="3238" y="55215"/>
                  </a:lnTo>
                  <a:lnTo>
                    <a:pt x="2833" y="57454"/>
                  </a:lnTo>
                  <a:lnTo>
                    <a:pt x="2833" y="61184"/>
                  </a:lnTo>
                  <a:lnTo>
                    <a:pt x="2024" y="63423"/>
                  </a:lnTo>
                  <a:lnTo>
                    <a:pt x="809" y="65661"/>
                  </a:lnTo>
                  <a:lnTo>
                    <a:pt x="809" y="66408"/>
                  </a:lnTo>
                  <a:lnTo>
                    <a:pt x="0" y="67154"/>
                  </a:lnTo>
                  <a:lnTo>
                    <a:pt x="0" y="73123"/>
                  </a:lnTo>
                  <a:lnTo>
                    <a:pt x="809" y="74615"/>
                  </a:lnTo>
                  <a:lnTo>
                    <a:pt x="809" y="77600"/>
                  </a:lnTo>
                  <a:lnTo>
                    <a:pt x="1214" y="79092"/>
                  </a:lnTo>
                  <a:lnTo>
                    <a:pt x="2833" y="79092"/>
                  </a:lnTo>
                  <a:lnTo>
                    <a:pt x="3238" y="78346"/>
                  </a:lnTo>
                  <a:lnTo>
                    <a:pt x="4047" y="76854"/>
                  </a:lnTo>
                  <a:lnTo>
                    <a:pt x="4857" y="74615"/>
                  </a:lnTo>
                  <a:lnTo>
                    <a:pt x="4857" y="72377"/>
                  </a:lnTo>
                  <a:lnTo>
                    <a:pt x="5261" y="70138"/>
                  </a:lnTo>
                  <a:lnTo>
                    <a:pt x="5666" y="67900"/>
                  </a:lnTo>
                  <a:lnTo>
                    <a:pt x="6071" y="65661"/>
                  </a:lnTo>
                  <a:lnTo>
                    <a:pt x="6880" y="64169"/>
                  </a:lnTo>
                  <a:lnTo>
                    <a:pt x="7285" y="63423"/>
                  </a:lnTo>
                  <a:lnTo>
                    <a:pt x="7285" y="62677"/>
                  </a:lnTo>
                  <a:lnTo>
                    <a:pt x="8904" y="61931"/>
                  </a:lnTo>
                  <a:lnTo>
                    <a:pt x="10118" y="62677"/>
                  </a:lnTo>
                  <a:lnTo>
                    <a:pt x="10118" y="63423"/>
                  </a:lnTo>
                  <a:lnTo>
                    <a:pt x="11332" y="64169"/>
                  </a:lnTo>
                  <a:lnTo>
                    <a:pt x="11332" y="76854"/>
                  </a:lnTo>
                  <a:lnTo>
                    <a:pt x="12142" y="79092"/>
                  </a:lnTo>
                  <a:lnTo>
                    <a:pt x="12951" y="79092"/>
                  </a:lnTo>
                  <a:lnTo>
                    <a:pt x="12951" y="79838"/>
                  </a:lnTo>
                  <a:lnTo>
                    <a:pt x="13761" y="80584"/>
                  </a:lnTo>
                  <a:lnTo>
                    <a:pt x="14570" y="79092"/>
                  </a:lnTo>
                  <a:lnTo>
                    <a:pt x="14975" y="76854"/>
                  </a:lnTo>
                  <a:lnTo>
                    <a:pt x="15380" y="73869"/>
                  </a:lnTo>
                  <a:lnTo>
                    <a:pt x="15784" y="70884"/>
                  </a:lnTo>
                  <a:lnTo>
                    <a:pt x="16189" y="69392"/>
                  </a:lnTo>
                  <a:lnTo>
                    <a:pt x="16594" y="67154"/>
                  </a:lnTo>
                  <a:lnTo>
                    <a:pt x="17403" y="64169"/>
                  </a:lnTo>
                  <a:lnTo>
                    <a:pt x="18213" y="61931"/>
                  </a:lnTo>
                  <a:lnTo>
                    <a:pt x="18618" y="60438"/>
                  </a:lnTo>
                  <a:lnTo>
                    <a:pt x="19022" y="58946"/>
                  </a:lnTo>
                  <a:lnTo>
                    <a:pt x="18618" y="55961"/>
                  </a:lnTo>
                  <a:lnTo>
                    <a:pt x="17403" y="55215"/>
                  </a:lnTo>
                  <a:lnTo>
                    <a:pt x="15784" y="54469"/>
                  </a:lnTo>
                  <a:lnTo>
                    <a:pt x="14166" y="54469"/>
                  </a:lnTo>
                  <a:lnTo>
                    <a:pt x="12951" y="53723"/>
                  </a:lnTo>
                  <a:lnTo>
                    <a:pt x="12547" y="52977"/>
                  </a:lnTo>
                  <a:lnTo>
                    <a:pt x="11737" y="52231"/>
                  </a:lnTo>
                  <a:lnTo>
                    <a:pt x="11332" y="48500"/>
                  </a:lnTo>
                  <a:lnTo>
                    <a:pt x="11332" y="44769"/>
                  </a:lnTo>
                  <a:lnTo>
                    <a:pt x="11737" y="41038"/>
                  </a:lnTo>
                  <a:lnTo>
                    <a:pt x="12142" y="38800"/>
                  </a:lnTo>
                  <a:lnTo>
                    <a:pt x="12951" y="37308"/>
                  </a:lnTo>
                  <a:lnTo>
                    <a:pt x="13761" y="36561"/>
                  </a:lnTo>
                  <a:lnTo>
                    <a:pt x="14975" y="35069"/>
                  </a:lnTo>
                  <a:lnTo>
                    <a:pt x="20237" y="35069"/>
                  </a:lnTo>
                  <a:lnTo>
                    <a:pt x="21451" y="34323"/>
                  </a:lnTo>
                  <a:lnTo>
                    <a:pt x="22665" y="32831"/>
                  </a:lnTo>
                  <a:lnTo>
                    <a:pt x="23474" y="29846"/>
                  </a:lnTo>
                  <a:lnTo>
                    <a:pt x="23474" y="27608"/>
                  </a:lnTo>
                  <a:lnTo>
                    <a:pt x="22665" y="26115"/>
                  </a:lnTo>
                  <a:lnTo>
                    <a:pt x="22260" y="25369"/>
                  </a:lnTo>
                  <a:lnTo>
                    <a:pt x="16189" y="25369"/>
                  </a:lnTo>
                  <a:lnTo>
                    <a:pt x="15380" y="24623"/>
                  </a:lnTo>
                  <a:lnTo>
                    <a:pt x="15380" y="20892"/>
                  </a:lnTo>
                  <a:lnTo>
                    <a:pt x="15784" y="17908"/>
                  </a:lnTo>
                  <a:lnTo>
                    <a:pt x="16594" y="15669"/>
                  </a:lnTo>
                  <a:lnTo>
                    <a:pt x="17403" y="13431"/>
                  </a:lnTo>
                  <a:lnTo>
                    <a:pt x="17808" y="13431"/>
                  </a:lnTo>
                  <a:lnTo>
                    <a:pt x="19427" y="9700"/>
                  </a:lnTo>
                  <a:lnTo>
                    <a:pt x="19832" y="8208"/>
                  </a:lnTo>
                  <a:lnTo>
                    <a:pt x="20641" y="5969"/>
                  </a:lnTo>
                  <a:lnTo>
                    <a:pt x="20641" y="3731"/>
                  </a:lnTo>
                  <a:lnTo>
                    <a:pt x="20237" y="2238"/>
                  </a:lnTo>
                  <a:lnTo>
                    <a:pt x="19832" y="2238"/>
                  </a:lnTo>
                  <a:lnTo>
                    <a:pt x="19427" y="746"/>
                  </a:lnTo>
                  <a:lnTo>
                    <a:pt x="18213" y="0"/>
                  </a:lnTo>
                  <a:lnTo>
                    <a:pt x="16594" y="0"/>
                  </a:lnTo>
                  <a:lnTo>
                    <a:pt x="15784" y="2238"/>
                  </a:lnTo>
                  <a:lnTo>
                    <a:pt x="14975" y="4477"/>
                  </a:lnTo>
                  <a:lnTo>
                    <a:pt x="14166" y="4477"/>
                  </a:lnTo>
                  <a:lnTo>
                    <a:pt x="14166" y="7461"/>
                  </a:lnTo>
                  <a:lnTo>
                    <a:pt x="12951" y="8954"/>
                  </a:lnTo>
                  <a:lnTo>
                    <a:pt x="12951" y="9700"/>
                  </a:lnTo>
                  <a:lnTo>
                    <a:pt x="12142" y="13431"/>
                  </a:lnTo>
                  <a:lnTo>
                    <a:pt x="11332" y="16415"/>
                  </a:lnTo>
                  <a:lnTo>
                    <a:pt x="11332" y="20146"/>
                  </a:lnTo>
                  <a:lnTo>
                    <a:pt x="10928" y="23131"/>
                  </a:lnTo>
                  <a:lnTo>
                    <a:pt x="10523" y="26861"/>
                  </a:lnTo>
                  <a:lnTo>
                    <a:pt x="10118" y="29100"/>
                  </a:lnTo>
                  <a:lnTo>
                    <a:pt x="10118" y="29846"/>
                  </a:lnTo>
                  <a:lnTo>
                    <a:pt x="9309" y="32085"/>
                  </a:lnTo>
                  <a:lnTo>
                    <a:pt x="8904" y="35069"/>
                  </a:lnTo>
                  <a:lnTo>
                    <a:pt x="8499" y="38054"/>
                  </a:lnTo>
                  <a:lnTo>
                    <a:pt x="7690" y="40292"/>
                  </a:lnTo>
                  <a:lnTo>
                    <a:pt x="7285" y="41038"/>
                  </a:lnTo>
                  <a:lnTo>
                    <a:pt x="6476" y="44023"/>
                  </a:lnTo>
                  <a:lnTo>
                    <a:pt x="5261" y="47008"/>
                  </a:lnTo>
                  <a:lnTo>
                    <a:pt x="4857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4" name="Freeform 1023"/>
            <p:cNvSpPr/>
            <p:nvPr/>
          </p:nvSpPr>
          <p:spPr>
            <a:xfrm>
              <a:off x="10308957" y="483046"/>
              <a:ext cx="13760" cy="44769"/>
            </a:xfrm>
            <a:custGeom>
              <a:avLst/>
              <a:gdLst>
                <a:gd name="connsiteX0" fmla="*/ 2024 w 13760"/>
                <a:gd name="connsiteY0" fmla="*/ 4477 h 44769"/>
                <a:gd name="connsiteX1" fmla="*/ 405 w 13760"/>
                <a:gd name="connsiteY1" fmla="*/ 5969 h 44769"/>
                <a:gd name="connsiteX2" fmla="*/ 0 w 13760"/>
                <a:gd name="connsiteY2" fmla="*/ 5969 h 44769"/>
                <a:gd name="connsiteX3" fmla="*/ 405 w 13760"/>
                <a:gd name="connsiteY3" fmla="*/ 9700 h 44769"/>
                <a:gd name="connsiteX4" fmla="*/ 1619 w 13760"/>
                <a:gd name="connsiteY4" fmla="*/ 14923 h 44769"/>
                <a:gd name="connsiteX5" fmla="*/ 2024 w 13760"/>
                <a:gd name="connsiteY5" fmla="*/ 14923 h 44769"/>
                <a:gd name="connsiteX6" fmla="*/ 6880 w 13760"/>
                <a:gd name="connsiteY6" fmla="*/ 11192 h 44769"/>
                <a:gd name="connsiteX7" fmla="*/ 3238 w 13760"/>
                <a:gd name="connsiteY7" fmla="*/ 42531 h 44769"/>
                <a:gd name="connsiteX8" fmla="*/ 8904 w 13760"/>
                <a:gd name="connsiteY8" fmla="*/ 44769 h 44769"/>
                <a:gd name="connsiteX9" fmla="*/ 11332 w 13760"/>
                <a:gd name="connsiteY9" fmla="*/ 22385 h 44769"/>
                <a:gd name="connsiteX10" fmla="*/ 13761 w 13760"/>
                <a:gd name="connsiteY10" fmla="*/ 1492 h 44769"/>
                <a:gd name="connsiteX11" fmla="*/ 11332 w 13760"/>
                <a:gd name="connsiteY11" fmla="*/ 746 h 44769"/>
                <a:gd name="connsiteX12" fmla="*/ 8904 w 13760"/>
                <a:gd name="connsiteY12" fmla="*/ 0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60" h="44769">
                  <a:moveTo>
                    <a:pt x="2024" y="4477"/>
                  </a:moveTo>
                  <a:lnTo>
                    <a:pt x="405" y="5969"/>
                  </a:lnTo>
                  <a:lnTo>
                    <a:pt x="0" y="5969"/>
                  </a:lnTo>
                  <a:lnTo>
                    <a:pt x="405" y="9700"/>
                  </a:lnTo>
                  <a:lnTo>
                    <a:pt x="1619" y="14923"/>
                  </a:lnTo>
                  <a:lnTo>
                    <a:pt x="2024" y="14923"/>
                  </a:lnTo>
                  <a:lnTo>
                    <a:pt x="6880" y="11192"/>
                  </a:lnTo>
                  <a:lnTo>
                    <a:pt x="3238" y="42531"/>
                  </a:lnTo>
                  <a:lnTo>
                    <a:pt x="8904" y="44769"/>
                  </a:lnTo>
                  <a:lnTo>
                    <a:pt x="11332" y="22385"/>
                  </a:lnTo>
                  <a:lnTo>
                    <a:pt x="13761" y="1492"/>
                  </a:lnTo>
                  <a:lnTo>
                    <a:pt x="11332" y="746"/>
                  </a:lnTo>
                  <a:lnTo>
                    <a:pt x="8904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5" name="Freeform 1024"/>
            <p:cNvSpPr/>
            <p:nvPr/>
          </p:nvSpPr>
          <p:spPr>
            <a:xfrm>
              <a:off x="10291149" y="307700"/>
              <a:ext cx="31973" cy="88165"/>
            </a:xfrm>
            <a:custGeom>
              <a:avLst/>
              <a:gdLst>
                <a:gd name="connsiteX0" fmla="*/ 8904 w 31973"/>
                <a:gd name="connsiteY0" fmla="*/ 50738 h 88165"/>
                <a:gd name="connsiteX1" fmla="*/ 9713 w 31973"/>
                <a:gd name="connsiteY1" fmla="*/ 50738 h 88165"/>
                <a:gd name="connsiteX2" fmla="*/ 10523 w 31973"/>
                <a:gd name="connsiteY2" fmla="*/ 51485 h 88165"/>
                <a:gd name="connsiteX3" fmla="*/ 10928 w 31973"/>
                <a:gd name="connsiteY3" fmla="*/ 51485 h 88165"/>
                <a:gd name="connsiteX4" fmla="*/ 13356 w 31973"/>
                <a:gd name="connsiteY4" fmla="*/ 52231 h 88165"/>
                <a:gd name="connsiteX5" fmla="*/ 14166 w 31973"/>
                <a:gd name="connsiteY5" fmla="*/ 52977 h 88165"/>
                <a:gd name="connsiteX6" fmla="*/ 14570 w 31973"/>
                <a:gd name="connsiteY6" fmla="*/ 53723 h 88165"/>
                <a:gd name="connsiteX7" fmla="*/ 16594 w 31973"/>
                <a:gd name="connsiteY7" fmla="*/ 55215 h 88165"/>
                <a:gd name="connsiteX8" fmla="*/ 18213 w 31973"/>
                <a:gd name="connsiteY8" fmla="*/ 57454 h 88165"/>
                <a:gd name="connsiteX9" fmla="*/ 19022 w 31973"/>
                <a:gd name="connsiteY9" fmla="*/ 58946 h 88165"/>
                <a:gd name="connsiteX10" fmla="*/ 19427 w 31973"/>
                <a:gd name="connsiteY10" fmla="*/ 61185 h 88165"/>
                <a:gd name="connsiteX11" fmla="*/ 19022 w 31973"/>
                <a:gd name="connsiteY11" fmla="*/ 63423 h 88165"/>
                <a:gd name="connsiteX12" fmla="*/ 18618 w 31973"/>
                <a:gd name="connsiteY12" fmla="*/ 64915 h 88165"/>
                <a:gd name="connsiteX13" fmla="*/ 18213 w 31973"/>
                <a:gd name="connsiteY13" fmla="*/ 65661 h 88165"/>
                <a:gd name="connsiteX14" fmla="*/ 16999 w 31973"/>
                <a:gd name="connsiteY14" fmla="*/ 67900 h 88165"/>
                <a:gd name="connsiteX15" fmla="*/ 15784 w 31973"/>
                <a:gd name="connsiteY15" fmla="*/ 70884 h 88165"/>
                <a:gd name="connsiteX16" fmla="*/ 15784 w 31973"/>
                <a:gd name="connsiteY16" fmla="*/ 73123 h 88165"/>
                <a:gd name="connsiteX17" fmla="*/ 14975 w 31973"/>
                <a:gd name="connsiteY17" fmla="*/ 75361 h 88165"/>
                <a:gd name="connsiteX18" fmla="*/ 14570 w 31973"/>
                <a:gd name="connsiteY18" fmla="*/ 76108 h 88165"/>
                <a:gd name="connsiteX19" fmla="*/ 14166 w 31973"/>
                <a:gd name="connsiteY19" fmla="*/ 76854 h 88165"/>
                <a:gd name="connsiteX20" fmla="*/ 13356 w 31973"/>
                <a:gd name="connsiteY20" fmla="*/ 78346 h 88165"/>
                <a:gd name="connsiteX21" fmla="*/ 13356 w 31973"/>
                <a:gd name="connsiteY21" fmla="*/ 80584 h 88165"/>
                <a:gd name="connsiteX22" fmla="*/ 14570 w 31973"/>
                <a:gd name="connsiteY22" fmla="*/ 83569 h 88165"/>
                <a:gd name="connsiteX23" fmla="*/ 14570 w 31973"/>
                <a:gd name="connsiteY23" fmla="*/ 84315 h 88165"/>
                <a:gd name="connsiteX24" fmla="*/ 15380 w 31973"/>
                <a:gd name="connsiteY24" fmla="*/ 85808 h 88165"/>
                <a:gd name="connsiteX25" fmla="*/ 16999 w 31973"/>
                <a:gd name="connsiteY25" fmla="*/ 88046 h 88165"/>
                <a:gd name="connsiteX26" fmla="*/ 18213 w 31973"/>
                <a:gd name="connsiteY26" fmla="*/ 87300 h 88165"/>
                <a:gd name="connsiteX27" fmla="*/ 18618 w 31973"/>
                <a:gd name="connsiteY27" fmla="*/ 84315 h 88165"/>
                <a:gd name="connsiteX28" fmla="*/ 18618 w 31973"/>
                <a:gd name="connsiteY28" fmla="*/ 83569 h 88165"/>
                <a:gd name="connsiteX29" fmla="*/ 19022 w 31973"/>
                <a:gd name="connsiteY29" fmla="*/ 79838 h 88165"/>
                <a:gd name="connsiteX30" fmla="*/ 19427 w 31973"/>
                <a:gd name="connsiteY30" fmla="*/ 77600 h 88165"/>
                <a:gd name="connsiteX31" fmla="*/ 19832 w 31973"/>
                <a:gd name="connsiteY31" fmla="*/ 76854 h 88165"/>
                <a:gd name="connsiteX32" fmla="*/ 20237 w 31973"/>
                <a:gd name="connsiteY32" fmla="*/ 73869 h 88165"/>
                <a:gd name="connsiteX33" fmla="*/ 21046 w 31973"/>
                <a:gd name="connsiteY33" fmla="*/ 71631 h 88165"/>
                <a:gd name="connsiteX34" fmla="*/ 21451 w 31973"/>
                <a:gd name="connsiteY34" fmla="*/ 69392 h 88165"/>
                <a:gd name="connsiteX35" fmla="*/ 21855 w 31973"/>
                <a:gd name="connsiteY35" fmla="*/ 67154 h 88165"/>
                <a:gd name="connsiteX36" fmla="*/ 22260 w 31973"/>
                <a:gd name="connsiteY36" fmla="*/ 64915 h 88165"/>
                <a:gd name="connsiteX37" fmla="*/ 23070 w 31973"/>
                <a:gd name="connsiteY37" fmla="*/ 62677 h 88165"/>
                <a:gd name="connsiteX38" fmla="*/ 23879 w 31973"/>
                <a:gd name="connsiteY38" fmla="*/ 58200 h 88165"/>
                <a:gd name="connsiteX39" fmla="*/ 24284 w 31973"/>
                <a:gd name="connsiteY39" fmla="*/ 56708 h 88165"/>
                <a:gd name="connsiteX40" fmla="*/ 23879 w 31973"/>
                <a:gd name="connsiteY40" fmla="*/ 55215 h 88165"/>
                <a:gd name="connsiteX41" fmla="*/ 23474 w 31973"/>
                <a:gd name="connsiteY41" fmla="*/ 52977 h 88165"/>
                <a:gd name="connsiteX42" fmla="*/ 23070 w 31973"/>
                <a:gd name="connsiteY42" fmla="*/ 50738 h 88165"/>
                <a:gd name="connsiteX43" fmla="*/ 22665 w 31973"/>
                <a:gd name="connsiteY43" fmla="*/ 47754 h 88165"/>
                <a:gd name="connsiteX44" fmla="*/ 23070 w 31973"/>
                <a:gd name="connsiteY44" fmla="*/ 45515 h 88165"/>
                <a:gd name="connsiteX45" fmla="*/ 24284 w 31973"/>
                <a:gd name="connsiteY45" fmla="*/ 42531 h 88165"/>
                <a:gd name="connsiteX46" fmla="*/ 25903 w 31973"/>
                <a:gd name="connsiteY46" fmla="*/ 39546 h 88165"/>
                <a:gd name="connsiteX47" fmla="*/ 26307 w 31973"/>
                <a:gd name="connsiteY47" fmla="*/ 38800 h 88165"/>
                <a:gd name="connsiteX48" fmla="*/ 27522 w 31973"/>
                <a:gd name="connsiteY48" fmla="*/ 36561 h 88165"/>
                <a:gd name="connsiteX49" fmla="*/ 29141 w 31973"/>
                <a:gd name="connsiteY49" fmla="*/ 35069 h 88165"/>
                <a:gd name="connsiteX50" fmla="*/ 30760 w 31973"/>
                <a:gd name="connsiteY50" fmla="*/ 33577 h 88165"/>
                <a:gd name="connsiteX51" fmla="*/ 31569 w 31973"/>
                <a:gd name="connsiteY51" fmla="*/ 32831 h 88165"/>
                <a:gd name="connsiteX52" fmla="*/ 31974 w 31973"/>
                <a:gd name="connsiteY52" fmla="*/ 32085 h 88165"/>
                <a:gd name="connsiteX53" fmla="*/ 31569 w 31973"/>
                <a:gd name="connsiteY53" fmla="*/ 29846 h 88165"/>
                <a:gd name="connsiteX54" fmla="*/ 31164 w 31973"/>
                <a:gd name="connsiteY54" fmla="*/ 29100 h 88165"/>
                <a:gd name="connsiteX55" fmla="*/ 29141 w 31973"/>
                <a:gd name="connsiteY55" fmla="*/ 28354 h 88165"/>
                <a:gd name="connsiteX56" fmla="*/ 28736 w 31973"/>
                <a:gd name="connsiteY56" fmla="*/ 29100 h 88165"/>
                <a:gd name="connsiteX57" fmla="*/ 27117 w 31973"/>
                <a:gd name="connsiteY57" fmla="*/ 29846 h 88165"/>
                <a:gd name="connsiteX58" fmla="*/ 25903 w 31973"/>
                <a:gd name="connsiteY58" fmla="*/ 30592 h 88165"/>
                <a:gd name="connsiteX59" fmla="*/ 24689 w 31973"/>
                <a:gd name="connsiteY59" fmla="*/ 31338 h 88165"/>
                <a:gd name="connsiteX60" fmla="*/ 23879 w 31973"/>
                <a:gd name="connsiteY60" fmla="*/ 34323 h 88165"/>
                <a:gd name="connsiteX61" fmla="*/ 22665 w 31973"/>
                <a:gd name="connsiteY61" fmla="*/ 35815 h 88165"/>
                <a:gd name="connsiteX62" fmla="*/ 22260 w 31973"/>
                <a:gd name="connsiteY62" fmla="*/ 40292 h 88165"/>
                <a:gd name="connsiteX63" fmla="*/ 21451 w 31973"/>
                <a:gd name="connsiteY63" fmla="*/ 41784 h 88165"/>
                <a:gd name="connsiteX64" fmla="*/ 20641 w 31973"/>
                <a:gd name="connsiteY64" fmla="*/ 43277 h 88165"/>
                <a:gd name="connsiteX65" fmla="*/ 20237 w 31973"/>
                <a:gd name="connsiteY65" fmla="*/ 44023 h 88165"/>
                <a:gd name="connsiteX66" fmla="*/ 19832 w 31973"/>
                <a:gd name="connsiteY66" fmla="*/ 44769 h 88165"/>
                <a:gd name="connsiteX67" fmla="*/ 18618 w 31973"/>
                <a:gd name="connsiteY67" fmla="*/ 44023 h 88165"/>
                <a:gd name="connsiteX68" fmla="*/ 18213 w 31973"/>
                <a:gd name="connsiteY68" fmla="*/ 44023 h 88165"/>
                <a:gd name="connsiteX69" fmla="*/ 17403 w 31973"/>
                <a:gd name="connsiteY69" fmla="*/ 43277 h 88165"/>
                <a:gd name="connsiteX70" fmla="*/ 16999 w 31973"/>
                <a:gd name="connsiteY70" fmla="*/ 41038 h 88165"/>
                <a:gd name="connsiteX71" fmla="*/ 17808 w 31973"/>
                <a:gd name="connsiteY71" fmla="*/ 38054 h 88165"/>
                <a:gd name="connsiteX72" fmla="*/ 18213 w 31973"/>
                <a:gd name="connsiteY72" fmla="*/ 36561 h 88165"/>
                <a:gd name="connsiteX73" fmla="*/ 19832 w 31973"/>
                <a:gd name="connsiteY73" fmla="*/ 34323 h 88165"/>
                <a:gd name="connsiteX74" fmla="*/ 22665 w 31973"/>
                <a:gd name="connsiteY74" fmla="*/ 29846 h 88165"/>
                <a:gd name="connsiteX75" fmla="*/ 25093 w 31973"/>
                <a:gd name="connsiteY75" fmla="*/ 26115 h 88165"/>
                <a:gd name="connsiteX76" fmla="*/ 26712 w 31973"/>
                <a:gd name="connsiteY76" fmla="*/ 23131 h 88165"/>
                <a:gd name="connsiteX77" fmla="*/ 28331 w 31973"/>
                <a:gd name="connsiteY77" fmla="*/ 21638 h 88165"/>
                <a:gd name="connsiteX78" fmla="*/ 29545 w 31973"/>
                <a:gd name="connsiteY78" fmla="*/ 20892 h 88165"/>
                <a:gd name="connsiteX79" fmla="*/ 29545 w 31973"/>
                <a:gd name="connsiteY79" fmla="*/ 20146 h 88165"/>
                <a:gd name="connsiteX80" fmla="*/ 29950 w 31973"/>
                <a:gd name="connsiteY80" fmla="*/ 18654 h 88165"/>
                <a:gd name="connsiteX81" fmla="*/ 30355 w 31973"/>
                <a:gd name="connsiteY81" fmla="*/ 15669 h 88165"/>
                <a:gd name="connsiteX82" fmla="*/ 29545 w 31973"/>
                <a:gd name="connsiteY82" fmla="*/ 14923 h 88165"/>
                <a:gd name="connsiteX83" fmla="*/ 29141 w 31973"/>
                <a:gd name="connsiteY83" fmla="*/ 14177 h 88165"/>
                <a:gd name="connsiteX84" fmla="*/ 27522 w 31973"/>
                <a:gd name="connsiteY84" fmla="*/ 14177 h 88165"/>
                <a:gd name="connsiteX85" fmla="*/ 27117 w 31973"/>
                <a:gd name="connsiteY85" fmla="*/ 14923 h 88165"/>
                <a:gd name="connsiteX86" fmla="*/ 25903 w 31973"/>
                <a:gd name="connsiteY86" fmla="*/ 15669 h 88165"/>
                <a:gd name="connsiteX87" fmla="*/ 24284 w 31973"/>
                <a:gd name="connsiteY87" fmla="*/ 19400 h 88165"/>
                <a:gd name="connsiteX88" fmla="*/ 21855 w 31973"/>
                <a:gd name="connsiteY88" fmla="*/ 23131 h 88165"/>
                <a:gd name="connsiteX89" fmla="*/ 20237 w 31973"/>
                <a:gd name="connsiteY89" fmla="*/ 26115 h 88165"/>
                <a:gd name="connsiteX90" fmla="*/ 19832 w 31973"/>
                <a:gd name="connsiteY90" fmla="*/ 26861 h 88165"/>
                <a:gd name="connsiteX91" fmla="*/ 18618 w 31973"/>
                <a:gd name="connsiteY91" fmla="*/ 29100 h 88165"/>
                <a:gd name="connsiteX92" fmla="*/ 18213 w 31973"/>
                <a:gd name="connsiteY92" fmla="*/ 29100 h 88165"/>
                <a:gd name="connsiteX93" fmla="*/ 16594 w 31973"/>
                <a:gd name="connsiteY93" fmla="*/ 32085 h 88165"/>
                <a:gd name="connsiteX94" fmla="*/ 14975 w 31973"/>
                <a:gd name="connsiteY94" fmla="*/ 34323 h 88165"/>
                <a:gd name="connsiteX95" fmla="*/ 13761 w 31973"/>
                <a:gd name="connsiteY95" fmla="*/ 36561 h 88165"/>
                <a:gd name="connsiteX96" fmla="*/ 13761 w 31973"/>
                <a:gd name="connsiteY96" fmla="*/ 37308 h 88165"/>
                <a:gd name="connsiteX97" fmla="*/ 12547 w 31973"/>
                <a:gd name="connsiteY97" fmla="*/ 38054 h 88165"/>
                <a:gd name="connsiteX98" fmla="*/ 10928 w 31973"/>
                <a:gd name="connsiteY98" fmla="*/ 38800 h 88165"/>
                <a:gd name="connsiteX99" fmla="*/ 10118 w 31973"/>
                <a:gd name="connsiteY99" fmla="*/ 38054 h 88165"/>
                <a:gd name="connsiteX100" fmla="*/ 9713 w 31973"/>
                <a:gd name="connsiteY100" fmla="*/ 35815 h 88165"/>
                <a:gd name="connsiteX101" fmla="*/ 10118 w 31973"/>
                <a:gd name="connsiteY101" fmla="*/ 33577 h 88165"/>
                <a:gd name="connsiteX102" fmla="*/ 10523 w 31973"/>
                <a:gd name="connsiteY102" fmla="*/ 31338 h 88165"/>
                <a:gd name="connsiteX103" fmla="*/ 10928 w 31973"/>
                <a:gd name="connsiteY103" fmla="*/ 29100 h 88165"/>
                <a:gd name="connsiteX104" fmla="*/ 12547 w 31973"/>
                <a:gd name="connsiteY104" fmla="*/ 25369 h 88165"/>
                <a:gd name="connsiteX105" fmla="*/ 13761 w 31973"/>
                <a:gd name="connsiteY105" fmla="*/ 22385 h 88165"/>
                <a:gd name="connsiteX106" fmla="*/ 14166 w 31973"/>
                <a:gd name="connsiteY106" fmla="*/ 21638 h 88165"/>
                <a:gd name="connsiteX107" fmla="*/ 15784 w 31973"/>
                <a:gd name="connsiteY107" fmla="*/ 18654 h 88165"/>
                <a:gd name="connsiteX108" fmla="*/ 17403 w 31973"/>
                <a:gd name="connsiteY108" fmla="*/ 16415 h 88165"/>
                <a:gd name="connsiteX109" fmla="*/ 18618 w 31973"/>
                <a:gd name="connsiteY109" fmla="*/ 14177 h 88165"/>
                <a:gd name="connsiteX110" fmla="*/ 20237 w 31973"/>
                <a:gd name="connsiteY110" fmla="*/ 13431 h 88165"/>
                <a:gd name="connsiteX111" fmla="*/ 20641 w 31973"/>
                <a:gd name="connsiteY111" fmla="*/ 12685 h 88165"/>
                <a:gd name="connsiteX112" fmla="*/ 23474 w 31973"/>
                <a:gd name="connsiteY112" fmla="*/ 10446 h 88165"/>
                <a:gd name="connsiteX113" fmla="*/ 25903 w 31973"/>
                <a:gd name="connsiteY113" fmla="*/ 9700 h 88165"/>
                <a:gd name="connsiteX114" fmla="*/ 27117 w 31973"/>
                <a:gd name="connsiteY114" fmla="*/ 8954 h 88165"/>
                <a:gd name="connsiteX115" fmla="*/ 28736 w 31973"/>
                <a:gd name="connsiteY115" fmla="*/ 8208 h 88165"/>
                <a:gd name="connsiteX116" fmla="*/ 29950 w 31973"/>
                <a:gd name="connsiteY116" fmla="*/ 7461 h 88165"/>
                <a:gd name="connsiteX117" fmla="*/ 29950 w 31973"/>
                <a:gd name="connsiteY117" fmla="*/ 6715 h 88165"/>
                <a:gd name="connsiteX118" fmla="*/ 30760 w 31973"/>
                <a:gd name="connsiteY118" fmla="*/ 5223 h 88165"/>
                <a:gd name="connsiteX119" fmla="*/ 29950 w 31973"/>
                <a:gd name="connsiteY119" fmla="*/ 3731 h 88165"/>
                <a:gd name="connsiteX120" fmla="*/ 29545 w 31973"/>
                <a:gd name="connsiteY120" fmla="*/ 746 h 88165"/>
                <a:gd name="connsiteX121" fmla="*/ 28331 w 31973"/>
                <a:gd name="connsiteY121" fmla="*/ 0 h 88165"/>
                <a:gd name="connsiteX122" fmla="*/ 26712 w 31973"/>
                <a:gd name="connsiteY122" fmla="*/ 746 h 88165"/>
                <a:gd name="connsiteX123" fmla="*/ 25903 w 31973"/>
                <a:gd name="connsiteY123" fmla="*/ 746 h 88165"/>
                <a:gd name="connsiteX124" fmla="*/ 23070 w 31973"/>
                <a:gd name="connsiteY124" fmla="*/ 2985 h 88165"/>
                <a:gd name="connsiteX125" fmla="*/ 19832 w 31973"/>
                <a:gd name="connsiteY125" fmla="*/ 5969 h 88165"/>
                <a:gd name="connsiteX126" fmla="*/ 19022 w 31973"/>
                <a:gd name="connsiteY126" fmla="*/ 6715 h 88165"/>
                <a:gd name="connsiteX127" fmla="*/ 18618 w 31973"/>
                <a:gd name="connsiteY127" fmla="*/ 7461 h 88165"/>
                <a:gd name="connsiteX128" fmla="*/ 17403 w 31973"/>
                <a:gd name="connsiteY128" fmla="*/ 8954 h 88165"/>
                <a:gd name="connsiteX129" fmla="*/ 14975 w 31973"/>
                <a:gd name="connsiteY129" fmla="*/ 10446 h 88165"/>
                <a:gd name="connsiteX130" fmla="*/ 14166 w 31973"/>
                <a:gd name="connsiteY130" fmla="*/ 11192 h 88165"/>
                <a:gd name="connsiteX131" fmla="*/ 12547 w 31973"/>
                <a:gd name="connsiteY131" fmla="*/ 12685 h 88165"/>
                <a:gd name="connsiteX132" fmla="*/ 10928 w 31973"/>
                <a:gd name="connsiteY132" fmla="*/ 15669 h 88165"/>
                <a:gd name="connsiteX133" fmla="*/ 10523 w 31973"/>
                <a:gd name="connsiteY133" fmla="*/ 15669 h 88165"/>
                <a:gd name="connsiteX134" fmla="*/ 9713 w 31973"/>
                <a:gd name="connsiteY134" fmla="*/ 17908 h 88165"/>
                <a:gd name="connsiteX135" fmla="*/ 9713 w 31973"/>
                <a:gd name="connsiteY135" fmla="*/ 18654 h 88165"/>
                <a:gd name="connsiteX136" fmla="*/ 8095 w 31973"/>
                <a:gd name="connsiteY136" fmla="*/ 20146 h 88165"/>
                <a:gd name="connsiteX137" fmla="*/ 7690 w 31973"/>
                <a:gd name="connsiteY137" fmla="*/ 20892 h 88165"/>
                <a:gd name="connsiteX138" fmla="*/ 7285 w 31973"/>
                <a:gd name="connsiteY138" fmla="*/ 21638 h 88165"/>
                <a:gd name="connsiteX139" fmla="*/ 6880 w 31973"/>
                <a:gd name="connsiteY139" fmla="*/ 23131 h 88165"/>
                <a:gd name="connsiteX140" fmla="*/ 4857 w 31973"/>
                <a:gd name="connsiteY140" fmla="*/ 29846 h 88165"/>
                <a:gd name="connsiteX141" fmla="*/ 4452 w 31973"/>
                <a:gd name="connsiteY141" fmla="*/ 31338 h 88165"/>
                <a:gd name="connsiteX142" fmla="*/ 2833 w 31973"/>
                <a:gd name="connsiteY142" fmla="*/ 34323 h 88165"/>
                <a:gd name="connsiteX143" fmla="*/ 2428 w 31973"/>
                <a:gd name="connsiteY143" fmla="*/ 35069 h 88165"/>
                <a:gd name="connsiteX144" fmla="*/ 1214 w 31973"/>
                <a:gd name="connsiteY144" fmla="*/ 38054 h 88165"/>
                <a:gd name="connsiteX145" fmla="*/ 809 w 31973"/>
                <a:gd name="connsiteY145" fmla="*/ 38800 h 88165"/>
                <a:gd name="connsiteX146" fmla="*/ 405 w 31973"/>
                <a:gd name="connsiteY146" fmla="*/ 39546 h 88165"/>
                <a:gd name="connsiteX147" fmla="*/ 0 w 31973"/>
                <a:gd name="connsiteY147" fmla="*/ 39546 h 88165"/>
                <a:gd name="connsiteX148" fmla="*/ 405 w 31973"/>
                <a:gd name="connsiteY148" fmla="*/ 40292 h 88165"/>
                <a:gd name="connsiteX149" fmla="*/ 809 w 31973"/>
                <a:gd name="connsiteY149" fmla="*/ 41038 h 88165"/>
                <a:gd name="connsiteX150" fmla="*/ 1214 w 31973"/>
                <a:gd name="connsiteY150" fmla="*/ 42531 h 88165"/>
                <a:gd name="connsiteX151" fmla="*/ 2024 w 31973"/>
                <a:gd name="connsiteY151" fmla="*/ 44769 h 88165"/>
                <a:gd name="connsiteX152" fmla="*/ 2428 w 31973"/>
                <a:gd name="connsiteY152" fmla="*/ 45515 h 88165"/>
                <a:gd name="connsiteX153" fmla="*/ 4857 w 31973"/>
                <a:gd name="connsiteY153" fmla="*/ 48500 h 88165"/>
                <a:gd name="connsiteX154" fmla="*/ 6476 w 31973"/>
                <a:gd name="connsiteY154" fmla="*/ 49246 h 88165"/>
                <a:gd name="connsiteX155" fmla="*/ 6880 w 31973"/>
                <a:gd name="connsiteY155" fmla="*/ 49992 h 88165"/>
                <a:gd name="connsiteX156" fmla="*/ 7690 w 31973"/>
                <a:gd name="connsiteY156" fmla="*/ 49992 h 8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31973" h="88165">
                  <a:moveTo>
                    <a:pt x="8904" y="50738"/>
                  </a:moveTo>
                  <a:lnTo>
                    <a:pt x="9713" y="50738"/>
                  </a:lnTo>
                  <a:lnTo>
                    <a:pt x="10523" y="51485"/>
                  </a:lnTo>
                  <a:lnTo>
                    <a:pt x="10928" y="51485"/>
                  </a:lnTo>
                  <a:lnTo>
                    <a:pt x="13356" y="52231"/>
                  </a:lnTo>
                  <a:lnTo>
                    <a:pt x="14166" y="52977"/>
                  </a:lnTo>
                  <a:lnTo>
                    <a:pt x="14570" y="53723"/>
                  </a:lnTo>
                  <a:lnTo>
                    <a:pt x="16594" y="55215"/>
                  </a:lnTo>
                  <a:lnTo>
                    <a:pt x="18213" y="57454"/>
                  </a:lnTo>
                  <a:lnTo>
                    <a:pt x="19022" y="58946"/>
                  </a:lnTo>
                  <a:lnTo>
                    <a:pt x="19427" y="61185"/>
                  </a:lnTo>
                  <a:lnTo>
                    <a:pt x="19022" y="63423"/>
                  </a:lnTo>
                  <a:lnTo>
                    <a:pt x="18618" y="64915"/>
                  </a:lnTo>
                  <a:lnTo>
                    <a:pt x="18213" y="65661"/>
                  </a:lnTo>
                  <a:lnTo>
                    <a:pt x="16999" y="67900"/>
                  </a:lnTo>
                  <a:lnTo>
                    <a:pt x="15784" y="70884"/>
                  </a:lnTo>
                  <a:lnTo>
                    <a:pt x="15784" y="73123"/>
                  </a:lnTo>
                  <a:lnTo>
                    <a:pt x="14975" y="75361"/>
                  </a:lnTo>
                  <a:lnTo>
                    <a:pt x="14570" y="76108"/>
                  </a:lnTo>
                  <a:lnTo>
                    <a:pt x="14166" y="76854"/>
                  </a:lnTo>
                  <a:lnTo>
                    <a:pt x="13356" y="78346"/>
                  </a:lnTo>
                  <a:lnTo>
                    <a:pt x="13356" y="80584"/>
                  </a:lnTo>
                  <a:lnTo>
                    <a:pt x="14570" y="83569"/>
                  </a:lnTo>
                  <a:lnTo>
                    <a:pt x="14570" y="84315"/>
                  </a:lnTo>
                  <a:lnTo>
                    <a:pt x="15380" y="85808"/>
                  </a:lnTo>
                  <a:cubicBezTo>
                    <a:pt x="15380" y="85808"/>
                    <a:pt x="16999" y="88792"/>
                    <a:pt x="16999" y="88046"/>
                  </a:cubicBezTo>
                  <a:lnTo>
                    <a:pt x="18213" y="87300"/>
                  </a:lnTo>
                  <a:lnTo>
                    <a:pt x="18618" y="84315"/>
                  </a:lnTo>
                  <a:lnTo>
                    <a:pt x="18618" y="83569"/>
                  </a:lnTo>
                  <a:lnTo>
                    <a:pt x="19022" y="79838"/>
                  </a:lnTo>
                  <a:lnTo>
                    <a:pt x="19427" y="77600"/>
                  </a:lnTo>
                  <a:lnTo>
                    <a:pt x="19832" y="76854"/>
                  </a:lnTo>
                  <a:lnTo>
                    <a:pt x="20237" y="73869"/>
                  </a:lnTo>
                  <a:lnTo>
                    <a:pt x="21046" y="71631"/>
                  </a:lnTo>
                  <a:lnTo>
                    <a:pt x="21451" y="69392"/>
                  </a:lnTo>
                  <a:lnTo>
                    <a:pt x="21855" y="67154"/>
                  </a:lnTo>
                  <a:lnTo>
                    <a:pt x="22260" y="64915"/>
                  </a:lnTo>
                  <a:lnTo>
                    <a:pt x="23070" y="62677"/>
                  </a:lnTo>
                  <a:lnTo>
                    <a:pt x="23879" y="58200"/>
                  </a:lnTo>
                  <a:lnTo>
                    <a:pt x="24284" y="56708"/>
                  </a:lnTo>
                  <a:lnTo>
                    <a:pt x="23879" y="55215"/>
                  </a:lnTo>
                  <a:lnTo>
                    <a:pt x="23474" y="52977"/>
                  </a:lnTo>
                  <a:lnTo>
                    <a:pt x="23070" y="50738"/>
                  </a:lnTo>
                  <a:lnTo>
                    <a:pt x="22665" y="47754"/>
                  </a:lnTo>
                  <a:lnTo>
                    <a:pt x="23070" y="45515"/>
                  </a:lnTo>
                  <a:lnTo>
                    <a:pt x="24284" y="42531"/>
                  </a:lnTo>
                  <a:lnTo>
                    <a:pt x="25903" y="39546"/>
                  </a:lnTo>
                  <a:lnTo>
                    <a:pt x="26307" y="38800"/>
                  </a:lnTo>
                  <a:lnTo>
                    <a:pt x="27522" y="36561"/>
                  </a:lnTo>
                  <a:lnTo>
                    <a:pt x="29141" y="35069"/>
                  </a:lnTo>
                  <a:lnTo>
                    <a:pt x="30760" y="33577"/>
                  </a:lnTo>
                  <a:lnTo>
                    <a:pt x="31569" y="32831"/>
                  </a:lnTo>
                  <a:lnTo>
                    <a:pt x="31974" y="32085"/>
                  </a:lnTo>
                  <a:lnTo>
                    <a:pt x="31569" y="29846"/>
                  </a:lnTo>
                  <a:lnTo>
                    <a:pt x="31164" y="29100"/>
                  </a:lnTo>
                  <a:lnTo>
                    <a:pt x="29141" y="28354"/>
                  </a:lnTo>
                  <a:lnTo>
                    <a:pt x="28736" y="29100"/>
                  </a:lnTo>
                  <a:lnTo>
                    <a:pt x="27117" y="29846"/>
                  </a:lnTo>
                  <a:lnTo>
                    <a:pt x="25903" y="30592"/>
                  </a:lnTo>
                  <a:lnTo>
                    <a:pt x="24689" y="31338"/>
                  </a:lnTo>
                  <a:lnTo>
                    <a:pt x="23879" y="34323"/>
                  </a:lnTo>
                  <a:lnTo>
                    <a:pt x="22665" y="35815"/>
                  </a:lnTo>
                  <a:lnTo>
                    <a:pt x="22260" y="40292"/>
                  </a:lnTo>
                  <a:lnTo>
                    <a:pt x="21451" y="41784"/>
                  </a:lnTo>
                  <a:lnTo>
                    <a:pt x="20641" y="43277"/>
                  </a:lnTo>
                  <a:lnTo>
                    <a:pt x="20237" y="44023"/>
                  </a:lnTo>
                  <a:lnTo>
                    <a:pt x="19832" y="44769"/>
                  </a:lnTo>
                  <a:lnTo>
                    <a:pt x="18618" y="44023"/>
                  </a:lnTo>
                  <a:lnTo>
                    <a:pt x="18213" y="44023"/>
                  </a:lnTo>
                  <a:lnTo>
                    <a:pt x="17403" y="43277"/>
                  </a:lnTo>
                  <a:lnTo>
                    <a:pt x="16999" y="41038"/>
                  </a:lnTo>
                  <a:lnTo>
                    <a:pt x="17808" y="38054"/>
                  </a:lnTo>
                  <a:lnTo>
                    <a:pt x="18213" y="36561"/>
                  </a:lnTo>
                  <a:lnTo>
                    <a:pt x="19832" y="34323"/>
                  </a:lnTo>
                  <a:lnTo>
                    <a:pt x="22665" y="29846"/>
                  </a:lnTo>
                  <a:lnTo>
                    <a:pt x="25093" y="26115"/>
                  </a:lnTo>
                  <a:lnTo>
                    <a:pt x="26712" y="23131"/>
                  </a:lnTo>
                  <a:lnTo>
                    <a:pt x="28331" y="21638"/>
                  </a:lnTo>
                  <a:lnTo>
                    <a:pt x="29545" y="20892"/>
                  </a:lnTo>
                  <a:lnTo>
                    <a:pt x="29545" y="20146"/>
                  </a:lnTo>
                  <a:lnTo>
                    <a:pt x="29950" y="18654"/>
                  </a:lnTo>
                  <a:lnTo>
                    <a:pt x="30355" y="15669"/>
                  </a:lnTo>
                  <a:lnTo>
                    <a:pt x="29545" y="14923"/>
                  </a:lnTo>
                  <a:lnTo>
                    <a:pt x="29141" y="14177"/>
                  </a:lnTo>
                  <a:lnTo>
                    <a:pt x="27522" y="14177"/>
                  </a:lnTo>
                  <a:lnTo>
                    <a:pt x="27117" y="14923"/>
                  </a:lnTo>
                  <a:lnTo>
                    <a:pt x="25903" y="15669"/>
                  </a:lnTo>
                  <a:lnTo>
                    <a:pt x="24284" y="19400"/>
                  </a:lnTo>
                  <a:lnTo>
                    <a:pt x="21855" y="23131"/>
                  </a:lnTo>
                  <a:lnTo>
                    <a:pt x="20237" y="26115"/>
                  </a:lnTo>
                  <a:lnTo>
                    <a:pt x="19832" y="26861"/>
                  </a:lnTo>
                  <a:lnTo>
                    <a:pt x="18618" y="29100"/>
                  </a:lnTo>
                  <a:lnTo>
                    <a:pt x="18213" y="29100"/>
                  </a:lnTo>
                  <a:lnTo>
                    <a:pt x="16594" y="32085"/>
                  </a:lnTo>
                  <a:lnTo>
                    <a:pt x="14975" y="34323"/>
                  </a:lnTo>
                  <a:lnTo>
                    <a:pt x="13761" y="36561"/>
                  </a:lnTo>
                  <a:lnTo>
                    <a:pt x="13761" y="37308"/>
                  </a:lnTo>
                  <a:lnTo>
                    <a:pt x="12547" y="38054"/>
                  </a:lnTo>
                  <a:lnTo>
                    <a:pt x="10928" y="38800"/>
                  </a:lnTo>
                  <a:lnTo>
                    <a:pt x="10118" y="38054"/>
                  </a:lnTo>
                  <a:lnTo>
                    <a:pt x="9713" y="35815"/>
                  </a:lnTo>
                  <a:lnTo>
                    <a:pt x="10118" y="33577"/>
                  </a:lnTo>
                  <a:lnTo>
                    <a:pt x="10523" y="31338"/>
                  </a:lnTo>
                  <a:lnTo>
                    <a:pt x="10928" y="29100"/>
                  </a:lnTo>
                  <a:lnTo>
                    <a:pt x="12547" y="25369"/>
                  </a:lnTo>
                  <a:lnTo>
                    <a:pt x="13761" y="22385"/>
                  </a:lnTo>
                  <a:lnTo>
                    <a:pt x="14166" y="21638"/>
                  </a:lnTo>
                  <a:lnTo>
                    <a:pt x="15784" y="18654"/>
                  </a:lnTo>
                  <a:lnTo>
                    <a:pt x="17403" y="16415"/>
                  </a:lnTo>
                  <a:lnTo>
                    <a:pt x="18618" y="14177"/>
                  </a:lnTo>
                  <a:lnTo>
                    <a:pt x="20237" y="13431"/>
                  </a:lnTo>
                  <a:lnTo>
                    <a:pt x="20641" y="12685"/>
                  </a:lnTo>
                  <a:lnTo>
                    <a:pt x="23474" y="10446"/>
                  </a:lnTo>
                  <a:lnTo>
                    <a:pt x="25903" y="9700"/>
                  </a:lnTo>
                  <a:lnTo>
                    <a:pt x="27117" y="8954"/>
                  </a:lnTo>
                  <a:lnTo>
                    <a:pt x="28736" y="8208"/>
                  </a:lnTo>
                  <a:lnTo>
                    <a:pt x="29950" y="7461"/>
                  </a:lnTo>
                  <a:lnTo>
                    <a:pt x="29950" y="6715"/>
                  </a:lnTo>
                  <a:lnTo>
                    <a:pt x="30760" y="5223"/>
                  </a:lnTo>
                  <a:lnTo>
                    <a:pt x="29950" y="3731"/>
                  </a:lnTo>
                  <a:lnTo>
                    <a:pt x="29545" y="746"/>
                  </a:lnTo>
                  <a:lnTo>
                    <a:pt x="28331" y="0"/>
                  </a:lnTo>
                  <a:lnTo>
                    <a:pt x="26712" y="746"/>
                  </a:lnTo>
                  <a:lnTo>
                    <a:pt x="25903" y="746"/>
                  </a:lnTo>
                  <a:lnTo>
                    <a:pt x="23070" y="2985"/>
                  </a:lnTo>
                  <a:lnTo>
                    <a:pt x="19832" y="5969"/>
                  </a:lnTo>
                  <a:lnTo>
                    <a:pt x="19022" y="6715"/>
                  </a:lnTo>
                  <a:lnTo>
                    <a:pt x="18618" y="7461"/>
                  </a:lnTo>
                  <a:lnTo>
                    <a:pt x="17403" y="8954"/>
                  </a:lnTo>
                  <a:lnTo>
                    <a:pt x="14975" y="10446"/>
                  </a:lnTo>
                  <a:lnTo>
                    <a:pt x="14166" y="11192"/>
                  </a:lnTo>
                  <a:lnTo>
                    <a:pt x="12547" y="12685"/>
                  </a:lnTo>
                  <a:lnTo>
                    <a:pt x="10928" y="15669"/>
                  </a:lnTo>
                  <a:lnTo>
                    <a:pt x="10523" y="15669"/>
                  </a:lnTo>
                  <a:lnTo>
                    <a:pt x="9713" y="17908"/>
                  </a:lnTo>
                  <a:lnTo>
                    <a:pt x="9713" y="18654"/>
                  </a:lnTo>
                  <a:lnTo>
                    <a:pt x="8095" y="20146"/>
                  </a:lnTo>
                  <a:lnTo>
                    <a:pt x="7690" y="20892"/>
                  </a:lnTo>
                  <a:lnTo>
                    <a:pt x="7285" y="21638"/>
                  </a:lnTo>
                  <a:lnTo>
                    <a:pt x="6880" y="23131"/>
                  </a:lnTo>
                  <a:cubicBezTo>
                    <a:pt x="4452" y="24623"/>
                    <a:pt x="5261" y="26861"/>
                    <a:pt x="4857" y="29846"/>
                  </a:cubicBezTo>
                  <a:lnTo>
                    <a:pt x="4452" y="31338"/>
                  </a:lnTo>
                  <a:lnTo>
                    <a:pt x="2833" y="34323"/>
                  </a:lnTo>
                  <a:lnTo>
                    <a:pt x="2428" y="35069"/>
                  </a:lnTo>
                  <a:lnTo>
                    <a:pt x="1214" y="38054"/>
                  </a:lnTo>
                  <a:lnTo>
                    <a:pt x="809" y="38800"/>
                  </a:lnTo>
                  <a:lnTo>
                    <a:pt x="405" y="39546"/>
                  </a:lnTo>
                  <a:lnTo>
                    <a:pt x="0" y="39546"/>
                  </a:lnTo>
                  <a:lnTo>
                    <a:pt x="405" y="40292"/>
                  </a:lnTo>
                  <a:lnTo>
                    <a:pt x="809" y="41038"/>
                  </a:lnTo>
                  <a:lnTo>
                    <a:pt x="1214" y="42531"/>
                  </a:lnTo>
                  <a:lnTo>
                    <a:pt x="2024" y="44769"/>
                  </a:lnTo>
                  <a:lnTo>
                    <a:pt x="2428" y="45515"/>
                  </a:lnTo>
                  <a:lnTo>
                    <a:pt x="4857" y="48500"/>
                  </a:lnTo>
                  <a:lnTo>
                    <a:pt x="6476" y="49246"/>
                  </a:lnTo>
                  <a:lnTo>
                    <a:pt x="6880" y="49992"/>
                  </a:lnTo>
                  <a:lnTo>
                    <a:pt x="7690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7" name="Freeform 1026"/>
            <p:cNvSpPr/>
            <p:nvPr/>
          </p:nvSpPr>
          <p:spPr>
            <a:xfrm>
              <a:off x="10279007" y="478569"/>
              <a:ext cx="20236" cy="23876"/>
            </a:xfrm>
            <a:custGeom>
              <a:avLst/>
              <a:gdLst>
                <a:gd name="connsiteX0" fmla="*/ 12951 w 20236"/>
                <a:gd name="connsiteY0" fmla="*/ 7461 h 23876"/>
                <a:gd name="connsiteX1" fmla="*/ 9309 w 20236"/>
                <a:gd name="connsiteY1" fmla="*/ 5223 h 23876"/>
                <a:gd name="connsiteX2" fmla="*/ 5261 w 20236"/>
                <a:gd name="connsiteY2" fmla="*/ 2238 h 23876"/>
                <a:gd name="connsiteX3" fmla="*/ 2428 w 20236"/>
                <a:gd name="connsiteY3" fmla="*/ 746 h 23876"/>
                <a:gd name="connsiteX4" fmla="*/ 2428 w 20236"/>
                <a:gd name="connsiteY4" fmla="*/ 0 h 23876"/>
                <a:gd name="connsiteX5" fmla="*/ 0 w 20236"/>
                <a:gd name="connsiteY5" fmla="*/ 10446 h 23876"/>
                <a:gd name="connsiteX6" fmla="*/ 2428 w 20236"/>
                <a:gd name="connsiteY6" fmla="*/ 12685 h 23876"/>
                <a:gd name="connsiteX7" fmla="*/ 5261 w 20236"/>
                <a:gd name="connsiteY7" fmla="*/ 14177 h 23876"/>
                <a:gd name="connsiteX8" fmla="*/ 9309 w 20236"/>
                <a:gd name="connsiteY8" fmla="*/ 17161 h 23876"/>
                <a:gd name="connsiteX9" fmla="*/ 12951 w 20236"/>
                <a:gd name="connsiteY9" fmla="*/ 20146 h 23876"/>
                <a:gd name="connsiteX10" fmla="*/ 14570 w 20236"/>
                <a:gd name="connsiteY10" fmla="*/ 20892 h 23876"/>
                <a:gd name="connsiteX11" fmla="*/ 18213 w 20236"/>
                <a:gd name="connsiteY11" fmla="*/ 23877 h 23876"/>
                <a:gd name="connsiteX12" fmla="*/ 19427 w 20236"/>
                <a:gd name="connsiteY12" fmla="*/ 17908 h 23876"/>
                <a:gd name="connsiteX13" fmla="*/ 19832 w 20236"/>
                <a:gd name="connsiteY13" fmla="*/ 15669 h 23876"/>
                <a:gd name="connsiteX14" fmla="*/ 20237 w 20236"/>
                <a:gd name="connsiteY14" fmla="*/ 12685 h 23876"/>
                <a:gd name="connsiteX15" fmla="*/ 19832 w 20236"/>
                <a:gd name="connsiteY15" fmla="*/ 12685 h 23876"/>
                <a:gd name="connsiteX16" fmla="*/ 19427 w 20236"/>
                <a:gd name="connsiteY16" fmla="*/ 11938 h 23876"/>
                <a:gd name="connsiteX17" fmla="*/ 14570 w 20236"/>
                <a:gd name="connsiteY17" fmla="*/ 8954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236" h="23876">
                  <a:moveTo>
                    <a:pt x="12951" y="7461"/>
                  </a:moveTo>
                  <a:lnTo>
                    <a:pt x="9309" y="5223"/>
                  </a:lnTo>
                  <a:lnTo>
                    <a:pt x="5261" y="2238"/>
                  </a:lnTo>
                  <a:lnTo>
                    <a:pt x="2428" y="746"/>
                  </a:lnTo>
                  <a:lnTo>
                    <a:pt x="2428" y="0"/>
                  </a:lnTo>
                  <a:lnTo>
                    <a:pt x="0" y="10446"/>
                  </a:lnTo>
                  <a:lnTo>
                    <a:pt x="2428" y="12685"/>
                  </a:lnTo>
                  <a:lnTo>
                    <a:pt x="5261" y="14177"/>
                  </a:lnTo>
                  <a:lnTo>
                    <a:pt x="9309" y="17161"/>
                  </a:lnTo>
                  <a:lnTo>
                    <a:pt x="12951" y="20146"/>
                  </a:lnTo>
                  <a:lnTo>
                    <a:pt x="14570" y="20892"/>
                  </a:lnTo>
                  <a:lnTo>
                    <a:pt x="18213" y="23877"/>
                  </a:lnTo>
                  <a:lnTo>
                    <a:pt x="19427" y="17908"/>
                  </a:lnTo>
                  <a:lnTo>
                    <a:pt x="19832" y="15669"/>
                  </a:lnTo>
                  <a:lnTo>
                    <a:pt x="20237" y="12685"/>
                  </a:lnTo>
                  <a:lnTo>
                    <a:pt x="19832" y="12685"/>
                  </a:lnTo>
                  <a:lnTo>
                    <a:pt x="19427" y="11938"/>
                  </a:lnTo>
                  <a:lnTo>
                    <a:pt x="1457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9" name="Freeform 1028"/>
            <p:cNvSpPr/>
            <p:nvPr/>
          </p:nvSpPr>
          <p:spPr>
            <a:xfrm>
              <a:off x="10250271" y="99523"/>
              <a:ext cx="41687" cy="67899"/>
            </a:xfrm>
            <a:custGeom>
              <a:avLst/>
              <a:gdLst>
                <a:gd name="connsiteX0" fmla="*/ 26712 w 41687"/>
                <a:gd name="connsiteY0" fmla="*/ 20146 h 67899"/>
                <a:gd name="connsiteX1" fmla="*/ 26307 w 41687"/>
                <a:gd name="connsiteY1" fmla="*/ 22385 h 67899"/>
                <a:gd name="connsiteX2" fmla="*/ 26712 w 41687"/>
                <a:gd name="connsiteY2" fmla="*/ 24623 h 67899"/>
                <a:gd name="connsiteX3" fmla="*/ 27117 w 41687"/>
                <a:gd name="connsiteY3" fmla="*/ 26115 h 67899"/>
                <a:gd name="connsiteX4" fmla="*/ 27117 w 41687"/>
                <a:gd name="connsiteY4" fmla="*/ 27608 h 67899"/>
                <a:gd name="connsiteX5" fmla="*/ 26712 w 41687"/>
                <a:gd name="connsiteY5" fmla="*/ 29100 h 67899"/>
                <a:gd name="connsiteX6" fmla="*/ 25903 w 41687"/>
                <a:gd name="connsiteY6" fmla="*/ 30592 h 67899"/>
                <a:gd name="connsiteX7" fmla="*/ 24689 w 41687"/>
                <a:gd name="connsiteY7" fmla="*/ 30592 h 67899"/>
                <a:gd name="connsiteX8" fmla="*/ 23879 w 41687"/>
                <a:gd name="connsiteY8" fmla="*/ 31338 h 67899"/>
                <a:gd name="connsiteX9" fmla="*/ 23474 w 41687"/>
                <a:gd name="connsiteY9" fmla="*/ 32831 h 67899"/>
                <a:gd name="connsiteX10" fmla="*/ 23070 w 41687"/>
                <a:gd name="connsiteY10" fmla="*/ 34323 h 67899"/>
                <a:gd name="connsiteX11" fmla="*/ 22665 w 41687"/>
                <a:gd name="connsiteY11" fmla="*/ 36561 h 67899"/>
                <a:gd name="connsiteX12" fmla="*/ 22665 w 41687"/>
                <a:gd name="connsiteY12" fmla="*/ 38054 h 67899"/>
                <a:gd name="connsiteX13" fmla="*/ 21855 w 41687"/>
                <a:gd name="connsiteY13" fmla="*/ 40292 h 67899"/>
                <a:gd name="connsiteX14" fmla="*/ 21451 w 41687"/>
                <a:gd name="connsiteY14" fmla="*/ 41784 h 67899"/>
                <a:gd name="connsiteX15" fmla="*/ 21046 w 41687"/>
                <a:gd name="connsiteY15" fmla="*/ 43277 h 67899"/>
                <a:gd name="connsiteX16" fmla="*/ 21451 w 41687"/>
                <a:gd name="connsiteY16" fmla="*/ 44769 h 67899"/>
                <a:gd name="connsiteX17" fmla="*/ 21451 w 41687"/>
                <a:gd name="connsiteY17" fmla="*/ 47008 h 67899"/>
                <a:gd name="connsiteX18" fmla="*/ 21046 w 41687"/>
                <a:gd name="connsiteY18" fmla="*/ 48500 h 67899"/>
                <a:gd name="connsiteX19" fmla="*/ 16594 w 41687"/>
                <a:gd name="connsiteY19" fmla="*/ 48500 h 67899"/>
                <a:gd name="connsiteX20" fmla="*/ 14975 w 41687"/>
                <a:gd name="connsiteY20" fmla="*/ 47754 h 67899"/>
                <a:gd name="connsiteX21" fmla="*/ 14166 w 41687"/>
                <a:gd name="connsiteY21" fmla="*/ 47754 h 67899"/>
                <a:gd name="connsiteX22" fmla="*/ 12547 w 41687"/>
                <a:gd name="connsiteY22" fmla="*/ 47008 h 67899"/>
                <a:gd name="connsiteX23" fmla="*/ 10523 w 41687"/>
                <a:gd name="connsiteY23" fmla="*/ 47008 h 67899"/>
                <a:gd name="connsiteX24" fmla="*/ 8095 w 41687"/>
                <a:gd name="connsiteY24" fmla="*/ 46261 h 67899"/>
                <a:gd name="connsiteX25" fmla="*/ 6880 w 41687"/>
                <a:gd name="connsiteY25" fmla="*/ 44769 h 67899"/>
                <a:gd name="connsiteX26" fmla="*/ 6071 w 41687"/>
                <a:gd name="connsiteY26" fmla="*/ 44023 h 67899"/>
                <a:gd name="connsiteX27" fmla="*/ 5261 w 41687"/>
                <a:gd name="connsiteY27" fmla="*/ 42531 h 67899"/>
                <a:gd name="connsiteX28" fmla="*/ 4857 w 41687"/>
                <a:gd name="connsiteY28" fmla="*/ 42531 h 67899"/>
                <a:gd name="connsiteX29" fmla="*/ 4047 w 41687"/>
                <a:gd name="connsiteY29" fmla="*/ 41784 h 67899"/>
                <a:gd name="connsiteX30" fmla="*/ 2833 w 41687"/>
                <a:gd name="connsiteY30" fmla="*/ 41784 h 67899"/>
                <a:gd name="connsiteX31" fmla="*/ 2428 w 41687"/>
                <a:gd name="connsiteY31" fmla="*/ 42531 h 67899"/>
                <a:gd name="connsiteX32" fmla="*/ 2024 w 41687"/>
                <a:gd name="connsiteY32" fmla="*/ 43277 h 67899"/>
                <a:gd name="connsiteX33" fmla="*/ 1619 w 41687"/>
                <a:gd name="connsiteY33" fmla="*/ 44769 h 67899"/>
                <a:gd name="connsiteX34" fmla="*/ 1214 w 41687"/>
                <a:gd name="connsiteY34" fmla="*/ 46261 h 67899"/>
                <a:gd name="connsiteX35" fmla="*/ 809 w 41687"/>
                <a:gd name="connsiteY35" fmla="*/ 47754 h 67899"/>
                <a:gd name="connsiteX36" fmla="*/ 0 w 41687"/>
                <a:gd name="connsiteY36" fmla="*/ 51484 h 67899"/>
                <a:gd name="connsiteX37" fmla="*/ 0 w 41687"/>
                <a:gd name="connsiteY37" fmla="*/ 57454 h 67899"/>
                <a:gd name="connsiteX38" fmla="*/ 809 w 41687"/>
                <a:gd name="connsiteY38" fmla="*/ 61184 h 67899"/>
                <a:gd name="connsiteX39" fmla="*/ 1214 w 41687"/>
                <a:gd name="connsiteY39" fmla="*/ 63423 h 67899"/>
                <a:gd name="connsiteX40" fmla="*/ 1619 w 41687"/>
                <a:gd name="connsiteY40" fmla="*/ 63423 h 67899"/>
                <a:gd name="connsiteX41" fmla="*/ 2024 w 41687"/>
                <a:gd name="connsiteY41" fmla="*/ 65661 h 67899"/>
                <a:gd name="connsiteX42" fmla="*/ 2428 w 41687"/>
                <a:gd name="connsiteY42" fmla="*/ 65661 h 67899"/>
                <a:gd name="connsiteX43" fmla="*/ 3238 w 41687"/>
                <a:gd name="connsiteY43" fmla="*/ 64915 h 67899"/>
                <a:gd name="connsiteX44" fmla="*/ 4047 w 41687"/>
                <a:gd name="connsiteY44" fmla="*/ 64915 h 67899"/>
                <a:gd name="connsiteX45" fmla="*/ 4857 w 41687"/>
                <a:gd name="connsiteY45" fmla="*/ 64169 h 67899"/>
                <a:gd name="connsiteX46" fmla="*/ 5261 w 41687"/>
                <a:gd name="connsiteY46" fmla="*/ 64169 h 67899"/>
                <a:gd name="connsiteX47" fmla="*/ 6071 w 41687"/>
                <a:gd name="connsiteY47" fmla="*/ 63423 h 67899"/>
                <a:gd name="connsiteX48" fmla="*/ 6071 w 41687"/>
                <a:gd name="connsiteY48" fmla="*/ 55961 h 67899"/>
                <a:gd name="connsiteX49" fmla="*/ 6476 w 41687"/>
                <a:gd name="connsiteY49" fmla="*/ 55215 h 67899"/>
                <a:gd name="connsiteX50" fmla="*/ 8095 w 41687"/>
                <a:gd name="connsiteY50" fmla="*/ 53723 h 67899"/>
                <a:gd name="connsiteX51" fmla="*/ 13761 w 41687"/>
                <a:gd name="connsiteY51" fmla="*/ 53723 h 67899"/>
                <a:gd name="connsiteX52" fmla="*/ 14570 w 41687"/>
                <a:gd name="connsiteY52" fmla="*/ 54469 h 67899"/>
                <a:gd name="connsiteX53" fmla="*/ 14975 w 41687"/>
                <a:gd name="connsiteY53" fmla="*/ 54469 h 67899"/>
                <a:gd name="connsiteX54" fmla="*/ 15380 w 41687"/>
                <a:gd name="connsiteY54" fmla="*/ 55215 h 67899"/>
                <a:gd name="connsiteX55" fmla="*/ 16594 w 41687"/>
                <a:gd name="connsiteY55" fmla="*/ 57454 h 67899"/>
                <a:gd name="connsiteX56" fmla="*/ 17403 w 41687"/>
                <a:gd name="connsiteY56" fmla="*/ 58946 h 67899"/>
                <a:gd name="connsiteX57" fmla="*/ 18618 w 41687"/>
                <a:gd name="connsiteY57" fmla="*/ 61184 h 67899"/>
                <a:gd name="connsiteX58" fmla="*/ 18618 w 41687"/>
                <a:gd name="connsiteY58" fmla="*/ 61931 h 67899"/>
                <a:gd name="connsiteX59" fmla="*/ 19427 w 41687"/>
                <a:gd name="connsiteY59" fmla="*/ 63423 h 67899"/>
                <a:gd name="connsiteX60" fmla="*/ 20641 w 41687"/>
                <a:gd name="connsiteY60" fmla="*/ 65661 h 67899"/>
                <a:gd name="connsiteX61" fmla="*/ 21451 w 41687"/>
                <a:gd name="connsiteY61" fmla="*/ 66408 h 67899"/>
                <a:gd name="connsiteX62" fmla="*/ 22665 w 41687"/>
                <a:gd name="connsiteY62" fmla="*/ 67154 h 67899"/>
                <a:gd name="connsiteX63" fmla="*/ 24284 w 41687"/>
                <a:gd name="connsiteY63" fmla="*/ 67900 h 67899"/>
                <a:gd name="connsiteX64" fmla="*/ 25498 w 41687"/>
                <a:gd name="connsiteY64" fmla="*/ 67154 h 67899"/>
                <a:gd name="connsiteX65" fmla="*/ 25903 w 41687"/>
                <a:gd name="connsiteY65" fmla="*/ 65661 h 67899"/>
                <a:gd name="connsiteX66" fmla="*/ 25903 w 41687"/>
                <a:gd name="connsiteY66" fmla="*/ 64169 h 67899"/>
                <a:gd name="connsiteX67" fmla="*/ 26307 w 41687"/>
                <a:gd name="connsiteY67" fmla="*/ 63423 h 67899"/>
                <a:gd name="connsiteX68" fmla="*/ 26307 w 41687"/>
                <a:gd name="connsiteY68" fmla="*/ 57454 h 67899"/>
                <a:gd name="connsiteX69" fmla="*/ 25903 w 41687"/>
                <a:gd name="connsiteY69" fmla="*/ 57454 h 67899"/>
                <a:gd name="connsiteX70" fmla="*/ 25903 w 41687"/>
                <a:gd name="connsiteY70" fmla="*/ 54469 h 67899"/>
                <a:gd name="connsiteX71" fmla="*/ 25093 w 41687"/>
                <a:gd name="connsiteY71" fmla="*/ 52977 h 67899"/>
                <a:gd name="connsiteX72" fmla="*/ 25498 w 41687"/>
                <a:gd name="connsiteY72" fmla="*/ 52231 h 67899"/>
                <a:gd name="connsiteX73" fmla="*/ 25903 w 41687"/>
                <a:gd name="connsiteY73" fmla="*/ 51484 h 67899"/>
                <a:gd name="connsiteX74" fmla="*/ 27117 w 41687"/>
                <a:gd name="connsiteY74" fmla="*/ 51484 h 67899"/>
                <a:gd name="connsiteX75" fmla="*/ 27522 w 41687"/>
                <a:gd name="connsiteY75" fmla="*/ 50738 h 67899"/>
                <a:gd name="connsiteX76" fmla="*/ 28331 w 41687"/>
                <a:gd name="connsiteY76" fmla="*/ 49246 h 67899"/>
                <a:gd name="connsiteX77" fmla="*/ 27926 w 41687"/>
                <a:gd name="connsiteY77" fmla="*/ 47008 h 67899"/>
                <a:gd name="connsiteX78" fmla="*/ 27926 w 41687"/>
                <a:gd name="connsiteY78" fmla="*/ 46261 h 67899"/>
                <a:gd name="connsiteX79" fmla="*/ 27522 w 41687"/>
                <a:gd name="connsiteY79" fmla="*/ 44023 h 67899"/>
                <a:gd name="connsiteX80" fmla="*/ 26712 w 41687"/>
                <a:gd name="connsiteY80" fmla="*/ 41784 h 67899"/>
                <a:gd name="connsiteX81" fmla="*/ 26712 w 41687"/>
                <a:gd name="connsiteY81" fmla="*/ 41038 h 67899"/>
                <a:gd name="connsiteX82" fmla="*/ 27117 w 41687"/>
                <a:gd name="connsiteY82" fmla="*/ 39546 h 67899"/>
                <a:gd name="connsiteX83" fmla="*/ 27522 w 41687"/>
                <a:gd name="connsiteY83" fmla="*/ 38800 h 67899"/>
                <a:gd name="connsiteX84" fmla="*/ 27926 w 41687"/>
                <a:gd name="connsiteY84" fmla="*/ 38054 h 67899"/>
                <a:gd name="connsiteX85" fmla="*/ 29545 w 41687"/>
                <a:gd name="connsiteY85" fmla="*/ 36561 h 67899"/>
                <a:gd name="connsiteX86" fmla="*/ 34402 w 41687"/>
                <a:gd name="connsiteY86" fmla="*/ 36561 h 67899"/>
                <a:gd name="connsiteX87" fmla="*/ 35212 w 41687"/>
                <a:gd name="connsiteY87" fmla="*/ 34323 h 67899"/>
                <a:gd name="connsiteX88" fmla="*/ 36831 w 41687"/>
                <a:gd name="connsiteY88" fmla="*/ 32831 h 67899"/>
                <a:gd name="connsiteX89" fmla="*/ 38045 w 41687"/>
                <a:gd name="connsiteY89" fmla="*/ 31338 h 67899"/>
                <a:gd name="connsiteX90" fmla="*/ 38449 w 41687"/>
                <a:gd name="connsiteY90" fmla="*/ 30592 h 67899"/>
                <a:gd name="connsiteX91" fmla="*/ 39259 w 41687"/>
                <a:gd name="connsiteY91" fmla="*/ 28354 h 67899"/>
                <a:gd name="connsiteX92" fmla="*/ 40473 w 41687"/>
                <a:gd name="connsiteY92" fmla="*/ 25369 h 67899"/>
                <a:gd name="connsiteX93" fmla="*/ 41687 w 41687"/>
                <a:gd name="connsiteY93" fmla="*/ 22385 h 67899"/>
                <a:gd name="connsiteX94" fmla="*/ 41687 w 41687"/>
                <a:gd name="connsiteY94" fmla="*/ 12685 h 67899"/>
                <a:gd name="connsiteX95" fmla="*/ 41283 w 41687"/>
                <a:gd name="connsiteY95" fmla="*/ 11192 h 67899"/>
                <a:gd name="connsiteX96" fmla="*/ 40473 w 41687"/>
                <a:gd name="connsiteY96" fmla="*/ 10446 h 67899"/>
                <a:gd name="connsiteX97" fmla="*/ 40473 w 41687"/>
                <a:gd name="connsiteY97" fmla="*/ 8954 h 67899"/>
                <a:gd name="connsiteX98" fmla="*/ 39259 w 41687"/>
                <a:gd name="connsiteY98" fmla="*/ 8208 h 67899"/>
                <a:gd name="connsiteX99" fmla="*/ 38045 w 41687"/>
                <a:gd name="connsiteY99" fmla="*/ 5969 h 67899"/>
                <a:gd name="connsiteX100" fmla="*/ 37640 w 41687"/>
                <a:gd name="connsiteY100" fmla="*/ 5969 h 67899"/>
                <a:gd name="connsiteX101" fmla="*/ 37235 w 41687"/>
                <a:gd name="connsiteY101" fmla="*/ 4477 h 67899"/>
                <a:gd name="connsiteX102" fmla="*/ 36426 w 41687"/>
                <a:gd name="connsiteY102" fmla="*/ 3731 h 67899"/>
                <a:gd name="connsiteX103" fmla="*/ 36831 w 41687"/>
                <a:gd name="connsiteY103" fmla="*/ 1492 h 67899"/>
                <a:gd name="connsiteX104" fmla="*/ 36021 w 41687"/>
                <a:gd name="connsiteY104" fmla="*/ 0 h 67899"/>
                <a:gd name="connsiteX105" fmla="*/ 33593 w 41687"/>
                <a:gd name="connsiteY105" fmla="*/ 0 h 67899"/>
                <a:gd name="connsiteX106" fmla="*/ 32378 w 41687"/>
                <a:gd name="connsiteY106" fmla="*/ 1492 h 67899"/>
                <a:gd name="connsiteX107" fmla="*/ 31164 w 41687"/>
                <a:gd name="connsiteY107" fmla="*/ 2985 h 67899"/>
                <a:gd name="connsiteX108" fmla="*/ 31164 w 41687"/>
                <a:gd name="connsiteY108" fmla="*/ 3731 h 67899"/>
                <a:gd name="connsiteX109" fmla="*/ 30760 w 41687"/>
                <a:gd name="connsiteY109" fmla="*/ 5223 h 67899"/>
                <a:gd name="connsiteX110" fmla="*/ 30760 w 41687"/>
                <a:gd name="connsiteY110" fmla="*/ 7461 h 67899"/>
                <a:gd name="connsiteX111" fmla="*/ 31164 w 41687"/>
                <a:gd name="connsiteY111" fmla="*/ 8954 h 67899"/>
                <a:gd name="connsiteX112" fmla="*/ 31569 w 41687"/>
                <a:gd name="connsiteY112" fmla="*/ 9700 h 67899"/>
                <a:gd name="connsiteX113" fmla="*/ 32378 w 41687"/>
                <a:gd name="connsiteY113" fmla="*/ 11192 h 67899"/>
                <a:gd name="connsiteX114" fmla="*/ 36021 w 41687"/>
                <a:gd name="connsiteY114" fmla="*/ 11192 h 67899"/>
                <a:gd name="connsiteX115" fmla="*/ 36831 w 41687"/>
                <a:gd name="connsiteY115" fmla="*/ 13431 h 67899"/>
                <a:gd name="connsiteX116" fmla="*/ 37235 w 41687"/>
                <a:gd name="connsiteY116" fmla="*/ 14923 h 67899"/>
                <a:gd name="connsiteX117" fmla="*/ 36831 w 41687"/>
                <a:gd name="connsiteY117" fmla="*/ 17161 h 67899"/>
                <a:gd name="connsiteX118" fmla="*/ 36831 w 41687"/>
                <a:gd name="connsiteY118" fmla="*/ 20892 h 67899"/>
                <a:gd name="connsiteX119" fmla="*/ 36426 w 41687"/>
                <a:gd name="connsiteY119" fmla="*/ 22385 h 67899"/>
                <a:gd name="connsiteX120" fmla="*/ 36021 w 41687"/>
                <a:gd name="connsiteY120" fmla="*/ 23131 h 67899"/>
                <a:gd name="connsiteX121" fmla="*/ 35212 w 41687"/>
                <a:gd name="connsiteY121" fmla="*/ 24623 h 67899"/>
                <a:gd name="connsiteX122" fmla="*/ 35212 w 41687"/>
                <a:gd name="connsiteY122" fmla="*/ 25369 h 67899"/>
                <a:gd name="connsiteX123" fmla="*/ 34402 w 41687"/>
                <a:gd name="connsiteY123" fmla="*/ 26861 h 67899"/>
                <a:gd name="connsiteX124" fmla="*/ 30760 w 41687"/>
                <a:gd name="connsiteY124" fmla="*/ 26861 h 67899"/>
                <a:gd name="connsiteX125" fmla="*/ 30355 w 41687"/>
                <a:gd name="connsiteY125" fmla="*/ 25369 h 67899"/>
                <a:gd name="connsiteX126" fmla="*/ 30760 w 41687"/>
                <a:gd name="connsiteY126" fmla="*/ 23877 h 67899"/>
                <a:gd name="connsiteX127" fmla="*/ 31164 w 41687"/>
                <a:gd name="connsiteY127" fmla="*/ 23131 h 67899"/>
                <a:gd name="connsiteX128" fmla="*/ 31569 w 41687"/>
                <a:gd name="connsiteY128" fmla="*/ 22385 h 67899"/>
                <a:gd name="connsiteX129" fmla="*/ 32783 w 41687"/>
                <a:gd name="connsiteY129" fmla="*/ 20146 h 67899"/>
                <a:gd name="connsiteX130" fmla="*/ 32378 w 41687"/>
                <a:gd name="connsiteY130" fmla="*/ 18654 h 67899"/>
                <a:gd name="connsiteX131" fmla="*/ 31974 w 41687"/>
                <a:gd name="connsiteY131" fmla="*/ 17161 h 67899"/>
                <a:gd name="connsiteX132" fmla="*/ 28331 w 41687"/>
                <a:gd name="connsiteY132" fmla="*/ 17161 h 67899"/>
                <a:gd name="connsiteX133" fmla="*/ 27522 w 41687"/>
                <a:gd name="connsiteY133" fmla="*/ 18654 h 67899"/>
                <a:gd name="connsiteX134" fmla="*/ 27117 w 41687"/>
                <a:gd name="connsiteY134" fmla="*/ 19400 h 6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41687" h="67899">
                  <a:moveTo>
                    <a:pt x="26712" y="20146"/>
                  </a:moveTo>
                  <a:lnTo>
                    <a:pt x="26307" y="22385"/>
                  </a:lnTo>
                  <a:lnTo>
                    <a:pt x="26712" y="24623"/>
                  </a:lnTo>
                  <a:lnTo>
                    <a:pt x="27117" y="26115"/>
                  </a:lnTo>
                  <a:lnTo>
                    <a:pt x="27117" y="27608"/>
                  </a:lnTo>
                  <a:lnTo>
                    <a:pt x="26712" y="29100"/>
                  </a:lnTo>
                  <a:lnTo>
                    <a:pt x="25903" y="30592"/>
                  </a:lnTo>
                  <a:lnTo>
                    <a:pt x="24689" y="30592"/>
                  </a:lnTo>
                  <a:lnTo>
                    <a:pt x="23879" y="31338"/>
                  </a:lnTo>
                  <a:lnTo>
                    <a:pt x="23474" y="32831"/>
                  </a:lnTo>
                  <a:lnTo>
                    <a:pt x="23070" y="34323"/>
                  </a:lnTo>
                  <a:lnTo>
                    <a:pt x="22665" y="36561"/>
                  </a:lnTo>
                  <a:lnTo>
                    <a:pt x="22665" y="38054"/>
                  </a:lnTo>
                  <a:lnTo>
                    <a:pt x="21855" y="40292"/>
                  </a:lnTo>
                  <a:lnTo>
                    <a:pt x="21451" y="41784"/>
                  </a:lnTo>
                  <a:lnTo>
                    <a:pt x="21046" y="43277"/>
                  </a:lnTo>
                  <a:lnTo>
                    <a:pt x="21451" y="44769"/>
                  </a:lnTo>
                  <a:lnTo>
                    <a:pt x="21451" y="47008"/>
                  </a:lnTo>
                  <a:lnTo>
                    <a:pt x="21046" y="48500"/>
                  </a:lnTo>
                  <a:lnTo>
                    <a:pt x="16594" y="48500"/>
                  </a:lnTo>
                  <a:lnTo>
                    <a:pt x="14975" y="47754"/>
                  </a:lnTo>
                  <a:lnTo>
                    <a:pt x="14166" y="47754"/>
                  </a:lnTo>
                  <a:lnTo>
                    <a:pt x="12547" y="47008"/>
                  </a:lnTo>
                  <a:lnTo>
                    <a:pt x="10523" y="47008"/>
                  </a:lnTo>
                  <a:lnTo>
                    <a:pt x="8095" y="46261"/>
                  </a:lnTo>
                  <a:lnTo>
                    <a:pt x="6880" y="44769"/>
                  </a:lnTo>
                  <a:lnTo>
                    <a:pt x="6071" y="44023"/>
                  </a:lnTo>
                  <a:lnTo>
                    <a:pt x="5261" y="42531"/>
                  </a:lnTo>
                  <a:lnTo>
                    <a:pt x="4857" y="42531"/>
                  </a:lnTo>
                  <a:lnTo>
                    <a:pt x="4047" y="41784"/>
                  </a:lnTo>
                  <a:lnTo>
                    <a:pt x="2833" y="41784"/>
                  </a:lnTo>
                  <a:lnTo>
                    <a:pt x="2428" y="42531"/>
                  </a:lnTo>
                  <a:lnTo>
                    <a:pt x="2024" y="43277"/>
                  </a:lnTo>
                  <a:lnTo>
                    <a:pt x="1619" y="44769"/>
                  </a:lnTo>
                  <a:lnTo>
                    <a:pt x="1214" y="46261"/>
                  </a:lnTo>
                  <a:lnTo>
                    <a:pt x="809" y="47754"/>
                  </a:lnTo>
                  <a:lnTo>
                    <a:pt x="0" y="51484"/>
                  </a:lnTo>
                  <a:lnTo>
                    <a:pt x="0" y="57454"/>
                  </a:lnTo>
                  <a:lnTo>
                    <a:pt x="809" y="61184"/>
                  </a:lnTo>
                  <a:lnTo>
                    <a:pt x="1214" y="63423"/>
                  </a:lnTo>
                  <a:lnTo>
                    <a:pt x="1619" y="63423"/>
                  </a:lnTo>
                  <a:lnTo>
                    <a:pt x="2024" y="65661"/>
                  </a:lnTo>
                  <a:lnTo>
                    <a:pt x="2428" y="65661"/>
                  </a:lnTo>
                  <a:lnTo>
                    <a:pt x="3238" y="64915"/>
                  </a:lnTo>
                  <a:lnTo>
                    <a:pt x="4047" y="64915"/>
                  </a:lnTo>
                  <a:lnTo>
                    <a:pt x="4857" y="64169"/>
                  </a:lnTo>
                  <a:lnTo>
                    <a:pt x="5261" y="64169"/>
                  </a:lnTo>
                  <a:lnTo>
                    <a:pt x="6071" y="63423"/>
                  </a:lnTo>
                  <a:lnTo>
                    <a:pt x="6071" y="55961"/>
                  </a:lnTo>
                  <a:lnTo>
                    <a:pt x="6476" y="55215"/>
                  </a:lnTo>
                  <a:lnTo>
                    <a:pt x="8095" y="53723"/>
                  </a:lnTo>
                  <a:lnTo>
                    <a:pt x="13761" y="53723"/>
                  </a:lnTo>
                  <a:lnTo>
                    <a:pt x="14570" y="54469"/>
                  </a:lnTo>
                  <a:lnTo>
                    <a:pt x="14975" y="54469"/>
                  </a:lnTo>
                  <a:lnTo>
                    <a:pt x="15380" y="55215"/>
                  </a:lnTo>
                  <a:lnTo>
                    <a:pt x="16594" y="57454"/>
                  </a:lnTo>
                  <a:lnTo>
                    <a:pt x="17403" y="58946"/>
                  </a:lnTo>
                  <a:lnTo>
                    <a:pt x="18618" y="61184"/>
                  </a:lnTo>
                  <a:lnTo>
                    <a:pt x="18618" y="61931"/>
                  </a:lnTo>
                  <a:lnTo>
                    <a:pt x="19427" y="63423"/>
                  </a:lnTo>
                  <a:lnTo>
                    <a:pt x="20641" y="65661"/>
                  </a:lnTo>
                  <a:lnTo>
                    <a:pt x="21451" y="66408"/>
                  </a:lnTo>
                  <a:lnTo>
                    <a:pt x="22665" y="67154"/>
                  </a:lnTo>
                  <a:lnTo>
                    <a:pt x="24284" y="67900"/>
                  </a:lnTo>
                  <a:lnTo>
                    <a:pt x="25498" y="67154"/>
                  </a:lnTo>
                  <a:lnTo>
                    <a:pt x="25903" y="65661"/>
                  </a:lnTo>
                  <a:lnTo>
                    <a:pt x="25903" y="64169"/>
                  </a:lnTo>
                  <a:lnTo>
                    <a:pt x="26307" y="63423"/>
                  </a:lnTo>
                  <a:lnTo>
                    <a:pt x="26307" y="57454"/>
                  </a:lnTo>
                  <a:lnTo>
                    <a:pt x="25903" y="57454"/>
                  </a:lnTo>
                  <a:lnTo>
                    <a:pt x="25903" y="54469"/>
                  </a:lnTo>
                  <a:lnTo>
                    <a:pt x="25093" y="52977"/>
                  </a:lnTo>
                  <a:lnTo>
                    <a:pt x="25498" y="52231"/>
                  </a:lnTo>
                  <a:lnTo>
                    <a:pt x="25903" y="51484"/>
                  </a:lnTo>
                  <a:lnTo>
                    <a:pt x="27117" y="51484"/>
                  </a:lnTo>
                  <a:lnTo>
                    <a:pt x="27522" y="50738"/>
                  </a:lnTo>
                  <a:lnTo>
                    <a:pt x="28331" y="49246"/>
                  </a:lnTo>
                  <a:lnTo>
                    <a:pt x="27926" y="47008"/>
                  </a:lnTo>
                  <a:lnTo>
                    <a:pt x="27926" y="46261"/>
                  </a:lnTo>
                  <a:lnTo>
                    <a:pt x="27522" y="44023"/>
                  </a:lnTo>
                  <a:lnTo>
                    <a:pt x="26712" y="41784"/>
                  </a:lnTo>
                  <a:lnTo>
                    <a:pt x="26712" y="41038"/>
                  </a:lnTo>
                  <a:lnTo>
                    <a:pt x="27117" y="39546"/>
                  </a:lnTo>
                  <a:lnTo>
                    <a:pt x="27522" y="38800"/>
                  </a:lnTo>
                  <a:lnTo>
                    <a:pt x="27926" y="38054"/>
                  </a:lnTo>
                  <a:lnTo>
                    <a:pt x="29545" y="36561"/>
                  </a:lnTo>
                  <a:lnTo>
                    <a:pt x="34402" y="36561"/>
                  </a:lnTo>
                  <a:lnTo>
                    <a:pt x="35212" y="34323"/>
                  </a:lnTo>
                  <a:lnTo>
                    <a:pt x="36831" y="32831"/>
                  </a:lnTo>
                  <a:lnTo>
                    <a:pt x="38045" y="31338"/>
                  </a:lnTo>
                  <a:lnTo>
                    <a:pt x="38449" y="30592"/>
                  </a:lnTo>
                  <a:lnTo>
                    <a:pt x="39259" y="28354"/>
                  </a:lnTo>
                  <a:lnTo>
                    <a:pt x="40473" y="25369"/>
                  </a:lnTo>
                  <a:lnTo>
                    <a:pt x="41687" y="22385"/>
                  </a:lnTo>
                  <a:lnTo>
                    <a:pt x="41687" y="12685"/>
                  </a:lnTo>
                  <a:lnTo>
                    <a:pt x="41283" y="11192"/>
                  </a:lnTo>
                  <a:lnTo>
                    <a:pt x="40473" y="10446"/>
                  </a:lnTo>
                  <a:lnTo>
                    <a:pt x="40473" y="8954"/>
                  </a:lnTo>
                  <a:lnTo>
                    <a:pt x="39259" y="8208"/>
                  </a:lnTo>
                  <a:lnTo>
                    <a:pt x="38045" y="5969"/>
                  </a:lnTo>
                  <a:lnTo>
                    <a:pt x="37640" y="5969"/>
                  </a:lnTo>
                  <a:lnTo>
                    <a:pt x="37235" y="4477"/>
                  </a:lnTo>
                  <a:lnTo>
                    <a:pt x="36426" y="3731"/>
                  </a:lnTo>
                  <a:lnTo>
                    <a:pt x="36831" y="1492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2378" y="1492"/>
                  </a:lnTo>
                  <a:lnTo>
                    <a:pt x="31164" y="2985"/>
                  </a:lnTo>
                  <a:lnTo>
                    <a:pt x="31164" y="3731"/>
                  </a:lnTo>
                  <a:lnTo>
                    <a:pt x="30760" y="5223"/>
                  </a:lnTo>
                  <a:lnTo>
                    <a:pt x="30760" y="7461"/>
                  </a:lnTo>
                  <a:lnTo>
                    <a:pt x="31164" y="8954"/>
                  </a:lnTo>
                  <a:lnTo>
                    <a:pt x="31569" y="9700"/>
                  </a:lnTo>
                  <a:lnTo>
                    <a:pt x="32378" y="11192"/>
                  </a:lnTo>
                  <a:lnTo>
                    <a:pt x="36021" y="11192"/>
                  </a:lnTo>
                  <a:lnTo>
                    <a:pt x="36831" y="13431"/>
                  </a:lnTo>
                  <a:lnTo>
                    <a:pt x="37235" y="14923"/>
                  </a:lnTo>
                  <a:lnTo>
                    <a:pt x="36831" y="17161"/>
                  </a:lnTo>
                  <a:lnTo>
                    <a:pt x="36831" y="20892"/>
                  </a:lnTo>
                  <a:lnTo>
                    <a:pt x="36426" y="22385"/>
                  </a:lnTo>
                  <a:lnTo>
                    <a:pt x="36021" y="23131"/>
                  </a:lnTo>
                  <a:lnTo>
                    <a:pt x="35212" y="24623"/>
                  </a:lnTo>
                  <a:lnTo>
                    <a:pt x="35212" y="25369"/>
                  </a:lnTo>
                  <a:lnTo>
                    <a:pt x="34402" y="26861"/>
                  </a:lnTo>
                  <a:lnTo>
                    <a:pt x="30760" y="26861"/>
                  </a:lnTo>
                  <a:lnTo>
                    <a:pt x="30355" y="25369"/>
                  </a:lnTo>
                  <a:lnTo>
                    <a:pt x="30760" y="23877"/>
                  </a:lnTo>
                  <a:lnTo>
                    <a:pt x="31164" y="23131"/>
                  </a:lnTo>
                  <a:lnTo>
                    <a:pt x="31569" y="22385"/>
                  </a:lnTo>
                  <a:lnTo>
                    <a:pt x="32783" y="20146"/>
                  </a:lnTo>
                  <a:lnTo>
                    <a:pt x="32378" y="18654"/>
                  </a:lnTo>
                  <a:lnTo>
                    <a:pt x="31974" y="17161"/>
                  </a:lnTo>
                  <a:lnTo>
                    <a:pt x="28331" y="17161"/>
                  </a:lnTo>
                  <a:lnTo>
                    <a:pt x="27522" y="18654"/>
                  </a:lnTo>
                  <a:lnTo>
                    <a:pt x="27117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1" name="Freeform 1030"/>
            <p:cNvSpPr/>
            <p:nvPr/>
          </p:nvSpPr>
          <p:spPr>
            <a:xfrm>
              <a:off x="10276174" y="-166107"/>
              <a:ext cx="63138" cy="96253"/>
            </a:xfrm>
            <a:custGeom>
              <a:avLst/>
              <a:gdLst>
                <a:gd name="connsiteX0" fmla="*/ 1619 w 63138"/>
                <a:gd name="connsiteY0" fmla="*/ 47008 h 96253"/>
                <a:gd name="connsiteX1" fmla="*/ 5261 w 63138"/>
                <a:gd name="connsiteY1" fmla="*/ 52977 h 96253"/>
                <a:gd name="connsiteX2" fmla="*/ 6880 w 63138"/>
                <a:gd name="connsiteY2" fmla="*/ 53723 h 96253"/>
                <a:gd name="connsiteX3" fmla="*/ 7690 w 63138"/>
                <a:gd name="connsiteY3" fmla="*/ 52231 h 96253"/>
                <a:gd name="connsiteX4" fmla="*/ 11737 w 63138"/>
                <a:gd name="connsiteY4" fmla="*/ 45515 h 96253"/>
                <a:gd name="connsiteX5" fmla="*/ 15380 w 63138"/>
                <a:gd name="connsiteY5" fmla="*/ 41038 h 96253"/>
                <a:gd name="connsiteX6" fmla="*/ 15784 w 63138"/>
                <a:gd name="connsiteY6" fmla="*/ 41038 h 96253"/>
                <a:gd name="connsiteX7" fmla="*/ 17403 w 63138"/>
                <a:gd name="connsiteY7" fmla="*/ 39546 h 96253"/>
                <a:gd name="connsiteX8" fmla="*/ 19022 w 63138"/>
                <a:gd name="connsiteY8" fmla="*/ 38800 h 96253"/>
                <a:gd name="connsiteX9" fmla="*/ 20641 w 63138"/>
                <a:gd name="connsiteY9" fmla="*/ 41038 h 96253"/>
                <a:gd name="connsiteX10" fmla="*/ 17808 w 63138"/>
                <a:gd name="connsiteY10" fmla="*/ 67154 h 96253"/>
                <a:gd name="connsiteX11" fmla="*/ 16189 w 63138"/>
                <a:gd name="connsiteY11" fmla="*/ 70884 h 96253"/>
                <a:gd name="connsiteX12" fmla="*/ 15784 w 63138"/>
                <a:gd name="connsiteY12" fmla="*/ 71631 h 96253"/>
                <a:gd name="connsiteX13" fmla="*/ 12951 w 63138"/>
                <a:gd name="connsiteY13" fmla="*/ 76108 h 96253"/>
                <a:gd name="connsiteX14" fmla="*/ 12547 w 63138"/>
                <a:gd name="connsiteY14" fmla="*/ 76108 h 96253"/>
                <a:gd name="connsiteX15" fmla="*/ 8499 w 63138"/>
                <a:gd name="connsiteY15" fmla="*/ 80584 h 96253"/>
                <a:gd name="connsiteX16" fmla="*/ 8095 w 63138"/>
                <a:gd name="connsiteY16" fmla="*/ 83569 h 96253"/>
                <a:gd name="connsiteX17" fmla="*/ 8499 w 63138"/>
                <a:gd name="connsiteY17" fmla="*/ 86554 h 96253"/>
                <a:gd name="connsiteX18" fmla="*/ 10523 w 63138"/>
                <a:gd name="connsiteY18" fmla="*/ 96254 h 96253"/>
                <a:gd name="connsiteX19" fmla="*/ 12547 w 63138"/>
                <a:gd name="connsiteY19" fmla="*/ 96254 h 96253"/>
                <a:gd name="connsiteX20" fmla="*/ 16189 w 63138"/>
                <a:gd name="connsiteY20" fmla="*/ 95508 h 96253"/>
                <a:gd name="connsiteX21" fmla="*/ 16594 w 63138"/>
                <a:gd name="connsiteY21" fmla="*/ 95508 h 96253"/>
                <a:gd name="connsiteX22" fmla="*/ 18213 w 63138"/>
                <a:gd name="connsiteY22" fmla="*/ 94015 h 96253"/>
                <a:gd name="connsiteX23" fmla="*/ 21855 w 63138"/>
                <a:gd name="connsiteY23" fmla="*/ 89538 h 96253"/>
                <a:gd name="connsiteX24" fmla="*/ 23070 w 63138"/>
                <a:gd name="connsiteY24" fmla="*/ 85808 h 96253"/>
                <a:gd name="connsiteX25" fmla="*/ 23474 w 63138"/>
                <a:gd name="connsiteY25" fmla="*/ 82823 h 96253"/>
                <a:gd name="connsiteX26" fmla="*/ 23879 w 63138"/>
                <a:gd name="connsiteY26" fmla="*/ 79838 h 96253"/>
                <a:gd name="connsiteX27" fmla="*/ 25498 w 63138"/>
                <a:gd name="connsiteY27" fmla="*/ 67154 h 96253"/>
                <a:gd name="connsiteX28" fmla="*/ 25903 w 63138"/>
                <a:gd name="connsiteY28" fmla="*/ 49246 h 96253"/>
                <a:gd name="connsiteX29" fmla="*/ 26307 w 63138"/>
                <a:gd name="connsiteY29" fmla="*/ 48500 h 96253"/>
                <a:gd name="connsiteX30" fmla="*/ 27926 w 63138"/>
                <a:gd name="connsiteY30" fmla="*/ 47754 h 96253"/>
                <a:gd name="connsiteX31" fmla="*/ 29545 w 63138"/>
                <a:gd name="connsiteY31" fmla="*/ 49992 h 96253"/>
                <a:gd name="connsiteX32" fmla="*/ 33593 w 63138"/>
                <a:gd name="connsiteY32" fmla="*/ 54469 h 96253"/>
                <a:gd name="connsiteX33" fmla="*/ 35212 w 63138"/>
                <a:gd name="connsiteY33" fmla="*/ 55215 h 96253"/>
                <a:gd name="connsiteX34" fmla="*/ 42092 w 63138"/>
                <a:gd name="connsiteY34" fmla="*/ 62677 h 96253"/>
                <a:gd name="connsiteX35" fmla="*/ 44925 w 63138"/>
                <a:gd name="connsiteY35" fmla="*/ 65661 h 96253"/>
                <a:gd name="connsiteX36" fmla="*/ 46139 w 63138"/>
                <a:gd name="connsiteY36" fmla="*/ 66408 h 96253"/>
                <a:gd name="connsiteX37" fmla="*/ 48972 w 63138"/>
                <a:gd name="connsiteY37" fmla="*/ 67154 h 96253"/>
                <a:gd name="connsiteX38" fmla="*/ 51806 w 63138"/>
                <a:gd name="connsiteY38" fmla="*/ 67154 h 96253"/>
                <a:gd name="connsiteX39" fmla="*/ 54234 w 63138"/>
                <a:gd name="connsiteY39" fmla="*/ 66408 h 96253"/>
                <a:gd name="connsiteX40" fmla="*/ 55043 w 63138"/>
                <a:gd name="connsiteY40" fmla="*/ 65661 h 96253"/>
                <a:gd name="connsiteX41" fmla="*/ 56662 w 63138"/>
                <a:gd name="connsiteY41" fmla="*/ 64915 h 96253"/>
                <a:gd name="connsiteX42" fmla="*/ 59495 w 63138"/>
                <a:gd name="connsiteY42" fmla="*/ 61931 h 96253"/>
                <a:gd name="connsiteX43" fmla="*/ 61924 w 63138"/>
                <a:gd name="connsiteY43" fmla="*/ 55215 h 96253"/>
                <a:gd name="connsiteX44" fmla="*/ 63138 w 63138"/>
                <a:gd name="connsiteY44" fmla="*/ 47754 h 96253"/>
                <a:gd name="connsiteX45" fmla="*/ 61924 w 63138"/>
                <a:gd name="connsiteY45" fmla="*/ 47008 h 96253"/>
                <a:gd name="connsiteX46" fmla="*/ 59495 w 63138"/>
                <a:gd name="connsiteY46" fmla="*/ 46261 h 96253"/>
                <a:gd name="connsiteX47" fmla="*/ 56662 w 63138"/>
                <a:gd name="connsiteY47" fmla="*/ 45515 h 96253"/>
                <a:gd name="connsiteX48" fmla="*/ 55043 w 63138"/>
                <a:gd name="connsiteY48" fmla="*/ 44769 h 96253"/>
                <a:gd name="connsiteX49" fmla="*/ 51806 w 63138"/>
                <a:gd name="connsiteY49" fmla="*/ 44023 h 96253"/>
                <a:gd name="connsiteX50" fmla="*/ 48163 w 63138"/>
                <a:gd name="connsiteY50" fmla="*/ 44023 h 96253"/>
                <a:gd name="connsiteX51" fmla="*/ 44116 w 63138"/>
                <a:gd name="connsiteY51" fmla="*/ 42531 h 96253"/>
                <a:gd name="connsiteX52" fmla="*/ 41283 w 63138"/>
                <a:gd name="connsiteY52" fmla="*/ 41785 h 96253"/>
                <a:gd name="connsiteX53" fmla="*/ 34402 w 63138"/>
                <a:gd name="connsiteY53" fmla="*/ 38054 h 96253"/>
                <a:gd name="connsiteX54" fmla="*/ 32783 w 63138"/>
                <a:gd name="connsiteY54" fmla="*/ 37308 h 96253"/>
                <a:gd name="connsiteX55" fmla="*/ 29141 w 63138"/>
                <a:gd name="connsiteY55" fmla="*/ 34323 h 96253"/>
                <a:gd name="connsiteX56" fmla="*/ 28736 w 63138"/>
                <a:gd name="connsiteY56" fmla="*/ 33577 h 96253"/>
                <a:gd name="connsiteX57" fmla="*/ 28736 w 63138"/>
                <a:gd name="connsiteY57" fmla="*/ 32085 h 96253"/>
                <a:gd name="connsiteX58" fmla="*/ 29141 w 63138"/>
                <a:gd name="connsiteY58" fmla="*/ 29846 h 96253"/>
                <a:gd name="connsiteX59" fmla="*/ 32783 w 63138"/>
                <a:gd name="connsiteY59" fmla="*/ 27608 h 96253"/>
                <a:gd name="connsiteX60" fmla="*/ 34402 w 63138"/>
                <a:gd name="connsiteY60" fmla="*/ 26861 h 96253"/>
                <a:gd name="connsiteX61" fmla="*/ 41283 w 63138"/>
                <a:gd name="connsiteY61" fmla="*/ 23877 h 96253"/>
                <a:gd name="connsiteX62" fmla="*/ 41687 w 63138"/>
                <a:gd name="connsiteY62" fmla="*/ 23131 h 96253"/>
                <a:gd name="connsiteX63" fmla="*/ 42901 w 63138"/>
                <a:gd name="connsiteY63" fmla="*/ 7461 h 96253"/>
                <a:gd name="connsiteX64" fmla="*/ 41687 w 63138"/>
                <a:gd name="connsiteY64" fmla="*/ 5223 h 96253"/>
                <a:gd name="connsiteX65" fmla="*/ 41283 w 63138"/>
                <a:gd name="connsiteY65" fmla="*/ 5223 h 96253"/>
                <a:gd name="connsiteX66" fmla="*/ 34402 w 63138"/>
                <a:gd name="connsiteY66" fmla="*/ 8208 h 96253"/>
                <a:gd name="connsiteX67" fmla="*/ 32783 w 63138"/>
                <a:gd name="connsiteY67" fmla="*/ 8954 h 96253"/>
                <a:gd name="connsiteX68" fmla="*/ 28736 w 63138"/>
                <a:gd name="connsiteY68" fmla="*/ 11938 h 96253"/>
                <a:gd name="connsiteX69" fmla="*/ 27522 w 63138"/>
                <a:gd name="connsiteY69" fmla="*/ 14177 h 96253"/>
                <a:gd name="connsiteX70" fmla="*/ 25093 w 63138"/>
                <a:gd name="connsiteY70" fmla="*/ 15669 h 96253"/>
                <a:gd name="connsiteX71" fmla="*/ 24689 w 63138"/>
                <a:gd name="connsiteY71" fmla="*/ 16415 h 96253"/>
                <a:gd name="connsiteX72" fmla="*/ 23070 w 63138"/>
                <a:gd name="connsiteY72" fmla="*/ 15669 h 96253"/>
                <a:gd name="connsiteX73" fmla="*/ 22665 w 63138"/>
                <a:gd name="connsiteY73" fmla="*/ 15669 h 96253"/>
                <a:gd name="connsiteX74" fmla="*/ 22260 w 63138"/>
                <a:gd name="connsiteY74" fmla="*/ 14923 h 96253"/>
                <a:gd name="connsiteX75" fmla="*/ 20641 w 63138"/>
                <a:gd name="connsiteY75" fmla="*/ 3731 h 96253"/>
                <a:gd name="connsiteX76" fmla="*/ 19022 w 63138"/>
                <a:gd name="connsiteY76" fmla="*/ 0 h 96253"/>
                <a:gd name="connsiteX77" fmla="*/ 16999 w 63138"/>
                <a:gd name="connsiteY77" fmla="*/ 746 h 96253"/>
                <a:gd name="connsiteX78" fmla="*/ 15380 w 63138"/>
                <a:gd name="connsiteY78" fmla="*/ 2238 h 96253"/>
                <a:gd name="connsiteX79" fmla="*/ 14975 w 63138"/>
                <a:gd name="connsiteY79" fmla="*/ 2985 h 96253"/>
                <a:gd name="connsiteX80" fmla="*/ 13356 w 63138"/>
                <a:gd name="connsiteY80" fmla="*/ 6715 h 96253"/>
                <a:gd name="connsiteX81" fmla="*/ 14975 w 63138"/>
                <a:gd name="connsiteY81" fmla="*/ 17161 h 96253"/>
                <a:gd name="connsiteX82" fmla="*/ 15380 w 63138"/>
                <a:gd name="connsiteY82" fmla="*/ 17908 h 96253"/>
                <a:gd name="connsiteX83" fmla="*/ 15784 w 63138"/>
                <a:gd name="connsiteY83" fmla="*/ 19400 h 96253"/>
                <a:gd name="connsiteX84" fmla="*/ 15380 w 63138"/>
                <a:gd name="connsiteY84" fmla="*/ 20146 h 96253"/>
                <a:gd name="connsiteX85" fmla="*/ 14975 w 63138"/>
                <a:gd name="connsiteY85" fmla="*/ 20892 h 96253"/>
                <a:gd name="connsiteX86" fmla="*/ 11332 w 63138"/>
                <a:gd name="connsiteY86" fmla="*/ 25369 h 96253"/>
                <a:gd name="connsiteX87" fmla="*/ 7285 w 63138"/>
                <a:gd name="connsiteY87" fmla="*/ 29100 h 96253"/>
                <a:gd name="connsiteX88" fmla="*/ 6071 w 63138"/>
                <a:gd name="connsiteY88" fmla="*/ 30592 h 96253"/>
                <a:gd name="connsiteX89" fmla="*/ 4452 w 63138"/>
                <a:gd name="connsiteY89" fmla="*/ 31338 h 96253"/>
                <a:gd name="connsiteX90" fmla="*/ 809 w 63138"/>
                <a:gd name="connsiteY90" fmla="*/ 36561 h 96253"/>
                <a:gd name="connsiteX91" fmla="*/ 0 w 63138"/>
                <a:gd name="connsiteY91" fmla="*/ 43277 h 96253"/>
                <a:gd name="connsiteX92" fmla="*/ 1619 w 63138"/>
                <a:gd name="connsiteY92" fmla="*/ 47008 h 9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63138" h="96253">
                  <a:moveTo>
                    <a:pt x="1619" y="47008"/>
                  </a:moveTo>
                  <a:cubicBezTo>
                    <a:pt x="2428" y="49992"/>
                    <a:pt x="3643" y="52231"/>
                    <a:pt x="5261" y="52977"/>
                  </a:cubicBezTo>
                  <a:cubicBezTo>
                    <a:pt x="5666" y="52977"/>
                    <a:pt x="6476" y="53723"/>
                    <a:pt x="6880" y="53723"/>
                  </a:cubicBezTo>
                  <a:lnTo>
                    <a:pt x="7690" y="52231"/>
                  </a:lnTo>
                  <a:cubicBezTo>
                    <a:pt x="8904" y="49992"/>
                    <a:pt x="10118" y="47754"/>
                    <a:pt x="11737" y="45515"/>
                  </a:cubicBezTo>
                  <a:cubicBezTo>
                    <a:pt x="13356" y="43277"/>
                    <a:pt x="14166" y="41785"/>
                    <a:pt x="15380" y="41038"/>
                  </a:cubicBezTo>
                  <a:lnTo>
                    <a:pt x="15784" y="41038"/>
                  </a:lnTo>
                  <a:cubicBezTo>
                    <a:pt x="16189" y="40292"/>
                    <a:pt x="16999" y="40292"/>
                    <a:pt x="17403" y="39546"/>
                  </a:cubicBezTo>
                  <a:cubicBezTo>
                    <a:pt x="17808" y="38800"/>
                    <a:pt x="18213" y="38800"/>
                    <a:pt x="19022" y="38800"/>
                  </a:cubicBezTo>
                  <a:cubicBezTo>
                    <a:pt x="19832" y="38054"/>
                    <a:pt x="20641" y="41038"/>
                    <a:pt x="20641" y="41038"/>
                  </a:cubicBezTo>
                  <a:cubicBezTo>
                    <a:pt x="21451" y="49992"/>
                    <a:pt x="20641" y="59692"/>
                    <a:pt x="17808" y="67154"/>
                  </a:cubicBezTo>
                  <a:cubicBezTo>
                    <a:pt x="17403" y="68646"/>
                    <a:pt x="16594" y="70138"/>
                    <a:pt x="16189" y="70884"/>
                  </a:cubicBezTo>
                  <a:cubicBezTo>
                    <a:pt x="16189" y="70884"/>
                    <a:pt x="15784" y="70884"/>
                    <a:pt x="15784" y="71631"/>
                  </a:cubicBezTo>
                  <a:cubicBezTo>
                    <a:pt x="14975" y="73123"/>
                    <a:pt x="13761" y="74615"/>
                    <a:pt x="12951" y="76108"/>
                  </a:cubicBezTo>
                  <a:lnTo>
                    <a:pt x="12547" y="76108"/>
                  </a:lnTo>
                  <a:cubicBezTo>
                    <a:pt x="10928" y="76854"/>
                    <a:pt x="9309" y="78346"/>
                    <a:pt x="8499" y="80584"/>
                  </a:cubicBezTo>
                  <a:cubicBezTo>
                    <a:pt x="8095" y="81331"/>
                    <a:pt x="8095" y="82077"/>
                    <a:pt x="8095" y="83569"/>
                  </a:cubicBezTo>
                  <a:cubicBezTo>
                    <a:pt x="8499" y="84315"/>
                    <a:pt x="8499" y="85808"/>
                    <a:pt x="8499" y="86554"/>
                  </a:cubicBezTo>
                  <a:cubicBezTo>
                    <a:pt x="9713" y="91777"/>
                    <a:pt x="10523" y="96254"/>
                    <a:pt x="10523" y="96254"/>
                  </a:cubicBezTo>
                  <a:lnTo>
                    <a:pt x="12547" y="96254"/>
                  </a:lnTo>
                  <a:cubicBezTo>
                    <a:pt x="13761" y="96254"/>
                    <a:pt x="14975" y="95508"/>
                    <a:pt x="16189" y="95508"/>
                  </a:cubicBezTo>
                  <a:lnTo>
                    <a:pt x="16594" y="95508"/>
                  </a:lnTo>
                  <a:cubicBezTo>
                    <a:pt x="16999" y="94761"/>
                    <a:pt x="17403" y="94761"/>
                    <a:pt x="18213" y="94015"/>
                  </a:cubicBezTo>
                  <a:cubicBezTo>
                    <a:pt x="19832" y="93269"/>
                    <a:pt x="21046" y="91777"/>
                    <a:pt x="21855" y="89538"/>
                  </a:cubicBezTo>
                  <a:cubicBezTo>
                    <a:pt x="22260" y="88792"/>
                    <a:pt x="22665" y="86554"/>
                    <a:pt x="23070" y="85808"/>
                  </a:cubicBezTo>
                  <a:cubicBezTo>
                    <a:pt x="23474" y="85061"/>
                    <a:pt x="23474" y="84315"/>
                    <a:pt x="23474" y="82823"/>
                  </a:cubicBezTo>
                  <a:cubicBezTo>
                    <a:pt x="23879" y="82077"/>
                    <a:pt x="23879" y="81331"/>
                    <a:pt x="23879" y="79838"/>
                  </a:cubicBezTo>
                  <a:cubicBezTo>
                    <a:pt x="24689" y="76108"/>
                    <a:pt x="25093" y="71631"/>
                    <a:pt x="25498" y="67154"/>
                  </a:cubicBezTo>
                  <a:cubicBezTo>
                    <a:pt x="25903" y="61184"/>
                    <a:pt x="26307" y="55215"/>
                    <a:pt x="25903" y="49246"/>
                  </a:cubicBezTo>
                  <a:cubicBezTo>
                    <a:pt x="25903" y="48500"/>
                    <a:pt x="26307" y="48500"/>
                    <a:pt x="26307" y="48500"/>
                  </a:cubicBezTo>
                  <a:lnTo>
                    <a:pt x="27926" y="47754"/>
                  </a:lnTo>
                  <a:cubicBezTo>
                    <a:pt x="28736" y="48500"/>
                    <a:pt x="29141" y="49246"/>
                    <a:pt x="29545" y="49992"/>
                  </a:cubicBezTo>
                  <a:cubicBezTo>
                    <a:pt x="30760" y="50738"/>
                    <a:pt x="32378" y="52977"/>
                    <a:pt x="33593" y="54469"/>
                  </a:cubicBezTo>
                  <a:cubicBezTo>
                    <a:pt x="33997" y="55215"/>
                    <a:pt x="34402" y="55215"/>
                    <a:pt x="35212" y="55215"/>
                  </a:cubicBezTo>
                  <a:cubicBezTo>
                    <a:pt x="37640" y="58200"/>
                    <a:pt x="40068" y="60438"/>
                    <a:pt x="42092" y="62677"/>
                  </a:cubicBezTo>
                  <a:cubicBezTo>
                    <a:pt x="42901" y="64169"/>
                    <a:pt x="43711" y="64915"/>
                    <a:pt x="44925" y="65661"/>
                  </a:cubicBezTo>
                  <a:cubicBezTo>
                    <a:pt x="45330" y="65661"/>
                    <a:pt x="45735" y="66408"/>
                    <a:pt x="46139" y="66408"/>
                  </a:cubicBezTo>
                  <a:cubicBezTo>
                    <a:pt x="46949" y="67154"/>
                    <a:pt x="48163" y="67154"/>
                    <a:pt x="48972" y="67154"/>
                  </a:cubicBezTo>
                  <a:lnTo>
                    <a:pt x="51806" y="67154"/>
                  </a:lnTo>
                  <a:cubicBezTo>
                    <a:pt x="52615" y="67154"/>
                    <a:pt x="53425" y="67154"/>
                    <a:pt x="54234" y="66408"/>
                  </a:cubicBezTo>
                  <a:cubicBezTo>
                    <a:pt x="54639" y="66408"/>
                    <a:pt x="55043" y="66408"/>
                    <a:pt x="55043" y="65661"/>
                  </a:cubicBezTo>
                  <a:cubicBezTo>
                    <a:pt x="55853" y="65661"/>
                    <a:pt x="56258" y="64915"/>
                    <a:pt x="56662" y="64915"/>
                  </a:cubicBezTo>
                  <a:lnTo>
                    <a:pt x="59495" y="61931"/>
                  </a:lnTo>
                  <a:cubicBezTo>
                    <a:pt x="60710" y="60438"/>
                    <a:pt x="61519" y="58200"/>
                    <a:pt x="61924" y="55215"/>
                  </a:cubicBezTo>
                  <a:cubicBezTo>
                    <a:pt x="62733" y="52977"/>
                    <a:pt x="63138" y="50738"/>
                    <a:pt x="63138" y="47754"/>
                  </a:cubicBezTo>
                  <a:cubicBezTo>
                    <a:pt x="62733" y="47008"/>
                    <a:pt x="62733" y="47008"/>
                    <a:pt x="61924" y="47008"/>
                  </a:cubicBezTo>
                  <a:cubicBezTo>
                    <a:pt x="61114" y="47008"/>
                    <a:pt x="60305" y="47008"/>
                    <a:pt x="59495" y="46261"/>
                  </a:cubicBezTo>
                  <a:cubicBezTo>
                    <a:pt x="58686" y="46261"/>
                    <a:pt x="57877" y="46261"/>
                    <a:pt x="56662" y="45515"/>
                  </a:cubicBezTo>
                  <a:cubicBezTo>
                    <a:pt x="56258" y="45515"/>
                    <a:pt x="55448" y="45515"/>
                    <a:pt x="55043" y="44769"/>
                  </a:cubicBezTo>
                  <a:cubicBezTo>
                    <a:pt x="53829" y="44769"/>
                    <a:pt x="53020" y="44023"/>
                    <a:pt x="51806" y="44023"/>
                  </a:cubicBezTo>
                  <a:cubicBezTo>
                    <a:pt x="50591" y="44023"/>
                    <a:pt x="48972" y="44769"/>
                    <a:pt x="48163" y="44023"/>
                  </a:cubicBezTo>
                  <a:lnTo>
                    <a:pt x="44116" y="42531"/>
                  </a:lnTo>
                  <a:cubicBezTo>
                    <a:pt x="43306" y="41785"/>
                    <a:pt x="42497" y="41785"/>
                    <a:pt x="41283" y="41785"/>
                  </a:cubicBezTo>
                  <a:cubicBezTo>
                    <a:pt x="38449" y="40292"/>
                    <a:pt x="36426" y="38800"/>
                    <a:pt x="34402" y="38054"/>
                  </a:cubicBezTo>
                  <a:cubicBezTo>
                    <a:pt x="33997" y="37308"/>
                    <a:pt x="33593" y="37308"/>
                    <a:pt x="32783" y="37308"/>
                  </a:cubicBezTo>
                  <a:cubicBezTo>
                    <a:pt x="29950" y="35069"/>
                    <a:pt x="29141" y="34323"/>
                    <a:pt x="29141" y="34323"/>
                  </a:cubicBezTo>
                  <a:lnTo>
                    <a:pt x="28736" y="33577"/>
                  </a:lnTo>
                  <a:cubicBezTo>
                    <a:pt x="28331" y="33577"/>
                    <a:pt x="28331" y="32831"/>
                    <a:pt x="28736" y="32085"/>
                  </a:cubicBezTo>
                  <a:cubicBezTo>
                    <a:pt x="28736" y="31338"/>
                    <a:pt x="28736" y="30592"/>
                    <a:pt x="29141" y="29846"/>
                  </a:cubicBezTo>
                  <a:lnTo>
                    <a:pt x="32783" y="27608"/>
                  </a:lnTo>
                  <a:cubicBezTo>
                    <a:pt x="33188" y="27608"/>
                    <a:pt x="33593" y="26861"/>
                    <a:pt x="34402" y="26861"/>
                  </a:cubicBezTo>
                  <a:cubicBezTo>
                    <a:pt x="36426" y="25369"/>
                    <a:pt x="38854" y="24623"/>
                    <a:pt x="41283" y="23877"/>
                  </a:cubicBezTo>
                  <a:cubicBezTo>
                    <a:pt x="41283" y="23877"/>
                    <a:pt x="41283" y="23131"/>
                    <a:pt x="41687" y="23131"/>
                  </a:cubicBezTo>
                  <a:cubicBezTo>
                    <a:pt x="44520" y="19400"/>
                    <a:pt x="44925" y="12685"/>
                    <a:pt x="42901" y="7461"/>
                  </a:cubicBezTo>
                  <a:lnTo>
                    <a:pt x="41687" y="5223"/>
                  </a:lnTo>
                  <a:lnTo>
                    <a:pt x="41283" y="5223"/>
                  </a:lnTo>
                  <a:cubicBezTo>
                    <a:pt x="38854" y="5969"/>
                    <a:pt x="36426" y="7461"/>
                    <a:pt x="34402" y="8208"/>
                  </a:cubicBezTo>
                  <a:cubicBezTo>
                    <a:pt x="33997" y="8954"/>
                    <a:pt x="33593" y="8954"/>
                    <a:pt x="32783" y="8954"/>
                  </a:cubicBezTo>
                  <a:cubicBezTo>
                    <a:pt x="31569" y="9700"/>
                    <a:pt x="29950" y="10446"/>
                    <a:pt x="28736" y="11938"/>
                  </a:cubicBezTo>
                  <a:lnTo>
                    <a:pt x="27522" y="14177"/>
                  </a:lnTo>
                  <a:lnTo>
                    <a:pt x="25093" y="15669"/>
                  </a:lnTo>
                  <a:lnTo>
                    <a:pt x="24689" y="16415"/>
                  </a:lnTo>
                  <a:cubicBezTo>
                    <a:pt x="24284" y="16415"/>
                    <a:pt x="23474" y="16415"/>
                    <a:pt x="23070" y="15669"/>
                  </a:cubicBezTo>
                  <a:lnTo>
                    <a:pt x="22665" y="15669"/>
                  </a:lnTo>
                  <a:cubicBezTo>
                    <a:pt x="22665" y="15669"/>
                    <a:pt x="22260" y="15669"/>
                    <a:pt x="22260" y="14923"/>
                  </a:cubicBezTo>
                  <a:cubicBezTo>
                    <a:pt x="21451" y="11192"/>
                    <a:pt x="21046" y="7461"/>
                    <a:pt x="20641" y="3731"/>
                  </a:cubicBezTo>
                  <a:cubicBezTo>
                    <a:pt x="20237" y="1492"/>
                    <a:pt x="20237" y="0"/>
                    <a:pt x="19022" y="0"/>
                  </a:cubicBezTo>
                  <a:cubicBezTo>
                    <a:pt x="17808" y="0"/>
                    <a:pt x="17403" y="746"/>
                    <a:pt x="16999" y="746"/>
                  </a:cubicBezTo>
                  <a:cubicBezTo>
                    <a:pt x="16594" y="1492"/>
                    <a:pt x="15784" y="1492"/>
                    <a:pt x="15380" y="2238"/>
                  </a:cubicBezTo>
                  <a:cubicBezTo>
                    <a:pt x="15380" y="2238"/>
                    <a:pt x="14975" y="2238"/>
                    <a:pt x="14975" y="2985"/>
                  </a:cubicBezTo>
                  <a:cubicBezTo>
                    <a:pt x="14570" y="4477"/>
                    <a:pt x="13761" y="5223"/>
                    <a:pt x="13356" y="6715"/>
                  </a:cubicBezTo>
                  <a:cubicBezTo>
                    <a:pt x="13761" y="10446"/>
                    <a:pt x="14166" y="14177"/>
                    <a:pt x="14975" y="17161"/>
                  </a:cubicBezTo>
                  <a:cubicBezTo>
                    <a:pt x="14975" y="17908"/>
                    <a:pt x="14975" y="17908"/>
                    <a:pt x="15380" y="17908"/>
                  </a:cubicBezTo>
                  <a:cubicBezTo>
                    <a:pt x="15380" y="18654"/>
                    <a:pt x="15380" y="19400"/>
                    <a:pt x="15784" y="19400"/>
                  </a:cubicBezTo>
                  <a:cubicBezTo>
                    <a:pt x="15784" y="20146"/>
                    <a:pt x="15784" y="20146"/>
                    <a:pt x="15380" y="20146"/>
                  </a:cubicBezTo>
                  <a:lnTo>
                    <a:pt x="14975" y="20892"/>
                  </a:lnTo>
                  <a:cubicBezTo>
                    <a:pt x="14166" y="23131"/>
                    <a:pt x="12951" y="24623"/>
                    <a:pt x="11332" y="25369"/>
                  </a:cubicBezTo>
                  <a:cubicBezTo>
                    <a:pt x="10118" y="26861"/>
                    <a:pt x="8904" y="28354"/>
                    <a:pt x="7285" y="29100"/>
                  </a:cubicBezTo>
                  <a:cubicBezTo>
                    <a:pt x="6880" y="29846"/>
                    <a:pt x="6476" y="29846"/>
                    <a:pt x="6071" y="30592"/>
                  </a:cubicBezTo>
                  <a:cubicBezTo>
                    <a:pt x="5666" y="30592"/>
                    <a:pt x="5261" y="30592"/>
                    <a:pt x="4452" y="31338"/>
                  </a:cubicBezTo>
                  <a:cubicBezTo>
                    <a:pt x="2833" y="32085"/>
                    <a:pt x="1619" y="34323"/>
                    <a:pt x="809" y="36561"/>
                  </a:cubicBezTo>
                  <a:cubicBezTo>
                    <a:pt x="0" y="38800"/>
                    <a:pt x="0" y="41038"/>
                    <a:pt x="0" y="43277"/>
                  </a:cubicBezTo>
                  <a:cubicBezTo>
                    <a:pt x="809" y="45515"/>
                    <a:pt x="1214" y="46261"/>
                    <a:pt x="1619" y="470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3" name="Freeform 1032"/>
            <p:cNvSpPr/>
            <p:nvPr/>
          </p:nvSpPr>
          <p:spPr>
            <a:xfrm>
              <a:off x="10210684" y="-70599"/>
              <a:ext cx="288016" cy="524359"/>
            </a:xfrm>
            <a:custGeom>
              <a:avLst/>
              <a:gdLst>
                <a:gd name="connsiteX0" fmla="*/ 55372 w 288016"/>
                <a:gd name="connsiteY0" fmla="*/ 467838 h 524359"/>
                <a:gd name="connsiteX1" fmla="*/ 56181 w 288016"/>
                <a:gd name="connsiteY1" fmla="*/ 468584 h 524359"/>
                <a:gd name="connsiteX2" fmla="*/ 56586 w 288016"/>
                <a:gd name="connsiteY2" fmla="*/ 469330 h 524359"/>
                <a:gd name="connsiteX3" fmla="*/ 58205 w 288016"/>
                <a:gd name="connsiteY3" fmla="*/ 473061 h 524359"/>
                <a:gd name="connsiteX4" fmla="*/ 59014 w 288016"/>
                <a:gd name="connsiteY4" fmla="*/ 474553 h 524359"/>
                <a:gd name="connsiteX5" fmla="*/ 62252 w 288016"/>
                <a:gd name="connsiteY5" fmla="*/ 478284 h 524359"/>
                <a:gd name="connsiteX6" fmla="*/ 65085 w 288016"/>
                <a:gd name="connsiteY6" fmla="*/ 481269 h 524359"/>
                <a:gd name="connsiteX7" fmla="*/ 65490 w 288016"/>
                <a:gd name="connsiteY7" fmla="*/ 482015 h 524359"/>
                <a:gd name="connsiteX8" fmla="*/ 66704 w 288016"/>
                <a:gd name="connsiteY8" fmla="*/ 482761 h 524359"/>
                <a:gd name="connsiteX9" fmla="*/ 67109 w 288016"/>
                <a:gd name="connsiteY9" fmla="*/ 483507 h 524359"/>
                <a:gd name="connsiteX10" fmla="*/ 70752 w 288016"/>
                <a:gd name="connsiteY10" fmla="*/ 489476 h 524359"/>
                <a:gd name="connsiteX11" fmla="*/ 73585 w 288016"/>
                <a:gd name="connsiteY11" fmla="*/ 492461 h 524359"/>
                <a:gd name="connsiteX12" fmla="*/ 76418 w 288016"/>
                <a:gd name="connsiteY12" fmla="*/ 493953 h 524359"/>
                <a:gd name="connsiteX13" fmla="*/ 78037 w 288016"/>
                <a:gd name="connsiteY13" fmla="*/ 494699 h 524359"/>
                <a:gd name="connsiteX14" fmla="*/ 81679 w 288016"/>
                <a:gd name="connsiteY14" fmla="*/ 499923 h 524359"/>
                <a:gd name="connsiteX15" fmla="*/ 82084 w 288016"/>
                <a:gd name="connsiteY15" fmla="*/ 499923 h 524359"/>
                <a:gd name="connsiteX16" fmla="*/ 83703 w 288016"/>
                <a:gd name="connsiteY16" fmla="*/ 500669 h 524359"/>
                <a:gd name="connsiteX17" fmla="*/ 88155 w 288016"/>
                <a:gd name="connsiteY17" fmla="*/ 503653 h 524359"/>
                <a:gd name="connsiteX18" fmla="*/ 88560 w 288016"/>
                <a:gd name="connsiteY18" fmla="*/ 503653 h 524359"/>
                <a:gd name="connsiteX19" fmla="*/ 88965 w 288016"/>
                <a:gd name="connsiteY19" fmla="*/ 504399 h 524359"/>
                <a:gd name="connsiteX20" fmla="*/ 89774 w 288016"/>
                <a:gd name="connsiteY20" fmla="*/ 504399 h 524359"/>
                <a:gd name="connsiteX21" fmla="*/ 91393 w 288016"/>
                <a:gd name="connsiteY21" fmla="*/ 506638 h 524359"/>
                <a:gd name="connsiteX22" fmla="*/ 92202 w 288016"/>
                <a:gd name="connsiteY22" fmla="*/ 507384 h 524359"/>
                <a:gd name="connsiteX23" fmla="*/ 95845 w 288016"/>
                <a:gd name="connsiteY23" fmla="*/ 510369 h 524359"/>
                <a:gd name="connsiteX24" fmla="*/ 99892 w 288016"/>
                <a:gd name="connsiteY24" fmla="*/ 511861 h 524359"/>
                <a:gd name="connsiteX25" fmla="*/ 101511 w 288016"/>
                <a:gd name="connsiteY25" fmla="*/ 511861 h 524359"/>
                <a:gd name="connsiteX26" fmla="*/ 107987 w 288016"/>
                <a:gd name="connsiteY26" fmla="*/ 517084 h 524359"/>
                <a:gd name="connsiteX27" fmla="*/ 110820 w 288016"/>
                <a:gd name="connsiteY27" fmla="*/ 517830 h 524359"/>
                <a:gd name="connsiteX28" fmla="*/ 113653 w 288016"/>
                <a:gd name="connsiteY28" fmla="*/ 517830 h 524359"/>
                <a:gd name="connsiteX29" fmla="*/ 114867 w 288016"/>
                <a:gd name="connsiteY29" fmla="*/ 519322 h 524359"/>
                <a:gd name="connsiteX30" fmla="*/ 117701 w 288016"/>
                <a:gd name="connsiteY30" fmla="*/ 520815 h 524359"/>
                <a:gd name="connsiteX31" fmla="*/ 120938 w 288016"/>
                <a:gd name="connsiteY31" fmla="*/ 521561 h 524359"/>
                <a:gd name="connsiteX32" fmla="*/ 125390 w 288016"/>
                <a:gd name="connsiteY32" fmla="*/ 521561 h 524359"/>
                <a:gd name="connsiteX33" fmla="*/ 125795 w 288016"/>
                <a:gd name="connsiteY33" fmla="*/ 520815 h 524359"/>
                <a:gd name="connsiteX34" fmla="*/ 127414 w 288016"/>
                <a:gd name="connsiteY34" fmla="*/ 522307 h 524359"/>
                <a:gd name="connsiteX35" fmla="*/ 130247 w 288016"/>
                <a:gd name="connsiteY35" fmla="*/ 523053 h 524359"/>
                <a:gd name="connsiteX36" fmla="*/ 132676 w 288016"/>
                <a:gd name="connsiteY36" fmla="*/ 523799 h 524359"/>
                <a:gd name="connsiteX37" fmla="*/ 134295 w 288016"/>
                <a:gd name="connsiteY37" fmla="*/ 523799 h 524359"/>
                <a:gd name="connsiteX38" fmla="*/ 136723 w 288016"/>
                <a:gd name="connsiteY38" fmla="*/ 523053 h 524359"/>
                <a:gd name="connsiteX39" fmla="*/ 138342 w 288016"/>
                <a:gd name="connsiteY39" fmla="*/ 522307 h 524359"/>
                <a:gd name="connsiteX40" fmla="*/ 140366 w 288016"/>
                <a:gd name="connsiteY40" fmla="*/ 523799 h 524359"/>
                <a:gd name="connsiteX41" fmla="*/ 141175 w 288016"/>
                <a:gd name="connsiteY41" fmla="*/ 523799 h 524359"/>
                <a:gd name="connsiteX42" fmla="*/ 147246 w 288016"/>
                <a:gd name="connsiteY42" fmla="*/ 523799 h 524359"/>
                <a:gd name="connsiteX43" fmla="*/ 148865 w 288016"/>
                <a:gd name="connsiteY43" fmla="*/ 523053 h 524359"/>
                <a:gd name="connsiteX44" fmla="*/ 150484 w 288016"/>
                <a:gd name="connsiteY44" fmla="*/ 522307 h 524359"/>
                <a:gd name="connsiteX45" fmla="*/ 153317 w 288016"/>
                <a:gd name="connsiteY45" fmla="*/ 523053 h 524359"/>
                <a:gd name="connsiteX46" fmla="*/ 155341 w 288016"/>
                <a:gd name="connsiteY46" fmla="*/ 523053 h 524359"/>
                <a:gd name="connsiteX47" fmla="*/ 159793 w 288016"/>
                <a:gd name="connsiteY47" fmla="*/ 521561 h 524359"/>
                <a:gd name="connsiteX48" fmla="*/ 161412 w 288016"/>
                <a:gd name="connsiteY48" fmla="*/ 520815 h 524359"/>
                <a:gd name="connsiteX49" fmla="*/ 163030 w 288016"/>
                <a:gd name="connsiteY49" fmla="*/ 520069 h 524359"/>
                <a:gd name="connsiteX50" fmla="*/ 165459 w 288016"/>
                <a:gd name="connsiteY50" fmla="*/ 520815 h 524359"/>
                <a:gd name="connsiteX51" fmla="*/ 167078 w 288016"/>
                <a:gd name="connsiteY51" fmla="*/ 520815 h 524359"/>
                <a:gd name="connsiteX52" fmla="*/ 172744 w 288016"/>
                <a:gd name="connsiteY52" fmla="*/ 517830 h 524359"/>
                <a:gd name="connsiteX53" fmla="*/ 173553 w 288016"/>
                <a:gd name="connsiteY53" fmla="*/ 517084 h 524359"/>
                <a:gd name="connsiteX54" fmla="*/ 175172 w 288016"/>
                <a:gd name="connsiteY54" fmla="*/ 515592 h 524359"/>
                <a:gd name="connsiteX55" fmla="*/ 176791 w 288016"/>
                <a:gd name="connsiteY55" fmla="*/ 515592 h 524359"/>
                <a:gd name="connsiteX56" fmla="*/ 179624 w 288016"/>
                <a:gd name="connsiteY56" fmla="*/ 514846 h 524359"/>
                <a:gd name="connsiteX57" fmla="*/ 185695 w 288016"/>
                <a:gd name="connsiteY57" fmla="*/ 510369 h 524359"/>
                <a:gd name="connsiteX58" fmla="*/ 186100 w 288016"/>
                <a:gd name="connsiteY58" fmla="*/ 509622 h 524359"/>
                <a:gd name="connsiteX59" fmla="*/ 186910 w 288016"/>
                <a:gd name="connsiteY59" fmla="*/ 508876 h 524359"/>
                <a:gd name="connsiteX60" fmla="*/ 187314 w 288016"/>
                <a:gd name="connsiteY60" fmla="*/ 508876 h 524359"/>
                <a:gd name="connsiteX61" fmla="*/ 190147 w 288016"/>
                <a:gd name="connsiteY61" fmla="*/ 508130 h 524359"/>
                <a:gd name="connsiteX62" fmla="*/ 192171 w 288016"/>
                <a:gd name="connsiteY62" fmla="*/ 507384 h 524359"/>
                <a:gd name="connsiteX63" fmla="*/ 192981 w 288016"/>
                <a:gd name="connsiteY63" fmla="*/ 506638 h 524359"/>
                <a:gd name="connsiteX64" fmla="*/ 195004 w 288016"/>
                <a:gd name="connsiteY64" fmla="*/ 505146 h 524359"/>
                <a:gd name="connsiteX65" fmla="*/ 196218 w 288016"/>
                <a:gd name="connsiteY65" fmla="*/ 504399 h 524359"/>
                <a:gd name="connsiteX66" fmla="*/ 197028 w 288016"/>
                <a:gd name="connsiteY66" fmla="*/ 503653 h 524359"/>
                <a:gd name="connsiteX67" fmla="*/ 198647 w 288016"/>
                <a:gd name="connsiteY67" fmla="*/ 502161 h 524359"/>
                <a:gd name="connsiteX68" fmla="*/ 200266 w 288016"/>
                <a:gd name="connsiteY68" fmla="*/ 501415 h 524359"/>
                <a:gd name="connsiteX69" fmla="*/ 203504 w 288016"/>
                <a:gd name="connsiteY69" fmla="*/ 499923 h 524359"/>
                <a:gd name="connsiteX70" fmla="*/ 205527 w 288016"/>
                <a:gd name="connsiteY70" fmla="*/ 497684 h 524359"/>
                <a:gd name="connsiteX71" fmla="*/ 206742 w 288016"/>
                <a:gd name="connsiteY71" fmla="*/ 496938 h 524359"/>
                <a:gd name="connsiteX72" fmla="*/ 208765 w 288016"/>
                <a:gd name="connsiteY72" fmla="*/ 493953 h 524359"/>
                <a:gd name="connsiteX73" fmla="*/ 209979 w 288016"/>
                <a:gd name="connsiteY73" fmla="*/ 492461 h 524359"/>
                <a:gd name="connsiteX74" fmla="*/ 213622 w 288016"/>
                <a:gd name="connsiteY74" fmla="*/ 490223 h 524359"/>
                <a:gd name="connsiteX75" fmla="*/ 214836 w 288016"/>
                <a:gd name="connsiteY75" fmla="*/ 489476 h 524359"/>
                <a:gd name="connsiteX76" fmla="*/ 219693 w 288016"/>
                <a:gd name="connsiteY76" fmla="*/ 482761 h 524359"/>
                <a:gd name="connsiteX77" fmla="*/ 220907 w 288016"/>
                <a:gd name="connsiteY77" fmla="*/ 480523 h 524359"/>
                <a:gd name="connsiteX78" fmla="*/ 221312 w 288016"/>
                <a:gd name="connsiteY78" fmla="*/ 480523 h 524359"/>
                <a:gd name="connsiteX79" fmla="*/ 224550 w 288016"/>
                <a:gd name="connsiteY79" fmla="*/ 478284 h 524359"/>
                <a:gd name="connsiteX80" fmla="*/ 227383 w 288016"/>
                <a:gd name="connsiteY80" fmla="*/ 474553 h 524359"/>
                <a:gd name="connsiteX81" fmla="*/ 227788 w 288016"/>
                <a:gd name="connsiteY81" fmla="*/ 473807 h 524359"/>
                <a:gd name="connsiteX82" fmla="*/ 228597 w 288016"/>
                <a:gd name="connsiteY82" fmla="*/ 472315 h 524359"/>
                <a:gd name="connsiteX83" fmla="*/ 230216 w 288016"/>
                <a:gd name="connsiteY83" fmla="*/ 470076 h 524359"/>
                <a:gd name="connsiteX84" fmla="*/ 230621 w 288016"/>
                <a:gd name="connsiteY84" fmla="*/ 469330 h 524359"/>
                <a:gd name="connsiteX85" fmla="*/ 231025 w 288016"/>
                <a:gd name="connsiteY85" fmla="*/ 467838 h 524359"/>
                <a:gd name="connsiteX86" fmla="*/ 233859 w 288016"/>
                <a:gd name="connsiteY86" fmla="*/ 465599 h 524359"/>
                <a:gd name="connsiteX87" fmla="*/ 236692 w 288016"/>
                <a:gd name="connsiteY87" fmla="*/ 461869 h 524359"/>
                <a:gd name="connsiteX88" fmla="*/ 239930 w 288016"/>
                <a:gd name="connsiteY88" fmla="*/ 455153 h 524359"/>
                <a:gd name="connsiteX89" fmla="*/ 240739 w 288016"/>
                <a:gd name="connsiteY89" fmla="*/ 452169 h 524359"/>
                <a:gd name="connsiteX90" fmla="*/ 241548 w 288016"/>
                <a:gd name="connsiteY90" fmla="*/ 451423 h 524359"/>
                <a:gd name="connsiteX91" fmla="*/ 242358 w 288016"/>
                <a:gd name="connsiteY91" fmla="*/ 450676 h 524359"/>
                <a:gd name="connsiteX92" fmla="*/ 243977 w 288016"/>
                <a:gd name="connsiteY92" fmla="*/ 449184 h 524359"/>
                <a:gd name="connsiteX93" fmla="*/ 246000 w 288016"/>
                <a:gd name="connsiteY93" fmla="*/ 444707 h 524359"/>
                <a:gd name="connsiteX94" fmla="*/ 248834 w 288016"/>
                <a:gd name="connsiteY94" fmla="*/ 438738 h 524359"/>
                <a:gd name="connsiteX95" fmla="*/ 249643 w 288016"/>
                <a:gd name="connsiteY95" fmla="*/ 435753 h 524359"/>
                <a:gd name="connsiteX96" fmla="*/ 250048 w 288016"/>
                <a:gd name="connsiteY96" fmla="*/ 435007 h 524359"/>
                <a:gd name="connsiteX97" fmla="*/ 251262 w 288016"/>
                <a:gd name="connsiteY97" fmla="*/ 433515 h 524359"/>
                <a:gd name="connsiteX98" fmla="*/ 253286 w 288016"/>
                <a:gd name="connsiteY98" fmla="*/ 430530 h 524359"/>
                <a:gd name="connsiteX99" fmla="*/ 256928 w 288016"/>
                <a:gd name="connsiteY99" fmla="*/ 420830 h 524359"/>
                <a:gd name="connsiteX100" fmla="*/ 257333 w 288016"/>
                <a:gd name="connsiteY100" fmla="*/ 420084 h 524359"/>
                <a:gd name="connsiteX101" fmla="*/ 257738 w 288016"/>
                <a:gd name="connsiteY101" fmla="*/ 419338 h 524359"/>
                <a:gd name="connsiteX102" fmla="*/ 259357 w 288016"/>
                <a:gd name="connsiteY102" fmla="*/ 417100 h 524359"/>
                <a:gd name="connsiteX103" fmla="*/ 260571 w 288016"/>
                <a:gd name="connsiteY103" fmla="*/ 414861 h 524359"/>
                <a:gd name="connsiteX104" fmla="*/ 264213 w 288016"/>
                <a:gd name="connsiteY104" fmla="*/ 402923 h 524359"/>
                <a:gd name="connsiteX105" fmla="*/ 264618 w 288016"/>
                <a:gd name="connsiteY105" fmla="*/ 399938 h 524359"/>
                <a:gd name="connsiteX106" fmla="*/ 265428 w 288016"/>
                <a:gd name="connsiteY106" fmla="*/ 399192 h 524359"/>
                <a:gd name="connsiteX107" fmla="*/ 266642 w 288016"/>
                <a:gd name="connsiteY107" fmla="*/ 396953 h 524359"/>
                <a:gd name="connsiteX108" fmla="*/ 268261 w 288016"/>
                <a:gd name="connsiteY108" fmla="*/ 392476 h 524359"/>
                <a:gd name="connsiteX109" fmla="*/ 270689 w 288016"/>
                <a:gd name="connsiteY109" fmla="*/ 382776 h 524359"/>
                <a:gd name="connsiteX110" fmla="*/ 271094 w 288016"/>
                <a:gd name="connsiteY110" fmla="*/ 379792 h 524359"/>
                <a:gd name="connsiteX111" fmla="*/ 271499 w 288016"/>
                <a:gd name="connsiteY111" fmla="*/ 379046 h 524359"/>
                <a:gd name="connsiteX112" fmla="*/ 276355 w 288016"/>
                <a:gd name="connsiteY112" fmla="*/ 361884 h 524359"/>
                <a:gd name="connsiteX113" fmla="*/ 276760 w 288016"/>
                <a:gd name="connsiteY113" fmla="*/ 358900 h 524359"/>
                <a:gd name="connsiteX114" fmla="*/ 277165 w 288016"/>
                <a:gd name="connsiteY114" fmla="*/ 358153 h 524359"/>
                <a:gd name="connsiteX115" fmla="*/ 280807 w 288016"/>
                <a:gd name="connsiteY115" fmla="*/ 340992 h 524359"/>
                <a:gd name="connsiteX116" fmla="*/ 280807 w 288016"/>
                <a:gd name="connsiteY116" fmla="*/ 338007 h 524359"/>
                <a:gd name="connsiteX117" fmla="*/ 284045 w 288016"/>
                <a:gd name="connsiteY117" fmla="*/ 321592 h 524359"/>
                <a:gd name="connsiteX118" fmla="*/ 284045 w 288016"/>
                <a:gd name="connsiteY118" fmla="*/ 314877 h 524359"/>
                <a:gd name="connsiteX119" fmla="*/ 286474 w 288016"/>
                <a:gd name="connsiteY119" fmla="*/ 295477 h 524359"/>
                <a:gd name="connsiteX120" fmla="*/ 286069 w 288016"/>
                <a:gd name="connsiteY120" fmla="*/ 292492 h 524359"/>
                <a:gd name="connsiteX121" fmla="*/ 286474 w 288016"/>
                <a:gd name="connsiteY121" fmla="*/ 291000 h 524359"/>
                <a:gd name="connsiteX122" fmla="*/ 287283 w 288016"/>
                <a:gd name="connsiteY122" fmla="*/ 273092 h 524359"/>
                <a:gd name="connsiteX123" fmla="*/ 286878 w 288016"/>
                <a:gd name="connsiteY123" fmla="*/ 270107 h 524359"/>
                <a:gd name="connsiteX124" fmla="*/ 287283 w 288016"/>
                <a:gd name="connsiteY124" fmla="*/ 249961 h 524359"/>
                <a:gd name="connsiteX125" fmla="*/ 286878 w 288016"/>
                <a:gd name="connsiteY125" fmla="*/ 246977 h 524359"/>
                <a:gd name="connsiteX126" fmla="*/ 286474 w 288016"/>
                <a:gd name="connsiteY126" fmla="*/ 227577 h 524359"/>
                <a:gd name="connsiteX127" fmla="*/ 286474 w 288016"/>
                <a:gd name="connsiteY127" fmla="*/ 226830 h 524359"/>
                <a:gd name="connsiteX128" fmla="*/ 286069 w 288016"/>
                <a:gd name="connsiteY128" fmla="*/ 223846 h 524359"/>
                <a:gd name="connsiteX129" fmla="*/ 284450 w 288016"/>
                <a:gd name="connsiteY129" fmla="*/ 203700 h 524359"/>
                <a:gd name="connsiteX130" fmla="*/ 284045 w 288016"/>
                <a:gd name="connsiteY130" fmla="*/ 201461 h 524359"/>
                <a:gd name="connsiteX131" fmla="*/ 283641 w 288016"/>
                <a:gd name="connsiteY131" fmla="*/ 200715 h 524359"/>
                <a:gd name="connsiteX132" fmla="*/ 284045 w 288016"/>
                <a:gd name="connsiteY132" fmla="*/ 199969 h 524359"/>
                <a:gd name="connsiteX133" fmla="*/ 284045 w 288016"/>
                <a:gd name="connsiteY133" fmla="*/ 194746 h 524359"/>
                <a:gd name="connsiteX134" fmla="*/ 281212 w 288016"/>
                <a:gd name="connsiteY134" fmla="*/ 180569 h 524359"/>
                <a:gd name="connsiteX135" fmla="*/ 280403 w 288016"/>
                <a:gd name="connsiteY135" fmla="*/ 177584 h 524359"/>
                <a:gd name="connsiteX136" fmla="*/ 277165 w 288016"/>
                <a:gd name="connsiteY136" fmla="*/ 158931 h 524359"/>
                <a:gd name="connsiteX137" fmla="*/ 276355 w 288016"/>
                <a:gd name="connsiteY137" fmla="*/ 155946 h 524359"/>
                <a:gd name="connsiteX138" fmla="*/ 271903 w 288016"/>
                <a:gd name="connsiteY138" fmla="*/ 137292 h 524359"/>
                <a:gd name="connsiteX139" fmla="*/ 271499 w 288016"/>
                <a:gd name="connsiteY139" fmla="*/ 136546 h 524359"/>
                <a:gd name="connsiteX140" fmla="*/ 270689 w 288016"/>
                <a:gd name="connsiteY140" fmla="*/ 135054 h 524359"/>
                <a:gd name="connsiteX141" fmla="*/ 268665 w 288016"/>
                <a:gd name="connsiteY141" fmla="*/ 124607 h 524359"/>
                <a:gd name="connsiteX142" fmla="*/ 267047 w 288016"/>
                <a:gd name="connsiteY142" fmla="*/ 120877 h 524359"/>
                <a:gd name="connsiteX143" fmla="*/ 265832 w 288016"/>
                <a:gd name="connsiteY143" fmla="*/ 117892 h 524359"/>
                <a:gd name="connsiteX144" fmla="*/ 265428 w 288016"/>
                <a:gd name="connsiteY144" fmla="*/ 117146 h 524359"/>
                <a:gd name="connsiteX145" fmla="*/ 264213 w 288016"/>
                <a:gd name="connsiteY145" fmla="*/ 114907 h 524359"/>
                <a:gd name="connsiteX146" fmla="*/ 260571 w 288016"/>
                <a:gd name="connsiteY146" fmla="*/ 102223 h 524359"/>
                <a:gd name="connsiteX147" fmla="*/ 259357 w 288016"/>
                <a:gd name="connsiteY147" fmla="*/ 99984 h 524359"/>
                <a:gd name="connsiteX148" fmla="*/ 258547 w 288016"/>
                <a:gd name="connsiteY148" fmla="*/ 98492 h 524359"/>
                <a:gd name="connsiteX149" fmla="*/ 257738 w 288016"/>
                <a:gd name="connsiteY149" fmla="*/ 97000 h 524359"/>
                <a:gd name="connsiteX150" fmla="*/ 257333 w 288016"/>
                <a:gd name="connsiteY150" fmla="*/ 97000 h 524359"/>
                <a:gd name="connsiteX151" fmla="*/ 253690 w 288016"/>
                <a:gd name="connsiteY151" fmla="*/ 86554 h 524359"/>
                <a:gd name="connsiteX152" fmla="*/ 251667 w 288016"/>
                <a:gd name="connsiteY152" fmla="*/ 82823 h 524359"/>
                <a:gd name="connsiteX153" fmla="*/ 250453 w 288016"/>
                <a:gd name="connsiteY153" fmla="*/ 80584 h 524359"/>
                <a:gd name="connsiteX154" fmla="*/ 248834 w 288016"/>
                <a:gd name="connsiteY154" fmla="*/ 79092 h 524359"/>
                <a:gd name="connsiteX155" fmla="*/ 246000 w 288016"/>
                <a:gd name="connsiteY155" fmla="*/ 71631 h 524359"/>
                <a:gd name="connsiteX156" fmla="*/ 243977 w 288016"/>
                <a:gd name="connsiteY156" fmla="*/ 67900 h 524359"/>
                <a:gd name="connsiteX157" fmla="*/ 242358 w 288016"/>
                <a:gd name="connsiteY157" fmla="*/ 66408 h 524359"/>
                <a:gd name="connsiteX158" fmla="*/ 241548 w 288016"/>
                <a:gd name="connsiteY158" fmla="*/ 65661 h 524359"/>
                <a:gd name="connsiteX159" fmla="*/ 241144 w 288016"/>
                <a:gd name="connsiteY159" fmla="*/ 64915 h 524359"/>
                <a:gd name="connsiteX160" fmla="*/ 239525 w 288016"/>
                <a:gd name="connsiteY160" fmla="*/ 63423 h 524359"/>
                <a:gd name="connsiteX161" fmla="*/ 236287 w 288016"/>
                <a:gd name="connsiteY161" fmla="*/ 55961 h 524359"/>
                <a:gd name="connsiteX162" fmla="*/ 231835 w 288016"/>
                <a:gd name="connsiteY162" fmla="*/ 56708 h 524359"/>
                <a:gd name="connsiteX163" fmla="*/ 229406 w 288016"/>
                <a:gd name="connsiteY163" fmla="*/ 53723 h 524359"/>
                <a:gd name="connsiteX164" fmla="*/ 228597 w 288016"/>
                <a:gd name="connsiteY164" fmla="*/ 52977 h 524359"/>
                <a:gd name="connsiteX165" fmla="*/ 228192 w 288016"/>
                <a:gd name="connsiteY165" fmla="*/ 52977 h 524359"/>
                <a:gd name="connsiteX166" fmla="*/ 226573 w 288016"/>
                <a:gd name="connsiteY166" fmla="*/ 49246 h 524359"/>
                <a:gd name="connsiteX167" fmla="*/ 225764 w 288016"/>
                <a:gd name="connsiteY167" fmla="*/ 47754 h 524359"/>
                <a:gd name="connsiteX168" fmla="*/ 225359 w 288016"/>
                <a:gd name="connsiteY168" fmla="*/ 47008 h 524359"/>
                <a:gd name="connsiteX169" fmla="*/ 222526 w 288016"/>
                <a:gd name="connsiteY169" fmla="*/ 44023 h 524359"/>
                <a:gd name="connsiteX170" fmla="*/ 219693 w 288016"/>
                <a:gd name="connsiteY170" fmla="*/ 41038 h 524359"/>
                <a:gd name="connsiteX171" fmla="*/ 219288 w 288016"/>
                <a:gd name="connsiteY171" fmla="*/ 40292 h 524359"/>
                <a:gd name="connsiteX172" fmla="*/ 218074 w 288016"/>
                <a:gd name="connsiteY172" fmla="*/ 39546 h 524359"/>
                <a:gd name="connsiteX173" fmla="*/ 217669 w 288016"/>
                <a:gd name="connsiteY173" fmla="*/ 38800 h 524359"/>
                <a:gd name="connsiteX174" fmla="*/ 212812 w 288016"/>
                <a:gd name="connsiteY174" fmla="*/ 32085 h 524359"/>
                <a:gd name="connsiteX175" fmla="*/ 211598 w 288016"/>
                <a:gd name="connsiteY175" fmla="*/ 31338 h 524359"/>
                <a:gd name="connsiteX176" fmla="*/ 208765 w 288016"/>
                <a:gd name="connsiteY176" fmla="*/ 29100 h 524359"/>
                <a:gd name="connsiteX177" fmla="*/ 207146 w 288016"/>
                <a:gd name="connsiteY177" fmla="*/ 28354 h 524359"/>
                <a:gd name="connsiteX178" fmla="*/ 206742 w 288016"/>
                <a:gd name="connsiteY178" fmla="*/ 27608 h 524359"/>
                <a:gd name="connsiteX179" fmla="*/ 204718 w 288016"/>
                <a:gd name="connsiteY179" fmla="*/ 24623 h 524359"/>
                <a:gd name="connsiteX180" fmla="*/ 203504 w 288016"/>
                <a:gd name="connsiteY180" fmla="*/ 23877 h 524359"/>
                <a:gd name="connsiteX181" fmla="*/ 201480 w 288016"/>
                <a:gd name="connsiteY181" fmla="*/ 22385 h 524359"/>
                <a:gd name="connsiteX182" fmla="*/ 198242 w 288016"/>
                <a:gd name="connsiteY182" fmla="*/ 20146 h 524359"/>
                <a:gd name="connsiteX183" fmla="*/ 197433 w 288016"/>
                <a:gd name="connsiteY183" fmla="*/ 19400 h 524359"/>
                <a:gd name="connsiteX184" fmla="*/ 197028 w 288016"/>
                <a:gd name="connsiteY184" fmla="*/ 19400 h 524359"/>
                <a:gd name="connsiteX185" fmla="*/ 195814 w 288016"/>
                <a:gd name="connsiteY185" fmla="*/ 18654 h 524359"/>
                <a:gd name="connsiteX186" fmla="*/ 194600 w 288016"/>
                <a:gd name="connsiteY186" fmla="*/ 16415 h 524359"/>
                <a:gd name="connsiteX187" fmla="*/ 193385 w 288016"/>
                <a:gd name="connsiteY187" fmla="*/ 15669 h 524359"/>
                <a:gd name="connsiteX188" fmla="*/ 191362 w 288016"/>
                <a:gd name="connsiteY188" fmla="*/ 14177 h 524359"/>
                <a:gd name="connsiteX189" fmla="*/ 190552 w 288016"/>
                <a:gd name="connsiteY189" fmla="*/ 13431 h 524359"/>
                <a:gd name="connsiteX190" fmla="*/ 188529 w 288016"/>
                <a:gd name="connsiteY190" fmla="*/ 12685 h 524359"/>
                <a:gd name="connsiteX191" fmla="*/ 185695 w 288016"/>
                <a:gd name="connsiteY191" fmla="*/ 11938 h 524359"/>
                <a:gd name="connsiteX192" fmla="*/ 184077 w 288016"/>
                <a:gd name="connsiteY192" fmla="*/ 11938 h 524359"/>
                <a:gd name="connsiteX193" fmla="*/ 177601 w 288016"/>
                <a:gd name="connsiteY193" fmla="*/ 7461 h 524359"/>
                <a:gd name="connsiteX194" fmla="*/ 174768 w 288016"/>
                <a:gd name="connsiteY194" fmla="*/ 6715 h 524359"/>
                <a:gd name="connsiteX195" fmla="*/ 171935 w 288016"/>
                <a:gd name="connsiteY195" fmla="*/ 6715 h 524359"/>
                <a:gd name="connsiteX196" fmla="*/ 170720 w 288016"/>
                <a:gd name="connsiteY196" fmla="*/ 5223 h 524359"/>
                <a:gd name="connsiteX197" fmla="*/ 165054 w 288016"/>
                <a:gd name="connsiteY197" fmla="*/ 2985 h 524359"/>
                <a:gd name="connsiteX198" fmla="*/ 163435 w 288016"/>
                <a:gd name="connsiteY198" fmla="*/ 2238 h 524359"/>
                <a:gd name="connsiteX199" fmla="*/ 161007 w 288016"/>
                <a:gd name="connsiteY199" fmla="*/ 2238 h 524359"/>
                <a:gd name="connsiteX200" fmla="*/ 160197 w 288016"/>
                <a:gd name="connsiteY200" fmla="*/ 2985 h 524359"/>
                <a:gd name="connsiteX201" fmla="*/ 158174 w 288016"/>
                <a:gd name="connsiteY201" fmla="*/ 1492 h 524359"/>
                <a:gd name="connsiteX202" fmla="*/ 153722 w 288016"/>
                <a:gd name="connsiteY202" fmla="*/ 0 h 524359"/>
                <a:gd name="connsiteX203" fmla="*/ 151698 w 288016"/>
                <a:gd name="connsiteY203" fmla="*/ 746 h 524359"/>
                <a:gd name="connsiteX204" fmla="*/ 149270 w 288016"/>
                <a:gd name="connsiteY204" fmla="*/ 746 h 524359"/>
                <a:gd name="connsiteX205" fmla="*/ 147651 w 288016"/>
                <a:gd name="connsiteY205" fmla="*/ 1492 h 524359"/>
                <a:gd name="connsiteX206" fmla="*/ 145627 w 288016"/>
                <a:gd name="connsiteY206" fmla="*/ 746 h 524359"/>
                <a:gd name="connsiteX207" fmla="*/ 139556 w 288016"/>
                <a:gd name="connsiteY207" fmla="*/ 746 h 524359"/>
                <a:gd name="connsiteX208" fmla="*/ 138747 w 288016"/>
                <a:gd name="connsiteY208" fmla="*/ 746 h 524359"/>
                <a:gd name="connsiteX209" fmla="*/ 137128 w 288016"/>
                <a:gd name="connsiteY209" fmla="*/ 1492 h 524359"/>
                <a:gd name="connsiteX210" fmla="*/ 135509 w 288016"/>
                <a:gd name="connsiteY210" fmla="*/ 2238 h 524359"/>
                <a:gd name="connsiteX211" fmla="*/ 132676 w 288016"/>
                <a:gd name="connsiteY211" fmla="*/ 1492 h 524359"/>
                <a:gd name="connsiteX212" fmla="*/ 131057 w 288016"/>
                <a:gd name="connsiteY212" fmla="*/ 1492 h 524359"/>
                <a:gd name="connsiteX213" fmla="*/ 128628 w 288016"/>
                <a:gd name="connsiteY213" fmla="*/ 2238 h 524359"/>
                <a:gd name="connsiteX214" fmla="*/ 125795 w 288016"/>
                <a:gd name="connsiteY214" fmla="*/ 2985 h 524359"/>
                <a:gd name="connsiteX215" fmla="*/ 124986 w 288016"/>
                <a:gd name="connsiteY215" fmla="*/ 746 h 524359"/>
                <a:gd name="connsiteX216" fmla="*/ 123771 w 288016"/>
                <a:gd name="connsiteY216" fmla="*/ 1492 h 524359"/>
                <a:gd name="connsiteX217" fmla="*/ 123367 w 288016"/>
                <a:gd name="connsiteY217" fmla="*/ 1492 h 524359"/>
                <a:gd name="connsiteX218" fmla="*/ 120938 w 288016"/>
                <a:gd name="connsiteY218" fmla="*/ 746 h 524359"/>
                <a:gd name="connsiteX219" fmla="*/ 119319 w 288016"/>
                <a:gd name="connsiteY219" fmla="*/ 746 h 524359"/>
                <a:gd name="connsiteX220" fmla="*/ 116082 w 288016"/>
                <a:gd name="connsiteY220" fmla="*/ 1492 h 524359"/>
                <a:gd name="connsiteX221" fmla="*/ 113248 w 288016"/>
                <a:gd name="connsiteY221" fmla="*/ 2985 h 524359"/>
                <a:gd name="connsiteX222" fmla="*/ 112439 w 288016"/>
                <a:gd name="connsiteY222" fmla="*/ 3731 h 524359"/>
                <a:gd name="connsiteX223" fmla="*/ 110820 w 288016"/>
                <a:gd name="connsiteY223" fmla="*/ 4477 h 524359"/>
                <a:gd name="connsiteX224" fmla="*/ 109201 w 288016"/>
                <a:gd name="connsiteY224" fmla="*/ 3731 h 524359"/>
                <a:gd name="connsiteX225" fmla="*/ 106368 w 288016"/>
                <a:gd name="connsiteY225" fmla="*/ 4477 h 524359"/>
                <a:gd name="connsiteX226" fmla="*/ 100297 w 288016"/>
                <a:gd name="connsiteY226" fmla="*/ 8954 h 524359"/>
                <a:gd name="connsiteX227" fmla="*/ 99892 w 288016"/>
                <a:gd name="connsiteY227" fmla="*/ 9700 h 524359"/>
                <a:gd name="connsiteX228" fmla="*/ 99083 w 288016"/>
                <a:gd name="connsiteY228" fmla="*/ 10446 h 524359"/>
                <a:gd name="connsiteX229" fmla="*/ 98678 w 288016"/>
                <a:gd name="connsiteY229" fmla="*/ 10446 h 524359"/>
                <a:gd name="connsiteX230" fmla="*/ 94631 w 288016"/>
                <a:gd name="connsiteY230" fmla="*/ 11192 h 524359"/>
                <a:gd name="connsiteX231" fmla="*/ 90988 w 288016"/>
                <a:gd name="connsiteY231" fmla="*/ 14177 h 524359"/>
                <a:gd name="connsiteX232" fmla="*/ 90179 w 288016"/>
                <a:gd name="connsiteY232" fmla="*/ 14923 h 524359"/>
                <a:gd name="connsiteX233" fmla="*/ 88965 w 288016"/>
                <a:gd name="connsiteY233" fmla="*/ 16415 h 524359"/>
                <a:gd name="connsiteX234" fmla="*/ 88560 w 288016"/>
                <a:gd name="connsiteY234" fmla="*/ 16415 h 524359"/>
                <a:gd name="connsiteX235" fmla="*/ 88155 w 288016"/>
                <a:gd name="connsiteY235" fmla="*/ 17161 h 524359"/>
                <a:gd name="connsiteX236" fmla="*/ 87750 w 288016"/>
                <a:gd name="connsiteY236" fmla="*/ 17161 h 524359"/>
                <a:gd name="connsiteX237" fmla="*/ 82894 w 288016"/>
                <a:gd name="connsiteY237" fmla="*/ 20146 h 524359"/>
                <a:gd name="connsiteX238" fmla="*/ 81275 w 288016"/>
                <a:gd name="connsiteY238" fmla="*/ 23131 h 524359"/>
                <a:gd name="connsiteX239" fmla="*/ 80870 w 288016"/>
                <a:gd name="connsiteY239" fmla="*/ 23877 h 524359"/>
                <a:gd name="connsiteX240" fmla="*/ 77632 w 288016"/>
                <a:gd name="connsiteY240" fmla="*/ 27608 h 524359"/>
                <a:gd name="connsiteX241" fmla="*/ 77227 w 288016"/>
                <a:gd name="connsiteY241" fmla="*/ 28354 h 524359"/>
                <a:gd name="connsiteX242" fmla="*/ 76418 w 288016"/>
                <a:gd name="connsiteY242" fmla="*/ 29846 h 524359"/>
                <a:gd name="connsiteX243" fmla="*/ 73180 w 288016"/>
                <a:gd name="connsiteY243" fmla="*/ 30592 h 524359"/>
                <a:gd name="connsiteX244" fmla="*/ 70347 w 288016"/>
                <a:gd name="connsiteY244" fmla="*/ 33577 h 524359"/>
                <a:gd name="connsiteX245" fmla="*/ 66704 w 288016"/>
                <a:gd name="connsiteY245" fmla="*/ 38800 h 524359"/>
                <a:gd name="connsiteX246" fmla="*/ 66704 w 288016"/>
                <a:gd name="connsiteY246" fmla="*/ 39546 h 524359"/>
                <a:gd name="connsiteX247" fmla="*/ 65490 w 288016"/>
                <a:gd name="connsiteY247" fmla="*/ 41038 h 524359"/>
                <a:gd name="connsiteX248" fmla="*/ 65085 w 288016"/>
                <a:gd name="connsiteY248" fmla="*/ 41038 h 524359"/>
                <a:gd name="connsiteX249" fmla="*/ 61848 w 288016"/>
                <a:gd name="connsiteY249" fmla="*/ 43277 h 524359"/>
                <a:gd name="connsiteX250" fmla="*/ 58610 w 288016"/>
                <a:gd name="connsiteY250" fmla="*/ 47754 h 524359"/>
                <a:gd name="connsiteX251" fmla="*/ 57800 w 288016"/>
                <a:gd name="connsiteY251" fmla="*/ 49246 h 524359"/>
                <a:gd name="connsiteX252" fmla="*/ 56181 w 288016"/>
                <a:gd name="connsiteY252" fmla="*/ 51484 h 524359"/>
                <a:gd name="connsiteX253" fmla="*/ 55777 w 288016"/>
                <a:gd name="connsiteY253" fmla="*/ 52231 h 524359"/>
                <a:gd name="connsiteX254" fmla="*/ 55372 w 288016"/>
                <a:gd name="connsiteY254" fmla="*/ 52977 h 524359"/>
                <a:gd name="connsiteX255" fmla="*/ 54158 w 288016"/>
                <a:gd name="connsiteY255" fmla="*/ 53723 h 524359"/>
                <a:gd name="connsiteX256" fmla="*/ 50110 w 288016"/>
                <a:gd name="connsiteY256" fmla="*/ 58946 h 524359"/>
                <a:gd name="connsiteX257" fmla="*/ 46872 w 288016"/>
                <a:gd name="connsiteY257" fmla="*/ 64915 h 524359"/>
                <a:gd name="connsiteX258" fmla="*/ 46063 w 288016"/>
                <a:gd name="connsiteY258" fmla="*/ 67900 h 524359"/>
                <a:gd name="connsiteX259" fmla="*/ 44039 w 288016"/>
                <a:gd name="connsiteY259" fmla="*/ 69392 h 524359"/>
                <a:gd name="connsiteX260" fmla="*/ 42825 w 288016"/>
                <a:gd name="connsiteY260" fmla="*/ 70884 h 524359"/>
                <a:gd name="connsiteX261" fmla="*/ 41611 w 288016"/>
                <a:gd name="connsiteY261" fmla="*/ 73123 h 524359"/>
                <a:gd name="connsiteX262" fmla="*/ 40801 w 288016"/>
                <a:gd name="connsiteY262" fmla="*/ 75361 h 524359"/>
                <a:gd name="connsiteX263" fmla="*/ 39183 w 288016"/>
                <a:gd name="connsiteY263" fmla="*/ 78346 h 524359"/>
                <a:gd name="connsiteX264" fmla="*/ 37968 w 288016"/>
                <a:gd name="connsiteY264" fmla="*/ 81331 h 524359"/>
                <a:gd name="connsiteX265" fmla="*/ 37159 w 288016"/>
                <a:gd name="connsiteY265" fmla="*/ 84315 h 524359"/>
                <a:gd name="connsiteX266" fmla="*/ 35540 w 288016"/>
                <a:gd name="connsiteY266" fmla="*/ 86554 h 524359"/>
                <a:gd name="connsiteX267" fmla="*/ 33516 w 288016"/>
                <a:gd name="connsiteY267" fmla="*/ 90284 h 524359"/>
                <a:gd name="connsiteX268" fmla="*/ 31897 w 288016"/>
                <a:gd name="connsiteY268" fmla="*/ 94015 h 524359"/>
                <a:gd name="connsiteX269" fmla="*/ 30278 w 288016"/>
                <a:gd name="connsiteY269" fmla="*/ 99238 h 524359"/>
                <a:gd name="connsiteX270" fmla="*/ 29874 w 288016"/>
                <a:gd name="connsiteY270" fmla="*/ 102223 h 524359"/>
                <a:gd name="connsiteX271" fmla="*/ 28255 w 288016"/>
                <a:gd name="connsiteY271" fmla="*/ 103715 h 524359"/>
                <a:gd name="connsiteX272" fmla="*/ 27041 w 288016"/>
                <a:gd name="connsiteY272" fmla="*/ 105954 h 524359"/>
                <a:gd name="connsiteX273" fmla="*/ 23398 w 288016"/>
                <a:gd name="connsiteY273" fmla="*/ 117892 h 524359"/>
                <a:gd name="connsiteX274" fmla="*/ 22993 w 288016"/>
                <a:gd name="connsiteY274" fmla="*/ 120877 h 524359"/>
                <a:gd name="connsiteX275" fmla="*/ 22184 w 288016"/>
                <a:gd name="connsiteY275" fmla="*/ 122369 h 524359"/>
                <a:gd name="connsiteX276" fmla="*/ 20970 w 288016"/>
                <a:gd name="connsiteY276" fmla="*/ 123861 h 524359"/>
                <a:gd name="connsiteX277" fmla="*/ 19351 w 288016"/>
                <a:gd name="connsiteY277" fmla="*/ 128338 h 524359"/>
                <a:gd name="connsiteX278" fmla="*/ 16922 w 288016"/>
                <a:gd name="connsiteY278" fmla="*/ 138038 h 524359"/>
                <a:gd name="connsiteX279" fmla="*/ 16922 w 288016"/>
                <a:gd name="connsiteY279" fmla="*/ 138784 h 524359"/>
                <a:gd name="connsiteX280" fmla="*/ 16518 w 288016"/>
                <a:gd name="connsiteY280" fmla="*/ 141023 h 524359"/>
                <a:gd name="connsiteX281" fmla="*/ 11661 w 288016"/>
                <a:gd name="connsiteY281" fmla="*/ 158931 h 524359"/>
                <a:gd name="connsiteX282" fmla="*/ 11256 w 288016"/>
                <a:gd name="connsiteY282" fmla="*/ 161915 h 524359"/>
                <a:gd name="connsiteX283" fmla="*/ 10851 w 288016"/>
                <a:gd name="connsiteY283" fmla="*/ 162661 h 524359"/>
                <a:gd name="connsiteX284" fmla="*/ 8423 w 288016"/>
                <a:gd name="connsiteY284" fmla="*/ 170123 h 524359"/>
                <a:gd name="connsiteX285" fmla="*/ 7209 w 288016"/>
                <a:gd name="connsiteY285" fmla="*/ 179823 h 524359"/>
                <a:gd name="connsiteX286" fmla="*/ 7209 w 288016"/>
                <a:gd name="connsiteY286" fmla="*/ 182807 h 524359"/>
                <a:gd name="connsiteX287" fmla="*/ 3971 w 288016"/>
                <a:gd name="connsiteY287" fmla="*/ 201461 h 524359"/>
                <a:gd name="connsiteX288" fmla="*/ 3971 w 288016"/>
                <a:gd name="connsiteY288" fmla="*/ 204446 h 524359"/>
                <a:gd name="connsiteX289" fmla="*/ 3566 w 288016"/>
                <a:gd name="connsiteY289" fmla="*/ 205192 h 524359"/>
                <a:gd name="connsiteX290" fmla="*/ 1947 w 288016"/>
                <a:gd name="connsiteY290" fmla="*/ 223100 h 524359"/>
                <a:gd name="connsiteX291" fmla="*/ 2352 w 288016"/>
                <a:gd name="connsiteY291" fmla="*/ 226084 h 524359"/>
                <a:gd name="connsiteX292" fmla="*/ 733 w 288016"/>
                <a:gd name="connsiteY292" fmla="*/ 245484 h 524359"/>
                <a:gd name="connsiteX293" fmla="*/ 1138 w 288016"/>
                <a:gd name="connsiteY293" fmla="*/ 248469 h 524359"/>
                <a:gd name="connsiteX294" fmla="*/ 733 w 288016"/>
                <a:gd name="connsiteY294" fmla="*/ 268615 h 524359"/>
                <a:gd name="connsiteX295" fmla="*/ 1138 w 288016"/>
                <a:gd name="connsiteY295" fmla="*/ 271600 h 524359"/>
                <a:gd name="connsiteX296" fmla="*/ 1543 w 288016"/>
                <a:gd name="connsiteY296" fmla="*/ 291746 h 524359"/>
                <a:gd name="connsiteX297" fmla="*/ 1947 w 288016"/>
                <a:gd name="connsiteY297" fmla="*/ 294730 h 524359"/>
                <a:gd name="connsiteX298" fmla="*/ 3566 w 288016"/>
                <a:gd name="connsiteY298" fmla="*/ 314877 h 524359"/>
                <a:gd name="connsiteX299" fmla="*/ 4376 w 288016"/>
                <a:gd name="connsiteY299" fmla="*/ 317861 h 524359"/>
                <a:gd name="connsiteX300" fmla="*/ 6804 w 288016"/>
                <a:gd name="connsiteY300" fmla="*/ 337261 h 524359"/>
                <a:gd name="connsiteX301" fmla="*/ 7613 w 288016"/>
                <a:gd name="connsiteY301" fmla="*/ 340246 h 524359"/>
                <a:gd name="connsiteX302" fmla="*/ 8423 w 288016"/>
                <a:gd name="connsiteY302" fmla="*/ 350692 h 524359"/>
                <a:gd name="connsiteX303" fmla="*/ 10851 w 288016"/>
                <a:gd name="connsiteY303" fmla="*/ 358900 h 524359"/>
                <a:gd name="connsiteX304" fmla="*/ 11661 w 288016"/>
                <a:gd name="connsiteY304" fmla="*/ 361884 h 524359"/>
                <a:gd name="connsiteX305" fmla="*/ 16113 w 288016"/>
                <a:gd name="connsiteY305" fmla="*/ 379792 h 524359"/>
                <a:gd name="connsiteX306" fmla="*/ 16922 w 288016"/>
                <a:gd name="connsiteY306" fmla="*/ 382030 h 524359"/>
                <a:gd name="connsiteX307" fmla="*/ 19351 w 288016"/>
                <a:gd name="connsiteY307" fmla="*/ 392476 h 524359"/>
                <a:gd name="connsiteX308" fmla="*/ 20970 w 288016"/>
                <a:gd name="connsiteY308" fmla="*/ 396953 h 524359"/>
                <a:gd name="connsiteX309" fmla="*/ 22184 w 288016"/>
                <a:gd name="connsiteY309" fmla="*/ 399192 h 524359"/>
                <a:gd name="connsiteX310" fmla="*/ 22589 w 288016"/>
                <a:gd name="connsiteY310" fmla="*/ 399938 h 524359"/>
                <a:gd name="connsiteX311" fmla="*/ 23803 w 288016"/>
                <a:gd name="connsiteY311" fmla="*/ 402176 h 524359"/>
                <a:gd name="connsiteX312" fmla="*/ 27445 w 288016"/>
                <a:gd name="connsiteY312" fmla="*/ 414861 h 524359"/>
                <a:gd name="connsiteX313" fmla="*/ 28660 w 288016"/>
                <a:gd name="connsiteY313" fmla="*/ 417100 h 524359"/>
                <a:gd name="connsiteX314" fmla="*/ 29469 w 288016"/>
                <a:gd name="connsiteY314" fmla="*/ 418592 h 524359"/>
                <a:gd name="connsiteX315" fmla="*/ 30683 w 288016"/>
                <a:gd name="connsiteY315" fmla="*/ 420830 h 524359"/>
                <a:gd name="connsiteX316" fmla="*/ 32302 w 288016"/>
                <a:gd name="connsiteY316" fmla="*/ 426799 h 524359"/>
                <a:gd name="connsiteX317" fmla="*/ 33921 w 288016"/>
                <a:gd name="connsiteY317" fmla="*/ 430530 h 524359"/>
                <a:gd name="connsiteX318" fmla="*/ 35945 w 288016"/>
                <a:gd name="connsiteY318" fmla="*/ 434261 h 524359"/>
                <a:gd name="connsiteX319" fmla="*/ 37159 w 288016"/>
                <a:gd name="connsiteY319" fmla="*/ 436500 h 524359"/>
                <a:gd name="connsiteX320" fmla="*/ 38778 w 288016"/>
                <a:gd name="connsiteY320" fmla="*/ 437992 h 524359"/>
                <a:gd name="connsiteX321" fmla="*/ 39992 w 288016"/>
                <a:gd name="connsiteY321" fmla="*/ 442469 h 524359"/>
                <a:gd name="connsiteX322" fmla="*/ 41611 w 288016"/>
                <a:gd name="connsiteY322" fmla="*/ 445453 h 524359"/>
                <a:gd name="connsiteX323" fmla="*/ 42420 w 288016"/>
                <a:gd name="connsiteY323" fmla="*/ 446946 h 524359"/>
                <a:gd name="connsiteX324" fmla="*/ 43635 w 288016"/>
                <a:gd name="connsiteY324" fmla="*/ 449184 h 524359"/>
                <a:gd name="connsiteX325" fmla="*/ 44849 w 288016"/>
                <a:gd name="connsiteY325" fmla="*/ 450676 h 524359"/>
                <a:gd name="connsiteX326" fmla="*/ 46468 w 288016"/>
                <a:gd name="connsiteY326" fmla="*/ 452169 h 524359"/>
                <a:gd name="connsiteX327" fmla="*/ 48087 w 288016"/>
                <a:gd name="connsiteY327" fmla="*/ 453661 h 524359"/>
                <a:gd name="connsiteX328" fmla="*/ 51325 w 288016"/>
                <a:gd name="connsiteY328" fmla="*/ 461123 h 524359"/>
                <a:gd name="connsiteX329" fmla="*/ 55372 w 288016"/>
                <a:gd name="connsiteY329" fmla="*/ 466346 h 524359"/>
                <a:gd name="connsiteX330" fmla="*/ 55372 w 288016"/>
                <a:gd name="connsiteY330" fmla="*/ 467838 h 524359"/>
                <a:gd name="connsiteX331" fmla="*/ 56991 w 288016"/>
                <a:gd name="connsiteY331" fmla="*/ 431276 h 524359"/>
                <a:gd name="connsiteX332" fmla="*/ 56181 w 288016"/>
                <a:gd name="connsiteY332" fmla="*/ 430530 h 524359"/>
                <a:gd name="connsiteX333" fmla="*/ 54562 w 288016"/>
                <a:gd name="connsiteY333" fmla="*/ 427546 h 524359"/>
                <a:gd name="connsiteX334" fmla="*/ 50920 w 288016"/>
                <a:gd name="connsiteY334" fmla="*/ 423815 h 524359"/>
                <a:gd name="connsiteX335" fmla="*/ 50515 w 288016"/>
                <a:gd name="connsiteY335" fmla="*/ 420084 h 524359"/>
                <a:gd name="connsiteX336" fmla="*/ 49301 w 288016"/>
                <a:gd name="connsiteY336" fmla="*/ 417100 h 524359"/>
                <a:gd name="connsiteX337" fmla="*/ 50515 w 288016"/>
                <a:gd name="connsiteY337" fmla="*/ 416353 h 524359"/>
                <a:gd name="connsiteX338" fmla="*/ 52134 w 288016"/>
                <a:gd name="connsiteY338" fmla="*/ 416353 h 524359"/>
                <a:gd name="connsiteX339" fmla="*/ 52943 w 288016"/>
                <a:gd name="connsiteY339" fmla="*/ 417100 h 524359"/>
                <a:gd name="connsiteX340" fmla="*/ 54562 w 288016"/>
                <a:gd name="connsiteY340" fmla="*/ 419338 h 524359"/>
                <a:gd name="connsiteX341" fmla="*/ 55777 w 288016"/>
                <a:gd name="connsiteY341" fmla="*/ 420830 h 524359"/>
                <a:gd name="connsiteX342" fmla="*/ 56181 w 288016"/>
                <a:gd name="connsiteY342" fmla="*/ 421576 h 524359"/>
                <a:gd name="connsiteX343" fmla="*/ 58205 w 288016"/>
                <a:gd name="connsiteY343" fmla="*/ 424561 h 524359"/>
                <a:gd name="connsiteX344" fmla="*/ 59014 w 288016"/>
                <a:gd name="connsiteY344" fmla="*/ 425307 h 524359"/>
                <a:gd name="connsiteX345" fmla="*/ 60633 w 288016"/>
                <a:gd name="connsiteY345" fmla="*/ 426053 h 524359"/>
                <a:gd name="connsiteX346" fmla="*/ 59014 w 288016"/>
                <a:gd name="connsiteY346" fmla="*/ 429784 h 524359"/>
                <a:gd name="connsiteX347" fmla="*/ 58205 w 288016"/>
                <a:gd name="connsiteY347" fmla="*/ 430530 h 524359"/>
                <a:gd name="connsiteX348" fmla="*/ 56991 w 288016"/>
                <a:gd name="connsiteY348" fmla="*/ 431276 h 524359"/>
                <a:gd name="connsiteX349" fmla="*/ 22184 w 288016"/>
                <a:gd name="connsiteY349" fmla="*/ 337261 h 524359"/>
                <a:gd name="connsiteX350" fmla="*/ 21779 w 288016"/>
                <a:gd name="connsiteY350" fmla="*/ 328307 h 524359"/>
                <a:gd name="connsiteX351" fmla="*/ 20565 w 288016"/>
                <a:gd name="connsiteY351" fmla="*/ 323084 h 524359"/>
                <a:gd name="connsiteX352" fmla="*/ 18946 w 288016"/>
                <a:gd name="connsiteY352" fmla="*/ 317861 h 524359"/>
                <a:gd name="connsiteX353" fmla="*/ 18541 w 288016"/>
                <a:gd name="connsiteY353" fmla="*/ 317861 h 524359"/>
                <a:gd name="connsiteX354" fmla="*/ 18946 w 288016"/>
                <a:gd name="connsiteY354" fmla="*/ 317115 h 524359"/>
                <a:gd name="connsiteX355" fmla="*/ 18946 w 288016"/>
                <a:gd name="connsiteY355" fmla="*/ 308161 h 524359"/>
                <a:gd name="connsiteX356" fmla="*/ 16518 w 288016"/>
                <a:gd name="connsiteY356" fmla="*/ 296969 h 524359"/>
                <a:gd name="connsiteX357" fmla="*/ 16518 w 288016"/>
                <a:gd name="connsiteY357" fmla="*/ 283538 h 524359"/>
                <a:gd name="connsiteX358" fmla="*/ 14899 w 288016"/>
                <a:gd name="connsiteY358" fmla="*/ 276823 h 524359"/>
                <a:gd name="connsiteX359" fmla="*/ 15708 w 288016"/>
                <a:gd name="connsiteY359" fmla="*/ 273838 h 524359"/>
                <a:gd name="connsiteX360" fmla="*/ 16113 w 288016"/>
                <a:gd name="connsiteY360" fmla="*/ 273838 h 524359"/>
                <a:gd name="connsiteX361" fmla="*/ 18541 w 288016"/>
                <a:gd name="connsiteY361" fmla="*/ 274584 h 524359"/>
                <a:gd name="connsiteX362" fmla="*/ 20160 w 288016"/>
                <a:gd name="connsiteY362" fmla="*/ 273838 h 524359"/>
                <a:gd name="connsiteX363" fmla="*/ 21374 w 288016"/>
                <a:gd name="connsiteY363" fmla="*/ 273838 h 524359"/>
                <a:gd name="connsiteX364" fmla="*/ 22993 w 288016"/>
                <a:gd name="connsiteY364" fmla="*/ 273092 h 524359"/>
                <a:gd name="connsiteX365" fmla="*/ 26636 w 288016"/>
                <a:gd name="connsiteY365" fmla="*/ 273838 h 524359"/>
                <a:gd name="connsiteX366" fmla="*/ 27850 w 288016"/>
                <a:gd name="connsiteY366" fmla="*/ 273092 h 524359"/>
                <a:gd name="connsiteX367" fmla="*/ 30278 w 288016"/>
                <a:gd name="connsiteY367" fmla="*/ 272346 h 524359"/>
                <a:gd name="connsiteX368" fmla="*/ 31897 w 288016"/>
                <a:gd name="connsiteY368" fmla="*/ 273092 h 524359"/>
                <a:gd name="connsiteX369" fmla="*/ 33516 w 288016"/>
                <a:gd name="connsiteY369" fmla="*/ 273838 h 524359"/>
                <a:gd name="connsiteX370" fmla="*/ 35540 w 288016"/>
                <a:gd name="connsiteY370" fmla="*/ 273092 h 524359"/>
                <a:gd name="connsiteX371" fmla="*/ 37968 w 288016"/>
                <a:gd name="connsiteY371" fmla="*/ 272346 h 524359"/>
                <a:gd name="connsiteX372" fmla="*/ 39587 w 288016"/>
                <a:gd name="connsiteY372" fmla="*/ 273092 h 524359"/>
                <a:gd name="connsiteX373" fmla="*/ 41206 w 288016"/>
                <a:gd name="connsiteY373" fmla="*/ 273838 h 524359"/>
                <a:gd name="connsiteX374" fmla="*/ 42016 w 288016"/>
                <a:gd name="connsiteY374" fmla="*/ 273838 h 524359"/>
                <a:gd name="connsiteX375" fmla="*/ 43230 w 288016"/>
                <a:gd name="connsiteY375" fmla="*/ 273092 h 524359"/>
                <a:gd name="connsiteX376" fmla="*/ 44444 w 288016"/>
                <a:gd name="connsiteY376" fmla="*/ 273092 h 524359"/>
                <a:gd name="connsiteX377" fmla="*/ 46063 w 288016"/>
                <a:gd name="connsiteY377" fmla="*/ 272346 h 524359"/>
                <a:gd name="connsiteX378" fmla="*/ 50920 w 288016"/>
                <a:gd name="connsiteY378" fmla="*/ 273092 h 524359"/>
                <a:gd name="connsiteX379" fmla="*/ 53753 w 288016"/>
                <a:gd name="connsiteY379" fmla="*/ 272346 h 524359"/>
                <a:gd name="connsiteX380" fmla="*/ 55372 w 288016"/>
                <a:gd name="connsiteY380" fmla="*/ 273092 h 524359"/>
                <a:gd name="connsiteX381" fmla="*/ 56991 w 288016"/>
                <a:gd name="connsiteY381" fmla="*/ 273838 h 524359"/>
                <a:gd name="connsiteX382" fmla="*/ 59014 w 288016"/>
                <a:gd name="connsiteY382" fmla="*/ 273092 h 524359"/>
                <a:gd name="connsiteX383" fmla="*/ 59824 w 288016"/>
                <a:gd name="connsiteY383" fmla="*/ 273092 h 524359"/>
                <a:gd name="connsiteX384" fmla="*/ 61443 w 288016"/>
                <a:gd name="connsiteY384" fmla="*/ 272346 h 524359"/>
                <a:gd name="connsiteX385" fmla="*/ 63062 w 288016"/>
                <a:gd name="connsiteY385" fmla="*/ 273092 h 524359"/>
                <a:gd name="connsiteX386" fmla="*/ 66300 w 288016"/>
                <a:gd name="connsiteY386" fmla="*/ 273092 h 524359"/>
                <a:gd name="connsiteX387" fmla="*/ 67919 w 288016"/>
                <a:gd name="connsiteY387" fmla="*/ 273092 h 524359"/>
                <a:gd name="connsiteX388" fmla="*/ 69133 w 288016"/>
                <a:gd name="connsiteY388" fmla="*/ 272346 h 524359"/>
                <a:gd name="connsiteX389" fmla="*/ 71966 w 288016"/>
                <a:gd name="connsiteY389" fmla="*/ 273092 h 524359"/>
                <a:gd name="connsiteX390" fmla="*/ 74799 w 288016"/>
                <a:gd name="connsiteY390" fmla="*/ 272346 h 524359"/>
                <a:gd name="connsiteX391" fmla="*/ 76823 w 288016"/>
                <a:gd name="connsiteY391" fmla="*/ 271600 h 524359"/>
                <a:gd name="connsiteX392" fmla="*/ 78846 w 288016"/>
                <a:gd name="connsiteY392" fmla="*/ 272346 h 524359"/>
                <a:gd name="connsiteX393" fmla="*/ 79251 w 288016"/>
                <a:gd name="connsiteY393" fmla="*/ 273092 h 524359"/>
                <a:gd name="connsiteX394" fmla="*/ 79656 w 288016"/>
                <a:gd name="connsiteY394" fmla="*/ 276823 h 524359"/>
                <a:gd name="connsiteX395" fmla="*/ 80060 w 288016"/>
                <a:gd name="connsiteY395" fmla="*/ 279807 h 524359"/>
                <a:gd name="connsiteX396" fmla="*/ 81275 w 288016"/>
                <a:gd name="connsiteY396" fmla="*/ 291000 h 524359"/>
                <a:gd name="connsiteX397" fmla="*/ 81679 w 288016"/>
                <a:gd name="connsiteY397" fmla="*/ 293984 h 524359"/>
                <a:gd name="connsiteX398" fmla="*/ 82084 w 288016"/>
                <a:gd name="connsiteY398" fmla="*/ 296969 h 524359"/>
                <a:gd name="connsiteX399" fmla="*/ 82489 w 288016"/>
                <a:gd name="connsiteY399" fmla="*/ 298461 h 524359"/>
                <a:gd name="connsiteX400" fmla="*/ 84108 w 288016"/>
                <a:gd name="connsiteY400" fmla="*/ 305177 h 524359"/>
                <a:gd name="connsiteX401" fmla="*/ 84917 w 288016"/>
                <a:gd name="connsiteY401" fmla="*/ 308161 h 524359"/>
                <a:gd name="connsiteX402" fmla="*/ 87346 w 288016"/>
                <a:gd name="connsiteY402" fmla="*/ 319353 h 524359"/>
                <a:gd name="connsiteX403" fmla="*/ 88560 w 288016"/>
                <a:gd name="connsiteY403" fmla="*/ 321592 h 524359"/>
                <a:gd name="connsiteX404" fmla="*/ 88965 w 288016"/>
                <a:gd name="connsiteY404" fmla="*/ 322338 h 524359"/>
                <a:gd name="connsiteX405" fmla="*/ 89369 w 288016"/>
                <a:gd name="connsiteY405" fmla="*/ 324577 h 524359"/>
                <a:gd name="connsiteX406" fmla="*/ 89774 w 288016"/>
                <a:gd name="connsiteY406" fmla="*/ 326815 h 524359"/>
                <a:gd name="connsiteX407" fmla="*/ 91393 w 288016"/>
                <a:gd name="connsiteY407" fmla="*/ 330546 h 524359"/>
                <a:gd name="connsiteX408" fmla="*/ 91798 w 288016"/>
                <a:gd name="connsiteY408" fmla="*/ 331292 h 524359"/>
                <a:gd name="connsiteX409" fmla="*/ 92202 w 288016"/>
                <a:gd name="connsiteY409" fmla="*/ 332038 h 524359"/>
                <a:gd name="connsiteX410" fmla="*/ 93012 w 288016"/>
                <a:gd name="connsiteY410" fmla="*/ 333530 h 524359"/>
                <a:gd name="connsiteX411" fmla="*/ 92202 w 288016"/>
                <a:gd name="connsiteY411" fmla="*/ 334276 h 524359"/>
                <a:gd name="connsiteX412" fmla="*/ 91393 w 288016"/>
                <a:gd name="connsiteY412" fmla="*/ 335023 h 524359"/>
                <a:gd name="connsiteX413" fmla="*/ 89774 w 288016"/>
                <a:gd name="connsiteY413" fmla="*/ 338007 h 524359"/>
                <a:gd name="connsiteX414" fmla="*/ 89369 w 288016"/>
                <a:gd name="connsiteY414" fmla="*/ 339500 h 524359"/>
                <a:gd name="connsiteX415" fmla="*/ 88965 w 288016"/>
                <a:gd name="connsiteY415" fmla="*/ 340246 h 524359"/>
                <a:gd name="connsiteX416" fmla="*/ 88155 w 288016"/>
                <a:gd name="connsiteY416" fmla="*/ 342484 h 524359"/>
                <a:gd name="connsiteX417" fmla="*/ 84108 w 288016"/>
                <a:gd name="connsiteY417" fmla="*/ 349200 h 524359"/>
                <a:gd name="connsiteX418" fmla="*/ 82894 w 288016"/>
                <a:gd name="connsiteY418" fmla="*/ 352930 h 524359"/>
                <a:gd name="connsiteX419" fmla="*/ 82489 w 288016"/>
                <a:gd name="connsiteY419" fmla="*/ 352930 h 524359"/>
                <a:gd name="connsiteX420" fmla="*/ 78846 w 288016"/>
                <a:gd name="connsiteY420" fmla="*/ 358900 h 524359"/>
                <a:gd name="connsiteX421" fmla="*/ 77227 w 288016"/>
                <a:gd name="connsiteY421" fmla="*/ 362630 h 524359"/>
                <a:gd name="connsiteX422" fmla="*/ 74394 w 288016"/>
                <a:gd name="connsiteY422" fmla="*/ 365615 h 524359"/>
                <a:gd name="connsiteX423" fmla="*/ 71561 w 288016"/>
                <a:gd name="connsiteY423" fmla="*/ 372330 h 524359"/>
                <a:gd name="connsiteX424" fmla="*/ 67919 w 288016"/>
                <a:gd name="connsiteY424" fmla="*/ 379046 h 524359"/>
                <a:gd name="connsiteX425" fmla="*/ 66300 w 288016"/>
                <a:gd name="connsiteY425" fmla="*/ 382030 h 524359"/>
                <a:gd name="connsiteX426" fmla="*/ 63062 w 288016"/>
                <a:gd name="connsiteY426" fmla="*/ 387253 h 524359"/>
                <a:gd name="connsiteX427" fmla="*/ 61038 w 288016"/>
                <a:gd name="connsiteY427" fmla="*/ 392476 h 524359"/>
                <a:gd name="connsiteX428" fmla="*/ 59824 w 288016"/>
                <a:gd name="connsiteY428" fmla="*/ 393969 h 524359"/>
                <a:gd name="connsiteX429" fmla="*/ 58205 w 288016"/>
                <a:gd name="connsiteY429" fmla="*/ 396207 h 524359"/>
                <a:gd name="connsiteX430" fmla="*/ 56181 w 288016"/>
                <a:gd name="connsiteY430" fmla="*/ 399938 h 524359"/>
                <a:gd name="connsiteX431" fmla="*/ 54967 w 288016"/>
                <a:gd name="connsiteY431" fmla="*/ 402923 h 524359"/>
                <a:gd name="connsiteX432" fmla="*/ 54158 w 288016"/>
                <a:gd name="connsiteY432" fmla="*/ 403669 h 524359"/>
                <a:gd name="connsiteX433" fmla="*/ 50110 w 288016"/>
                <a:gd name="connsiteY433" fmla="*/ 411130 h 524359"/>
                <a:gd name="connsiteX434" fmla="*/ 49706 w 288016"/>
                <a:gd name="connsiteY434" fmla="*/ 412623 h 524359"/>
                <a:gd name="connsiteX435" fmla="*/ 48087 w 288016"/>
                <a:gd name="connsiteY435" fmla="*/ 414861 h 524359"/>
                <a:gd name="connsiteX436" fmla="*/ 44444 w 288016"/>
                <a:gd name="connsiteY436" fmla="*/ 408892 h 524359"/>
                <a:gd name="connsiteX437" fmla="*/ 44039 w 288016"/>
                <a:gd name="connsiteY437" fmla="*/ 408146 h 524359"/>
                <a:gd name="connsiteX438" fmla="*/ 43635 w 288016"/>
                <a:gd name="connsiteY438" fmla="*/ 404415 h 524359"/>
                <a:gd name="connsiteX439" fmla="*/ 42420 w 288016"/>
                <a:gd name="connsiteY439" fmla="*/ 399938 h 524359"/>
                <a:gd name="connsiteX440" fmla="*/ 41611 w 288016"/>
                <a:gd name="connsiteY440" fmla="*/ 397700 h 524359"/>
                <a:gd name="connsiteX441" fmla="*/ 39587 w 288016"/>
                <a:gd name="connsiteY441" fmla="*/ 396207 h 524359"/>
                <a:gd name="connsiteX442" fmla="*/ 36754 w 288016"/>
                <a:gd name="connsiteY442" fmla="*/ 392476 h 524359"/>
                <a:gd name="connsiteX443" fmla="*/ 35540 w 288016"/>
                <a:gd name="connsiteY443" fmla="*/ 385015 h 524359"/>
                <a:gd name="connsiteX444" fmla="*/ 33516 w 288016"/>
                <a:gd name="connsiteY444" fmla="*/ 379792 h 524359"/>
                <a:gd name="connsiteX445" fmla="*/ 31897 w 288016"/>
                <a:gd name="connsiteY445" fmla="*/ 376807 h 524359"/>
                <a:gd name="connsiteX446" fmla="*/ 31088 w 288016"/>
                <a:gd name="connsiteY446" fmla="*/ 376061 h 524359"/>
                <a:gd name="connsiteX447" fmla="*/ 28255 w 288016"/>
                <a:gd name="connsiteY447" fmla="*/ 361884 h 524359"/>
                <a:gd name="connsiteX448" fmla="*/ 27041 w 288016"/>
                <a:gd name="connsiteY448" fmla="*/ 359646 h 524359"/>
                <a:gd name="connsiteX449" fmla="*/ 26231 w 288016"/>
                <a:gd name="connsiteY449" fmla="*/ 357407 h 524359"/>
                <a:gd name="connsiteX450" fmla="*/ 22184 w 288016"/>
                <a:gd name="connsiteY450" fmla="*/ 337261 h 524359"/>
                <a:gd name="connsiteX451" fmla="*/ 17732 w 288016"/>
                <a:gd name="connsiteY451" fmla="*/ 216384 h 524359"/>
                <a:gd name="connsiteX452" fmla="*/ 19351 w 288016"/>
                <a:gd name="connsiteY452" fmla="*/ 211161 h 524359"/>
                <a:gd name="connsiteX453" fmla="*/ 20160 w 288016"/>
                <a:gd name="connsiteY453" fmla="*/ 196984 h 524359"/>
                <a:gd name="connsiteX454" fmla="*/ 20565 w 288016"/>
                <a:gd name="connsiteY454" fmla="*/ 195492 h 524359"/>
                <a:gd name="connsiteX455" fmla="*/ 21779 w 288016"/>
                <a:gd name="connsiteY455" fmla="*/ 192507 h 524359"/>
                <a:gd name="connsiteX456" fmla="*/ 23398 w 288016"/>
                <a:gd name="connsiteY456" fmla="*/ 177584 h 524359"/>
                <a:gd name="connsiteX457" fmla="*/ 27041 w 288016"/>
                <a:gd name="connsiteY457" fmla="*/ 167138 h 524359"/>
                <a:gd name="connsiteX458" fmla="*/ 27850 w 288016"/>
                <a:gd name="connsiteY458" fmla="*/ 158931 h 524359"/>
                <a:gd name="connsiteX459" fmla="*/ 28255 w 288016"/>
                <a:gd name="connsiteY459" fmla="*/ 158931 h 524359"/>
                <a:gd name="connsiteX460" fmla="*/ 31897 w 288016"/>
                <a:gd name="connsiteY460" fmla="*/ 148484 h 524359"/>
                <a:gd name="connsiteX461" fmla="*/ 33112 w 288016"/>
                <a:gd name="connsiteY461" fmla="*/ 141023 h 524359"/>
                <a:gd name="connsiteX462" fmla="*/ 33516 w 288016"/>
                <a:gd name="connsiteY462" fmla="*/ 140277 h 524359"/>
                <a:gd name="connsiteX463" fmla="*/ 35540 w 288016"/>
                <a:gd name="connsiteY463" fmla="*/ 137292 h 524359"/>
                <a:gd name="connsiteX464" fmla="*/ 39183 w 288016"/>
                <a:gd name="connsiteY464" fmla="*/ 123861 h 524359"/>
                <a:gd name="connsiteX465" fmla="*/ 39587 w 288016"/>
                <a:gd name="connsiteY465" fmla="*/ 123861 h 524359"/>
                <a:gd name="connsiteX466" fmla="*/ 41206 w 288016"/>
                <a:gd name="connsiteY466" fmla="*/ 122369 h 524359"/>
                <a:gd name="connsiteX467" fmla="*/ 42016 w 288016"/>
                <a:gd name="connsiteY467" fmla="*/ 120877 h 524359"/>
                <a:gd name="connsiteX468" fmla="*/ 43230 w 288016"/>
                <a:gd name="connsiteY468" fmla="*/ 117892 h 524359"/>
                <a:gd name="connsiteX469" fmla="*/ 44444 w 288016"/>
                <a:gd name="connsiteY469" fmla="*/ 114907 h 524359"/>
                <a:gd name="connsiteX470" fmla="*/ 46468 w 288016"/>
                <a:gd name="connsiteY470" fmla="*/ 108192 h 524359"/>
                <a:gd name="connsiteX471" fmla="*/ 48087 w 288016"/>
                <a:gd name="connsiteY471" fmla="*/ 106700 h 524359"/>
                <a:gd name="connsiteX472" fmla="*/ 50515 w 288016"/>
                <a:gd name="connsiteY472" fmla="*/ 111923 h 524359"/>
                <a:gd name="connsiteX473" fmla="*/ 53348 w 288016"/>
                <a:gd name="connsiteY473" fmla="*/ 115654 h 524359"/>
                <a:gd name="connsiteX474" fmla="*/ 54562 w 288016"/>
                <a:gd name="connsiteY474" fmla="*/ 119384 h 524359"/>
                <a:gd name="connsiteX475" fmla="*/ 56181 w 288016"/>
                <a:gd name="connsiteY475" fmla="*/ 122369 h 524359"/>
                <a:gd name="connsiteX476" fmla="*/ 58205 w 288016"/>
                <a:gd name="connsiteY476" fmla="*/ 125354 h 524359"/>
                <a:gd name="connsiteX477" fmla="*/ 58610 w 288016"/>
                <a:gd name="connsiteY477" fmla="*/ 126100 h 524359"/>
                <a:gd name="connsiteX478" fmla="*/ 59014 w 288016"/>
                <a:gd name="connsiteY478" fmla="*/ 127592 h 524359"/>
                <a:gd name="connsiteX479" fmla="*/ 62252 w 288016"/>
                <a:gd name="connsiteY479" fmla="*/ 133561 h 524359"/>
                <a:gd name="connsiteX480" fmla="*/ 63871 w 288016"/>
                <a:gd name="connsiteY480" fmla="*/ 135800 h 524359"/>
                <a:gd name="connsiteX481" fmla="*/ 65490 w 288016"/>
                <a:gd name="connsiteY481" fmla="*/ 141023 h 524359"/>
                <a:gd name="connsiteX482" fmla="*/ 67109 w 288016"/>
                <a:gd name="connsiteY482" fmla="*/ 142515 h 524359"/>
                <a:gd name="connsiteX483" fmla="*/ 69133 w 288016"/>
                <a:gd name="connsiteY483" fmla="*/ 145500 h 524359"/>
                <a:gd name="connsiteX484" fmla="*/ 70752 w 288016"/>
                <a:gd name="connsiteY484" fmla="*/ 150723 h 524359"/>
                <a:gd name="connsiteX485" fmla="*/ 73585 w 288016"/>
                <a:gd name="connsiteY485" fmla="*/ 154454 h 524359"/>
                <a:gd name="connsiteX486" fmla="*/ 74394 w 288016"/>
                <a:gd name="connsiteY486" fmla="*/ 155200 h 524359"/>
                <a:gd name="connsiteX487" fmla="*/ 77632 w 288016"/>
                <a:gd name="connsiteY487" fmla="*/ 161915 h 524359"/>
                <a:gd name="connsiteX488" fmla="*/ 79656 w 288016"/>
                <a:gd name="connsiteY488" fmla="*/ 164900 h 524359"/>
                <a:gd name="connsiteX489" fmla="*/ 81275 w 288016"/>
                <a:gd name="connsiteY489" fmla="*/ 168631 h 524359"/>
                <a:gd name="connsiteX490" fmla="*/ 81679 w 288016"/>
                <a:gd name="connsiteY490" fmla="*/ 169377 h 524359"/>
                <a:gd name="connsiteX491" fmla="*/ 83298 w 288016"/>
                <a:gd name="connsiteY491" fmla="*/ 172361 h 524359"/>
                <a:gd name="connsiteX492" fmla="*/ 85727 w 288016"/>
                <a:gd name="connsiteY492" fmla="*/ 175346 h 524359"/>
                <a:gd name="connsiteX493" fmla="*/ 88560 w 288016"/>
                <a:gd name="connsiteY493" fmla="*/ 182061 h 524359"/>
                <a:gd name="connsiteX494" fmla="*/ 88965 w 288016"/>
                <a:gd name="connsiteY494" fmla="*/ 182807 h 524359"/>
                <a:gd name="connsiteX495" fmla="*/ 89369 w 288016"/>
                <a:gd name="connsiteY495" fmla="*/ 183554 h 524359"/>
                <a:gd name="connsiteX496" fmla="*/ 90988 w 288016"/>
                <a:gd name="connsiteY496" fmla="*/ 185046 h 524359"/>
                <a:gd name="connsiteX497" fmla="*/ 90988 w 288016"/>
                <a:gd name="connsiteY497" fmla="*/ 185792 h 524359"/>
                <a:gd name="connsiteX498" fmla="*/ 91798 w 288016"/>
                <a:gd name="connsiteY498" fmla="*/ 188777 h 524359"/>
                <a:gd name="connsiteX499" fmla="*/ 92202 w 288016"/>
                <a:gd name="connsiteY499" fmla="*/ 189523 h 524359"/>
                <a:gd name="connsiteX500" fmla="*/ 91798 w 288016"/>
                <a:gd name="connsiteY500" fmla="*/ 190269 h 524359"/>
                <a:gd name="connsiteX501" fmla="*/ 90988 w 288016"/>
                <a:gd name="connsiteY501" fmla="*/ 193254 h 524359"/>
                <a:gd name="connsiteX502" fmla="*/ 90179 w 288016"/>
                <a:gd name="connsiteY502" fmla="*/ 196238 h 524359"/>
                <a:gd name="connsiteX503" fmla="*/ 89369 w 288016"/>
                <a:gd name="connsiteY503" fmla="*/ 199223 h 524359"/>
                <a:gd name="connsiteX504" fmla="*/ 89369 w 288016"/>
                <a:gd name="connsiteY504" fmla="*/ 199969 h 524359"/>
                <a:gd name="connsiteX505" fmla="*/ 88965 w 288016"/>
                <a:gd name="connsiteY505" fmla="*/ 200715 h 524359"/>
                <a:gd name="connsiteX506" fmla="*/ 88560 w 288016"/>
                <a:gd name="connsiteY506" fmla="*/ 201461 h 524359"/>
                <a:gd name="connsiteX507" fmla="*/ 85727 w 288016"/>
                <a:gd name="connsiteY507" fmla="*/ 209669 h 524359"/>
                <a:gd name="connsiteX508" fmla="*/ 85322 w 288016"/>
                <a:gd name="connsiteY508" fmla="*/ 212654 h 524359"/>
                <a:gd name="connsiteX509" fmla="*/ 83703 w 288016"/>
                <a:gd name="connsiteY509" fmla="*/ 217877 h 524359"/>
                <a:gd name="connsiteX510" fmla="*/ 82894 w 288016"/>
                <a:gd name="connsiteY510" fmla="*/ 223846 h 524359"/>
                <a:gd name="connsiteX511" fmla="*/ 82489 w 288016"/>
                <a:gd name="connsiteY511" fmla="*/ 226830 h 524359"/>
                <a:gd name="connsiteX512" fmla="*/ 82084 w 288016"/>
                <a:gd name="connsiteY512" fmla="*/ 227577 h 524359"/>
                <a:gd name="connsiteX513" fmla="*/ 81679 w 288016"/>
                <a:gd name="connsiteY513" fmla="*/ 228323 h 524359"/>
                <a:gd name="connsiteX514" fmla="*/ 80060 w 288016"/>
                <a:gd name="connsiteY514" fmla="*/ 238769 h 524359"/>
                <a:gd name="connsiteX515" fmla="*/ 79656 w 288016"/>
                <a:gd name="connsiteY515" fmla="*/ 241754 h 524359"/>
                <a:gd name="connsiteX516" fmla="*/ 78442 w 288016"/>
                <a:gd name="connsiteY516" fmla="*/ 252946 h 524359"/>
                <a:gd name="connsiteX517" fmla="*/ 78037 w 288016"/>
                <a:gd name="connsiteY517" fmla="*/ 252946 h 524359"/>
                <a:gd name="connsiteX518" fmla="*/ 73989 w 288016"/>
                <a:gd name="connsiteY518" fmla="*/ 252200 h 524359"/>
                <a:gd name="connsiteX519" fmla="*/ 71156 w 288016"/>
                <a:gd name="connsiteY519" fmla="*/ 252946 h 524359"/>
                <a:gd name="connsiteX520" fmla="*/ 70752 w 288016"/>
                <a:gd name="connsiteY520" fmla="*/ 252946 h 524359"/>
                <a:gd name="connsiteX521" fmla="*/ 67109 w 288016"/>
                <a:gd name="connsiteY521" fmla="*/ 246977 h 524359"/>
                <a:gd name="connsiteX522" fmla="*/ 65490 w 288016"/>
                <a:gd name="connsiteY522" fmla="*/ 246977 h 524359"/>
                <a:gd name="connsiteX523" fmla="*/ 62657 w 288016"/>
                <a:gd name="connsiteY523" fmla="*/ 247723 h 524359"/>
                <a:gd name="connsiteX524" fmla="*/ 62252 w 288016"/>
                <a:gd name="connsiteY524" fmla="*/ 247723 h 524359"/>
                <a:gd name="connsiteX525" fmla="*/ 59014 w 288016"/>
                <a:gd name="connsiteY525" fmla="*/ 246977 h 524359"/>
                <a:gd name="connsiteX526" fmla="*/ 58205 w 288016"/>
                <a:gd name="connsiteY526" fmla="*/ 246977 h 524359"/>
                <a:gd name="connsiteX527" fmla="*/ 56181 w 288016"/>
                <a:gd name="connsiteY527" fmla="*/ 247723 h 524359"/>
                <a:gd name="connsiteX528" fmla="*/ 55372 w 288016"/>
                <a:gd name="connsiteY528" fmla="*/ 247723 h 524359"/>
                <a:gd name="connsiteX529" fmla="*/ 54562 w 288016"/>
                <a:gd name="connsiteY529" fmla="*/ 246977 h 524359"/>
                <a:gd name="connsiteX530" fmla="*/ 50515 w 288016"/>
                <a:gd name="connsiteY530" fmla="*/ 246977 h 524359"/>
                <a:gd name="connsiteX531" fmla="*/ 48087 w 288016"/>
                <a:gd name="connsiteY531" fmla="*/ 247723 h 524359"/>
                <a:gd name="connsiteX532" fmla="*/ 44444 w 288016"/>
                <a:gd name="connsiteY532" fmla="*/ 246977 h 524359"/>
                <a:gd name="connsiteX533" fmla="*/ 42016 w 288016"/>
                <a:gd name="connsiteY533" fmla="*/ 246977 h 524359"/>
                <a:gd name="connsiteX534" fmla="*/ 41206 w 288016"/>
                <a:gd name="connsiteY534" fmla="*/ 247723 h 524359"/>
                <a:gd name="connsiteX535" fmla="*/ 40801 w 288016"/>
                <a:gd name="connsiteY535" fmla="*/ 247723 h 524359"/>
                <a:gd name="connsiteX536" fmla="*/ 39992 w 288016"/>
                <a:gd name="connsiteY536" fmla="*/ 246977 h 524359"/>
                <a:gd name="connsiteX537" fmla="*/ 36349 w 288016"/>
                <a:gd name="connsiteY537" fmla="*/ 246977 h 524359"/>
                <a:gd name="connsiteX538" fmla="*/ 34326 w 288016"/>
                <a:gd name="connsiteY538" fmla="*/ 247723 h 524359"/>
                <a:gd name="connsiteX539" fmla="*/ 33516 w 288016"/>
                <a:gd name="connsiteY539" fmla="*/ 247723 h 524359"/>
                <a:gd name="connsiteX540" fmla="*/ 32707 w 288016"/>
                <a:gd name="connsiteY540" fmla="*/ 246977 h 524359"/>
                <a:gd name="connsiteX541" fmla="*/ 27850 w 288016"/>
                <a:gd name="connsiteY541" fmla="*/ 246977 h 524359"/>
                <a:gd name="connsiteX542" fmla="*/ 26231 w 288016"/>
                <a:gd name="connsiteY542" fmla="*/ 247723 h 524359"/>
                <a:gd name="connsiteX543" fmla="*/ 21779 w 288016"/>
                <a:gd name="connsiteY543" fmla="*/ 246977 h 524359"/>
                <a:gd name="connsiteX544" fmla="*/ 20565 w 288016"/>
                <a:gd name="connsiteY544" fmla="*/ 246977 h 524359"/>
                <a:gd name="connsiteX545" fmla="*/ 18946 w 288016"/>
                <a:gd name="connsiteY545" fmla="*/ 247723 h 524359"/>
                <a:gd name="connsiteX546" fmla="*/ 17732 w 288016"/>
                <a:gd name="connsiteY546" fmla="*/ 247723 h 524359"/>
                <a:gd name="connsiteX547" fmla="*/ 16518 w 288016"/>
                <a:gd name="connsiteY547" fmla="*/ 246977 h 524359"/>
                <a:gd name="connsiteX548" fmla="*/ 16113 w 288016"/>
                <a:gd name="connsiteY548" fmla="*/ 246977 h 524359"/>
                <a:gd name="connsiteX549" fmla="*/ 15708 w 288016"/>
                <a:gd name="connsiteY549" fmla="*/ 236530 h 524359"/>
                <a:gd name="connsiteX550" fmla="*/ 16518 w 288016"/>
                <a:gd name="connsiteY550" fmla="*/ 233546 h 524359"/>
                <a:gd name="connsiteX551" fmla="*/ 17732 w 288016"/>
                <a:gd name="connsiteY551" fmla="*/ 216384 h 524359"/>
                <a:gd name="connsiteX552" fmla="*/ 167887 w 288016"/>
                <a:gd name="connsiteY552" fmla="*/ 168631 h 524359"/>
                <a:gd name="connsiteX553" fmla="*/ 165459 w 288016"/>
                <a:gd name="connsiteY553" fmla="*/ 167138 h 524359"/>
                <a:gd name="connsiteX554" fmla="*/ 163840 w 288016"/>
                <a:gd name="connsiteY554" fmla="*/ 164900 h 524359"/>
                <a:gd name="connsiteX555" fmla="*/ 163435 w 288016"/>
                <a:gd name="connsiteY555" fmla="*/ 164154 h 524359"/>
                <a:gd name="connsiteX556" fmla="*/ 161412 w 288016"/>
                <a:gd name="connsiteY556" fmla="*/ 149977 h 524359"/>
                <a:gd name="connsiteX557" fmla="*/ 161816 w 288016"/>
                <a:gd name="connsiteY557" fmla="*/ 149977 h 524359"/>
                <a:gd name="connsiteX558" fmla="*/ 163840 w 288016"/>
                <a:gd name="connsiteY558" fmla="*/ 150723 h 524359"/>
                <a:gd name="connsiteX559" fmla="*/ 165459 w 288016"/>
                <a:gd name="connsiteY559" fmla="*/ 152215 h 524359"/>
                <a:gd name="connsiteX560" fmla="*/ 167887 w 288016"/>
                <a:gd name="connsiteY560" fmla="*/ 168631 h 524359"/>
                <a:gd name="connsiteX561" fmla="*/ 173958 w 288016"/>
                <a:gd name="connsiteY561" fmla="*/ 175346 h 524359"/>
                <a:gd name="connsiteX562" fmla="*/ 171125 w 288016"/>
                <a:gd name="connsiteY562" fmla="*/ 172361 h 524359"/>
                <a:gd name="connsiteX563" fmla="*/ 169506 w 288016"/>
                <a:gd name="connsiteY563" fmla="*/ 169377 h 524359"/>
                <a:gd name="connsiteX564" fmla="*/ 168292 w 288016"/>
                <a:gd name="connsiteY564" fmla="*/ 155200 h 524359"/>
                <a:gd name="connsiteX565" fmla="*/ 168697 w 288016"/>
                <a:gd name="connsiteY565" fmla="*/ 155200 h 524359"/>
                <a:gd name="connsiteX566" fmla="*/ 170720 w 288016"/>
                <a:gd name="connsiteY566" fmla="*/ 156692 h 524359"/>
                <a:gd name="connsiteX567" fmla="*/ 173958 w 288016"/>
                <a:gd name="connsiteY567" fmla="*/ 175346 h 524359"/>
                <a:gd name="connsiteX568" fmla="*/ 171530 w 288016"/>
                <a:gd name="connsiteY568" fmla="*/ 176092 h 524359"/>
                <a:gd name="connsiteX569" fmla="*/ 174768 w 288016"/>
                <a:gd name="connsiteY569" fmla="*/ 178331 h 524359"/>
                <a:gd name="connsiteX570" fmla="*/ 175172 w 288016"/>
                <a:gd name="connsiteY570" fmla="*/ 180569 h 524359"/>
                <a:gd name="connsiteX571" fmla="*/ 178006 w 288016"/>
                <a:gd name="connsiteY571" fmla="*/ 185046 h 524359"/>
                <a:gd name="connsiteX572" fmla="*/ 179624 w 288016"/>
                <a:gd name="connsiteY572" fmla="*/ 186538 h 524359"/>
                <a:gd name="connsiteX573" fmla="*/ 184481 w 288016"/>
                <a:gd name="connsiteY573" fmla="*/ 195492 h 524359"/>
                <a:gd name="connsiteX574" fmla="*/ 184481 w 288016"/>
                <a:gd name="connsiteY574" fmla="*/ 196984 h 524359"/>
                <a:gd name="connsiteX575" fmla="*/ 186100 w 288016"/>
                <a:gd name="connsiteY575" fmla="*/ 201461 h 524359"/>
                <a:gd name="connsiteX576" fmla="*/ 188933 w 288016"/>
                <a:gd name="connsiteY576" fmla="*/ 205938 h 524359"/>
                <a:gd name="connsiteX577" fmla="*/ 188933 w 288016"/>
                <a:gd name="connsiteY577" fmla="*/ 207430 h 524359"/>
                <a:gd name="connsiteX578" fmla="*/ 190957 w 288016"/>
                <a:gd name="connsiteY578" fmla="*/ 214146 h 524359"/>
                <a:gd name="connsiteX579" fmla="*/ 191766 w 288016"/>
                <a:gd name="connsiteY579" fmla="*/ 215638 h 524359"/>
                <a:gd name="connsiteX580" fmla="*/ 192171 w 288016"/>
                <a:gd name="connsiteY580" fmla="*/ 216384 h 524359"/>
                <a:gd name="connsiteX581" fmla="*/ 193790 w 288016"/>
                <a:gd name="connsiteY581" fmla="*/ 226084 h 524359"/>
                <a:gd name="connsiteX582" fmla="*/ 194600 w 288016"/>
                <a:gd name="connsiteY582" fmla="*/ 228323 h 524359"/>
                <a:gd name="connsiteX583" fmla="*/ 195004 w 288016"/>
                <a:gd name="connsiteY583" fmla="*/ 233546 h 524359"/>
                <a:gd name="connsiteX584" fmla="*/ 196623 w 288016"/>
                <a:gd name="connsiteY584" fmla="*/ 240261 h 524359"/>
                <a:gd name="connsiteX585" fmla="*/ 197433 w 288016"/>
                <a:gd name="connsiteY585" fmla="*/ 252946 h 524359"/>
                <a:gd name="connsiteX586" fmla="*/ 197837 w 288016"/>
                <a:gd name="connsiteY586" fmla="*/ 253692 h 524359"/>
                <a:gd name="connsiteX587" fmla="*/ 197433 w 288016"/>
                <a:gd name="connsiteY587" fmla="*/ 254438 h 524359"/>
                <a:gd name="connsiteX588" fmla="*/ 197433 w 288016"/>
                <a:gd name="connsiteY588" fmla="*/ 265630 h 524359"/>
                <a:gd name="connsiteX589" fmla="*/ 197837 w 288016"/>
                <a:gd name="connsiteY589" fmla="*/ 266377 h 524359"/>
                <a:gd name="connsiteX590" fmla="*/ 197433 w 288016"/>
                <a:gd name="connsiteY590" fmla="*/ 267123 h 524359"/>
                <a:gd name="connsiteX591" fmla="*/ 197028 w 288016"/>
                <a:gd name="connsiteY591" fmla="*/ 279061 h 524359"/>
                <a:gd name="connsiteX592" fmla="*/ 195409 w 288016"/>
                <a:gd name="connsiteY592" fmla="*/ 291746 h 524359"/>
                <a:gd name="connsiteX593" fmla="*/ 194195 w 288016"/>
                <a:gd name="connsiteY593" fmla="*/ 293984 h 524359"/>
                <a:gd name="connsiteX594" fmla="*/ 192981 w 288016"/>
                <a:gd name="connsiteY594" fmla="*/ 302938 h 524359"/>
                <a:gd name="connsiteX595" fmla="*/ 192171 w 288016"/>
                <a:gd name="connsiteY595" fmla="*/ 304430 h 524359"/>
                <a:gd name="connsiteX596" fmla="*/ 190957 w 288016"/>
                <a:gd name="connsiteY596" fmla="*/ 306669 h 524359"/>
                <a:gd name="connsiteX597" fmla="*/ 189743 w 288016"/>
                <a:gd name="connsiteY597" fmla="*/ 314130 h 524359"/>
                <a:gd name="connsiteX598" fmla="*/ 189338 w 288016"/>
                <a:gd name="connsiteY598" fmla="*/ 314877 h 524359"/>
                <a:gd name="connsiteX599" fmla="*/ 186505 w 288016"/>
                <a:gd name="connsiteY599" fmla="*/ 320846 h 524359"/>
                <a:gd name="connsiteX600" fmla="*/ 185695 w 288016"/>
                <a:gd name="connsiteY600" fmla="*/ 324577 h 524359"/>
                <a:gd name="connsiteX601" fmla="*/ 185291 w 288016"/>
                <a:gd name="connsiteY601" fmla="*/ 325323 h 524359"/>
                <a:gd name="connsiteX602" fmla="*/ 181243 w 288016"/>
                <a:gd name="connsiteY602" fmla="*/ 334276 h 524359"/>
                <a:gd name="connsiteX603" fmla="*/ 178410 w 288016"/>
                <a:gd name="connsiteY603" fmla="*/ 336515 h 524359"/>
                <a:gd name="connsiteX604" fmla="*/ 175577 w 288016"/>
                <a:gd name="connsiteY604" fmla="*/ 342484 h 524359"/>
                <a:gd name="connsiteX605" fmla="*/ 175172 w 288016"/>
                <a:gd name="connsiteY605" fmla="*/ 342484 h 524359"/>
                <a:gd name="connsiteX606" fmla="*/ 171530 w 288016"/>
                <a:gd name="connsiteY606" fmla="*/ 346215 h 524359"/>
                <a:gd name="connsiteX607" fmla="*/ 169911 w 288016"/>
                <a:gd name="connsiteY607" fmla="*/ 349200 h 524359"/>
                <a:gd name="connsiteX608" fmla="*/ 165864 w 288016"/>
                <a:gd name="connsiteY608" fmla="*/ 352184 h 524359"/>
                <a:gd name="connsiteX609" fmla="*/ 164245 w 288016"/>
                <a:gd name="connsiteY609" fmla="*/ 354423 h 524359"/>
                <a:gd name="connsiteX610" fmla="*/ 163840 w 288016"/>
                <a:gd name="connsiteY610" fmla="*/ 355169 h 524359"/>
                <a:gd name="connsiteX611" fmla="*/ 162221 w 288016"/>
                <a:gd name="connsiteY611" fmla="*/ 355915 h 524359"/>
                <a:gd name="connsiteX612" fmla="*/ 159388 w 288016"/>
                <a:gd name="connsiteY612" fmla="*/ 357407 h 524359"/>
                <a:gd name="connsiteX613" fmla="*/ 157769 w 288016"/>
                <a:gd name="connsiteY613" fmla="*/ 359646 h 524359"/>
                <a:gd name="connsiteX614" fmla="*/ 154936 w 288016"/>
                <a:gd name="connsiteY614" fmla="*/ 359646 h 524359"/>
                <a:gd name="connsiteX615" fmla="*/ 152912 w 288016"/>
                <a:gd name="connsiteY615" fmla="*/ 360392 h 524359"/>
                <a:gd name="connsiteX616" fmla="*/ 150889 w 288016"/>
                <a:gd name="connsiteY616" fmla="*/ 362630 h 524359"/>
                <a:gd name="connsiteX617" fmla="*/ 146841 w 288016"/>
                <a:gd name="connsiteY617" fmla="*/ 361884 h 524359"/>
                <a:gd name="connsiteX618" fmla="*/ 144008 w 288016"/>
                <a:gd name="connsiteY618" fmla="*/ 362630 h 524359"/>
                <a:gd name="connsiteX619" fmla="*/ 140770 w 288016"/>
                <a:gd name="connsiteY619" fmla="*/ 361884 h 524359"/>
                <a:gd name="connsiteX620" fmla="*/ 139961 w 288016"/>
                <a:gd name="connsiteY620" fmla="*/ 361884 h 524359"/>
                <a:gd name="connsiteX621" fmla="*/ 137128 w 288016"/>
                <a:gd name="connsiteY621" fmla="*/ 362630 h 524359"/>
                <a:gd name="connsiteX622" fmla="*/ 133890 w 288016"/>
                <a:gd name="connsiteY622" fmla="*/ 360392 h 524359"/>
                <a:gd name="connsiteX623" fmla="*/ 132271 w 288016"/>
                <a:gd name="connsiteY623" fmla="*/ 360392 h 524359"/>
                <a:gd name="connsiteX624" fmla="*/ 130247 w 288016"/>
                <a:gd name="connsiteY624" fmla="*/ 360392 h 524359"/>
                <a:gd name="connsiteX625" fmla="*/ 129842 w 288016"/>
                <a:gd name="connsiteY625" fmla="*/ 359646 h 524359"/>
                <a:gd name="connsiteX626" fmla="*/ 127009 w 288016"/>
                <a:gd name="connsiteY626" fmla="*/ 357407 h 524359"/>
                <a:gd name="connsiteX627" fmla="*/ 124581 w 288016"/>
                <a:gd name="connsiteY627" fmla="*/ 356661 h 524359"/>
                <a:gd name="connsiteX628" fmla="*/ 122557 w 288016"/>
                <a:gd name="connsiteY628" fmla="*/ 356661 h 524359"/>
                <a:gd name="connsiteX629" fmla="*/ 120938 w 288016"/>
                <a:gd name="connsiteY629" fmla="*/ 353677 h 524359"/>
                <a:gd name="connsiteX630" fmla="*/ 119319 w 288016"/>
                <a:gd name="connsiteY630" fmla="*/ 351438 h 524359"/>
                <a:gd name="connsiteX631" fmla="*/ 116486 w 288016"/>
                <a:gd name="connsiteY631" fmla="*/ 350692 h 524359"/>
                <a:gd name="connsiteX632" fmla="*/ 116082 w 288016"/>
                <a:gd name="connsiteY632" fmla="*/ 349946 h 524359"/>
                <a:gd name="connsiteX633" fmla="*/ 113248 w 288016"/>
                <a:gd name="connsiteY633" fmla="*/ 345469 h 524359"/>
                <a:gd name="connsiteX634" fmla="*/ 110415 w 288016"/>
                <a:gd name="connsiteY634" fmla="*/ 343230 h 524359"/>
                <a:gd name="connsiteX635" fmla="*/ 109201 w 288016"/>
                <a:gd name="connsiteY635" fmla="*/ 340246 h 524359"/>
                <a:gd name="connsiteX636" fmla="*/ 106368 w 288016"/>
                <a:gd name="connsiteY636" fmla="*/ 336515 h 524359"/>
                <a:gd name="connsiteX637" fmla="*/ 104749 w 288016"/>
                <a:gd name="connsiteY637" fmla="*/ 335023 h 524359"/>
                <a:gd name="connsiteX638" fmla="*/ 99892 w 288016"/>
                <a:gd name="connsiteY638" fmla="*/ 326069 h 524359"/>
                <a:gd name="connsiteX639" fmla="*/ 99488 w 288016"/>
                <a:gd name="connsiteY639" fmla="*/ 323830 h 524359"/>
                <a:gd name="connsiteX640" fmla="*/ 97869 w 288016"/>
                <a:gd name="connsiteY640" fmla="*/ 320100 h 524359"/>
                <a:gd name="connsiteX641" fmla="*/ 95440 w 288016"/>
                <a:gd name="connsiteY641" fmla="*/ 315623 h 524359"/>
                <a:gd name="connsiteX642" fmla="*/ 93821 w 288016"/>
                <a:gd name="connsiteY642" fmla="*/ 308161 h 524359"/>
                <a:gd name="connsiteX643" fmla="*/ 92202 w 288016"/>
                <a:gd name="connsiteY643" fmla="*/ 305177 h 524359"/>
                <a:gd name="connsiteX644" fmla="*/ 90583 w 288016"/>
                <a:gd name="connsiteY644" fmla="*/ 294730 h 524359"/>
                <a:gd name="connsiteX645" fmla="*/ 90179 w 288016"/>
                <a:gd name="connsiteY645" fmla="*/ 293238 h 524359"/>
                <a:gd name="connsiteX646" fmla="*/ 90179 w 288016"/>
                <a:gd name="connsiteY646" fmla="*/ 287269 h 524359"/>
                <a:gd name="connsiteX647" fmla="*/ 88560 w 288016"/>
                <a:gd name="connsiteY647" fmla="*/ 280553 h 524359"/>
                <a:gd name="connsiteX648" fmla="*/ 88560 w 288016"/>
                <a:gd name="connsiteY648" fmla="*/ 279807 h 524359"/>
                <a:gd name="connsiteX649" fmla="*/ 88560 w 288016"/>
                <a:gd name="connsiteY649" fmla="*/ 273092 h 524359"/>
                <a:gd name="connsiteX650" fmla="*/ 88155 w 288016"/>
                <a:gd name="connsiteY650" fmla="*/ 270107 h 524359"/>
                <a:gd name="connsiteX651" fmla="*/ 87750 w 288016"/>
                <a:gd name="connsiteY651" fmla="*/ 267869 h 524359"/>
                <a:gd name="connsiteX652" fmla="*/ 88155 w 288016"/>
                <a:gd name="connsiteY652" fmla="*/ 265630 h 524359"/>
                <a:gd name="connsiteX653" fmla="*/ 88155 w 288016"/>
                <a:gd name="connsiteY653" fmla="*/ 258915 h 524359"/>
                <a:gd name="connsiteX654" fmla="*/ 87750 w 288016"/>
                <a:gd name="connsiteY654" fmla="*/ 254438 h 524359"/>
                <a:gd name="connsiteX655" fmla="*/ 88155 w 288016"/>
                <a:gd name="connsiteY655" fmla="*/ 252946 h 524359"/>
                <a:gd name="connsiteX656" fmla="*/ 88560 w 288016"/>
                <a:gd name="connsiteY656" fmla="*/ 242500 h 524359"/>
                <a:gd name="connsiteX657" fmla="*/ 88560 w 288016"/>
                <a:gd name="connsiteY657" fmla="*/ 241754 h 524359"/>
                <a:gd name="connsiteX658" fmla="*/ 90179 w 288016"/>
                <a:gd name="connsiteY658" fmla="*/ 229815 h 524359"/>
                <a:gd name="connsiteX659" fmla="*/ 90583 w 288016"/>
                <a:gd name="connsiteY659" fmla="*/ 229069 h 524359"/>
                <a:gd name="connsiteX660" fmla="*/ 91393 w 288016"/>
                <a:gd name="connsiteY660" fmla="*/ 226830 h 524359"/>
                <a:gd name="connsiteX661" fmla="*/ 93012 w 288016"/>
                <a:gd name="connsiteY661" fmla="*/ 217877 h 524359"/>
                <a:gd name="connsiteX662" fmla="*/ 95036 w 288016"/>
                <a:gd name="connsiteY662" fmla="*/ 212654 h 524359"/>
                <a:gd name="connsiteX663" fmla="*/ 96250 w 288016"/>
                <a:gd name="connsiteY663" fmla="*/ 205938 h 524359"/>
                <a:gd name="connsiteX664" fmla="*/ 99083 w 288016"/>
                <a:gd name="connsiteY664" fmla="*/ 199223 h 524359"/>
                <a:gd name="connsiteX665" fmla="*/ 100297 w 288016"/>
                <a:gd name="connsiteY665" fmla="*/ 195492 h 524359"/>
                <a:gd name="connsiteX666" fmla="*/ 100702 w 288016"/>
                <a:gd name="connsiteY666" fmla="*/ 194746 h 524359"/>
                <a:gd name="connsiteX667" fmla="*/ 105154 w 288016"/>
                <a:gd name="connsiteY667" fmla="*/ 185046 h 524359"/>
                <a:gd name="connsiteX668" fmla="*/ 107582 w 288016"/>
                <a:gd name="connsiteY668" fmla="*/ 182807 h 524359"/>
                <a:gd name="connsiteX669" fmla="*/ 110011 w 288016"/>
                <a:gd name="connsiteY669" fmla="*/ 177584 h 524359"/>
                <a:gd name="connsiteX670" fmla="*/ 110415 w 288016"/>
                <a:gd name="connsiteY670" fmla="*/ 176838 h 524359"/>
                <a:gd name="connsiteX671" fmla="*/ 114058 w 288016"/>
                <a:gd name="connsiteY671" fmla="*/ 173107 h 524359"/>
                <a:gd name="connsiteX672" fmla="*/ 116082 w 288016"/>
                <a:gd name="connsiteY672" fmla="*/ 170123 h 524359"/>
                <a:gd name="connsiteX673" fmla="*/ 116486 w 288016"/>
                <a:gd name="connsiteY673" fmla="*/ 170123 h 524359"/>
                <a:gd name="connsiteX674" fmla="*/ 119724 w 288016"/>
                <a:gd name="connsiteY674" fmla="*/ 167884 h 524359"/>
                <a:gd name="connsiteX675" fmla="*/ 121343 w 288016"/>
                <a:gd name="connsiteY675" fmla="*/ 165646 h 524359"/>
                <a:gd name="connsiteX676" fmla="*/ 121748 w 288016"/>
                <a:gd name="connsiteY676" fmla="*/ 164900 h 524359"/>
                <a:gd name="connsiteX677" fmla="*/ 123771 w 288016"/>
                <a:gd name="connsiteY677" fmla="*/ 164154 h 524359"/>
                <a:gd name="connsiteX678" fmla="*/ 126200 w 288016"/>
                <a:gd name="connsiteY678" fmla="*/ 162661 h 524359"/>
                <a:gd name="connsiteX679" fmla="*/ 128628 w 288016"/>
                <a:gd name="connsiteY679" fmla="*/ 160423 h 524359"/>
                <a:gd name="connsiteX680" fmla="*/ 129033 w 288016"/>
                <a:gd name="connsiteY680" fmla="*/ 160423 h 524359"/>
                <a:gd name="connsiteX681" fmla="*/ 131461 w 288016"/>
                <a:gd name="connsiteY681" fmla="*/ 160423 h 524359"/>
                <a:gd name="connsiteX682" fmla="*/ 133080 w 288016"/>
                <a:gd name="connsiteY682" fmla="*/ 159677 h 524359"/>
                <a:gd name="connsiteX683" fmla="*/ 135509 w 288016"/>
                <a:gd name="connsiteY683" fmla="*/ 158184 h 524359"/>
                <a:gd name="connsiteX684" fmla="*/ 139151 w 288016"/>
                <a:gd name="connsiteY684" fmla="*/ 158931 h 524359"/>
                <a:gd name="connsiteX685" fmla="*/ 139961 w 288016"/>
                <a:gd name="connsiteY685" fmla="*/ 158184 h 524359"/>
                <a:gd name="connsiteX686" fmla="*/ 142389 w 288016"/>
                <a:gd name="connsiteY686" fmla="*/ 157438 h 524359"/>
                <a:gd name="connsiteX687" fmla="*/ 146032 w 288016"/>
                <a:gd name="connsiteY687" fmla="*/ 158184 h 524359"/>
                <a:gd name="connsiteX688" fmla="*/ 148865 w 288016"/>
                <a:gd name="connsiteY688" fmla="*/ 157438 h 524359"/>
                <a:gd name="connsiteX689" fmla="*/ 152103 w 288016"/>
                <a:gd name="connsiteY689" fmla="*/ 159677 h 524359"/>
                <a:gd name="connsiteX690" fmla="*/ 154126 w 288016"/>
                <a:gd name="connsiteY690" fmla="*/ 160423 h 524359"/>
                <a:gd name="connsiteX691" fmla="*/ 155745 w 288016"/>
                <a:gd name="connsiteY691" fmla="*/ 159677 h 524359"/>
                <a:gd name="connsiteX692" fmla="*/ 158578 w 288016"/>
                <a:gd name="connsiteY692" fmla="*/ 162661 h 524359"/>
                <a:gd name="connsiteX693" fmla="*/ 161412 w 288016"/>
                <a:gd name="connsiteY693" fmla="*/ 163407 h 524359"/>
                <a:gd name="connsiteX694" fmla="*/ 162221 w 288016"/>
                <a:gd name="connsiteY694" fmla="*/ 163407 h 524359"/>
                <a:gd name="connsiteX695" fmla="*/ 163840 w 288016"/>
                <a:gd name="connsiteY695" fmla="*/ 166392 h 524359"/>
                <a:gd name="connsiteX696" fmla="*/ 165459 w 288016"/>
                <a:gd name="connsiteY696" fmla="*/ 167884 h 524359"/>
                <a:gd name="connsiteX697" fmla="*/ 168697 w 288016"/>
                <a:gd name="connsiteY697" fmla="*/ 168631 h 524359"/>
                <a:gd name="connsiteX698" fmla="*/ 171530 w 288016"/>
                <a:gd name="connsiteY698" fmla="*/ 176092 h 524359"/>
                <a:gd name="connsiteX699" fmla="*/ 175577 w 288016"/>
                <a:gd name="connsiteY699" fmla="*/ 161169 h 524359"/>
                <a:gd name="connsiteX700" fmla="*/ 175982 w 288016"/>
                <a:gd name="connsiteY700" fmla="*/ 161915 h 524359"/>
                <a:gd name="connsiteX701" fmla="*/ 177601 w 288016"/>
                <a:gd name="connsiteY701" fmla="*/ 164154 h 524359"/>
                <a:gd name="connsiteX702" fmla="*/ 179220 w 288016"/>
                <a:gd name="connsiteY702" fmla="*/ 183554 h 524359"/>
                <a:gd name="connsiteX703" fmla="*/ 177601 w 288016"/>
                <a:gd name="connsiteY703" fmla="*/ 182061 h 524359"/>
                <a:gd name="connsiteX704" fmla="*/ 175172 w 288016"/>
                <a:gd name="connsiteY704" fmla="*/ 176838 h 524359"/>
                <a:gd name="connsiteX705" fmla="*/ 175577 w 288016"/>
                <a:gd name="connsiteY705" fmla="*/ 161169 h 524359"/>
                <a:gd name="connsiteX706" fmla="*/ 219288 w 288016"/>
                <a:gd name="connsiteY706" fmla="*/ 108938 h 524359"/>
                <a:gd name="connsiteX707" fmla="*/ 222526 w 288016"/>
                <a:gd name="connsiteY707" fmla="*/ 112669 h 524359"/>
                <a:gd name="connsiteX708" fmla="*/ 222526 w 288016"/>
                <a:gd name="connsiteY708" fmla="*/ 113415 h 524359"/>
                <a:gd name="connsiteX709" fmla="*/ 225359 w 288016"/>
                <a:gd name="connsiteY709" fmla="*/ 116400 h 524359"/>
                <a:gd name="connsiteX710" fmla="*/ 225764 w 288016"/>
                <a:gd name="connsiteY710" fmla="*/ 117146 h 524359"/>
                <a:gd name="connsiteX711" fmla="*/ 227383 w 288016"/>
                <a:gd name="connsiteY711" fmla="*/ 117892 h 524359"/>
                <a:gd name="connsiteX712" fmla="*/ 226573 w 288016"/>
                <a:gd name="connsiteY712" fmla="*/ 120131 h 524359"/>
                <a:gd name="connsiteX713" fmla="*/ 225764 w 288016"/>
                <a:gd name="connsiteY713" fmla="*/ 121623 h 524359"/>
                <a:gd name="connsiteX714" fmla="*/ 225359 w 288016"/>
                <a:gd name="connsiteY714" fmla="*/ 122369 h 524359"/>
                <a:gd name="connsiteX715" fmla="*/ 222526 w 288016"/>
                <a:gd name="connsiteY715" fmla="*/ 124607 h 524359"/>
                <a:gd name="connsiteX716" fmla="*/ 219288 w 288016"/>
                <a:gd name="connsiteY716" fmla="*/ 121623 h 524359"/>
                <a:gd name="connsiteX717" fmla="*/ 217669 w 288016"/>
                <a:gd name="connsiteY717" fmla="*/ 119384 h 524359"/>
                <a:gd name="connsiteX718" fmla="*/ 214431 w 288016"/>
                <a:gd name="connsiteY718" fmla="*/ 115654 h 524359"/>
                <a:gd name="connsiteX719" fmla="*/ 213217 w 288016"/>
                <a:gd name="connsiteY719" fmla="*/ 114907 h 524359"/>
                <a:gd name="connsiteX720" fmla="*/ 217669 w 288016"/>
                <a:gd name="connsiteY720" fmla="*/ 108192 h 524359"/>
                <a:gd name="connsiteX721" fmla="*/ 219288 w 288016"/>
                <a:gd name="connsiteY721" fmla="*/ 108938 h 524359"/>
                <a:gd name="connsiteX722" fmla="*/ 218883 w 288016"/>
                <a:gd name="connsiteY722" fmla="*/ 105208 h 524359"/>
                <a:gd name="connsiteX723" fmla="*/ 219288 w 288016"/>
                <a:gd name="connsiteY723" fmla="*/ 104461 h 524359"/>
                <a:gd name="connsiteX724" fmla="*/ 222526 w 288016"/>
                <a:gd name="connsiteY724" fmla="*/ 99238 h 524359"/>
                <a:gd name="connsiteX725" fmla="*/ 225359 w 288016"/>
                <a:gd name="connsiteY725" fmla="*/ 99984 h 524359"/>
                <a:gd name="connsiteX726" fmla="*/ 225764 w 288016"/>
                <a:gd name="connsiteY726" fmla="*/ 100731 h 524359"/>
                <a:gd name="connsiteX727" fmla="*/ 226573 w 288016"/>
                <a:gd name="connsiteY727" fmla="*/ 101477 h 524359"/>
                <a:gd name="connsiteX728" fmla="*/ 227788 w 288016"/>
                <a:gd name="connsiteY728" fmla="*/ 102223 h 524359"/>
                <a:gd name="connsiteX729" fmla="*/ 228192 w 288016"/>
                <a:gd name="connsiteY729" fmla="*/ 102969 h 524359"/>
                <a:gd name="connsiteX730" fmla="*/ 231835 w 288016"/>
                <a:gd name="connsiteY730" fmla="*/ 106700 h 524359"/>
                <a:gd name="connsiteX731" fmla="*/ 232644 w 288016"/>
                <a:gd name="connsiteY731" fmla="*/ 107446 h 524359"/>
                <a:gd name="connsiteX732" fmla="*/ 231835 w 288016"/>
                <a:gd name="connsiteY732" fmla="*/ 109684 h 524359"/>
                <a:gd name="connsiteX733" fmla="*/ 228192 w 288016"/>
                <a:gd name="connsiteY733" fmla="*/ 113415 h 524359"/>
                <a:gd name="connsiteX734" fmla="*/ 226573 w 288016"/>
                <a:gd name="connsiteY734" fmla="*/ 113415 h 524359"/>
                <a:gd name="connsiteX735" fmla="*/ 225764 w 288016"/>
                <a:gd name="connsiteY735" fmla="*/ 112669 h 524359"/>
                <a:gd name="connsiteX736" fmla="*/ 225359 w 288016"/>
                <a:gd name="connsiteY736" fmla="*/ 111923 h 524359"/>
                <a:gd name="connsiteX737" fmla="*/ 222526 w 288016"/>
                <a:gd name="connsiteY737" fmla="*/ 108192 h 524359"/>
                <a:gd name="connsiteX738" fmla="*/ 219693 w 288016"/>
                <a:gd name="connsiteY738" fmla="*/ 105208 h 524359"/>
                <a:gd name="connsiteX739" fmla="*/ 219288 w 288016"/>
                <a:gd name="connsiteY739" fmla="*/ 104461 h 524359"/>
                <a:gd name="connsiteX740" fmla="*/ 218883 w 288016"/>
                <a:gd name="connsiteY740" fmla="*/ 105208 h 524359"/>
                <a:gd name="connsiteX741" fmla="*/ 217265 w 288016"/>
                <a:gd name="connsiteY741" fmla="*/ 123115 h 524359"/>
                <a:gd name="connsiteX742" fmla="*/ 218074 w 288016"/>
                <a:gd name="connsiteY742" fmla="*/ 123861 h 524359"/>
                <a:gd name="connsiteX743" fmla="*/ 219693 w 288016"/>
                <a:gd name="connsiteY743" fmla="*/ 126100 h 524359"/>
                <a:gd name="connsiteX744" fmla="*/ 222526 w 288016"/>
                <a:gd name="connsiteY744" fmla="*/ 128338 h 524359"/>
                <a:gd name="connsiteX745" fmla="*/ 219693 w 288016"/>
                <a:gd name="connsiteY745" fmla="*/ 133561 h 524359"/>
                <a:gd name="connsiteX746" fmla="*/ 218074 w 288016"/>
                <a:gd name="connsiteY746" fmla="*/ 134308 h 524359"/>
                <a:gd name="connsiteX747" fmla="*/ 213217 w 288016"/>
                <a:gd name="connsiteY747" fmla="*/ 129831 h 524359"/>
                <a:gd name="connsiteX748" fmla="*/ 212003 w 288016"/>
                <a:gd name="connsiteY748" fmla="*/ 128338 h 524359"/>
                <a:gd name="connsiteX749" fmla="*/ 209979 w 288016"/>
                <a:gd name="connsiteY749" fmla="*/ 126100 h 524359"/>
                <a:gd name="connsiteX750" fmla="*/ 208360 w 288016"/>
                <a:gd name="connsiteY750" fmla="*/ 125354 h 524359"/>
                <a:gd name="connsiteX751" fmla="*/ 212003 w 288016"/>
                <a:gd name="connsiteY751" fmla="*/ 118638 h 524359"/>
                <a:gd name="connsiteX752" fmla="*/ 213217 w 288016"/>
                <a:gd name="connsiteY752" fmla="*/ 117892 h 524359"/>
                <a:gd name="connsiteX753" fmla="*/ 217265 w 288016"/>
                <a:gd name="connsiteY753" fmla="*/ 123115 h 524359"/>
                <a:gd name="connsiteX754" fmla="*/ 209170 w 288016"/>
                <a:gd name="connsiteY754" fmla="*/ 129084 h 524359"/>
                <a:gd name="connsiteX755" fmla="*/ 212003 w 288016"/>
                <a:gd name="connsiteY755" fmla="*/ 132815 h 524359"/>
                <a:gd name="connsiteX756" fmla="*/ 213217 w 288016"/>
                <a:gd name="connsiteY756" fmla="*/ 133561 h 524359"/>
                <a:gd name="connsiteX757" fmla="*/ 216860 w 288016"/>
                <a:gd name="connsiteY757" fmla="*/ 137292 h 524359"/>
                <a:gd name="connsiteX758" fmla="*/ 213217 w 288016"/>
                <a:gd name="connsiteY758" fmla="*/ 144007 h 524359"/>
                <a:gd name="connsiteX759" fmla="*/ 212003 w 288016"/>
                <a:gd name="connsiteY759" fmla="*/ 144007 h 524359"/>
                <a:gd name="connsiteX760" fmla="*/ 207146 w 288016"/>
                <a:gd name="connsiteY760" fmla="*/ 138784 h 524359"/>
                <a:gd name="connsiteX761" fmla="*/ 205123 w 288016"/>
                <a:gd name="connsiteY761" fmla="*/ 135800 h 524359"/>
                <a:gd name="connsiteX762" fmla="*/ 204718 w 288016"/>
                <a:gd name="connsiteY762" fmla="*/ 135054 h 524359"/>
                <a:gd name="connsiteX763" fmla="*/ 204313 w 288016"/>
                <a:gd name="connsiteY763" fmla="*/ 134308 h 524359"/>
                <a:gd name="connsiteX764" fmla="*/ 203099 w 288016"/>
                <a:gd name="connsiteY764" fmla="*/ 134308 h 524359"/>
                <a:gd name="connsiteX765" fmla="*/ 204313 w 288016"/>
                <a:gd name="connsiteY765" fmla="*/ 132069 h 524359"/>
                <a:gd name="connsiteX766" fmla="*/ 205527 w 288016"/>
                <a:gd name="connsiteY766" fmla="*/ 129084 h 524359"/>
                <a:gd name="connsiteX767" fmla="*/ 207551 w 288016"/>
                <a:gd name="connsiteY767" fmla="*/ 126846 h 524359"/>
                <a:gd name="connsiteX768" fmla="*/ 209170 w 288016"/>
                <a:gd name="connsiteY768" fmla="*/ 129084 h 524359"/>
                <a:gd name="connsiteX769" fmla="*/ 203908 w 288016"/>
                <a:gd name="connsiteY769" fmla="*/ 138784 h 524359"/>
                <a:gd name="connsiteX770" fmla="*/ 205527 w 288016"/>
                <a:gd name="connsiteY770" fmla="*/ 140277 h 524359"/>
                <a:gd name="connsiteX771" fmla="*/ 207146 w 288016"/>
                <a:gd name="connsiteY771" fmla="*/ 142515 h 524359"/>
                <a:gd name="connsiteX772" fmla="*/ 207551 w 288016"/>
                <a:gd name="connsiteY772" fmla="*/ 143261 h 524359"/>
                <a:gd name="connsiteX773" fmla="*/ 212003 w 288016"/>
                <a:gd name="connsiteY773" fmla="*/ 147738 h 524359"/>
                <a:gd name="connsiteX774" fmla="*/ 207551 w 288016"/>
                <a:gd name="connsiteY774" fmla="*/ 153707 h 524359"/>
                <a:gd name="connsiteX775" fmla="*/ 205527 w 288016"/>
                <a:gd name="connsiteY775" fmla="*/ 152961 h 524359"/>
                <a:gd name="connsiteX776" fmla="*/ 204313 w 288016"/>
                <a:gd name="connsiteY776" fmla="*/ 151469 h 524359"/>
                <a:gd name="connsiteX777" fmla="*/ 202289 w 288016"/>
                <a:gd name="connsiteY777" fmla="*/ 148484 h 524359"/>
                <a:gd name="connsiteX778" fmla="*/ 199456 w 288016"/>
                <a:gd name="connsiteY778" fmla="*/ 145500 h 524359"/>
                <a:gd name="connsiteX779" fmla="*/ 199052 w 288016"/>
                <a:gd name="connsiteY779" fmla="*/ 144754 h 524359"/>
                <a:gd name="connsiteX780" fmla="*/ 197837 w 288016"/>
                <a:gd name="connsiteY780" fmla="*/ 144007 h 524359"/>
                <a:gd name="connsiteX781" fmla="*/ 199052 w 288016"/>
                <a:gd name="connsiteY781" fmla="*/ 141023 h 524359"/>
                <a:gd name="connsiteX782" fmla="*/ 202289 w 288016"/>
                <a:gd name="connsiteY782" fmla="*/ 136546 h 524359"/>
                <a:gd name="connsiteX783" fmla="*/ 203099 w 288016"/>
                <a:gd name="connsiteY783" fmla="*/ 137292 h 524359"/>
                <a:gd name="connsiteX784" fmla="*/ 203908 w 288016"/>
                <a:gd name="connsiteY784" fmla="*/ 138784 h 524359"/>
                <a:gd name="connsiteX785" fmla="*/ 198647 w 288016"/>
                <a:gd name="connsiteY785" fmla="*/ 148484 h 524359"/>
                <a:gd name="connsiteX786" fmla="*/ 201480 w 288016"/>
                <a:gd name="connsiteY786" fmla="*/ 152215 h 524359"/>
                <a:gd name="connsiteX787" fmla="*/ 201885 w 288016"/>
                <a:gd name="connsiteY787" fmla="*/ 152961 h 524359"/>
                <a:gd name="connsiteX788" fmla="*/ 203908 w 288016"/>
                <a:gd name="connsiteY788" fmla="*/ 155200 h 524359"/>
                <a:gd name="connsiteX789" fmla="*/ 205123 w 288016"/>
                <a:gd name="connsiteY789" fmla="*/ 155946 h 524359"/>
                <a:gd name="connsiteX790" fmla="*/ 206337 w 288016"/>
                <a:gd name="connsiteY790" fmla="*/ 156692 h 524359"/>
                <a:gd name="connsiteX791" fmla="*/ 205123 w 288016"/>
                <a:gd name="connsiteY791" fmla="*/ 158931 h 524359"/>
                <a:gd name="connsiteX792" fmla="*/ 203908 w 288016"/>
                <a:gd name="connsiteY792" fmla="*/ 161169 h 524359"/>
                <a:gd name="connsiteX793" fmla="*/ 201885 w 288016"/>
                <a:gd name="connsiteY793" fmla="*/ 162661 h 524359"/>
                <a:gd name="connsiteX794" fmla="*/ 198647 w 288016"/>
                <a:gd name="connsiteY794" fmla="*/ 161169 h 524359"/>
                <a:gd name="connsiteX795" fmla="*/ 197028 w 288016"/>
                <a:gd name="connsiteY795" fmla="*/ 158931 h 524359"/>
                <a:gd name="connsiteX796" fmla="*/ 194600 w 288016"/>
                <a:gd name="connsiteY796" fmla="*/ 155946 h 524359"/>
                <a:gd name="connsiteX797" fmla="*/ 193385 w 288016"/>
                <a:gd name="connsiteY797" fmla="*/ 155200 h 524359"/>
                <a:gd name="connsiteX798" fmla="*/ 191766 w 288016"/>
                <a:gd name="connsiteY798" fmla="*/ 154454 h 524359"/>
                <a:gd name="connsiteX799" fmla="*/ 193385 w 288016"/>
                <a:gd name="connsiteY799" fmla="*/ 151469 h 524359"/>
                <a:gd name="connsiteX800" fmla="*/ 194600 w 288016"/>
                <a:gd name="connsiteY800" fmla="*/ 149977 h 524359"/>
                <a:gd name="connsiteX801" fmla="*/ 197028 w 288016"/>
                <a:gd name="connsiteY801" fmla="*/ 148484 h 524359"/>
                <a:gd name="connsiteX802" fmla="*/ 197433 w 288016"/>
                <a:gd name="connsiteY802" fmla="*/ 148484 h 524359"/>
                <a:gd name="connsiteX803" fmla="*/ 198647 w 288016"/>
                <a:gd name="connsiteY803" fmla="*/ 148484 h 524359"/>
                <a:gd name="connsiteX804" fmla="*/ 193385 w 288016"/>
                <a:gd name="connsiteY804" fmla="*/ 158184 h 524359"/>
                <a:gd name="connsiteX805" fmla="*/ 193790 w 288016"/>
                <a:gd name="connsiteY805" fmla="*/ 158931 h 524359"/>
                <a:gd name="connsiteX806" fmla="*/ 195004 w 288016"/>
                <a:gd name="connsiteY806" fmla="*/ 159677 h 524359"/>
                <a:gd name="connsiteX807" fmla="*/ 196218 w 288016"/>
                <a:gd name="connsiteY807" fmla="*/ 161169 h 524359"/>
                <a:gd name="connsiteX808" fmla="*/ 197433 w 288016"/>
                <a:gd name="connsiteY808" fmla="*/ 162661 h 524359"/>
                <a:gd name="connsiteX809" fmla="*/ 199052 w 288016"/>
                <a:gd name="connsiteY809" fmla="*/ 164900 h 524359"/>
                <a:gd name="connsiteX810" fmla="*/ 201480 w 288016"/>
                <a:gd name="connsiteY810" fmla="*/ 166392 h 524359"/>
                <a:gd name="connsiteX811" fmla="*/ 199052 w 288016"/>
                <a:gd name="connsiteY811" fmla="*/ 170869 h 524359"/>
                <a:gd name="connsiteX812" fmla="*/ 197433 w 288016"/>
                <a:gd name="connsiteY812" fmla="*/ 172361 h 524359"/>
                <a:gd name="connsiteX813" fmla="*/ 195004 w 288016"/>
                <a:gd name="connsiteY813" fmla="*/ 171615 h 524359"/>
                <a:gd name="connsiteX814" fmla="*/ 193790 w 288016"/>
                <a:gd name="connsiteY814" fmla="*/ 170869 h 524359"/>
                <a:gd name="connsiteX815" fmla="*/ 191766 w 288016"/>
                <a:gd name="connsiteY815" fmla="*/ 167884 h 524359"/>
                <a:gd name="connsiteX816" fmla="*/ 190957 w 288016"/>
                <a:gd name="connsiteY816" fmla="*/ 167138 h 524359"/>
                <a:gd name="connsiteX817" fmla="*/ 188933 w 288016"/>
                <a:gd name="connsiteY817" fmla="*/ 164154 h 524359"/>
                <a:gd name="connsiteX818" fmla="*/ 188529 w 288016"/>
                <a:gd name="connsiteY818" fmla="*/ 164154 h 524359"/>
                <a:gd name="connsiteX819" fmla="*/ 186910 w 288016"/>
                <a:gd name="connsiteY819" fmla="*/ 163407 h 524359"/>
                <a:gd name="connsiteX820" fmla="*/ 188529 w 288016"/>
                <a:gd name="connsiteY820" fmla="*/ 159677 h 524359"/>
                <a:gd name="connsiteX821" fmla="*/ 190552 w 288016"/>
                <a:gd name="connsiteY821" fmla="*/ 156692 h 524359"/>
                <a:gd name="connsiteX822" fmla="*/ 192171 w 288016"/>
                <a:gd name="connsiteY822" fmla="*/ 156692 h 524359"/>
                <a:gd name="connsiteX823" fmla="*/ 193385 w 288016"/>
                <a:gd name="connsiteY823" fmla="*/ 158184 h 524359"/>
                <a:gd name="connsiteX824" fmla="*/ 188124 w 288016"/>
                <a:gd name="connsiteY824" fmla="*/ 167884 h 524359"/>
                <a:gd name="connsiteX825" fmla="*/ 188933 w 288016"/>
                <a:gd name="connsiteY825" fmla="*/ 169377 h 524359"/>
                <a:gd name="connsiteX826" fmla="*/ 190957 w 288016"/>
                <a:gd name="connsiteY826" fmla="*/ 171615 h 524359"/>
                <a:gd name="connsiteX827" fmla="*/ 190957 w 288016"/>
                <a:gd name="connsiteY827" fmla="*/ 172361 h 524359"/>
                <a:gd name="connsiteX828" fmla="*/ 191766 w 288016"/>
                <a:gd name="connsiteY828" fmla="*/ 173107 h 524359"/>
                <a:gd name="connsiteX829" fmla="*/ 193790 w 288016"/>
                <a:gd name="connsiteY829" fmla="*/ 175346 h 524359"/>
                <a:gd name="connsiteX830" fmla="*/ 195004 w 288016"/>
                <a:gd name="connsiteY830" fmla="*/ 176092 h 524359"/>
                <a:gd name="connsiteX831" fmla="*/ 195814 w 288016"/>
                <a:gd name="connsiteY831" fmla="*/ 176838 h 524359"/>
                <a:gd name="connsiteX832" fmla="*/ 195004 w 288016"/>
                <a:gd name="connsiteY832" fmla="*/ 179077 h 524359"/>
                <a:gd name="connsiteX833" fmla="*/ 193790 w 288016"/>
                <a:gd name="connsiteY833" fmla="*/ 180569 h 524359"/>
                <a:gd name="connsiteX834" fmla="*/ 191766 w 288016"/>
                <a:gd name="connsiteY834" fmla="*/ 182807 h 524359"/>
                <a:gd name="connsiteX835" fmla="*/ 191766 w 288016"/>
                <a:gd name="connsiteY835" fmla="*/ 182061 h 524359"/>
                <a:gd name="connsiteX836" fmla="*/ 190957 w 288016"/>
                <a:gd name="connsiteY836" fmla="*/ 180569 h 524359"/>
                <a:gd name="connsiteX837" fmla="*/ 188933 w 288016"/>
                <a:gd name="connsiteY837" fmla="*/ 177584 h 524359"/>
                <a:gd name="connsiteX838" fmla="*/ 187719 w 288016"/>
                <a:gd name="connsiteY838" fmla="*/ 175346 h 524359"/>
                <a:gd name="connsiteX839" fmla="*/ 186100 w 288016"/>
                <a:gd name="connsiteY839" fmla="*/ 172361 h 524359"/>
                <a:gd name="connsiteX840" fmla="*/ 184481 w 288016"/>
                <a:gd name="connsiteY840" fmla="*/ 170123 h 524359"/>
                <a:gd name="connsiteX841" fmla="*/ 184077 w 288016"/>
                <a:gd name="connsiteY841" fmla="*/ 169377 h 524359"/>
                <a:gd name="connsiteX842" fmla="*/ 184481 w 288016"/>
                <a:gd name="connsiteY842" fmla="*/ 168631 h 524359"/>
                <a:gd name="connsiteX843" fmla="*/ 186100 w 288016"/>
                <a:gd name="connsiteY843" fmla="*/ 167884 h 524359"/>
                <a:gd name="connsiteX844" fmla="*/ 186505 w 288016"/>
                <a:gd name="connsiteY844" fmla="*/ 167884 h 524359"/>
                <a:gd name="connsiteX845" fmla="*/ 188124 w 288016"/>
                <a:gd name="connsiteY845" fmla="*/ 167884 h 524359"/>
                <a:gd name="connsiteX846" fmla="*/ 195004 w 288016"/>
                <a:gd name="connsiteY846" fmla="*/ 194746 h 524359"/>
                <a:gd name="connsiteX847" fmla="*/ 195004 w 288016"/>
                <a:gd name="connsiteY847" fmla="*/ 206684 h 524359"/>
                <a:gd name="connsiteX848" fmla="*/ 193790 w 288016"/>
                <a:gd name="connsiteY848" fmla="*/ 209669 h 524359"/>
                <a:gd name="connsiteX849" fmla="*/ 192576 w 288016"/>
                <a:gd name="connsiteY849" fmla="*/ 214146 h 524359"/>
                <a:gd name="connsiteX850" fmla="*/ 191766 w 288016"/>
                <a:gd name="connsiteY850" fmla="*/ 212654 h 524359"/>
                <a:gd name="connsiteX851" fmla="*/ 190957 w 288016"/>
                <a:gd name="connsiteY851" fmla="*/ 209669 h 524359"/>
                <a:gd name="connsiteX852" fmla="*/ 190552 w 288016"/>
                <a:gd name="connsiteY852" fmla="*/ 205192 h 524359"/>
                <a:gd name="connsiteX853" fmla="*/ 190957 w 288016"/>
                <a:gd name="connsiteY853" fmla="*/ 200715 h 524359"/>
                <a:gd name="connsiteX854" fmla="*/ 191766 w 288016"/>
                <a:gd name="connsiteY854" fmla="*/ 197731 h 524359"/>
                <a:gd name="connsiteX855" fmla="*/ 193385 w 288016"/>
                <a:gd name="connsiteY855" fmla="*/ 190269 h 524359"/>
                <a:gd name="connsiteX856" fmla="*/ 193790 w 288016"/>
                <a:gd name="connsiteY856" fmla="*/ 191015 h 524359"/>
                <a:gd name="connsiteX857" fmla="*/ 193790 w 288016"/>
                <a:gd name="connsiteY857" fmla="*/ 191761 h 524359"/>
                <a:gd name="connsiteX858" fmla="*/ 195004 w 288016"/>
                <a:gd name="connsiteY858" fmla="*/ 194746 h 524359"/>
                <a:gd name="connsiteX859" fmla="*/ 203908 w 288016"/>
                <a:gd name="connsiteY859" fmla="*/ 242500 h 524359"/>
                <a:gd name="connsiteX860" fmla="*/ 201885 w 288016"/>
                <a:gd name="connsiteY860" fmla="*/ 246230 h 524359"/>
                <a:gd name="connsiteX861" fmla="*/ 198647 w 288016"/>
                <a:gd name="connsiteY861" fmla="*/ 249961 h 524359"/>
                <a:gd name="connsiteX862" fmla="*/ 198242 w 288016"/>
                <a:gd name="connsiteY862" fmla="*/ 250707 h 524359"/>
                <a:gd name="connsiteX863" fmla="*/ 197837 w 288016"/>
                <a:gd name="connsiteY863" fmla="*/ 241007 h 524359"/>
                <a:gd name="connsiteX864" fmla="*/ 198242 w 288016"/>
                <a:gd name="connsiteY864" fmla="*/ 239515 h 524359"/>
                <a:gd name="connsiteX865" fmla="*/ 201480 w 288016"/>
                <a:gd name="connsiteY865" fmla="*/ 233546 h 524359"/>
                <a:gd name="connsiteX866" fmla="*/ 203099 w 288016"/>
                <a:gd name="connsiteY866" fmla="*/ 229815 h 524359"/>
                <a:gd name="connsiteX867" fmla="*/ 203504 w 288016"/>
                <a:gd name="connsiteY867" fmla="*/ 230561 h 524359"/>
                <a:gd name="connsiteX868" fmla="*/ 203504 w 288016"/>
                <a:gd name="connsiteY868" fmla="*/ 231307 h 524359"/>
                <a:gd name="connsiteX869" fmla="*/ 203908 w 288016"/>
                <a:gd name="connsiteY869" fmla="*/ 242500 h 524359"/>
                <a:gd name="connsiteX870" fmla="*/ 207551 w 288016"/>
                <a:gd name="connsiteY870" fmla="*/ 258169 h 524359"/>
                <a:gd name="connsiteX871" fmla="*/ 207146 w 288016"/>
                <a:gd name="connsiteY871" fmla="*/ 256677 h 524359"/>
                <a:gd name="connsiteX872" fmla="*/ 207146 w 288016"/>
                <a:gd name="connsiteY872" fmla="*/ 254438 h 524359"/>
                <a:gd name="connsiteX873" fmla="*/ 207551 w 288016"/>
                <a:gd name="connsiteY873" fmla="*/ 250707 h 524359"/>
                <a:gd name="connsiteX874" fmla="*/ 212003 w 288016"/>
                <a:gd name="connsiteY874" fmla="*/ 268615 h 524359"/>
                <a:gd name="connsiteX875" fmla="*/ 212003 w 288016"/>
                <a:gd name="connsiteY875" fmla="*/ 269361 h 524359"/>
                <a:gd name="connsiteX876" fmla="*/ 212408 w 288016"/>
                <a:gd name="connsiteY876" fmla="*/ 271600 h 524359"/>
                <a:gd name="connsiteX877" fmla="*/ 212003 w 288016"/>
                <a:gd name="connsiteY877" fmla="*/ 271600 h 524359"/>
                <a:gd name="connsiteX878" fmla="*/ 207146 w 288016"/>
                <a:gd name="connsiteY878" fmla="*/ 270854 h 524359"/>
                <a:gd name="connsiteX879" fmla="*/ 206742 w 288016"/>
                <a:gd name="connsiteY879" fmla="*/ 270854 h 524359"/>
                <a:gd name="connsiteX880" fmla="*/ 207146 w 288016"/>
                <a:gd name="connsiteY880" fmla="*/ 269361 h 524359"/>
                <a:gd name="connsiteX881" fmla="*/ 207551 w 288016"/>
                <a:gd name="connsiteY881" fmla="*/ 258169 h 524359"/>
                <a:gd name="connsiteX882" fmla="*/ 264213 w 288016"/>
                <a:gd name="connsiteY882" fmla="*/ 267869 h 524359"/>
                <a:gd name="connsiteX883" fmla="*/ 264618 w 288016"/>
                <a:gd name="connsiteY883" fmla="*/ 270854 h 524359"/>
                <a:gd name="connsiteX884" fmla="*/ 262999 w 288016"/>
                <a:gd name="connsiteY884" fmla="*/ 270854 h 524359"/>
                <a:gd name="connsiteX885" fmla="*/ 258547 w 288016"/>
                <a:gd name="connsiteY885" fmla="*/ 268615 h 524359"/>
                <a:gd name="connsiteX886" fmla="*/ 258142 w 288016"/>
                <a:gd name="connsiteY886" fmla="*/ 267123 h 524359"/>
                <a:gd name="connsiteX887" fmla="*/ 257738 w 288016"/>
                <a:gd name="connsiteY887" fmla="*/ 261900 h 524359"/>
                <a:gd name="connsiteX888" fmla="*/ 257333 w 288016"/>
                <a:gd name="connsiteY888" fmla="*/ 260407 h 524359"/>
                <a:gd name="connsiteX889" fmla="*/ 256524 w 288016"/>
                <a:gd name="connsiteY889" fmla="*/ 252200 h 524359"/>
                <a:gd name="connsiteX890" fmla="*/ 256119 w 288016"/>
                <a:gd name="connsiteY890" fmla="*/ 249961 h 524359"/>
                <a:gd name="connsiteX891" fmla="*/ 256524 w 288016"/>
                <a:gd name="connsiteY891" fmla="*/ 249961 h 524359"/>
                <a:gd name="connsiteX892" fmla="*/ 257738 w 288016"/>
                <a:gd name="connsiteY892" fmla="*/ 249215 h 524359"/>
                <a:gd name="connsiteX893" fmla="*/ 262999 w 288016"/>
                <a:gd name="connsiteY893" fmla="*/ 256677 h 524359"/>
                <a:gd name="connsiteX894" fmla="*/ 264213 w 288016"/>
                <a:gd name="connsiteY894" fmla="*/ 267869 h 524359"/>
                <a:gd name="connsiteX895" fmla="*/ 263809 w 288016"/>
                <a:gd name="connsiteY895" fmla="*/ 250707 h 524359"/>
                <a:gd name="connsiteX896" fmla="*/ 264213 w 288016"/>
                <a:gd name="connsiteY896" fmla="*/ 250707 h 524359"/>
                <a:gd name="connsiteX897" fmla="*/ 265832 w 288016"/>
                <a:gd name="connsiteY897" fmla="*/ 249961 h 524359"/>
                <a:gd name="connsiteX898" fmla="*/ 268665 w 288016"/>
                <a:gd name="connsiteY898" fmla="*/ 250707 h 524359"/>
                <a:gd name="connsiteX899" fmla="*/ 269070 w 288016"/>
                <a:gd name="connsiteY899" fmla="*/ 256677 h 524359"/>
                <a:gd name="connsiteX900" fmla="*/ 269880 w 288016"/>
                <a:gd name="connsiteY900" fmla="*/ 264138 h 524359"/>
                <a:gd name="connsiteX901" fmla="*/ 269070 w 288016"/>
                <a:gd name="connsiteY901" fmla="*/ 268615 h 524359"/>
                <a:gd name="connsiteX902" fmla="*/ 268665 w 288016"/>
                <a:gd name="connsiteY902" fmla="*/ 270854 h 524359"/>
                <a:gd name="connsiteX903" fmla="*/ 266237 w 288016"/>
                <a:gd name="connsiteY903" fmla="*/ 268615 h 524359"/>
                <a:gd name="connsiteX904" fmla="*/ 265832 w 288016"/>
                <a:gd name="connsiteY904" fmla="*/ 267123 h 524359"/>
                <a:gd name="connsiteX905" fmla="*/ 265428 w 288016"/>
                <a:gd name="connsiteY905" fmla="*/ 260407 h 524359"/>
                <a:gd name="connsiteX906" fmla="*/ 264213 w 288016"/>
                <a:gd name="connsiteY906" fmla="*/ 252946 h 524359"/>
                <a:gd name="connsiteX907" fmla="*/ 263809 w 288016"/>
                <a:gd name="connsiteY907" fmla="*/ 250707 h 524359"/>
                <a:gd name="connsiteX908" fmla="*/ 256928 w 288016"/>
                <a:gd name="connsiteY908" fmla="*/ 267869 h 524359"/>
                <a:gd name="connsiteX909" fmla="*/ 257333 w 288016"/>
                <a:gd name="connsiteY909" fmla="*/ 270854 h 524359"/>
                <a:gd name="connsiteX910" fmla="*/ 256928 w 288016"/>
                <a:gd name="connsiteY910" fmla="*/ 270854 h 524359"/>
                <a:gd name="connsiteX911" fmla="*/ 255309 w 288016"/>
                <a:gd name="connsiteY911" fmla="*/ 271600 h 524359"/>
                <a:gd name="connsiteX912" fmla="*/ 251667 w 288016"/>
                <a:gd name="connsiteY912" fmla="*/ 268615 h 524359"/>
                <a:gd name="connsiteX913" fmla="*/ 251262 w 288016"/>
                <a:gd name="connsiteY913" fmla="*/ 267123 h 524359"/>
                <a:gd name="connsiteX914" fmla="*/ 250453 w 288016"/>
                <a:gd name="connsiteY914" fmla="*/ 260407 h 524359"/>
                <a:gd name="connsiteX915" fmla="*/ 249643 w 288016"/>
                <a:gd name="connsiteY915" fmla="*/ 252200 h 524359"/>
                <a:gd name="connsiteX916" fmla="*/ 249238 w 288016"/>
                <a:gd name="connsiteY916" fmla="*/ 249961 h 524359"/>
                <a:gd name="connsiteX917" fmla="*/ 249643 w 288016"/>
                <a:gd name="connsiteY917" fmla="*/ 249961 h 524359"/>
                <a:gd name="connsiteX918" fmla="*/ 251667 w 288016"/>
                <a:gd name="connsiteY918" fmla="*/ 249215 h 524359"/>
                <a:gd name="connsiteX919" fmla="*/ 255309 w 288016"/>
                <a:gd name="connsiteY919" fmla="*/ 252946 h 524359"/>
                <a:gd name="connsiteX920" fmla="*/ 256928 w 288016"/>
                <a:gd name="connsiteY920" fmla="*/ 267869 h 524359"/>
                <a:gd name="connsiteX921" fmla="*/ 249238 w 288016"/>
                <a:gd name="connsiteY921" fmla="*/ 267869 h 524359"/>
                <a:gd name="connsiteX922" fmla="*/ 249643 w 288016"/>
                <a:gd name="connsiteY922" fmla="*/ 270854 h 524359"/>
                <a:gd name="connsiteX923" fmla="*/ 249238 w 288016"/>
                <a:gd name="connsiteY923" fmla="*/ 270854 h 524359"/>
                <a:gd name="connsiteX924" fmla="*/ 248024 w 288016"/>
                <a:gd name="connsiteY924" fmla="*/ 271600 h 524359"/>
                <a:gd name="connsiteX925" fmla="*/ 243977 w 288016"/>
                <a:gd name="connsiteY925" fmla="*/ 269361 h 524359"/>
                <a:gd name="connsiteX926" fmla="*/ 243977 w 288016"/>
                <a:gd name="connsiteY926" fmla="*/ 268615 h 524359"/>
                <a:gd name="connsiteX927" fmla="*/ 243572 w 288016"/>
                <a:gd name="connsiteY927" fmla="*/ 267123 h 524359"/>
                <a:gd name="connsiteX928" fmla="*/ 243167 w 288016"/>
                <a:gd name="connsiteY928" fmla="*/ 260407 h 524359"/>
                <a:gd name="connsiteX929" fmla="*/ 242358 w 288016"/>
                <a:gd name="connsiteY929" fmla="*/ 252200 h 524359"/>
                <a:gd name="connsiteX930" fmla="*/ 241548 w 288016"/>
                <a:gd name="connsiteY930" fmla="*/ 249961 h 524359"/>
                <a:gd name="connsiteX931" fmla="*/ 242358 w 288016"/>
                <a:gd name="connsiteY931" fmla="*/ 249961 h 524359"/>
                <a:gd name="connsiteX932" fmla="*/ 244382 w 288016"/>
                <a:gd name="connsiteY932" fmla="*/ 249961 h 524359"/>
                <a:gd name="connsiteX933" fmla="*/ 248429 w 288016"/>
                <a:gd name="connsiteY933" fmla="*/ 255184 h 524359"/>
                <a:gd name="connsiteX934" fmla="*/ 249238 w 288016"/>
                <a:gd name="connsiteY934" fmla="*/ 267869 h 524359"/>
                <a:gd name="connsiteX935" fmla="*/ 241953 w 288016"/>
                <a:gd name="connsiteY935" fmla="*/ 267869 h 524359"/>
                <a:gd name="connsiteX936" fmla="*/ 242358 w 288016"/>
                <a:gd name="connsiteY936" fmla="*/ 270854 h 524359"/>
                <a:gd name="connsiteX937" fmla="*/ 240334 w 288016"/>
                <a:gd name="connsiteY937" fmla="*/ 270854 h 524359"/>
                <a:gd name="connsiteX938" fmla="*/ 239525 w 288016"/>
                <a:gd name="connsiteY938" fmla="*/ 271600 h 524359"/>
                <a:gd name="connsiteX939" fmla="*/ 236287 w 288016"/>
                <a:gd name="connsiteY939" fmla="*/ 268615 h 524359"/>
                <a:gd name="connsiteX940" fmla="*/ 235882 w 288016"/>
                <a:gd name="connsiteY940" fmla="*/ 267123 h 524359"/>
                <a:gd name="connsiteX941" fmla="*/ 235477 w 288016"/>
                <a:gd name="connsiteY941" fmla="*/ 260407 h 524359"/>
                <a:gd name="connsiteX942" fmla="*/ 235073 w 288016"/>
                <a:gd name="connsiteY942" fmla="*/ 253692 h 524359"/>
                <a:gd name="connsiteX943" fmla="*/ 234263 w 288016"/>
                <a:gd name="connsiteY943" fmla="*/ 249961 h 524359"/>
                <a:gd name="connsiteX944" fmla="*/ 235073 w 288016"/>
                <a:gd name="connsiteY944" fmla="*/ 249961 h 524359"/>
                <a:gd name="connsiteX945" fmla="*/ 239930 w 288016"/>
                <a:gd name="connsiteY945" fmla="*/ 252200 h 524359"/>
                <a:gd name="connsiteX946" fmla="*/ 240739 w 288016"/>
                <a:gd name="connsiteY946" fmla="*/ 255184 h 524359"/>
                <a:gd name="connsiteX947" fmla="*/ 241953 w 288016"/>
                <a:gd name="connsiteY947" fmla="*/ 267869 h 524359"/>
                <a:gd name="connsiteX948" fmla="*/ 234668 w 288016"/>
                <a:gd name="connsiteY948" fmla="*/ 267869 h 524359"/>
                <a:gd name="connsiteX949" fmla="*/ 235073 w 288016"/>
                <a:gd name="connsiteY949" fmla="*/ 269361 h 524359"/>
                <a:gd name="connsiteX950" fmla="*/ 235477 w 288016"/>
                <a:gd name="connsiteY950" fmla="*/ 270107 h 524359"/>
                <a:gd name="connsiteX951" fmla="*/ 235073 w 288016"/>
                <a:gd name="connsiteY951" fmla="*/ 270107 h 524359"/>
                <a:gd name="connsiteX952" fmla="*/ 232240 w 288016"/>
                <a:gd name="connsiteY952" fmla="*/ 270854 h 524359"/>
                <a:gd name="connsiteX953" fmla="*/ 228597 w 288016"/>
                <a:gd name="connsiteY953" fmla="*/ 266377 h 524359"/>
                <a:gd name="connsiteX954" fmla="*/ 228192 w 288016"/>
                <a:gd name="connsiteY954" fmla="*/ 259661 h 524359"/>
                <a:gd name="connsiteX955" fmla="*/ 226978 w 288016"/>
                <a:gd name="connsiteY955" fmla="*/ 251454 h 524359"/>
                <a:gd name="connsiteX956" fmla="*/ 226573 w 288016"/>
                <a:gd name="connsiteY956" fmla="*/ 249215 h 524359"/>
                <a:gd name="connsiteX957" fmla="*/ 226978 w 288016"/>
                <a:gd name="connsiteY957" fmla="*/ 249215 h 524359"/>
                <a:gd name="connsiteX958" fmla="*/ 228597 w 288016"/>
                <a:gd name="connsiteY958" fmla="*/ 248469 h 524359"/>
                <a:gd name="connsiteX959" fmla="*/ 232240 w 288016"/>
                <a:gd name="connsiteY959" fmla="*/ 250707 h 524359"/>
                <a:gd name="connsiteX960" fmla="*/ 234668 w 288016"/>
                <a:gd name="connsiteY960" fmla="*/ 267869 h 524359"/>
                <a:gd name="connsiteX961" fmla="*/ 226978 w 288016"/>
                <a:gd name="connsiteY961" fmla="*/ 267869 h 524359"/>
                <a:gd name="connsiteX962" fmla="*/ 226978 w 288016"/>
                <a:gd name="connsiteY962" fmla="*/ 267869 h 524359"/>
                <a:gd name="connsiteX963" fmla="*/ 227788 w 288016"/>
                <a:gd name="connsiteY963" fmla="*/ 270854 h 524359"/>
                <a:gd name="connsiteX964" fmla="*/ 226169 w 288016"/>
                <a:gd name="connsiteY964" fmla="*/ 270854 h 524359"/>
                <a:gd name="connsiteX965" fmla="*/ 225764 w 288016"/>
                <a:gd name="connsiteY965" fmla="*/ 271600 h 524359"/>
                <a:gd name="connsiteX966" fmla="*/ 222931 w 288016"/>
                <a:gd name="connsiteY966" fmla="*/ 270854 h 524359"/>
                <a:gd name="connsiteX967" fmla="*/ 220502 w 288016"/>
                <a:gd name="connsiteY967" fmla="*/ 260407 h 524359"/>
                <a:gd name="connsiteX968" fmla="*/ 219693 w 288016"/>
                <a:gd name="connsiteY968" fmla="*/ 252946 h 524359"/>
                <a:gd name="connsiteX969" fmla="*/ 219288 w 288016"/>
                <a:gd name="connsiteY969" fmla="*/ 250707 h 524359"/>
                <a:gd name="connsiteX970" fmla="*/ 219693 w 288016"/>
                <a:gd name="connsiteY970" fmla="*/ 250707 h 524359"/>
                <a:gd name="connsiteX971" fmla="*/ 222931 w 288016"/>
                <a:gd name="connsiteY971" fmla="*/ 250707 h 524359"/>
                <a:gd name="connsiteX972" fmla="*/ 225764 w 288016"/>
                <a:gd name="connsiteY972" fmla="*/ 255184 h 524359"/>
                <a:gd name="connsiteX973" fmla="*/ 226169 w 288016"/>
                <a:gd name="connsiteY973" fmla="*/ 260407 h 524359"/>
                <a:gd name="connsiteX974" fmla="*/ 226978 w 288016"/>
                <a:gd name="connsiteY974" fmla="*/ 267869 h 524359"/>
                <a:gd name="connsiteX975" fmla="*/ 219693 w 288016"/>
                <a:gd name="connsiteY975" fmla="*/ 267869 h 524359"/>
                <a:gd name="connsiteX976" fmla="*/ 220098 w 288016"/>
                <a:gd name="connsiteY976" fmla="*/ 270854 h 524359"/>
                <a:gd name="connsiteX977" fmla="*/ 219693 w 288016"/>
                <a:gd name="connsiteY977" fmla="*/ 270854 h 524359"/>
                <a:gd name="connsiteX978" fmla="*/ 218074 w 288016"/>
                <a:gd name="connsiteY978" fmla="*/ 271600 h 524359"/>
                <a:gd name="connsiteX979" fmla="*/ 213217 w 288016"/>
                <a:gd name="connsiteY979" fmla="*/ 262646 h 524359"/>
                <a:gd name="connsiteX980" fmla="*/ 212812 w 288016"/>
                <a:gd name="connsiteY980" fmla="*/ 261154 h 524359"/>
                <a:gd name="connsiteX981" fmla="*/ 212003 w 288016"/>
                <a:gd name="connsiteY981" fmla="*/ 252946 h 524359"/>
                <a:gd name="connsiteX982" fmla="*/ 211598 w 288016"/>
                <a:gd name="connsiteY982" fmla="*/ 250707 h 524359"/>
                <a:gd name="connsiteX983" fmla="*/ 212003 w 288016"/>
                <a:gd name="connsiteY983" fmla="*/ 250707 h 524359"/>
                <a:gd name="connsiteX984" fmla="*/ 213217 w 288016"/>
                <a:gd name="connsiteY984" fmla="*/ 249961 h 524359"/>
                <a:gd name="connsiteX985" fmla="*/ 218074 w 288016"/>
                <a:gd name="connsiteY985" fmla="*/ 255184 h 524359"/>
                <a:gd name="connsiteX986" fmla="*/ 219693 w 288016"/>
                <a:gd name="connsiteY986" fmla="*/ 267869 h 524359"/>
                <a:gd name="connsiteX987" fmla="*/ 207551 w 288016"/>
                <a:gd name="connsiteY987" fmla="*/ 273838 h 524359"/>
                <a:gd name="connsiteX988" fmla="*/ 212408 w 288016"/>
                <a:gd name="connsiteY988" fmla="*/ 274584 h 524359"/>
                <a:gd name="connsiteX989" fmla="*/ 213622 w 288016"/>
                <a:gd name="connsiteY989" fmla="*/ 274584 h 524359"/>
                <a:gd name="connsiteX990" fmla="*/ 214836 w 288016"/>
                <a:gd name="connsiteY990" fmla="*/ 273838 h 524359"/>
                <a:gd name="connsiteX991" fmla="*/ 218479 w 288016"/>
                <a:gd name="connsiteY991" fmla="*/ 274584 h 524359"/>
                <a:gd name="connsiteX992" fmla="*/ 220098 w 288016"/>
                <a:gd name="connsiteY992" fmla="*/ 273838 h 524359"/>
                <a:gd name="connsiteX993" fmla="*/ 222526 w 288016"/>
                <a:gd name="connsiteY993" fmla="*/ 273092 h 524359"/>
                <a:gd name="connsiteX994" fmla="*/ 223336 w 288016"/>
                <a:gd name="connsiteY994" fmla="*/ 273838 h 524359"/>
                <a:gd name="connsiteX995" fmla="*/ 226169 w 288016"/>
                <a:gd name="connsiteY995" fmla="*/ 274584 h 524359"/>
                <a:gd name="connsiteX996" fmla="*/ 226573 w 288016"/>
                <a:gd name="connsiteY996" fmla="*/ 273838 h 524359"/>
                <a:gd name="connsiteX997" fmla="*/ 227383 w 288016"/>
                <a:gd name="connsiteY997" fmla="*/ 273838 h 524359"/>
                <a:gd name="connsiteX998" fmla="*/ 229002 w 288016"/>
                <a:gd name="connsiteY998" fmla="*/ 273092 h 524359"/>
                <a:gd name="connsiteX999" fmla="*/ 229811 w 288016"/>
                <a:gd name="connsiteY999" fmla="*/ 273092 h 524359"/>
                <a:gd name="connsiteX1000" fmla="*/ 232644 w 288016"/>
                <a:gd name="connsiteY1000" fmla="*/ 273838 h 524359"/>
                <a:gd name="connsiteX1001" fmla="*/ 235477 w 288016"/>
                <a:gd name="connsiteY1001" fmla="*/ 273092 h 524359"/>
                <a:gd name="connsiteX1002" fmla="*/ 237501 w 288016"/>
                <a:gd name="connsiteY1002" fmla="*/ 272346 h 524359"/>
                <a:gd name="connsiteX1003" fmla="*/ 240334 w 288016"/>
                <a:gd name="connsiteY1003" fmla="*/ 273092 h 524359"/>
                <a:gd name="connsiteX1004" fmla="*/ 241144 w 288016"/>
                <a:gd name="connsiteY1004" fmla="*/ 273092 h 524359"/>
                <a:gd name="connsiteX1005" fmla="*/ 242763 w 288016"/>
                <a:gd name="connsiteY1005" fmla="*/ 272346 h 524359"/>
                <a:gd name="connsiteX1006" fmla="*/ 244786 w 288016"/>
                <a:gd name="connsiteY1006" fmla="*/ 271600 h 524359"/>
                <a:gd name="connsiteX1007" fmla="*/ 245191 w 288016"/>
                <a:gd name="connsiteY1007" fmla="*/ 271600 h 524359"/>
                <a:gd name="connsiteX1008" fmla="*/ 248834 w 288016"/>
                <a:gd name="connsiteY1008" fmla="*/ 272346 h 524359"/>
                <a:gd name="connsiteX1009" fmla="*/ 250048 w 288016"/>
                <a:gd name="connsiteY1009" fmla="*/ 271600 h 524359"/>
                <a:gd name="connsiteX1010" fmla="*/ 252071 w 288016"/>
                <a:gd name="connsiteY1010" fmla="*/ 270854 h 524359"/>
                <a:gd name="connsiteX1011" fmla="*/ 255714 w 288016"/>
                <a:gd name="connsiteY1011" fmla="*/ 271600 h 524359"/>
                <a:gd name="connsiteX1012" fmla="*/ 257333 w 288016"/>
                <a:gd name="connsiteY1012" fmla="*/ 270854 h 524359"/>
                <a:gd name="connsiteX1013" fmla="*/ 258547 w 288016"/>
                <a:gd name="connsiteY1013" fmla="*/ 270854 h 524359"/>
                <a:gd name="connsiteX1014" fmla="*/ 259761 w 288016"/>
                <a:gd name="connsiteY1014" fmla="*/ 270107 h 524359"/>
                <a:gd name="connsiteX1015" fmla="*/ 263809 w 288016"/>
                <a:gd name="connsiteY1015" fmla="*/ 270854 h 524359"/>
                <a:gd name="connsiteX1016" fmla="*/ 264213 w 288016"/>
                <a:gd name="connsiteY1016" fmla="*/ 270854 h 524359"/>
                <a:gd name="connsiteX1017" fmla="*/ 265832 w 288016"/>
                <a:gd name="connsiteY1017" fmla="*/ 270107 h 524359"/>
                <a:gd name="connsiteX1018" fmla="*/ 266642 w 288016"/>
                <a:gd name="connsiteY1018" fmla="*/ 270107 h 524359"/>
                <a:gd name="connsiteX1019" fmla="*/ 268261 w 288016"/>
                <a:gd name="connsiteY1019" fmla="*/ 270854 h 524359"/>
                <a:gd name="connsiteX1020" fmla="*/ 268665 w 288016"/>
                <a:gd name="connsiteY1020" fmla="*/ 278315 h 524359"/>
                <a:gd name="connsiteX1021" fmla="*/ 269070 w 288016"/>
                <a:gd name="connsiteY1021" fmla="*/ 281300 h 524359"/>
                <a:gd name="connsiteX1022" fmla="*/ 268665 w 288016"/>
                <a:gd name="connsiteY1022" fmla="*/ 282046 h 524359"/>
                <a:gd name="connsiteX1023" fmla="*/ 267451 w 288016"/>
                <a:gd name="connsiteY1023" fmla="*/ 302192 h 524359"/>
                <a:gd name="connsiteX1024" fmla="*/ 265832 w 288016"/>
                <a:gd name="connsiteY1024" fmla="*/ 307415 h 524359"/>
                <a:gd name="connsiteX1025" fmla="*/ 265023 w 288016"/>
                <a:gd name="connsiteY1025" fmla="*/ 322338 h 524359"/>
                <a:gd name="connsiteX1026" fmla="*/ 264618 w 288016"/>
                <a:gd name="connsiteY1026" fmla="*/ 323084 h 524359"/>
                <a:gd name="connsiteX1027" fmla="*/ 263404 w 288016"/>
                <a:gd name="connsiteY1027" fmla="*/ 326069 h 524359"/>
                <a:gd name="connsiteX1028" fmla="*/ 261785 w 288016"/>
                <a:gd name="connsiteY1028" fmla="*/ 340992 h 524359"/>
                <a:gd name="connsiteX1029" fmla="*/ 258142 w 288016"/>
                <a:gd name="connsiteY1029" fmla="*/ 351438 h 524359"/>
                <a:gd name="connsiteX1030" fmla="*/ 257333 w 288016"/>
                <a:gd name="connsiteY1030" fmla="*/ 359646 h 524359"/>
                <a:gd name="connsiteX1031" fmla="*/ 256928 w 288016"/>
                <a:gd name="connsiteY1031" fmla="*/ 359646 h 524359"/>
                <a:gd name="connsiteX1032" fmla="*/ 255309 w 288016"/>
                <a:gd name="connsiteY1032" fmla="*/ 363376 h 524359"/>
                <a:gd name="connsiteX1033" fmla="*/ 252071 w 288016"/>
                <a:gd name="connsiteY1033" fmla="*/ 378300 h 524359"/>
                <a:gd name="connsiteX1034" fmla="*/ 251667 w 288016"/>
                <a:gd name="connsiteY1034" fmla="*/ 379046 h 524359"/>
                <a:gd name="connsiteX1035" fmla="*/ 249643 w 288016"/>
                <a:gd name="connsiteY1035" fmla="*/ 382030 h 524359"/>
                <a:gd name="connsiteX1036" fmla="*/ 248429 w 288016"/>
                <a:gd name="connsiteY1036" fmla="*/ 385015 h 524359"/>
                <a:gd name="connsiteX1037" fmla="*/ 246000 w 288016"/>
                <a:gd name="connsiteY1037" fmla="*/ 395461 h 524359"/>
                <a:gd name="connsiteX1038" fmla="*/ 243977 w 288016"/>
                <a:gd name="connsiteY1038" fmla="*/ 399938 h 524359"/>
                <a:gd name="connsiteX1039" fmla="*/ 241953 w 288016"/>
                <a:gd name="connsiteY1039" fmla="*/ 404415 h 524359"/>
                <a:gd name="connsiteX1040" fmla="*/ 240334 w 288016"/>
                <a:gd name="connsiteY1040" fmla="*/ 407400 h 524359"/>
                <a:gd name="connsiteX1041" fmla="*/ 239525 w 288016"/>
                <a:gd name="connsiteY1041" fmla="*/ 411130 h 524359"/>
                <a:gd name="connsiteX1042" fmla="*/ 238715 w 288016"/>
                <a:gd name="connsiteY1042" fmla="*/ 414861 h 524359"/>
                <a:gd name="connsiteX1043" fmla="*/ 236692 w 288016"/>
                <a:gd name="connsiteY1043" fmla="*/ 416353 h 524359"/>
                <a:gd name="connsiteX1044" fmla="*/ 234668 w 288016"/>
                <a:gd name="connsiteY1044" fmla="*/ 411130 h 524359"/>
                <a:gd name="connsiteX1045" fmla="*/ 231835 w 288016"/>
                <a:gd name="connsiteY1045" fmla="*/ 407400 h 524359"/>
                <a:gd name="connsiteX1046" fmla="*/ 231430 w 288016"/>
                <a:gd name="connsiteY1046" fmla="*/ 406653 h 524359"/>
                <a:gd name="connsiteX1047" fmla="*/ 228597 w 288016"/>
                <a:gd name="connsiteY1047" fmla="*/ 399938 h 524359"/>
                <a:gd name="connsiteX1048" fmla="*/ 226978 w 288016"/>
                <a:gd name="connsiteY1048" fmla="*/ 397700 h 524359"/>
                <a:gd name="connsiteX1049" fmla="*/ 226573 w 288016"/>
                <a:gd name="connsiteY1049" fmla="*/ 396953 h 524359"/>
                <a:gd name="connsiteX1050" fmla="*/ 226169 w 288016"/>
                <a:gd name="connsiteY1050" fmla="*/ 396207 h 524359"/>
                <a:gd name="connsiteX1051" fmla="*/ 225764 w 288016"/>
                <a:gd name="connsiteY1051" fmla="*/ 394715 h 524359"/>
                <a:gd name="connsiteX1052" fmla="*/ 222931 w 288016"/>
                <a:gd name="connsiteY1052" fmla="*/ 389492 h 524359"/>
                <a:gd name="connsiteX1053" fmla="*/ 221312 w 288016"/>
                <a:gd name="connsiteY1053" fmla="*/ 387253 h 524359"/>
                <a:gd name="connsiteX1054" fmla="*/ 219693 w 288016"/>
                <a:gd name="connsiteY1054" fmla="*/ 382776 h 524359"/>
                <a:gd name="connsiteX1055" fmla="*/ 218074 w 288016"/>
                <a:gd name="connsiteY1055" fmla="*/ 379792 h 524359"/>
                <a:gd name="connsiteX1056" fmla="*/ 215646 w 288016"/>
                <a:gd name="connsiteY1056" fmla="*/ 376807 h 524359"/>
                <a:gd name="connsiteX1057" fmla="*/ 212812 w 288016"/>
                <a:gd name="connsiteY1057" fmla="*/ 370838 h 524359"/>
                <a:gd name="connsiteX1058" fmla="*/ 211598 w 288016"/>
                <a:gd name="connsiteY1058" fmla="*/ 369346 h 524359"/>
                <a:gd name="connsiteX1059" fmla="*/ 209979 w 288016"/>
                <a:gd name="connsiteY1059" fmla="*/ 367107 h 524359"/>
                <a:gd name="connsiteX1060" fmla="*/ 206742 w 288016"/>
                <a:gd name="connsiteY1060" fmla="*/ 360392 h 524359"/>
                <a:gd name="connsiteX1061" fmla="*/ 204718 w 288016"/>
                <a:gd name="connsiteY1061" fmla="*/ 357407 h 524359"/>
                <a:gd name="connsiteX1062" fmla="*/ 203504 w 288016"/>
                <a:gd name="connsiteY1062" fmla="*/ 354423 h 524359"/>
                <a:gd name="connsiteX1063" fmla="*/ 199456 w 288016"/>
                <a:gd name="connsiteY1063" fmla="*/ 347707 h 524359"/>
                <a:gd name="connsiteX1064" fmla="*/ 198242 w 288016"/>
                <a:gd name="connsiteY1064" fmla="*/ 344723 h 524359"/>
                <a:gd name="connsiteX1065" fmla="*/ 196623 w 288016"/>
                <a:gd name="connsiteY1065" fmla="*/ 341738 h 524359"/>
                <a:gd name="connsiteX1066" fmla="*/ 194195 w 288016"/>
                <a:gd name="connsiteY1066" fmla="*/ 338753 h 524359"/>
                <a:gd name="connsiteX1067" fmla="*/ 193790 w 288016"/>
                <a:gd name="connsiteY1067" fmla="*/ 338007 h 524359"/>
                <a:gd name="connsiteX1068" fmla="*/ 193385 w 288016"/>
                <a:gd name="connsiteY1068" fmla="*/ 335769 h 524359"/>
                <a:gd name="connsiteX1069" fmla="*/ 192981 w 288016"/>
                <a:gd name="connsiteY1069" fmla="*/ 335023 h 524359"/>
                <a:gd name="connsiteX1070" fmla="*/ 193385 w 288016"/>
                <a:gd name="connsiteY1070" fmla="*/ 334276 h 524359"/>
                <a:gd name="connsiteX1071" fmla="*/ 194600 w 288016"/>
                <a:gd name="connsiteY1071" fmla="*/ 331292 h 524359"/>
                <a:gd name="connsiteX1072" fmla="*/ 195409 w 288016"/>
                <a:gd name="connsiteY1072" fmla="*/ 328307 h 524359"/>
                <a:gd name="connsiteX1073" fmla="*/ 196218 w 288016"/>
                <a:gd name="connsiteY1073" fmla="*/ 325323 h 524359"/>
                <a:gd name="connsiteX1074" fmla="*/ 196623 w 288016"/>
                <a:gd name="connsiteY1074" fmla="*/ 324577 h 524359"/>
                <a:gd name="connsiteX1075" fmla="*/ 198242 w 288016"/>
                <a:gd name="connsiteY1075" fmla="*/ 320846 h 524359"/>
                <a:gd name="connsiteX1076" fmla="*/ 199456 w 288016"/>
                <a:gd name="connsiteY1076" fmla="*/ 315623 h 524359"/>
                <a:gd name="connsiteX1077" fmla="*/ 199861 w 288016"/>
                <a:gd name="connsiteY1077" fmla="*/ 312638 h 524359"/>
                <a:gd name="connsiteX1078" fmla="*/ 201480 w 288016"/>
                <a:gd name="connsiteY1078" fmla="*/ 308907 h 524359"/>
                <a:gd name="connsiteX1079" fmla="*/ 203099 w 288016"/>
                <a:gd name="connsiteY1079" fmla="*/ 302192 h 524359"/>
                <a:gd name="connsiteX1080" fmla="*/ 203504 w 288016"/>
                <a:gd name="connsiteY1080" fmla="*/ 299207 h 524359"/>
                <a:gd name="connsiteX1081" fmla="*/ 203908 w 288016"/>
                <a:gd name="connsiteY1081" fmla="*/ 298461 h 524359"/>
                <a:gd name="connsiteX1082" fmla="*/ 205123 w 288016"/>
                <a:gd name="connsiteY1082" fmla="*/ 293238 h 524359"/>
                <a:gd name="connsiteX1083" fmla="*/ 205527 w 288016"/>
                <a:gd name="connsiteY1083" fmla="*/ 288015 h 524359"/>
                <a:gd name="connsiteX1084" fmla="*/ 205527 w 288016"/>
                <a:gd name="connsiteY1084" fmla="*/ 285030 h 524359"/>
                <a:gd name="connsiteX1085" fmla="*/ 207551 w 288016"/>
                <a:gd name="connsiteY1085" fmla="*/ 273838 h 524359"/>
                <a:gd name="connsiteX1086" fmla="*/ 146032 w 288016"/>
                <a:gd name="connsiteY1086" fmla="*/ 482015 h 524359"/>
                <a:gd name="connsiteX1087" fmla="*/ 142389 w 288016"/>
                <a:gd name="connsiteY1087" fmla="*/ 482761 h 524359"/>
                <a:gd name="connsiteX1088" fmla="*/ 139556 w 288016"/>
                <a:gd name="connsiteY1088" fmla="*/ 483507 h 524359"/>
                <a:gd name="connsiteX1089" fmla="*/ 138747 w 288016"/>
                <a:gd name="connsiteY1089" fmla="*/ 484253 h 524359"/>
                <a:gd name="connsiteX1090" fmla="*/ 136723 w 288016"/>
                <a:gd name="connsiteY1090" fmla="*/ 485746 h 524359"/>
                <a:gd name="connsiteX1091" fmla="*/ 138747 w 288016"/>
                <a:gd name="connsiteY1091" fmla="*/ 473061 h 524359"/>
                <a:gd name="connsiteX1092" fmla="*/ 139556 w 288016"/>
                <a:gd name="connsiteY1092" fmla="*/ 472315 h 524359"/>
                <a:gd name="connsiteX1093" fmla="*/ 145627 w 288016"/>
                <a:gd name="connsiteY1093" fmla="*/ 470823 h 524359"/>
                <a:gd name="connsiteX1094" fmla="*/ 146436 w 288016"/>
                <a:gd name="connsiteY1094" fmla="*/ 470076 h 524359"/>
                <a:gd name="connsiteX1095" fmla="*/ 147651 w 288016"/>
                <a:gd name="connsiteY1095" fmla="*/ 469330 h 524359"/>
                <a:gd name="connsiteX1096" fmla="*/ 146032 w 288016"/>
                <a:gd name="connsiteY1096" fmla="*/ 482015 h 524359"/>
                <a:gd name="connsiteX1097" fmla="*/ 147651 w 288016"/>
                <a:gd name="connsiteY1097" fmla="*/ 493207 h 524359"/>
                <a:gd name="connsiteX1098" fmla="*/ 146032 w 288016"/>
                <a:gd name="connsiteY1098" fmla="*/ 493207 h 524359"/>
                <a:gd name="connsiteX1099" fmla="*/ 140366 w 288016"/>
                <a:gd name="connsiteY1099" fmla="*/ 495446 h 524359"/>
                <a:gd name="connsiteX1100" fmla="*/ 139961 w 288016"/>
                <a:gd name="connsiteY1100" fmla="*/ 494699 h 524359"/>
                <a:gd name="connsiteX1101" fmla="*/ 139151 w 288016"/>
                <a:gd name="connsiteY1101" fmla="*/ 493953 h 524359"/>
                <a:gd name="connsiteX1102" fmla="*/ 137128 w 288016"/>
                <a:gd name="connsiteY1102" fmla="*/ 493207 h 524359"/>
                <a:gd name="connsiteX1103" fmla="*/ 139151 w 288016"/>
                <a:gd name="connsiteY1103" fmla="*/ 487984 h 524359"/>
                <a:gd name="connsiteX1104" fmla="*/ 139961 w 288016"/>
                <a:gd name="connsiteY1104" fmla="*/ 487238 h 524359"/>
                <a:gd name="connsiteX1105" fmla="*/ 146032 w 288016"/>
                <a:gd name="connsiteY1105" fmla="*/ 485746 h 524359"/>
                <a:gd name="connsiteX1106" fmla="*/ 146841 w 288016"/>
                <a:gd name="connsiteY1106" fmla="*/ 484999 h 524359"/>
                <a:gd name="connsiteX1107" fmla="*/ 148055 w 288016"/>
                <a:gd name="connsiteY1107" fmla="*/ 484253 h 524359"/>
                <a:gd name="connsiteX1108" fmla="*/ 147651 w 288016"/>
                <a:gd name="connsiteY1108" fmla="*/ 493207 h 524359"/>
                <a:gd name="connsiteX1109" fmla="*/ 117701 w 288016"/>
                <a:gd name="connsiteY1109" fmla="*/ 353677 h 524359"/>
                <a:gd name="connsiteX1110" fmla="*/ 119724 w 288016"/>
                <a:gd name="connsiteY1110" fmla="*/ 354423 h 524359"/>
                <a:gd name="connsiteX1111" fmla="*/ 121343 w 288016"/>
                <a:gd name="connsiteY1111" fmla="*/ 356661 h 524359"/>
                <a:gd name="connsiteX1112" fmla="*/ 121748 w 288016"/>
                <a:gd name="connsiteY1112" fmla="*/ 357407 h 524359"/>
                <a:gd name="connsiteX1113" fmla="*/ 123771 w 288016"/>
                <a:gd name="connsiteY1113" fmla="*/ 371584 h 524359"/>
                <a:gd name="connsiteX1114" fmla="*/ 123367 w 288016"/>
                <a:gd name="connsiteY1114" fmla="*/ 371584 h 524359"/>
                <a:gd name="connsiteX1115" fmla="*/ 121343 w 288016"/>
                <a:gd name="connsiteY1115" fmla="*/ 370838 h 524359"/>
                <a:gd name="connsiteX1116" fmla="*/ 119724 w 288016"/>
                <a:gd name="connsiteY1116" fmla="*/ 369346 h 524359"/>
                <a:gd name="connsiteX1117" fmla="*/ 117701 w 288016"/>
                <a:gd name="connsiteY1117" fmla="*/ 353677 h 524359"/>
                <a:gd name="connsiteX1118" fmla="*/ 131057 w 288016"/>
                <a:gd name="connsiteY1118" fmla="*/ 364123 h 524359"/>
                <a:gd name="connsiteX1119" fmla="*/ 130652 w 288016"/>
                <a:gd name="connsiteY1119" fmla="*/ 362630 h 524359"/>
                <a:gd name="connsiteX1120" fmla="*/ 133080 w 288016"/>
                <a:gd name="connsiteY1120" fmla="*/ 362630 h 524359"/>
                <a:gd name="connsiteX1121" fmla="*/ 135913 w 288016"/>
                <a:gd name="connsiteY1121" fmla="*/ 364869 h 524359"/>
                <a:gd name="connsiteX1122" fmla="*/ 139556 w 288016"/>
                <a:gd name="connsiteY1122" fmla="*/ 377553 h 524359"/>
                <a:gd name="connsiteX1123" fmla="*/ 139961 w 288016"/>
                <a:gd name="connsiteY1123" fmla="*/ 378300 h 524359"/>
                <a:gd name="connsiteX1124" fmla="*/ 139556 w 288016"/>
                <a:gd name="connsiteY1124" fmla="*/ 378300 h 524359"/>
                <a:gd name="connsiteX1125" fmla="*/ 133485 w 288016"/>
                <a:gd name="connsiteY1125" fmla="*/ 373823 h 524359"/>
                <a:gd name="connsiteX1126" fmla="*/ 131057 w 288016"/>
                <a:gd name="connsiteY1126" fmla="*/ 364123 h 524359"/>
                <a:gd name="connsiteX1127" fmla="*/ 131866 w 288016"/>
                <a:gd name="connsiteY1127" fmla="*/ 375315 h 524359"/>
                <a:gd name="connsiteX1128" fmla="*/ 131461 w 288016"/>
                <a:gd name="connsiteY1128" fmla="*/ 375315 h 524359"/>
                <a:gd name="connsiteX1129" fmla="*/ 129033 w 288016"/>
                <a:gd name="connsiteY1129" fmla="*/ 374569 h 524359"/>
                <a:gd name="connsiteX1130" fmla="*/ 126200 w 288016"/>
                <a:gd name="connsiteY1130" fmla="*/ 372330 h 524359"/>
                <a:gd name="connsiteX1131" fmla="*/ 123771 w 288016"/>
                <a:gd name="connsiteY1131" fmla="*/ 358153 h 524359"/>
                <a:gd name="connsiteX1132" fmla="*/ 126200 w 288016"/>
                <a:gd name="connsiteY1132" fmla="*/ 358900 h 524359"/>
                <a:gd name="connsiteX1133" fmla="*/ 128628 w 288016"/>
                <a:gd name="connsiteY1133" fmla="*/ 361884 h 524359"/>
                <a:gd name="connsiteX1134" fmla="*/ 129033 w 288016"/>
                <a:gd name="connsiteY1134" fmla="*/ 362630 h 524359"/>
                <a:gd name="connsiteX1135" fmla="*/ 131461 w 288016"/>
                <a:gd name="connsiteY1135" fmla="*/ 373823 h 524359"/>
                <a:gd name="connsiteX1136" fmla="*/ 131866 w 288016"/>
                <a:gd name="connsiteY1136" fmla="*/ 375315 h 524359"/>
                <a:gd name="connsiteX1137" fmla="*/ 137532 w 288016"/>
                <a:gd name="connsiteY1137" fmla="*/ 364123 h 524359"/>
                <a:gd name="connsiteX1138" fmla="*/ 139961 w 288016"/>
                <a:gd name="connsiteY1138" fmla="*/ 364123 h 524359"/>
                <a:gd name="connsiteX1139" fmla="*/ 142794 w 288016"/>
                <a:gd name="connsiteY1139" fmla="*/ 365615 h 524359"/>
                <a:gd name="connsiteX1140" fmla="*/ 146436 w 288016"/>
                <a:gd name="connsiteY1140" fmla="*/ 373823 h 524359"/>
                <a:gd name="connsiteX1141" fmla="*/ 148055 w 288016"/>
                <a:gd name="connsiteY1141" fmla="*/ 377553 h 524359"/>
                <a:gd name="connsiteX1142" fmla="*/ 147651 w 288016"/>
                <a:gd name="connsiteY1142" fmla="*/ 378300 h 524359"/>
                <a:gd name="connsiteX1143" fmla="*/ 146841 w 288016"/>
                <a:gd name="connsiteY1143" fmla="*/ 378300 h 524359"/>
                <a:gd name="connsiteX1144" fmla="*/ 140770 w 288016"/>
                <a:gd name="connsiteY1144" fmla="*/ 373076 h 524359"/>
                <a:gd name="connsiteX1145" fmla="*/ 139961 w 288016"/>
                <a:gd name="connsiteY1145" fmla="*/ 370092 h 524359"/>
                <a:gd name="connsiteX1146" fmla="*/ 137532 w 288016"/>
                <a:gd name="connsiteY1146" fmla="*/ 364123 h 524359"/>
                <a:gd name="connsiteX1147" fmla="*/ 137128 w 288016"/>
                <a:gd name="connsiteY1147" fmla="*/ 380538 h 524359"/>
                <a:gd name="connsiteX1148" fmla="*/ 139961 w 288016"/>
                <a:gd name="connsiteY1148" fmla="*/ 380538 h 524359"/>
                <a:gd name="connsiteX1149" fmla="*/ 141580 w 288016"/>
                <a:gd name="connsiteY1149" fmla="*/ 379792 h 524359"/>
                <a:gd name="connsiteX1150" fmla="*/ 146032 w 288016"/>
                <a:gd name="connsiteY1150" fmla="*/ 380538 h 524359"/>
                <a:gd name="connsiteX1151" fmla="*/ 148055 w 288016"/>
                <a:gd name="connsiteY1151" fmla="*/ 379792 h 524359"/>
                <a:gd name="connsiteX1152" fmla="*/ 146841 w 288016"/>
                <a:gd name="connsiteY1152" fmla="*/ 385015 h 524359"/>
                <a:gd name="connsiteX1153" fmla="*/ 146032 w 288016"/>
                <a:gd name="connsiteY1153" fmla="*/ 385761 h 524359"/>
                <a:gd name="connsiteX1154" fmla="*/ 145627 w 288016"/>
                <a:gd name="connsiteY1154" fmla="*/ 385761 h 524359"/>
                <a:gd name="connsiteX1155" fmla="*/ 142389 w 288016"/>
                <a:gd name="connsiteY1155" fmla="*/ 386507 h 524359"/>
                <a:gd name="connsiteX1156" fmla="*/ 139556 w 288016"/>
                <a:gd name="connsiteY1156" fmla="*/ 387253 h 524359"/>
                <a:gd name="connsiteX1157" fmla="*/ 138747 w 288016"/>
                <a:gd name="connsiteY1157" fmla="*/ 388000 h 524359"/>
                <a:gd name="connsiteX1158" fmla="*/ 136723 w 288016"/>
                <a:gd name="connsiteY1158" fmla="*/ 389492 h 524359"/>
                <a:gd name="connsiteX1159" fmla="*/ 137128 w 288016"/>
                <a:gd name="connsiteY1159" fmla="*/ 380538 h 524359"/>
                <a:gd name="connsiteX1160" fmla="*/ 146841 w 288016"/>
                <a:gd name="connsiteY1160" fmla="*/ 426053 h 524359"/>
                <a:gd name="connsiteX1161" fmla="*/ 146032 w 288016"/>
                <a:gd name="connsiteY1161" fmla="*/ 426799 h 524359"/>
                <a:gd name="connsiteX1162" fmla="*/ 145627 w 288016"/>
                <a:gd name="connsiteY1162" fmla="*/ 426799 h 524359"/>
                <a:gd name="connsiteX1163" fmla="*/ 142389 w 288016"/>
                <a:gd name="connsiteY1163" fmla="*/ 427546 h 524359"/>
                <a:gd name="connsiteX1164" fmla="*/ 139556 w 288016"/>
                <a:gd name="connsiteY1164" fmla="*/ 428292 h 524359"/>
                <a:gd name="connsiteX1165" fmla="*/ 138747 w 288016"/>
                <a:gd name="connsiteY1165" fmla="*/ 429038 h 524359"/>
                <a:gd name="connsiteX1166" fmla="*/ 136723 w 288016"/>
                <a:gd name="connsiteY1166" fmla="*/ 430530 h 524359"/>
                <a:gd name="connsiteX1167" fmla="*/ 138747 w 288016"/>
                <a:gd name="connsiteY1167" fmla="*/ 417846 h 524359"/>
                <a:gd name="connsiteX1168" fmla="*/ 139556 w 288016"/>
                <a:gd name="connsiteY1168" fmla="*/ 417846 h 524359"/>
                <a:gd name="connsiteX1169" fmla="*/ 145627 w 288016"/>
                <a:gd name="connsiteY1169" fmla="*/ 415607 h 524359"/>
                <a:gd name="connsiteX1170" fmla="*/ 146032 w 288016"/>
                <a:gd name="connsiteY1170" fmla="*/ 414861 h 524359"/>
                <a:gd name="connsiteX1171" fmla="*/ 147651 w 288016"/>
                <a:gd name="connsiteY1171" fmla="*/ 414115 h 524359"/>
                <a:gd name="connsiteX1172" fmla="*/ 146841 w 288016"/>
                <a:gd name="connsiteY1172" fmla="*/ 426053 h 524359"/>
                <a:gd name="connsiteX1173" fmla="*/ 146841 w 288016"/>
                <a:gd name="connsiteY1173" fmla="*/ 440230 h 524359"/>
                <a:gd name="connsiteX1174" fmla="*/ 146032 w 288016"/>
                <a:gd name="connsiteY1174" fmla="*/ 440976 h 524359"/>
                <a:gd name="connsiteX1175" fmla="*/ 142389 w 288016"/>
                <a:gd name="connsiteY1175" fmla="*/ 441723 h 524359"/>
                <a:gd name="connsiteX1176" fmla="*/ 139556 w 288016"/>
                <a:gd name="connsiteY1176" fmla="*/ 442469 h 524359"/>
                <a:gd name="connsiteX1177" fmla="*/ 138747 w 288016"/>
                <a:gd name="connsiteY1177" fmla="*/ 442469 h 524359"/>
                <a:gd name="connsiteX1178" fmla="*/ 136723 w 288016"/>
                <a:gd name="connsiteY1178" fmla="*/ 444707 h 524359"/>
                <a:gd name="connsiteX1179" fmla="*/ 138747 w 288016"/>
                <a:gd name="connsiteY1179" fmla="*/ 432023 h 524359"/>
                <a:gd name="connsiteX1180" fmla="*/ 139556 w 288016"/>
                <a:gd name="connsiteY1180" fmla="*/ 431276 h 524359"/>
                <a:gd name="connsiteX1181" fmla="*/ 145627 w 288016"/>
                <a:gd name="connsiteY1181" fmla="*/ 429784 h 524359"/>
                <a:gd name="connsiteX1182" fmla="*/ 146032 w 288016"/>
                <a:gd name="connsiteY1182" fmla="*/ 429038 h 524359"/>
                <a:gd name="connsiteX1183" fmla="*/ 147651 w 288016"/>
                <a:gd name="connsiteY1183" fmla="*/ 428292 h 524359"/>
                <a:gd name="connsiteX1184" fmla="*/ 146841 w 288016"/>
                <a:gd name="connsiteY1184" fmla="*/ 440230 h 524359"/>
                <a:gd name="connsiteX1185" fmla="*/ 146841 w 288016"/>
                <a:gd name="connsiteY1185" fmla="*/ 412623 h 524359"/>
                <a:gd name="connsiteX1186" fmla="*/ 146032 w 288016"/>
                <a:gd name="connsiteY1186" fmla="*/ 413369 h 524359"/>
                <a:gd name="connsiteX1187" fmla="*/ 145627 w 288016"/>
                <a:gd name="connsiteY1187" fmla="*/ 413369 h 524359"/>
                <a:gd name="connsiteX1188" fmla="*/ 142389 w 288016"/>
                <a:gd name="connsiteY1188" fmla="*/ 414115 h 524359"/>
                <a:gd name="connsiteX1189" fmla="*/ 139556 w 288016"/>
                <a:gd name="connsiteY1189" fmla="*/ 414861 h 524359"/>
                <a:gd name="connsiteX1190" fmla="*/ 138747 w 288016"/>
                <a:gd name="connsiteY1190" fmla="*/ 414861 h 524359"/>
                <a:gd name="connsiteX1191" fmla="*/ 136723 w 288016"/>
                <a:gd name="connsiteY1191" fmla="*/ 416353 h 524359"/>
                <a:gd name="connsiteX1192" fmla="*/ 138747 w 288016"/>
                <a:gd name="connsiteY1192" fmla="*/ 404415 h 524359"/>
                <a:gd name="connsiteX1193" fmla="*/ 139556 w 288016"/>
                <a:gd name="connsiteY1193" fmla="*/ 403669 h 524359"/>
                <a:gd name="connsiteX1194" fmla="*/ 145627 w 288016"/>
                <a:gd name="connsiteY1194" fmla="*/ 401430 h 524359"/>
                <a:gd name="connsiteX1195" fmla="*/ 146032 w 288016"/>
                <a:gd name="connsiteY1195" fmla="*/ 401430 h 524359"/>
                <a:gd name="connsiteX1196" fmla="*/ 147651 w 288016"/>
                <a:gd name="connsiteY1196" fmla="*/ 400684 h 524359"/>
                <a:gd name="connsiteX1197" fmla="*/ 146841 w 288016"/>
                <a:gd name="connsiteY1197" fmla="*/ 412623 h 524359"/>
                <a:gd name="connsiteX1198" fmla="*/ 146841 w 288016"/>
                <a:gd name="connsiteY1198" fmla="*/ 398446 h 524359"/>
                <a:gd name="connsiteX1199" fmla="*/ 146032 w 288016"/>
                <a:gd name="connsiteY1199" fmla="*/ 399192 h 524359"/>
                <a:gd name="connsiteX1200" fmla="*/ 145627 w 288016"/>
                <a:gd name="connsiteY1200" fmla="*/ 399192 h 524359"/>
                <a:gd name="connsiteX1201" fmla="*/ 142389 w 288016"/>
                <a:gd name="connsiteY1201" fmla="*/ 400684 h 524359"/>
                <a:gd name="connsiteX1202" fmla="*/ 142389 w 288016"/>
                <a:gd name="connsiteY1202" fmla="*/ 399938 h 524359"/>
                <a:gd name="connsiteX1203" fmla="*/ 139556 w 288016"/>
                <a:gd name="connsiteY1203" fmla="*/ 400684 h 524359"/>
                <a:gd name="connsiteX1204" fmla="*/ 138747 w 288016"/>
                <a:gd name="connsiteY1204" fmla="*/ 401430 h 524359"/>
                <a:gd name="connsiteX1205" fmla="*/ 136723 w 288016"/>
                <a:gd name="connsiteY1205" fmla="*/ 402923 h 524359"/>
                <a:gd name="connsiteX1206" fmla="*/ 138747 w 288016"/>
                <a:gd name="connsiteY1206" fmla="*/ 390238 h 524359"/>
                <a:gd name="connsiteX1207" fmla="*/ 139556 w 288016"/>
                <a:gd name="connsiteY1207" fmla="*/ 389492 h 524359"/>
                <a:gd name="connsiteX1208" fmla="*/ 145627 w 288016"/>
                <a:gd name="connsiteY1208" fmla="*/ 388000 h 524359"/>
                <a:gd name="connsiteX1209" fmla="*/ 146032 w 288016"/>
                <a:gd name="connsiteY1209" fmla="*/ 387253 h 524359"/>
                <a:gd name="connsiteX1210" fmla="*/ 147651 w 288016"/>
                <a:gd name="connsiteY1210" fmla="*/ 386507 h 524359"/>
                <a:gd name="connsiteX1211" fmla="*/ 146841 w 288016"/>
                <a:gd name="connsiteY1211" fmla="*/ 398446 h 524359"/>
                <a:gd name="connsiteX1212" fmla="*/ 146032 w 288016"/>
                <a:gd name="connsiteY1212" fmla="*/ 467838 h 524359"/>
                <a:gd name="connsiteX1213" fmla="*/ 142389 w 288016"/>
                <a:gd name="connsiteY1213" fmla="*/ 469330 h 524359"/>
                <a:gd name="connsiteX1214" fmla="*/ 139556 w 288016"/>
                <a:gd name="connsiteY1214" fmla="*/ 470076 h 524359"/>
                <a:gd name="connsiteX1215" fmla="*/ 138747 w 288016"/>
                <a:gd name="connsiteY1215" fmla="*/ 470823 h 524359"/>
                <a:gd name="connsiteX1216" fmla="*/ 136723 w 288016"/>
                <a:gd name="connsiteY1216" fmla="*/ 472315 h 524359"/>
                <a:gd name="connsiteX1217" fmla="*/ 138747 w 288016"/>
                <a:gd name="connsiteY1217" fmla="*/ 459630 h 524359"/>
                <a:gd name="connsiteX1218" fmla="*/ 139556 w 288016"/>
                <a:gd name="connsiteY1218" fmla="*/ 459630 h 524359"/>
                <a:gd name="connsiteX1219" fmla="*/ 145627 w 288016"/>
                <a:gd name="connsiteY1219" fmla="*/ 457392 h 524359"/>
                <a:gd name="connsiteX1220" fmla="*/ 146436 w 288016"/>
                <a:gd name="connsiteY1220" fmla="*/ 456646 h 524359"/>
                <a:gd name="connsiteX1221" fmla="*/ 147651 w 288016"/>
                <a:gd name="connsiteY1221" fmla="*/ 455899 h 524359"/>
                <a:gd name="connsiteX1222" fmla="*/ 146032 w 288016"/>
                <a:gd name="connsiteY1222" fmla="*/ 467838 h 524359"/>
                <a:gd name="connsiteX1223" fmla="*/ 146032 w 288016"/>
                <a:gd name="connsiteY1223" fmla="*/ 454407 h 524359"/>
                <a:gd name="connsiteX1224" fmla="*/ 142389 w 288016"/>
                <a:gd name="connsiteY1224" fmla="*/ 455153 h 524359"/>
                <a:gd name="connsiteX1225" fmla="*/ 139556 w 288016"/>
                <a:gd name="connsiteY1225" fmla="*/ 455899 h 524359"/>
                <a:gd name="connsiteX1226" fmla="*/ 138747 w 288016"/>
                <a:gd name="connsiteY1226" fmla="*/ 455899 h 524359"/>
                <a:gd name="connsiteX1227" fmla="*/ 136723 w 288016"/>
                <a:gd name="connsiteY1227" fmla="*/ 457392 h 524359"/>
                <a:gd name="connsiteX1228" fmla="*/ 138747 w 288016"/>
                <a:gd name="connsiteY1228" fmla="*/ 445453 h 524359"/>
                <a:gd name="connsiteX1229" fmla="*/ 139556 w 288016"/>
                <a:gd name="connsiteY1229" fmla="*/ 444707 h 524359"/>
                <a:gd name="connsiteX1230" fmla="*/ 145627 w 288016"/>
                <a:gd name="connsiteY1230" fmla="*/ 442469 h 524359"/>
                <a:gd name="connsiteX1231" fmla="*/ 146032 w 288016"/>
                <a:gd name="connsiteY1231" fmla="*/ 442469 h 524359"/>
                <a:gd name="connsiteX1232" fmla="*/ 147651 w 288016"/>
                <a:gd name="connsiteY1232" fmla="*/ 440976 h 524359"/>
                <a:gd name="connsiteX1233" fmla="*/ 146032 w 288016"/>
                <a:gd name="connsiteY1233" fmla="*/ 454407 h 524359"/>
                <a:gd name="connsiteX1234" fmla="*/ 146032 w 288016"/>
                <a:gd name="connsiteY1234" fmla="*/ 367853 h 524359"/>
                <a:gd name="connsiteX1235" fmla="*/ 144413 w 288016"/>
                <a:gd name="connsiteY1235" fmla="*/ 364869 h 524359"/>
                <a:gd name="connsiteX1236" fmla="*/ 146032 w 288016"/>
                <a:gd name="connsiteY1236" fmla="*/ 364123 h 524359"/>
                <a:gd name="connsiteX1237" fmla="*/ 149674 w 288016"/>
                <a:gd name="connsiteY1237" fmla="*/ 364869 h 524359"/>
                <a:gd name="connsiteX1238" fmla="*/ 152103 w 288016"/>
                <a:gd name="connsiteY1238" fmla="*/ 370092 h 524359"/>
                <a:gd name="connsiteX1239" fmla="*/ 154126 w 288016"/>
                <a:gd name="connsiteY1239" fmla="*/ 373823 h 524359"/>
                <a:gd name="connsiteX1240" fmla="*/ 155341 w 288016"/>
                <a:gd name="connsiteY1240" fmla="*/ 376061 h 524359"/>
                <a:gd name="connsiteX1241" fmla="*/ 154936 w 288016"/>
                <a:gd name="connsiteY1241" fmla="*/ 375315 h 524359"/>
                <a:gd name="connsiteX1242" fmla="*/ 154531 w 288016"/>
                <a:gd name="connsiteY1242" fmla="*/ 376061 h 524359"/>
                <a:gd name="connsiteX1243" fmla="*/ 152507 w 288016"/>
                <a:gd name="connsiteY1243" fmla="*/ 376807 h 524359"/>
                <a:gd name="connsiteX1244" fmla="*/ 146032 w 288016"/>
                <a:gd name="connsiteY1244" fmla="*/ 367853 h 524359"/>
                <a:gd name="connsiteX1245" fmla="*/ 201885 w 288016"/>
                <a:gd name="connsiteY1245" fmla="*/ 286523 h 524359"/>
                <a:gd name="connsiteX1246" fmla="*/ 198647 w 288016"/>
                <a:gd name="connsiteY1246" fmla="*/ 288015 h 524359"/>
                <a:gd name="connsiteX1247" fmla="*/ 197028 w 288016"/>
                <a:gd name="connsiteY1247" fmla="*/ 288761 h 524359"/>
                <a:gd name="connsiteX1248" fmla="*/ 196218 w 288016"/>
                <a:gd name="connsiteY1248" fmla="*/ 289507 h 524359"/>
                <a:gd name="connsiteX1249" fmla="*/ 197028 w 288016"/>
                <a:gd name="connsiteY1249" fmla="*/ 282792 h 524359"/>
                <a:gd name="connsiteX1250" fmla="*/ 197837 w 288016"/>
                <a:gd name="connsiteY1250" fmla="*/ 280553 h 524359"/>
                <a:gd name="connsiteX1251" fmla="*/ 198242 w 288016"/>
                <a:gd name="connsiteY1251" fmla="*/ 279807 h 524359"/>
                <a:gd name="connsiteX1252" fmla="*/ 201480 w 288016"/>
                <a:gd name="connsiteY1252" fmla="*/ 276823 h 524359"/>
                <a:gd name="connsiteX1253" fmla="*/ 203504 w 288016"/>
                <a:gd name="connsiteY1253" fmla="*/ 276077 h 524359"/>
                <a:gd name="connsiteX1254" fmla="*/ 204718 w 288016"/>
                <a:gd name="connsiteY1254" fmla="*/ 274584 h 524359"/>
                <a:gd name="connsiteX1255" fmla="*/ 205123 w 288016"/>
                <a:gd name="connsiteY1255" fmla="*/ 274584 h 524359"/>
                <a:gd name="connsiteX1256" fmla="*/ 205123 w 288016"/>
                <a:gd name="connsiteY1256" fmla="*/ 275330 h 524359"/>
                <a:gd name="connsiteX1257" fmla="*/ 204718 w 288016"/>
                <a:gd name="connsiteY1257" fmla="*/ 280553 h 524359"/>
                <a:gd name="connsiteX1258" fmla="*/ 203504 w 288016"/>
                <a:gd name="connsiteY1258" fmla="*/ 285030 h 524359"/>
                <a:gd name="connsiteX1259" fmla="*/ 201885 w 288016"/>
                <a:gd name="connsiteY1259" fmla="*/ 286523 h 524359"/>
                <a:gd name="connsiteX1260" fmla="*/ 197433 w 288016"/>
                <a:gd name="connsiteY1260" fmla="*/ 292492 h 524359"/>
                <a:gd name="connsiteX1261" fmla="*/ 199052 w 288016"/>
                <a:gd name="connsiteY1261" fmla="*/ 291746 h 524359"/>
                <a:gd name="connsiteX1262" fmla="*/ 202289 w 288016"/>
                <a:gd name="connsiteY1262" fmla="*/ 290253 h 524359"/>
                <a:gd name="connsiteX1263" fmla="*/ 204313 w 288016"/>
                <a:gd name="connsiteY1263" fmla="*/ 289507 h 524359"/>
                <a:gd name="connsiteX1264" fmla="*/ 204313 w 288016"/>
                <a:gd name="connsiteY1264" fmla="*/ 291746 h 524359"/>
                <a:gd name="connsiteX1265" fmla="*/ 202289 w 288016"/>
                <a:gd name="connsiteY1265" fmla="*/ 299207 h 524359"/>
                <a:gd name="connsiteX1266" fmla="*/ 199052 w 288016"/>
                <a:gd name="connsiteY1266" fmla="*/ 301446 h 524359"/>
                <a:gd name="connsiteX1267" fmla="*/ 197433 w 288016"/>
                <a:gd name="connsiteY1267" fmla="*/ 302192 h 524359"/>
                <a:gd name="connsiteX1268" fmla="*/ 195004 w 288016"/>
                <a:gd name="connsiteY1268" fmla="*/ 302938 h 524359"/>
                <a:gd name="connsiteX1269" fmla="*/ 194195 w 288016"/>
                <a:gd name="connsiteY1269" fmla="*/ 302938 h 524359"/>
                <a:gd name="connsiteX1270" fmla="*/ 195004 w 288016"/>
                <a:gd name="connsiteY1270" fmla="*/ 298461 h 524359"/>
                <a:gd name="connsiteX1271" fmla="*/ 196623 w 288016"/>
                <a:gd name="connsiteY1271" fmla="*/ 294730 h 524359"/>
                <a:gd name="connsiteX1272" fmla="*/ 197433 w 288016"/>
                <a:gd name="connsiteY1272" fmla="*/ 292492 h 524359"/>
                <a:gd name="connsiteX1273" fmla="*/ 195004 w 288016"/>
                <a:gd name="connsiteY1273" fmla="*/ 304430 h 524359"/>
                <a:gd name="connsiteX1274" fmla="*/ 197433 w 288016"/>
                <a:gd name="connsiteY1274" fmla="*/ 303684 h 524359"/>
                <a:gd name="connsiteX1275" fmla="*/ 199052 w 288016"/>
                <a:gd name="connsiteY1275" fmla="*/ 303684 h 524359"/>
                <a:gd name="connsiteX1276" fmla="*/ 201885 w 288016"/>
                <a:gd name="connsiteY1276" fmla="*/ 302938 h 524359"/>
                <a:gd name="connsiteX1277" fmla="*/ 201885 w 288016"/>
                <a:gd name="connsiteY1277" fmla="*/ 303684 h 524359"/>
                <a:gd name="connsiteX1278" fmla="*/ 199052 w 288016"/>
                <a:gd name="connsiteY1278" fmla="*/ 312638 h 524359"/>
                <a:gd name="connsiteX1279" fmla="*/ 197433 w 288016"/>
                <a:gd name="connsiteY1279" fmla="*/ 313384 h 524359"/>
                <a:gd name="connsiteX1280" fmla="*/ 195004 w 288016"/>
                <a:gd name="connsiteY1280" fmla="*/ 314130 h 524359"/>
                <a:gd name="connsiteX1281" fmla="*/ 193790 w 288016"/>
                <a:gd name="connsiteY1281" fmla="*/ 313384 h 524359"/>
                <a:gd name="connsiteX1282" fmla="*/ 191766 w 288016"/>
                <a:gd name="connsiteY1282" fmla="*/ 313384 h 524359"/>
                <a:gd name="connsiteX1283" fmla="*/ 191362 w 288016"/>
                <a:gd name="connsiteY1283" fmla="*/ 314130 h 524359"/>
                <a:gd name="connsiteX1284" fmla="*/ 191766 w 288016"/>
                <a:gd name="connsiteY1284" fmla="*/ 311146 h 524359"/>
                <a:gd name="connsiteX1285" fmla="*/ 193790 w 288016"/>
                <a:gd name="connsiteY1285" fmla="*/ 305923 h 524359"/>
                <a:gd name="connsiteX1286" fmla="*/ 195004 w 288016"/>
                <a:gd name="connsiteY1286" fmla="*/ 304430 h 524359"/>
                <a:gd name="connsiteX1287" fmla="*/ 191766 w 288016"/>
                <a:gd name="connsiteY1287" fmla="*/ 316369 h 524359"/>
                <a:gd name="connsiteX1288" fmla="*/ 193790 w 288016"/>
                <a:gd name="connsiteY1288" fmla="*/ 315623 h 524359"/>
                <a:gd name="connsiteX1289" fmla="*/ 197433 w 288016"/>
                <a:gd name="connsiteY1289" fmla="*/ 315623 h 524359"/>
                <a:gd name="connsiteX1290" fmla="*/ 198647 w 288016"/>
                <a:gd name="connsiteY1290" fmla="*/ 314877 h 524359"/>
                <a:gd name="connsiteX1291" fmla="*/ 198242 w 288016"/>
                <a:gd name="connsiteY1291" fmla="*/ 315623 h 524359"/>
                <a:gd name="connsiteX1292" fmla="*/ 197433 w 288016"/>
                <a:gd name="connsiteY1292" fmla="*/ 319353 h 524359"/>
                <a:gd name="connsiteX1293" fmla="*/ 195004 w 288016"/>
                <a:gd name="connsiteY1293" fmla="*/ 323830 h 524359"/>
                <a:gd name="connsiteX1294" fmla="*/ 193790 w 288016"/>
                <a:gd name="connsiteY1294" fmla="*/ 324577 h 524359"/>
                <a:gd name="connsiteX1295" fmla="*/ 191766 w 288016"/>
                <a:gd name="connsiteY1295" fmla="*/ 324577 h 524359"/>
                <a:gd name="connsiteX1296" fmla="*/ 190957 w 288016"/>
                <a:gd name="connsiteY1296" fmla="*/ 323830 h 524359"/>
                <a:gd name="connsiteX1297" fmla="*/ 188933 w 288016"/>
                <a:gd name="connsiteY1297" fmla="*/ 323084 h 524359"/>
                <a:gd name="connsiteX1298" fmla="*/ 187314 w 288016"/>
                <a:gd name="connsiteY1298" fmla="*/ 323084 h 524359"/>
                <a:gd name="connsiteX1299" fmla="*/ 188933 w 288016"/>
                <a:gd name="connsiteY1299" fmla="*/ 317861 h 524359"/>
                <a:gd name="connsiteX1300" fmla="*/ 190552 w 288016"/>
                <a:gd name="connsiteY1300" fmla="*/ 316369 h 524359"/>
                <a:gd name="connsiteX1301" fmla="*/ 190957 w 288016"/>
                <a:gd name="connsiteY1301" fmla="*/ 315623 h 524359"/>
                <a:gd name="connsiteX1302" fmla="*/ 191766 w 288016"/>
                <a:gd name="connsiteY1302" fmla="*/ 315623 h 524359"/>
                <a:gd name="connsiteX1303" fmla="*/ 188933 w 288016"/>
                <a:gd name="connsiteY1303" fmla="*/ 327561 h 524359"/>
                <a:gd name="connsiteX1304" fmla="*/ 190957 w 288016"/>
                <a:gd name="connsiteY1304" fmla="*/ 328307 h 524359"/>
                <a:gd name="connsiteX1305" fmla="*/ 191766 w 288016"/>
                <a:gd name="connsiteY1305" fmla="*/ 329053 h 524359"/>
                <a:gd name="connsiteX1306" fmla="*/ 194600 w 288016"/>
                <a:gd name="connsiteY1306" fmla="*/ 329053 h 524359"/>
                <a:gd name="connsiteX1307" fmla="*/ 194195 w 288016"/>
                <a:gd name="connsiteY1307" fmla="*/ 329800 h 524359"/>
                <a:gd name="connsiteX1308" fmla="*/ 193790 w 288016"/>
                <a:gd name="connsiteY1308" fmla="*/ 329800 h 524359"/>
                <a:gd name="connsiteX1309" fmla="*/ 191766 w 288016"/>
                <a:gd name="connsiteY1309" fmla="*/ 335023 h 524359"/>
                <a:gd name="connsiteX1310" fmla="*/ 190957 w 288016"/>
                <a:gd name="connsiteY1310" fmla="*/ 335769 h 524359"/>
                <a:gd name="connsiteX1311" fmla="*/ 188933 w 288016"/>
                <a:gd name="connsiteY1311" fmla="*/ 336515 h 524359"/>
                <a:gd name="connsiteX1312" fmla="*/ 186100 w 288016"/>
                <a:gd name="connsiteY1312" fmla="*/ 335769 h 524359"/>
                <a:gd name="connsiteX1313" fmla="*/ 184481 w 288016"/>
                <a:gd name="connsiteY1313" fmla="*/ 335023 h 524359"/>
                <a:gd name="connsiteX1314" fmla="*/ 182053 w 288016"/>
                <a:gd name="connsiteY1314" fmla="*/ 334276 h 524359"/>
                <a:gd name="connsiteX1315" fmla="*/ 184481 w 288016"/>
                <a:gd name="connsiteY1315" fmla="*/ 329053 h 524359"/>
                <a:gd name="connsiteX1316" fmla="*/ 186100 w 288016"/>
                <a:gd name="connsiteY1316" fmla="*/ 327561 h 524359"/>
                <a:gd name="connsiteX1317" fmla="*/ 219288 w 288016"/>
                <a:gd name="connsiteY1317" fmla="*/ 393223 h 524359"/>
                <a:gd name="connsiteX1318" fmla="*/ 217669 w 288016"/>
                <a:gd name="connsiteY1318" fmla="*/ 397700 h 524359"/>
                <a:gd name="connsiteX1319" fmla="*/ 214836 w 288016"/>
                <a:gd name="connsiteY1319" fmla="*/ 405161 h 524359"/>
                <a:gd name="connsiteX1320" fmla="*/ 214431 w 288016"/>
                <a:gd name="connsiteY1320" fmla="*/ 408146 h 524359"/>
                <a:gd name="connsiteX1321" fmla="*/ 212812 w 288016"/>
                <a:gd name="connsiteY1321" fmla="*/ 405161 h 524359"/>
                <a:gd name="connsiteX1322" fmla="*/ 211598 w 288016"/>
                <a:gd name="connsiteY1322" fmla="*/ 403669 h 524359"/>
                <a:gd name="connsiteX1323" fmla="*/ 210789 w 288016"/>
                <a:gd name="connsiteY1323" fmla="*/ 398446 h 524359"/>
                <a:gd name="connsiteX1324" fmla="*/ 211194 w 288016"/>
                <a:gd name="connsiteY1324" fmla="*/ 396953 h 524359"/>
                <a:gd name="connsiteX1325" fmla="*/ 211598 w 288016"/>
                <a:gd name="connsiteY1325" fmla="*/ 396207 h 524359"/>
                <a:gd name="connsiteX1326" fmla="*/ 212812 w 288016"/>
                <a:gd name="connsiteY1326" fmla="*/ 393223 h 524359"/>
                <a:gd name="connsiteX1327" fmla="*/ 213217 w 288016"/>
                <a:gd name="connsiteY1327" fmla="*/ 392476 h 524359"/>
                <a:gd name="connsiteX1328" fmla="*/ 216050 w 288016"/>
                <a:gd name="connsiteY1328" fmla="*/ 383523 h 524359"/>
                <a:gd name="connsiteX1329" fmla="*/ 217669 w 288016"/>
                <a:gd name="connsiteY1329" fmla="*/ 386507 h 524359"/>
                <a:gd name="connsiteX1330" fmla="*/ 219288 w 288016"/>
                <a:gd name="connsiteY1330" fmla="*/ 390238 h 524359"/>
                <a:gd name="connsiteX1331" fmla="*/ 219288 w 288016"/>
                <a:gd name="connsiteY1331" fmla="*/ 393223 h 524359"/>
                <a:gd name="connsiteX1332" fmla="*/ 221312 w 288016"/>
                <a:gd name="connsiteY1332" fmla="*/ 391730 h 524359"/>
                <a:gd name="connsiteX1333" fmla="*/ 222526 w 288016"/>
                <a:gd name="connsiteY1333" fmla="*/ 393223 h 524359"/>
                <a:gd name="connsiteX1334" fmla="*/ 222526 w 288016"/>
                <a:gd name="connsiteY1334" fmla="*/ 408892 h 524359"/>
                <a:gd name="connsiteX1335" fmla="*/ 220098 w 288016"/>
                <a:gd name="connsiteY1335" fmla="*/ 414861 h 524359"/>
                <a:gd name="connsiteX1336" fmla="*/ 219693 w 288016"/>
                <a:gd name="connsiteY1336" fmla="*/ 417846 h 524359"/>
                <a:gd name="connsiteX1337" fmla="*/ 219288 w 288016"/>
                <a:gd name="connsiteY1337" fmla="*/ 417100 h 524359"/>
                <a:gd name="connsiteX1338" fmla="*/ 217669 w 288016"/>
                <a:gd name="connsiteY1338" fmla="*/ 414115 h 524359"/>
                <a:gd name="connsiteX1339" fmla="*/ 216050 w 288016"/>
                <a:gd name="connsiteY1339" fmla="*/ 408146 h 524359"/>
                <a:gd name="connsiteX1340" fmla="*/ 216455 w 288016"/>
                <a:gd name="connsiteY1340" fmla="*/ 405907 h 524359"/>
                <a:gd name="connsiteX1341" fmla="*/ 217669 w 288016"/>
                <a:gd name="connsiteY1341" fmla="*/ 402923 h 524359"/>
                <a:gd name="connsiteX1342" fmla="*/ 218074 w 288016"/>
                <a:gd name="connsiteY1342" fmla="*/ 400684 h 524359"/>
                <a:gd name="connsiteX1343" fmla="*/ 218883 w 288016"/>
                <a:gd name="connsiteY1343" fmla="*/ 399192 h 524359"/>
                <a:gd name="connsiteX1344" fmla="*/ 221312 w 288016"/>
                <a:gd name="connsiteY1344" fmla="*/ 391730 h 524359"/>
                <a:gd name="connsiteX1345" fmla="*/ 213217 w 288016"/>
                <a:gd name="connsiteY1345" fmla="*/ 387253 h 524359"/>
                <a:gd name="connsiteX1346" fmla="*/ 212003 w 288016"/>
                <a:gd name="connsiteY1346" fmla="*/ 390238 h 524359"/>
                <a:gd name="connsiteX1347" fmla="*/ 209979 w 288016"/>
                <a:gd name="connsiteY1347" fmla="*/ 396207 h 524359"/>
                <a:gd name="connsiteX1348" fmla="*/ 209575 w 288016"/>
                <a:gd name="connsiteY1348" fmla="*/ 399192 h 524359"/>
                <a:gd name="connsiteX1349" fmla="*/ 207551 w 288016"/>
                <a:gd name="connsiteY1349" fmla="*/ 396207 h 524359"/>
                <a:gd name="connsiteX1350" fmla="*/ 205932 w 288016"/>
                <a:gd name="connsiteY1350" fmla="*/ 389492 h 524359"/>
                <a:gd name="connsiteX1351" fmla="*/ 206337 w 288016"/>
                <a:gd name="connsiteY1351" fmla="*/ 388000 h 524359"/>
                <a:gd name="connsiteX1352" fmla="*/ 207551 w 288016"/>
                <a:gd name="connsiteY1352" fmla="*/ 385015 h 524359"/>
                <a:gd name="connsiteX1353" fmla="*/ 208360 w 288016"/>
                <a:gd name="connsiteY1353" fmla="*/ 382776 h 524359"/>
                <a:gd name="connsiteX1354" fmla="*/ 211194 w 288016"/>
                <a:gd name="connsiteY1354" fmla="*/ 373823 h 524359"/>
                <a:gd name="connsiteX1355" fmla="*/ 212003 w 288016"/>
                <a:gd name="connsiteY1355" fmla="*/ 374569 h 524359"/>
                <a:gd name="connsiteX1356" fmla="*/ 213217 w 288016"/>
                <a:gd name="connsiteY1356" fmla="*/ 376807 h 524359"/>
                <a:gd name="connsiteX1357" fmla="*/ 213217 w 288016"/>
                <a:gd name="connsiteY1357" fmla="*/ 387253 h 524359"/>
                <a:gd name="connsiteX1358" fmla="*/ 207146 w 288016"/>
                <a:gd name="connsiteY1358" fmla="*/ 378300 h 524359"/>
                <a:gd name="connsiteX1359" fmla="*/ 205123 w 288016"/>
                <a:gd name="connsiteY1359" fmla="*/ 383523 h 524359"/>
                <a:gd name="connsiteX1360" fmla="*/ 204718 w 288016"/>
                <a:gd name="connsiteY1360" fmla="*/ 385761 h 524359"/>
                <a:gd name="connsiteX1361" fmla="*/ 204313 w 288016"/>
                <a:gd name="connsiteY1361" fmla="*/ 388746 h 524359"/>
                <a:gd name="connsiteX1362" fmla="*/ 202289 w 288016"/>
                <a:gd name="connsiteY1362" fmla="*/ 385761 h 524359"/>
                <a:gd name="connsiteX1363" fmla="*/ 202289 w 288016"/>
                <a:gd name="connsiteY1363" fmla="*/ 374569 h 524359"/>
                <a:gd name="connsiteX1364" fmla="*/ 203099 w 288016"/>
                <a:gd name="connsiteY1364" fmla="*/ 372330 h 524359"/>
                <a:gd name="connsiteX1365" fmla="*/ 204313 w 288016"/>
                <a:gd name="connsiteY1365" fmla="*/ 369346 h 524359"/>
                <a:gd name="connsiteX1366" fmla="*/ 205527 w 288016"/>
                <a:gd name="connsiteY1366" fmla="*/ 364869 h 524359"/>
                <a:gd name="connsiteX1367" fmla="*/ 205932 w 288016"/>
                <a:gd name="connsiteY1367" fmla="*/ 362630 h 524359"/>
                <a:gd name="connsiteX1368" fmla="*/ 207551 w 288016"/>
                <a:gd name="connsiteY1368" fmla="*/ 365615 h 524359"/>
                <a:gd name="connsiteX1369" fmla="*/ 207146 w 288016"/>
                <a:gd name="connsiteY1369" fmla="*/ 378300 h 524359"/>
                <a:gd name="connsiteX1370" fmla="*/ 201885 w 288016"/>
                <a:gd name="connsiteY1370" fmla="*/ 368600 h 524359"/>
                <a:gd name="connsiteX1371" fmla="*/ 199052 w 288016"/>
                <a:gd name="connsiteY1371" fmla="*/ 376061 h 524359"/>
                <a:gd name="connsiteX1372" fmla="*/ 198647 w 288016"/>
                <a:gd name="connsiteY1372" fmla="*/ 378300 h 524359"/>
                <a:gd name="connsiteX1373" fmla="*/ 198647 w 288016"/>
                <a:gd name="connsiteY1373" fmla="*/ 379046 h 524359"/>
                <a:gd name="connsiteX1374" fmla="*/ 197028 w 288016"/>
                <a:gd name="connsiteY1374" fmla="*/ 376807 h 524359"/>
                <a:gd name="connsiteX1375" fmla="*/ 197028 w 288016"/>
                <a:gd name="connsiteY1375" fmla="*/ 362630 h 524359"/>
                <a:gd name="connsiteX1376" fmla="*/ 197433 w 288016"/>
                <a:gd name="connsiteY1376" fmla="*/ 362630 h 524359"/>
                <a:gd name="connsiteX1377" fmla="*/ 198647 w 288016"/>
                <a:gd name="connsiteY1377" fmla="*/ 359646 h 524359"/>
                <a:gd name="connsiteX1378" fmla="*/ 200266 w 288016"/>
                <a:gd name="connsiteY1378" fmla="*/ 352930 h 524359"/>
                <a:gd name="connsiteX1379" fmla="*/ 201885 w 288016"/>
                <a:gd name="connsiteY1379" fmla="*/ 355915 h 524359"/>
                <a:gd name="connsiteX1380" fmla="*/ 201885 w 288016"/>
                <a:gd name="connsiteY1380" fmla="*/ 368600 h 524359"/>
                <a:gd name="connsiteX1381" fmla="*/ 197433 w 288016"/>
                <a:gd name="connsiteY1381" fmla="*/ 356661 h 524359"/>
                <a:gd name="connsiteX1382" fmla="*/ 195004 w 288016"/>
                <a:gd name="connsiteY1382" fmla="*/ 363376 h 524359"/>
                <a:gd name="connsiteX1383" fmla="*/ 193790 w 288016"/>
                <a:gd name="connsiteY1383" fmla="*/ 366361 h 524359"/>
                <a:gd name="connsiteX1384" fmla="*/ 193385 w 288016"/>
                <a:gd name="connsiteY1384" fmla="*/ 368600 h 524359"/>
                <a:gd name="connsiteX1385" fmla="*/ 191766 w 288016"/>
                <a:gd name="connsiteY1385" fmla="*/ 366361 h 524359"/>
                <a:gd name="connsiteX1386" fmla="*/ 190957 w 288016"/>
                <a:gd name="connsiteY1386" fmla="*/ 364869 h 524359"/>
                <a:gd name="connsiteX1387" fmla="*/ 190957 w 288016"/>
                <a:gd name="connsiteY1387" fmla="*/ 355169 h 524359"/>
                <a:gd name="connsiteX1388" fmla="*/ 191766 w 288016"/>
                <a:gd name="connsiteY1388" fmla="*/ 353677 h 524359"/>
                <a:gd name="connsiteX1389" fmla="*/ 192171 w 288016"/>
                <a:gd name="connsiteY1389" fmla="*/ 352184 h 524359"/>
                <a:gd name="connsiteX1390" fmla="*/ 193790 w 288016"/>
                <a:gd name="connsiteY1390" fmla="*/ 347707 h 524359"/>
                <a:gd name="connsiteX1391" fmla="*/ 195004 w 288016"/>
                <a:gd name="connsiteY1391" fmla="*/ 343977 h 524359"/>
                <a:gd name="connsiteX1392" fmla="*/ 195004 w 288016"/>
                <a:gd name="connsiteY1392" fmla="*/ 343230 h 524359"/>
                <a:gd name="connsiteX1393" fmla="*/ 197433 w 288016"/>
                <a:gd name="connsiteY1393" fmla="*/ 347707 h 524359"/>
                <a:gd name="connsiteX1394" fmla="*/ 197433 w 288016"/>
                <a:gd name="connsiteY1394" fmla="*/ 356661 h 524359"/>
                <a:gd name="connsiteX1395" fmla="*/ 191766 w 288016"/>
                <a:gd name="connsiteY1395" fmla="*/ 348453 h 524359"/>
                <a:gd name="connsiteX1396" fmla="*/ 190957 w 288016"/>
                <a:gd name="connsiteY1396" fmla="*/ 349946 h 524359"/>
                <a:gd name="connsiteX1397" fmla="*/ 188933 w 288016"/>
                <a:gd name="connsiteY1397" fmla="*/ 355169 h 524359"/>
                <a:gd name="connsiteX1398" fmla="*/ 188529 w 288016"/>
                <a:gd name="connsiteY1398" fmla="*/ 356661 h 524359"/>
                <a:gd name="connsiteX1399" fmla="*/ 188124 w 288016"/>
                <a:gd name="connsiteY1399" fmla="*/ 358900 h 524359"/>
                <a:gd name="connsiteX1400" fmla="*/ 186505 w 288016"/>
                <a:gd name="connsiteY1400" fmla="*/ 355915 h 524359"/>
                <a:gd name="connsiteX1401" fmla="*/ 184886 w 288016"/>
                <a:gd name="connsiteY1401" fmla="*/ 352930 h 524359"/>
                <a:gd name="connsiteX1402" fmla="*/ 184481 w 288016"/>
                <a:gd name="connsiteY1402" fmla="*/ 352184 h 524359"/>
                <a:gd name="connsiteX1403" fmla="*/ 184886 w 288016"/>
                <a:gd name="connsiteY1403" fmla="*/ 351438 h 524359"/>
                <a:gd name="connsiteX1404" fmla="*/ 185291 w 288016"/>
                <a:gd name="connsiteY1404" fmla="*/ 351438 h 524359"/>
                <a:gd name="connsiteX1405" fmla="*/ 186100 w 288016"/>
                <a:gd name="connsiteY1405" fmla="*/ 349200 h 524359"/>
                <a:gd name="connsiteX1406" fmla="*/ 186505 w 288016"/>
                <a:gd name="connsiteY1406" fmla="*/ 348453 h 524359"/>
                <a:gd name="connsiteX1407" fmla="*/ 189338 w 288016"/>
                <a:gd name="connsiteY1407" fmla="*/ 344723 h 524359"/>
                <a:gd name="connsiteX1408" fmla="*/ 191362 w 288016"/>
                <a:gd name="connsiteY1408" fmla="*/ 340992 h 524359"/>
                <a:gd name="connsiteX1409" fmla="*/ 191362 w 288016"/>
                <a:gd name="connsiteY1409" fmla="*/ 340246 h 524359"/>
                <a:gd name="connsiteX1410" fmla="*/ 192171 w 288016"/>
                <a:gd name="connsiteY1410" fmla="*/ 338753 h 524359"/>
                <a:gd name="connsiteX1411" fmla="*/ 192576 w 288016"/>
                <a:gd name="connsiteY1411" fmla="*/ 338007 h 524359"/>
                <a:gd name="connsiteX1412" fmla="*/ 191766 w 288016"/>
                <a:gd name="connsiteY1412" fmla="*/ 348453 h 524359"/>
                <a:gd name="connsiteX1413" fmla="*/ 184886 w 288016"/>
                <a:gd name="connsiteY1413" fmla="*/ 338007 h 524359"/>
                <a:gd name="connsiteX1414" fmla="*/ 186505 w 288016"/>
                <a:gd name="connsiteY1414" fmla="*/ 338753 h 524359"/>
                <a:gd name="connsiteX1415" fmla="*/ 189338 w 288016"/>
                <a:gd name="connsiteY1415" fmla="*/ 339500 h 524359"/>
                <a:gd name="connsiteX1416" fmla="*/ 189743 w 288016"/>
                <a:gd name="connsiteY1416" fmla="*/ 339500 h 524359"/>
                <a:gd name="connsiteX1417" fmla="*/ 189338 w 288016"/>
                <a:gd name="connsiteY1417" fmla="*/ 340246 h 524359"/>
                <a:gd name="connsiteX1418" fmla="*/ 188933 w 288016"/>
                <a:gd name="connsiteY1418" fmla="*/ 340246 h 524359"/>
                <a:gd name="connsiteX1419" fmla="*/ 186100 w 288016"/>
                <a:gd name="connsiteY1419" fmla="*/ 345469 h 524359"/>
                <a:gd name="connsiteX1420" fmla="*/ 184481 w 288016"/>
                <a:gd name="connsiteY1420" fmla="*/ 346215 h 524359"/>
                <a:gd name="connsiteX1421" fmla="*/ 177601 w 288016"/>
                <a:gd name="connsiteY1421" fmla="*/ 342484 h 524359"/>
                <a:gd name="connsiteX1422" fmla="*/ 176791 w 288016"/>
                <a:gd name="connsiteY1422" fmla="*/ 341738 h 524359"/>
                <a:gd name="connsiteX1423" fmla="*/ 177601 w 288016"/>
                <a:gd name="connsiteY1423" fmla="*/ 340246 h 524359"/>
                <a:gd name="connsiteX1424" fmla="*/ 180839 w 288016"/>
                <a:gd name="connsiteY1424" fmla="*/ 336515 h 524359"/>
                <a:gd name="connsiteX1425" fmla="*/ 184886 w 288016"/>
                <a:gd name="connsiteY1425" fmla="*/ 338007 h 524359"/>
                <a:gd name="connsiteX1426" fmla="*/ 178006 w 288016"/>
                <a:gd name="connsiteY1426" fmla="*/ 346215 h 524359"/>
                <a:gd name="connsiteX1427" fmla="*/ 183672 w 288016"/>
                <a:gd name="connsiteY1427" fmla="*/ 349200 h 524359"/>
                <a:gd name="connsiteX1428" fmla="*/ 183267 w 288016"/>
                <a:gd name="connsiteY1428" fmla="*/ 349946 h 524359"/>
                <a:gd name="connsiteX1429" fmla="*/ 178006 w 288016"/>
                <a:gd name="connsiteY1429" fmla="*/ 355169 h 524359"/>
                <a:gd name="connsiteX1430" fmla="*/ 175172 w 288016"/>
                <a:gd name="connsiteY1430" fmla="*/ 352930 h 524359"/>
                <a:gd name="connsiteX1431" fmla="*/ 171530 w 288016"/>
                <a:gd name="connsiteY1431" fmla="*/ 349200 h 524359"/>
                <a:gd name="connsiteX1432" fmla="*/ 175172 w 288016"/>
                <a:gd name="connsiteY1432" fmla="*/ 344723 h 524359"/>
                <a:gd name="connsiteX1433" fmla="*/ 175577 w 288016"/>
                <a:gd name="connsiteY1433" fmla="*/ 344723 h 524359"/>
                <a:gd name="connsiteX1434" fmla="*/ 178006 w 288016"/>
                <a:gd name="connsiteY1434" fmla="*/ 346215 h 524359"/>
                <a:gd name="connsiteX1435" fmla="*/ 175172 w 288016"/>
                <a:gd name="connsiteY1435" fmla="*/ 357407 h 524359"/>
                <a:gd name="connsiteX1436" fmla="*/ 177196 w 288016"/>
                <a:gd name="connsiteY1436" fmla="*/ 358153 h 524359"/>
                <a:gd name="connsiteX1437" fmla="*/ 176791 w 288016"/>
                <a:gd name="connsiteY1437" fmla="*/ 358900 h 524359"/>
                <a:gd name="connsiteX1438" fmla="*/ 175172 w 288016"/>
                <a:gd name="connsiteY1438" fmla="*/ 361138 h 524359"/>
                <a:gd name="connsiteX1439" fmla="*/ 171530 w 288016"/>
                <a:gd name="connsiteY1439" fmla="*/ 363376 h 524359"/>
                <a:gd name="connsiteX1440" fmla="*/ 165864 w 288016"/>
                <a:gd name="connsiteY1440" fmla="*/ 356661 h 524359"/>
                <a:gd name="connsiteX1441" fmla="*/ 165459 w 288016"/>
                <a:gd name="connsiteY1441" fmla="*/ 355915 h 524359"/>
                <a:gd name="connsiteX1442" fmla="*/ 165864 w 288016"/>
                <a:gd name="connsiteY1442" fmla="*/ 355169 h 524359"/>
                <a:gd name="connsiteX1443" fmla="*/ 170316 w 288016"/>
                <a:gd name="connsiteY1443" fmla="*/ 352184 h 524359"/>
                <a:gd name="connsiteX1444" fmla="*/ 171935 w 288016"/>
                <a:gd name="connsiteY1444" fmla="*/ 352930 h 524359"/>
                <a:gd name="connsiteX1445" fmla="*/ 175172 w 288016"/>
                <a:gd name="connsiteY1445" fmla="*/ 357407 h 524359"/>
                <a:gd name="connsiteX1446" fmla="*/ 165459 w 288016"/>
                <a:gd name="connsiteY1446" fmla="*/ 360392 h 524359"/>
                <a:gd name="connsiteX1447" fmla="*/ 170316 w 288016"/>
                <a:gd name="connsiteY1447" fmla="*/ 366361 h 524359"/>
                <a:gd name="connsiteX1448" fmla="*/ 169911 w 288016"/>
                <a:gd name="connsiteY1448" fmla="*/ 367107 h 524359"/>
                <a:gd name="connsiteX1449" fmla="*/ 165459 w 288016"/>
                <a:gd name="connsiteY1449" fmla="*/ 370092 h 524359"/>
                <a:gd name="connsiteX1450" fmla="*/ 163840 w 288016"/>
                <a:gd name="connsiteY1450" fmla="*/ 369346 h 524359"/>
                <a:gd name="connsiteX1451" fmla="*/ 161412 w 288016"/>
                <a:gd name="connsiteY1451" fmla="*/ 365615 h 524359"/>
                <a:gd name="connsiteX1452" fmla="*/ 158578 w 288016"/>
                <a:gd name="connsiteY1452" fmla="*/ 361138 h 524359"/>
                <a:gd name="connsiteX1453" fmla="*/ 158578 w 288016"/>
                <a:gd name="connsiteY1453" fmla="*/ 360392 h 524359"/>
                <a:gd name="connsiteX1454" fmla="*/ 161412 w 288016"/>
                <a:gd name="connsiteY1454" fmla="*/ 358153 h 524359"/>
                <a:gd name="connsiteX1455" fmla="*/ 163435 w 288016"/>
                <a:gd name="connsiteY1455" fmla="*/ 358153 h 524359"/>
                <a:gd name="connsiteX1456" fmla="*/ 163840 w 288016"/>
                <a:gd name="connsiteY1456" fmla="*/ 358900 h 524359"/>
                <a:gd name="connsiteX1457" fmla="*/ 161412 w 288016"/>
                <a:gd name="connsiteY1457" fmla="*/ 369346 h 524359"/>
                <a:gd name="connsiteX1458" fmla="*/ 163030 w 288016"/>
                <a:gd name="connsiteY1458" fmla="*/ 371584 h 524359"/>
                <a:gd name="connsiteX1459" fmla="*/ 162626 w 288016"/>
                <a:gd name="connsiteY1459" fmla="*/ 372330 h 524359"/>
                <a:gd name="connsiteX1460" fmla="*/ 161412 w 288016"/>
                <a:gd name="connsiteY1460" fmla="*/ 373076 h 524359"/>
                <a:gd name="connsiteX1461" fmla="*/ 158578 w 288016"/>
                <a:gd name="connsiteY1461" fmla="*/ 373823 h 524359"/>
                <a:gd name="connsiteX1462" fmla="*/ 154126 w 288016"/>
                <a:gd name="connsiteY1462" fmla="*/ 367853 h 524359"/>
                <a:gd name="connsiteX1463" fmla="*/ 152103 w 288016"/>
                <a:gd name="connsiteY1463" fmla="*/ 363376 h 524359"/>
                <a:gd name="connsiteX1464" fmla="*/ 151698 w 288016"/>
                <a:gd name="connsiteY1464" fmla="*/ 362630 h 524359"/>
                <a:gd name="connsiteX1465" fmla="*/ 152103 w 288016"/>
                <a:gd name="connsiteY1465" fmla="*/ 361884 h 524359"/>
                <a:gd name="connsiteX1466" fmla="*/ 154126 w 288016"/>
                <a:gd name="connsiteY1466" fmla="*/ 361138 h 524359"/>
                <a:gd name="connsiteX1467" fmla="*/ 156960 w 288016"/>
                <a:gd name="connsiteY1467" fmla="*/ 361884 h 524359"/>
                <a:gd name="connsiteX1468" fmla="*/ 158578 w 288016"/>
                <a:gd name="connsiteY1468" fmla="*/ 364123 h 524359"/>
                <a:gd name="connsiteX1469" fmla="*/ 161412 w 288016"/>
                <a:gd name="connsiteY1469" fmla="*/ 369346 h 524359"/>
                <a:gd name="connsiteX1470" fmla="*/ 149270 w 288016"/>
                <a:gd name="connsiteY1470" fmla="*/ 480523 h 524359"/>
                <a:gd name="connsiteX1471" fmla="*/ 149270 w 288016"/>
                <a:gd name="connsiteY1471" fmla="*/ 467092 h 524359"/>
                <a:gd name="connsiteX1472" fmla="*/ 149270 w 288016"/>
                <a:gd name="connsiteY1472" fmla="*/ 452915 h 524359"/>
                <a:gd name="connsiteX1473" fmla="*/ 149270 w 288016"/>
                <a:gd name="connsiteY1473" fmla="*/ 438738 h 524359"/>
                <a:gd name="connsiteX1474" fmla="*/ 149270 w 288016"/>
                <a:gd name="connsiteY1474" fmla="*/ 425307 h 524359"/>
                <a:gd name="connsiteX1475" fmla="*/ 149270 w 288016"/>
                <a:gd name="connsiteY1475" fmla="*/ 411130 h 524359"/>
                <a:gd name="connsiteX1476" fmla="*/ 149270 w 288016"/>
                <a:gd name="connsiteY1476" fmla="*/ 396953 h 524359"/>
                <a:gd name="connsiteX1477" fmla="*/ 149270 w 288016"/>
                <a:gd name="connsiteY1477" fmla="*/ 383523 h 524359"/>
                <a:gd name="connsiteX1478" fmla="*/ 149674 w 288016"/>
                <a:gd name="connsiteY1478" fmla="*/ 378300 h 524359"/>
                <a:gd name="connsiteX1479" fmla="*/ 152103 w 288016"/>
                <a:gd name="connsiteY1479" fmla="*/ 378300 h 524359"/>
                <a:gd name="connsiteX1480" fmla="*/ 154126 w 288016"/>
                <a:gd name="connsiteY1480" fmla="*/ 377553 h 524359"/>
                <a:gd name="connsiteX1481" fmla="*/ 155745 w 288016"/>
                <a:gd name="connsiteY1481" fmla="*/ 376807 h 524359"/>
                <a:gd name="connsiteX1482" fmla="*/ 157364 w 288016"/>
                <a:gd name="connsiteY1482" fmla="*/ 376061 h 524359"/>
                <a:gd name="connsiteX1483" fmla="*/ 158174 w 288016"/>
                <a:gd name="connsiteY1483" fmla="*/ 376061 h 524359"/>
                <a:gd name="connsiteX1484" fmla="*/ 161007 w 288016"/>
                <a:gd name="connsiteY1484" fmla="*/ 375315 h 524359"/>
                <a:gd name="connsiteX1485" fmla="*/ 163435 w 288016"/>
                <a:gd name="connsiteY1485" fmla="*/ 373823 h 524359"/>
                <a:gd name="connsiteX1486" fmla="*/ 165054 w 288016"/>
                <a:gd name="connsiteY1486" fmla="*/ 372330 h 524359"/>
                <a:gd name="connsiteX1487" fmla="*/ 170720 w 288016"/>
                <a:gd name="connsiteY1487" fmla="*/ 367853 h 524359"/>
                <a:gd name="connsiteX1488" fmla="*/ 172339 w 288016"/>
                <a:gd name="connsiteY1488" fmla="*/ 366361 h 524359"/>
                <a:gd name="connsiteX1489" fmla="*/ 174768 w 288016"/>
                <a:gd name="connsiteY1489" fmla="*/ 364869 h 524359"/>
                <a:gd name="connsiteX1490" fmla="*/ 177601 w 288016"/>
                <a:gd name="connsiteY1490" fmla="*/ 361138 h 524359"/>
                <a:gd name="connsiteX1491" fmla="*/ 178006 w 288016"/>
                <a:gd name="connsiteY1491" fmla="*/ 360392 h 524359"/>
                <a:gd name="connsiteX1492" fmla="*/ 179624 w 288016"/>
                <a:gd name="connsiteY1492" fmla="*/ 358153 h 524359"/>
                <a:gd name="connsiteX1493" fmla="*/ 183267 w 288016"/>
                <a:gd name="connsiteY1493" fmla="*/ 354423 h 524359"/>
                <a:gd name="connsiteX1494" fmla="*/ 184886 w 288016"/>
                <a:gd name="connsiteY1494" fmla="*/ 358153 h 524359"/>
                <a:gd name="connsiteX1495" fmla="*/ 186505 w 288016"/>
                <a:gd name="connsiteY1495" fmla="*/ 360392 h 524359"/>
                <a:gd name="connsiteX1496" fmla="*/ 188529 w 288016"/>
                <a:gd name="connsiteY1496" fmla="*/ 363376 h 524359"/>
                <a:gd name="connsiteX1497" fmla="*/ 188933 w 288016"/>
                <a:gd name="connsiteY1497" fmla="*/ 365615 h 524359"/>
                <a:gd name="connsiteX1498" fmla="*/ 190957 w 288016"/>
                <a:gd name="connsiteY1498" fmla="*/ 369346 h 524359"/>
                <a:gd name="connsiteX1499" fmla="*/ 191766 w 288016"/>
                <a:gd name="connsiteY1499" fmla="*/ 370092 h 524359"/>
                <a:gd name="connsiteX1500" fmla="*/ 193385 w 288016"/>
                <a:gd name="connsiteY1500" fmla="*/ 373076 h 524359"/>
                <a:gd name="connsiteX1501" fmla="*/ 193790 w 288016"/>
                <a:gd name="connsiteY1501" fmla="*/ 373823 h 524359"/>
                <a:gd name="connsiteX1502" fmla="*/ 195004 w 288016"/>
                <a:gd name="connsiteY1502" fmla="*/ 376807 h 524359"/>
                <a:gd name="connsiteX1503" fmla="*/ 197433 w 288016"/>
                <a:gd name="connsiteY1503" fmla="*/ 381284 h 524359"/>
                <a:gd name="connsiteX1504" fmla="*/ 199052 w 288016"/>
                <a:gd name="connsiteY1504" fmla="*/ 382776 h 524359"/>
                <a:gd name="connsiteX1505" fmla="*/ 199456 w 288016"/>
                <a:gd name="connsiteY1505" fmla="*/ 382776 h 524359"/>
                <a:gd name="connsiteX1506" fmla="*/ 202289 w 288016"/>
                <a:gd name="connsiteY1506" fmla="*/ 389492 h 524359"/>
                <a:gd name="connsiteX1507" fmla="*/ 204313 w 288016"/>
                <a:gd name="connsiteY1507" fmla="*/ 392476 h 524359"/>
                <a:gd name="connsiteX1508" fmla="*/ 204718 w 288016"/>
                <a:gd name="connsiteY1508" fmla="*/ 393223 h 524359"/>
                <a:gd name="connsiteX1509" fmla="*/ 205527 w 288016"/>
                <a:gd name="connsiteY1509" fmla="*/ 396207 h 524359"/>
                <a:gd name="connsiteX1510" fmla="*/ 207551 w 288016"/>
                <a:gd name="connsiteY1510" fmla="*/ 399938 h 524359"/>
                <a:gd name="connsiteX1511" fmla="*/ 209979 w 288016"/>
                <a:gd name="connsiteY1511" fmla="*/ 402923 h 524359"/>
                <a:gd name="connsiteX1512" fmla="*/ 212408 w 288016"/>
                <a:gd name="connsiteY1512" fmla="*/ 408146 h 524359"/>
                <a:gd name="connsiteX1513" fmla="*/ 213622 w 288016"/>
                <a:gd name="connsiteY1513" fmla="*/ 409638 h 524359"/>
                <a:gd name="connsiteX1514" fmla="*/ 215241 w 288016"/>
                <a:gd name="connsiteY1514" fmla="*/ 412623 h 524359"/>
                <a:gd name="connsiteX1515" fmla="*/ 218479 w 288016"/>
                <a:gd name="connsiteY1515" fmla="*/ 419338 h 524359"/>
                <a:gd name="connsiteX1516" fmla="*/ 220098 w 288016"/>
                <a:gd name="connsiteY1516" fmla="*/ 421576 h 524359"/>
                <a:gd name="connsiteX1517" fmla="*/ 220502 w 288016"/>
                <a:gd name="connsiteY1517" fmla="*/ 422323 h 524359"/>
                <a:gd name="connsiteX1518" fmla="*/ 223336 w 288016"/>
                <a:gd name="connsiteY1518" fmla="*/ 428292 h 524359"/>
                <a:gd name="connsiteX1519" fmla="*/ 226169 w 288016"/>
                <a:gd name="connsiteY1519" fmla="*/ 432023 h 524359"/>
                <a:gd name="connsiteX1520" fmla="*/ 226169 w 288016"/>
                <a:gd name="connsiteY1520" fmla="*/ 432769 h 524359"/>
                <a:gd name="connsiteX1521" fmla="*/ 226573 w 288016"/>
                <a:gd name="connsiteY1521" fmla="*/ 434261 h 524359"/>
                <a:gd name="connsiteX1522" fmla="*/ 226978 w 288016"/>
                <a:gd name="connsiteY1522" fmla="*/ 435007 h 524359"/>
                <a:gd name="connsiteX1523" fmla="*/ 226573 w 288016"/>
                <a:gd name="connsiteY1523" fmla="*/ 435753 h 524359"/>
                <a:gd name="connsiteX1524" fmla="*/ 226169 w 288016"/>
                <a:gd name="connsiteY1524" fmla="*/ 436500 h 524359"/>
                <a:gd name="connsiteX1525" fmla="*/ 223336 w 288016"/>
                <a:gd name="connsiteY1525" fmla="*/ 443215 h 524359"/>
                <a:gd name="connsiteX1526" fmla="*/ 220098 w 288016"/>
                <a:gd name="connsiteY1526" fmla="*/ 445453 h 524359"/>
                <a:gd name="connsiteX1527" fmla="*/ 218479 w 288016"/>
                <a:gd name="connsiteY1527" fmla="*/ 447692 h 524359"/>
                <a:gd name="connsiteX1528" fmla="*/ 214431 w 288016"/>
                <a:gd name="connsiteY1528" fmla="*/ 455899 h 524359"/>
                <a:gd name="connsiteX1529" fmla="*/ 213622 w 288016"/>
                <a:gd name="connsiteY1529" fmla="*/ 455899 h 524359"/>
                <a:gd name="connsiteX1530" fmla="*/ 212408 w 288016"/>
                <a:gd name="connsiteY1530" fmla="*/ 456646 h 524359"/>
                <a:gd name="connsiteX1531" fmla="*/ 207551 w 288016"/>
                <a:gd name="connsiteY1531" fmla="*/ 461869 h 524359"/>
                <a:gd name="connsiteX1532" fmla="*/ 205527 w 288016"/>
                <a:gd name="connsiteY1532" fmla="*/ 465599 h 524359"/>
                <a:gd name="connsiteX1533" fmla="*/ 204718 w 288016"/>
                <a:gd name="connsiteY1533" fmla="*/ 467092 h 524359"/>
                <a:gd name="connsiteX1534" fmla="*/ 204313 w 288016"/>
                <a:gd name="connsiteY1534" fmla="*/ 467092 h 524359"/>
                <a:gd name="connsiteX1535" fmla="*/ 202289 w 288016"/>
                <a:gd name="connsiteY1535" fmla="*/ 467838 h 524359"/>
                <a:gd name="connsiteX1536" fmla="*/ 199052 w 288016"/>
                <a:gd name="connsiteY1536" fmla="*/ 470076 h 524359"/>
                <a:gd name="connsiteX1537" fmla="*/ 197433 w 288016"/>
                <a:gd name="connsiteY1537" fmla="*/ 472315 h 524359"/>
                <a:gd name="connsiteX1538" fmla="*/ 195004 w 288016"/>
                <a:gd name="connsiteY1538" fmla="*/ 475299 h 524359"/>
                <a:gd name="connsiteX1539" fmla="*/ 194600 w 288016"/>
                <a:gd name="connsiteY1539" fmla="*/ 476046 h 524359"/>
                <a:gd name="connsiteX1540" fmla="*/ 194195 w 288016"/>
                <a:gd name="connsiteY1540" fmla="*/ 475299 h 524359"/>
                <a:gd name="connsiteX1541" fmla="*/ 192171 w 288016"/>
                <a:gd name="connsiteY1541" fmla="*/ 476046 h 524359"/>
                <a:gd name="connsiteX1542" fmla="*/ 191362 w 288016"/>
                <a:gd name="connsiteY1542" fmla="*/ 476792 h 524359"/>
                <a:gd name="connsiteX1543" fmla="*/ 189338 w 288016"/>
                <a:gd name="connsiteY1543" fmla="*/ 477538 h 524359"/>
                <a:gd name="connsiteX1544" fmla="*/ 186505 w 288016"/>
                <a:gd name="connsiteY1544" fmla="*/ 480523 h 524359"/>
                <a:gd name="connsiteX1545" fmla="*/ 184886 w 288016"/>
                <a:gd name="connsiteY1545" fmla="*/ 482761 h 524359"/>
                <a:gd name="connsiteX1546" fmla="*/ 184481 w 288016"/>
                <a:gd name="connsiteY1546" fmla="*/ 483507 h 524359"/>
                <a:gd name="connsiteX1547" fmla="*/ 178410 w 288016"/>
                <a:gd name="connsiteY1547" fmla="*/ 484253 h 524359"/>
                <a:gd name="connsiteX1548" fmla="*/ 175577 w 288016"/>
                <a:gd name="connsiteY1548" fmla="*/ 487238 h 524359"/>
                <a:gd name="connsiteX1549" fmla="*/ 173958 w 288016"/>
                <a:gd name="connsiteY1549" fmla="*/ 489476 h 524359"/>
                <a:gd name="connsiteX1550" fmla="*/ 171935 w 288016"/>
                <a:gd name="connsiteY1550" fmla="*/ 488730 h 524359"/>
                <a:gd name="connsiteX1551" fmla="*/ 166268 w 288016"/>
                <a:gd name="connsiteY1551" fmla="*/ 491715 h 524359"/>
                <a:gd name="connsiteX1552" fmla="*/ 164649 w 288016"/>
                <a:gd name="connsiteY1552" fmla="*/ 492461 h 524359"/>
                <a:gd name="connsiteX1553" fmla="*/ 163435 w 288016"/>
                <a:gd name="connsiteY1553" fmla="*/ 493207 h 524359"/>
                <a:gd name="connsiteX1554" fmla="*/ 162221 w 288016"/>
                <a:gd name="connsiteY1554" fmla="*/ 492461 h 524359"/>
                <a:gd name="connsiteX1555" fmla="*/ 159388 w 288016"/>
                <a:gd name="connsiteY1555" fmla="*/ 491715 h 524359"/>
                <a:gd name="connsiteX1556" fmla="*/ 154936 w 288016"/>
                <a:gd name="connsiteY1556" fmla="*/ 493207 h 524359"/>
                <a:gd name="connsiteX1557" fmla="*/ 152912 w 288016"/>
                <a:gd name="connsiteY1557" fmla="*/ 494699 h 524359"/>
                <a:gd name="connsiteX1558" fmla="*/ 152507 w 288016"/>
                <a:gd name="connsiteY1558" fmla="*/ 495446 h 524359"/>
                <a:gd name="connsiteX1559" fmla="*/ 149674 w 288016"/>
                <a:gd name="connsiteY1559" fmla="*/ 493207 h 524359"/>
                <a:gd name="connsiteX1560" fmla="*/ 149270 w 288016"/>
                <a:gd name="connsiteY1560" fmla="*/ 480523 h 524359"/>
                <a:gd name="connsiteX1561" fmla="*/ 225764 w 288016"/>
                <a:gd name="connsiteY1561" fmla="*/ 423069 h 524359"/>
                <a:gd name="connsiteX1562" fmla="*/ 225359 w 288016"/>
                <a:gd name="connsiteY1562" fmla="*/ 423815 h 524359"/>
                <a:gd name="connsiteX1563" fmla="*/ 224954 w 288016"/>
                <a:gd name="connsiteY1563" fmla="*/ 424561 h 524359"/>
                <a:gd name="connsiteX1564" fmla="*/ 224550 w 288016"/>
                <a:gd name="connsiteY1564" fmla="*/ 426053 h 524359"/>
                <a:gd name="connsiteX1565" fmla="*/ 222121 w 288016"/>
                <a:gd name="connsiteY1565" fmla="*/ 421576 h 524359"/>
                <a:gd name="connsiteX1566" fmla="*/ 220907 w 288016"/>
                <a:gd name="connsiteY1566" fmla="*/ 416353 h 524359"/>
                <a:gd name="connsiteX1567" fmla="*/ 221312 w 288016"/>
                <a:gd name="connsiteY1567" fmla="*/ 414115 h 524359"/>
                <a:gd name="connsiteX1568" fmla="*/ 221717 w 288016"/>
                <a:gd name="connsiteY1568" fmla="*/ 412623 h 524359"/>
                <a:gd name="connsiteX1569" fmla="*/ 222931 w 288016"/>
                <a:gd name="connsiteY1569" fmla="*/ 408892 h 524359"/>
                <a:gd name="connsiteX1570" fmla="*/ 223740 w 288016"/>
                <a:gd name="connsiteY1570" fmla="*/ 408892 h 524359"/>
                <a:gd name="connsiteX1571" fmla="*/ 224954 w 288016"/>
                <a:gd name="connsiteY1571" fmla="*/ 405161 h 524359"/>
                <a:gd name="connsiteX1572" fmla="*/ 225359 w 288016"/>
                <a:gd name="connsiteY1572" fmla="*/ 403669 h 524359"/>
                <a:gd name="connsiteX1573" fmla="*/ 226169 w 288016"/>
                <a:gd name="connsiteY1573" fmla="*/ 399938 h 524359"/>
                <a:gd name="connsiteX1574" fmla="*/ 227788 w 288016"/>
                <a:gd name="connsiteY1574" fmla="*/ 402923 h 524359"/>
                <a:gd name="connsiteX1575" fmla="*/ 228597 w 288016"/>
                <a:gd name="connsiteY1575" fmla="*/ 414861 h 524359"/>
                <a:gd name="connsiteX1576" fmla="*/ 227788 w 288016"/>
                <a:gd name="connsiteY1576" fmla="*/ 416353 h 524359"/>
                <a:gd name="connsiteX1577" fmla="*/ 226169 w 288016"/>
                <a:gd name="connsiteY1577" fmla="*/ 420084 h 524359"/>
                <a:gd name="connsiteX1578" fmla="*/ 225764 w 288016"/>
                <a:gd name="connsiteY1578" fmla="*/ 423069 h 524359"/>
                <a:gd name="connsiteX1579" fmla="*/ 226573 w 288016"/>
                <a:gd name="connsiteY1579" fmla="*/ 427546 h 524359"/>
                <a:gd name="connsiteX1580" fmla="*/ 226978 w 288016"/>
                <a:gd name="connsiteY1580" fmla="*/ 425307 h 524359"/>
                <a:gd name="connsiteX1581" fmla="*/ 228192 w 288016"/>
                <a:gd name="connsiteY1581" fmla="*/ 422323 h 524359"/>
                <a:gd name="connsiteX1582" fmla="*/ 229002 w 288016"/>
                <a:gd name="connsiteY1582" fmla="*/ 420084 h 524359"/>
                <a:gd name="connsiteX1583" fmla="*/ 231430 w 288016"/>
                <a:gd name="connsiteY1583" fmla="*/ 411876 h 524359"/>
                <a:gd name="connsiteX1584" fmla="*/ 231430 w 288016"/>
                <a:gd name="connsiteY1584" fmla="*/ 411130 h 524359"/>
                <a:gd name="connsiteX1585" fmla="*/ 234263 w 288016"/>
                <a:gd name="connsiteY1585" fmla="*/ 416353 h 524359"/>
                <a:gd name="connsiteX1586" fmla="*/ 234668 w 288016"/>
                <a:gd name="connsiteY1586" fmla="*/ 418592 h 524359"/>
                <a:gd name="connsiteX1587" fmla="*/ 234263 w 288016"/>
                <a:gd name="connsiteY1587" fmla="*/ 420084 h 524359"/>
                <a:gd name="connsiteX1588" fmla="*/ 231430 w 288016"/>
                <a:gd name="connsiteY1588" fmla="*/ 426053 h 524359"/>
                <a:gd name="connsiteX1589" fmla="*/ 230621 w 288016"/>
                <a:gd name="connsiteY1589" fmla="*/ 429038 h 524359"/>
                <a:gd name="connsiteX1590" fmla="*/ 227788 w 288016"/>
                <a:gd name="connsiteY1590" fmla="*/ 431276 h 524359"/>
                <a:gd name="connsiteX1591" fmla="*/ 226978 w 288016"/>
                <a:gd name="connsiteY1591" fmla="*/ 432023 h 524359"/>
                <a:gd name="connsiteX1592" fmla="*/ 226169 w 288016"/>
                <a:gd name="connsiteY1592" fmla="*/ 429038 h 524359"/>
                <a:gd name="connsiteX1593" fmla="*/ 205123 w 288016"/>
                <a:gd name="connsiteY1593" fmla="*/ 270107 h 524359"/>
                <a:gd name="connsiteX1594" fmla="*/ 203908 w 288016"/>
                <a:gd name="connsiteY1594" fmla="*/ 272346 h 524359"/>
                <a:gd name="connsiteX1595" fmla="*/ 201885 w 288016"/>
                <a:gd name="connsiteY1595" fmla="*/ 273838 h 524359"/>
                <a:gd name="connsiteX1596" fmla="*/ 198647 w 288016"/>
                <a:gd name="connsiteY1596" fmla="*/ 276077 h 524359"/>
                <a:gd name="connsiteX1597" fmla="*/ 198242 w 288016"/>
                <a:gd name="connsiteY1597" fmla="*/ 276823 h 524359"/>
                <a:gd name="connsiteX1598" fmla="*/ 198647 w 288016"/>
                <a:gd name="connsiteY1598" fmla="*/ 267869 h 524359"/>
                <a:gd name="connsiteX1599" fmla="*/ 199052 w 288016"/>
                <a:gd name="connsiteY1599" fmla="*/ 267123 h 524359"/>
                <a:gd name="connsiteX1600" fmla="*/ 201885 w 288016"/>
                <a:gd name="connsiteY1600" fmla="*/ 263392 h 524359"/>
                <a:gd name="connsiteX1601" fmla="*/ 203908 w 288016"/>
                <a:gd name="connsiteY1601" fmla="*/ 261154 h 524359"/>
                <a:gd name="connsiteX1602" fmla="*/ 205123 w 288016"/>
                <a:gd name="connsiteY1602" fmla="*/ 259661 h 524359"/>
                <a:gd name="connsiteX1603" fmla="*/ 205527 w 288016"/>
                <a:gd name="connsiteY1603" fmla="*/ 258915 h 524359"/>
                <a:gd name="connsiteX1604" fmla="*/ 205932 w 288016"/>
                <a:gd name="connsiteY1604" fmla="*/ 259661 h 524359"/>
                <a:gd name="connsiteX1605" fmla="*/ 205123 w 288016"/>
                <a:gd name="connsiteY1605" fmla="*/ 270107 h 524359"/>
                <a:gd name="connsiteX1606" fmla="*/ 205123 w 288016"/>
                <a:gd name="connsiteY1606" fmla="*/ 255930 h 524359"/>
                <a:gd name="connsiteX1607" fmla="*/ 203908 w 288016"/>
                <a:gd name="connsiteY1607" fmla="*/ 258169 h 524359"/>
                <a:gd name="connsiteX1608" fmla="*/ 201885 w 288016"/>
                <a:gd name="connsiteY1608" fmla="*/ 260407 h 524359"/>
                <a:gd name="connsiteX1609" fmla="*/ 198647 w 288016"/>
                <a:gd name="connsiteY1609" fmla="*/ 264138 h 524359"/>
                <a:gd name="connsiteX1610" fmla="*/ 198647 w 288016"/>
                <a:gd name="connsiteY1610" fmla="*/ 255930 h 524359"/>
                <a:gd name="connsiteX1611" fmla="*/ 199052 w 288016"/>
                <a:gd name="connsiteY1611" fmla="*/ 254438 h 524359"/>
                <a:gd name="connsiteX1612" fmla="*/ 201885 w 288016"/>
                <a:gd name="connsiteY1612" fmla="*/ 249961 h 524359"/>
                <a:gd name="connsiteX1613" fmla="*/ 203908 w 288016"/>
                <a:gd name="connsiteY1613" fmla="*/ 246977 h 524359"/>
                <a:gd name="connsiteX1614" fmla="*/ 205123 w 288016"/>
                <a:gd name="connsiteY1614" fmla="*/ 243992 h 524359"/>
                <a:gd name="connsiteX1615" fmla="*/ 205527 w 288016"/>
                <a:gd name="connsiteY1615" fmla="*/ 244738 h 524359"/>
                <a:gd name="connsiteX1616" fmla="*/ 205123 w 288016"/>
                <a:gd name="connsiteY1616" fmla="*/ 255930 h 524359"/>
                <a:gd name="connsiteX1617" fmla="*/ 201885 w 288016"/>
                <a:gd name="connsiteY1617" fmla="*/ 229069 h 524359"/>
                <a:gd name="connsiteX1618" fmla="*/ 198647 w 288016"/>
                <a:gd name="connsiteY1618" fmla="*/ 235038 h 524359"/>
                <a:gd name="connsiteX1619" fmla="*/ 197028 w 288016"/>
                <a:gd name="connsiteY1619" fmla="*/ 238023 h 524359"/>
                <a:gd name="connsiteX1620" fmla="*/ 196218 w 288016"/>
                <a:gd name="connsiteY1620" fmla="*/ 229069 h 524359"/>
                <a:gd name="connsiteX1621" fmla="*/ 197028 w 288016"/>
                <a:gd name="connsiteY1621" fmla="*/ 226084 h 524359"/>
                <a:gd name="connsiteX1622" fmla="*/ 198647 w 288016"/>
                <a:gd name="connsiteY1622" fmla="*/ 223100 h 524359"/>
                <a:gd name="connsiteX1623" fmla="*/ 201075 w 288016"/>
                <a:gd name="connsiteY1623" fmla="*/ 217130 h 524359"/>
                <a:gd name="connsiteX1624" fmla="*/ 201480 w 288016"/>
                <a:gd name="connsiteY1624" fmla="*/ 217877 h 524359"/>
                <a:gd name="connsiteX1625" fmla="*/ 201885 w 288016"/>
                <a:gd name="connsiteY1625" fmla="*/ 220861 h 524359"/>
                <a:gd name="connsiteX1626" fmla="*/ 201885 w 288016"/>
                <a:gd name="connsiteY1626" fmla="*/ 229069 h 524359"/>
                <a:gd name="connsiteX1627" fmla="*/ 198647 w 288016"/>
                <a:gd name="connsiteY1627" fmla="*/ 217877 h 524359"/>
                <a:gd name="connsiteX1628" fmla="*/ 197028 w 288016"/>
                <a:gd name="connsiteY1628" fmla="*/ 220861 h 524359"/>
                <a:gd name="connsiteX1629" fmla="*/ 195004 w 288016"/>
                <a:gd name="connsiteY1629" fmla="*/ 226084 h 524359"/>
                <a:gd name="connsiteX1630" fmla="*/ 194600 w 288016"/>
                <a:gd name="connsiteY1630" fmla="*/ 224592 h 524359"/>
                <a:gd name="connsiteX1631" fmla="*/ 193385 w 288016"/>
                <a:gd name="connsiteY1631" fmla="*/ 220115 h 524359"/>
                <a:gd name="connsiteX1632" fmla="*/ 193385 w 288016"/>
                <a:gd name="connsiteY1632" fmla="*/ 216384 h 524359"/>
                <a:gd name="connsiteX1633" fmla="*/ 194600 w 288016"/>
                <a:gd name="connsiteY1633" fmla="*/ 212654 h 524359"/>
                <a:gd name="connsiteX1634" fmla="*/ 197028 w 288016"/>
                <a:gd name="connsiteY1634" fmla="*/ 205192 h 524359"/>
                <a:gd name="connsiteX1635" fmla="*/ 197433 w 288016"/>
                <a:gd name="connsiteY1635" fmla="*/ 203700 h 524359"/>
                <a:gd name="connsiteX1636" fmla="*/ 197837 w 288016"/>
                <a:gd name="connsiteY1636" fmla="*/ 204446 h 524359"/>
                <a:gd name="connsiteX1637" fmla="*/ 198647 w 288016"/>
                <a:gd name="connsiteY1637" fmla="*/ 206684 h 524359"/>
                <a:gd name="connsiteX1638" fmla="*/ 198647 w 288016"/>
                <a:gd name="connsiteY1638" fmla="*/ 217877 h 524359"/>
                <a:gd name="connsiteX1639" fmla="*/ 188933 w 288016"/>
                <a:gd name="connsiteY1639" fmla="*/ 202207 h 524359"/>
                <a:gd name="connsiteX1640" fmla="*/ 186100 w 288016"/>
                <a:gd name="connsiteY1640" fmla="*/ 195492 h 524359"/>
                <a:gd name="connsiteX1641" fmla="*/ 186100 w 288016"/>
                <a:gd name="connsiteY1641" fmla="*/ 193254 h 524359"/>
                <a:gd name="connsiteX1642" fmla="*/ 187719 w 288016"/>
                <a:gd name="connsiteY1642" fmla="*/ 180569 h 524359"/>
                <a:gd name="connsiteX1643" fmla="*/ 188124 w 288016"/>
                <a:gd name="connsiteY1643" fmla="*/ 181315 h 524359"/>
                <a:gd name="connsiteX1644" fmla="*/ 188529 w 288016"/>
                <a:gd name="connsiteY1644" fmla="*/ 182061 h 524359"/>
                <a:gd name="connsiteX1645" fmla="*/ 190552 w 288016"/>
                <a:gd name="connsiteY1645" fmla="*/ 186538 h 524359"/>
                <a:gd name="connsiteX1646" fmla="*/ 190552 w 288016"/>
                <a:gd name="connsiteY1646" fmla="*/ 195492 h 524359"/>
                <a:gd name="connsiteX1647" fmla="*/ 188933 w 288016"/>
                <a:gd name="connsiteY1647" fmla="*/ 202207 h 524359"/>
                <a:gd name="connsiteX1648" fmla="*/ 184886 w 288016"/>
                <a:gd name="connsiteY1648" fmla="*/ 173854 h 524359"/>
                <a:gd name="connsiteX1649" fmla="*/ 186505 w 288016"/>
                <a:gd name="connsiteY1649" fmla="*/ 179077 h 524359"/>
                <a:gd name="connsiteX1650" fmla="*/ 186505 w 288016"/>
                <a:gd name="connsiteY1650" fmla="*/ 182061 h 524359"/>
                <a:gd name="connsiteX1651" fmla="*/ 184886 w 288016"/>
                <a:gd name="connsiteY1651" fmla="*/ 189523 h 524359"/>
                <a:gd name="connsiteX1652" fmla="*/ 184481 w 288016"/>
                <a:gd name="connsiteY1652" fmla="*/ 192507 h 524359"/>
                <a:gd name="connsiteX1653" fmla="*/ 181243 w 288016"/>
                <a:gd name="connsiteY1653" fmla="*/ 185046 h 524359"/>
                <a:gd name="connsiteX1654" fmla="*/ 182053 w 288016"/>
                <a:gd name="connsiteY1654" fmla="*/ 170123 h 524359"/>
                <a:gd name="connsiteX1655" fmla="*/ 182458 w 288016"/>
                <a:gd name="connsiteY1655" fmla="*/ 170869 h 524359"/>
                <a:gd name="connsiteX1656" fmla="*/ 184886 w 288016"/>
                <a:gd name="connsiteY1656" fmla="*/ 173854 h 524359"/>
                <a:gd name="connsiteX1657" fmla="*/ 111225 w 288016"/>
                <a:gd name="connsiteY1657" fmla="*/ 346215 h 524359"/>
                <a:gd name="connsiteX1658" fmla="*/ 113653 w 288016"/>
                <a:gd name="connsiteY1658" fmla="*/ 349200 h 524359"/>
                <a:gd name="connsiteX1659" fmla="*/ 115272 w 288016"/>
                <a:gd name="connsiteY1659" fmla="*/ 352184 h 524359"/>
                <a:gd name="connsiteX1660" fmla="*/ 116082 w 288016"/>
                <a:gd name="connsiteY1660" fmla="*/ 366361 h 524359"/>
                <a:gd name="connsiteX1661" fmla="*/ 115677 w 288016"/>
                <a:gd name="connsiteY1661" fmla="*/ 366361 h 524359"/>
                <a:gd name="connsiteX1662" fmla="*/ 113248 w 288016"/>
                <a:gd name="connsiteY1662" fmla="*/ 364869 h 524359"/>
                <a:gd name="connsiteX1663" fmla="*/ 111225 w 288016"/>
                <a:gd name="connsiteY1663" fmla="*/ 346215 h 524359"/>
                <a:gd name="connsiteX1664" fmla="*/ 109606 w 288016"/>
                <a:gd name="connsiteY1664" fmla="*/ 360392 h 524359"/>
                <a:gd name="connsiteX1665" fmla="*/ 109201 w 288016"/>
                <a:gd name="connsiteY1665" fmla="*/ 359646 h 524359"/>
                <a:gd name="connsiteX1666" fmla="*/ 107178 w 288016"/>
                <a:gd name="connsiteY1666" fmla="*/ 357407 h 524359"/>
                <a:gd name="connsiteX1667" fmla="*/ 105963 w 288016"/>
                <a:gd name="connsiteY1667" fmla="*/ 338753 h 524359"/>
                <a:gd name="connsiteX1668" fmla="*/ 107178 w 288016"/>
                <a:gd name="connsiteY1668" fmla="*/ 339500 h 524359"/>
                <a:gd name="connsiteX1669" fmla="*/ 109606 w 288016"/>
                <a:gd name="connsiteY1669" fmla="*/ 344723 h 524359"/>
                <a:gd name="connsiteX1670" fmla="*/ 109606 w 288016"/>
                <a:gd name="connsiteY1670" fmla="*/ 360392 h 524359"/>
                <a:gd name="connsiteX1671" fmla="*/ 65490 w 288016"/>
                <a:gd name="connsiteY1671" fmla="*/ 411876 h 524359"/>
                <a:gd name="connsiteX1672" fmla="*/ 62252 w 288016"/>
                <a:gd name="connsiteY1672" fmla="*/ 408892 h 524359"/>
                <a:gd name="connsiteX1673" fmla="*/ 59014 w 288016"/>
                <a:gd name="connsiteY1673" fmla="*/ 404415 h 524359"/>
                <a:gd name="connsiteX1674" fmla="*/ 58610 w 288016"/>
                <a:gd name="connsiteY1674" fmla="*/ 403669 h 524359"/>
                <a:gd name="connsiteX1675" fmla="*/ 58205 w 288016"/>
                <a:gd name="connsiteY1675" fmla="*/ 402923 h 524359"/>
                <a:gd name="connsiteX1676" fmla="*/ 57396 w 288016"/>
                <a:gd name="connsiteY1676" fmla="*/ 402176 h 524359"/>
                <a:gd name="connsiteX1677" fmla="*/ 58205 w 288016"/>
                <a:gd name="connsiteY1677" fmla="*/ 400684 h 524359"/>
                <a:gd name="connsiteX1678" fmla="*/ 59014 w 288016"/>
                <a:gd name="connsiteY1678" fmla="*/ 399192 h 524359"/>
                <a:gd name="connsiteX1679" fmla="*/ 62252 w 288016"/>
                <a:gd name="connsiteY1679" fmla="*/ 396207 h 524359"/>
                <a:gd name="connsiteX1680" fmla="*/ 63466 w 288016"/>
                <a:gd name="connsiteY1680" fmla="*/ 396953 h 524359"/>
                <a:gd name="connsiteX1681" fmla="*/ 65490 w 288016"/>
                <a:gd name="connsiteY1681" fmla="*/ 399938 h 524359"/>
                <a:gd name="connsiteX1682" fmla="*/ 65895 w 288016"/>
                <a:gd name="connsiteY1682" fmla="*/ 400684 h 524359"/>
                <a:gd name="connsiteX1683" fmla="*/ 66704 w 288016"/>
                <a:gd name="connsiteY1683" fmla="*/ 401430 h 524359"/>
                <a:gd name="connsiteX1684" fmla="*/ 70347 w 288016"/>
                <a:gd name="connsiteY1684" fmla="*/ 405907 h 524359"/>
                <a:gd name="connsiteX1685" fmla="*/ 70752 w 288016"/>
                <a:gd name="connsiteY1685" fmla="*/ 405907 h 524359"/>
                <a:gd name="connsiteX1686" fmla="*/ 70347 w 288016"/>
                <a:gd name="connsiteY1686" fmla="*/ 406653 h 524359"/>
                <a:gd name="connsiteX1687" fmla="*/ 66704 w 288016"/>
                <a:gd name="connsiteY1687" fmla="*/ 411876 h 524359"/>
                <a:gd name="connsiteX1688" fmla="*/ 65490 w 288016"/>
                <a:gd name="connsiteY1688" fmla="*/ 411876 h 524359"/>
                <a:gd name="connsiteX1689" fmla="*/ 66300 w 288016"/>
                <a:gd name="connsiteY1689" fmla="*/ 415607 h 524359"/>
                <a:gd name="connsiteX1690" fmla="*/ 65895 w 288016"/>
                <a:gd name="connsiteY1690" fmla="*/ 416353 h 524359"/>
                <a:gd name="connsiteX1691" fmla="*/ 62657 w 288016"/>
                <a:gd name="connsiteY1691" fmla="*/ 421576 h 524359"/>
                <a:gd name="connsiteX1692" fmla="*/ 59419 w 288016"/>
                <a:gd name="connsiteY1692" fmla="*/ 420830 h 524359"/>
                <a:gd name="connsiteX1693" fmla="*/ 58610 w 288016"/>
                <a:gd name="connsiteY1693" fmla="*/ 420084 h 524359"/>
                <a:gd name="connsiteX1694" fmla="*/ 56586 w 288016"/>
                <a:gd name="connsiteY1694" fmla="*/ 417100 h 524359"/>
                <a:gd name="connsiteX1695" fmla="*/ 54967 w 288016"/>
                <a:gd name="connsiteY1695" fmla="*/ 414115 h 524359"/>
                <a:gd name="connsiteX1696" fmla="*/ 54158 w 288016"/>
                <a:gd name="connsiteY1696" fmla="*/ 413369 h 524359"/>
                <a:gd name="connsiteX1697" fmla="*/ 52539 w 288016"/>
                <a:gd name="connsiteY1697" fmla="*/ 412623 h 524359"/>
                <a:gd name="connsiteX1698" fmla="*/ 55372 w 288016"/>
                <a:gd name="connsiteY1698" fmla="*/ 407400 h 524359"/>
                <a:gd name="connsiteX1699" fmla="*/ 56991 w 288016"/>
                <a:gd name="connsiteY1699" fmla="*/ 405907 h 524359"/>
                <a:gd name="connsiteX1700" fmla="*/ 57800 w 288016"/>
                <a:gd name="connsiteY1700" fmla="*/ 405907 h 524359"/>
                <a:gd name="connsiteX1701" fmla="*/ 58610 w 288016"/>
                <a:gd name="connsiteY1701" fmla="*/ 406653 h 524359"/>
                <a:gd name="connsiteX1702" fmla="*/ 59014 w 288016"/>
                <a:gd name="connsiteY1702" fmla="*/ 406653 h 524359"/>
                <a:gd name="connsiteX1703" fmla="*/ 59824 w 288016"/>
                <a:gd name="connsiteY1703" fmla="*/ 407400 h 524359"/>
                <a:gd name="connsiteX1704" fmla="*/ 61443 w 288016"/>
                <a:gd name="connsiteY1704" fmla="*/ 410384 h 524359"/>
                <a:gd name="connsiteX1705" fmla="*/ 63062 w 288016"/>
                <a:gd name="connsiteY1705" fmla="*/ 411876 h 524359"/>
                <a:gd name="connsiteX1706" fmla="*/ 66300 w 288016"/>
                <a:gd name="connsiteY1706" fmla="*/ 414861 h 524359"/>
                <a:gd name="connsiteX1707" fmla="*/ 70752 w 288016"/>
                <a:gd name="connsiteY1707" fmla="*/ 402176 h 524359"/>
                <a:gd name="connsiteX1708" fmla="*/ 67109 w 288016"/>
                <a:gd name="connsiteY1708" fmla="*/ 397700 h 524359"/>
                <a:gd name="connsiteX1709" fmla="*/ 65490 w 288016"/>
                <a:gd name="connsiteY1709" fmla="*/ 395461 h 524359"/>
                <a:gd name="connsiteX1710" fmla="*/ 63871 w 288016"/>
                <a:gd name="connsiteY1710" fmla="*/ 393969 h 524359"/>
                <a:gd name="connsiteX1711" fmla="*/ 62252 w 288016"/>
                <a:gd name="connsiteY1711" fmla="*/ 393223 h 524359"/>
                <a:gd name="connsiteX1712" fmla="*/ 65085 w 288016"/>
                <a:gd name="connsiteY1712" fmla="*/ 387253 h 524359"/>
                <a:gd name="connsiteX1713" fmla="*/ 66704 w 288016"/>
                <a:gd name="connsiteY1713" fmla="*/ 386507 h 524359"/>
                <a:gd name="connsiteX1714" fmla="*/ 67109 w 288016"/>
                <a:gd name="connsiteY1714" fmla="*/ 386507 h 524359"/>
                <a:gd name="connsiteX1715" fmla="*/ 68323 w 288016"/>
                <a:gd name="connsiteY1715" fmla="*/ 387253 h 524359"/>
                <a:gd name="connsiteX1716" fmla="*/ 70347 w 288016"/>
                <a:gd name="connsiteY1716" fmla="*/ 390238 h 524359"/>
                <a:gd name="connsiteX1717" fmla="*/ 71156 w 288016"/>
                <a:gd name="connsiteY1717" fmla="*/ 390984 h 524359"/>
                <a:gd name="connsiteX1718" fmla="*/ 72775 w 288016"/>
                <a:gd name="connsiteY1718" fmla="*/ 393969 h 524359"/>
                <a:gd name="connsiteX1719" fmla="*/ 76013 w 288016"/>
                <a:gd name="connsiteY1719" fmla="*/ 396953 h 524359"/>
                <a:gd name="connsiteX1720" fmla="*/ 72775 w 288016"/>
                <a:gd name="connsiteY1720" fmla="*/ 402176 h 524359"/>
                <a:gd name="connsiteX1721" fmla="*/ 70752 w 288016"/>
                <a:gd name="connsiteY1721" fmla="*/ 402176 h 524359"/>
                <a:gd name="connsiteX1722" fmla="*/ 73585 w 288016"/>
                <a:gd name="connsiteY1722" fmla="*/ 390238 h 524359"/>
                <a:gd name="connsiteX1723" fmla="*/ 70752 w 288016"/>
                <a:gd name="connsiteY1723" fmla="*/ 386507 h 524359"/>
                <a:gd name="connsiteX1724" fmla="*/ 69133 w 288016"/>
                <a:gd name="connsiteY1724" fmla="*/ 385015 h 524359"/>
                <a:gd name="connsiteX1725" fmla="*/ 67514 w 288016"/>
                <a:gd name="connsiteY1725" fmla="*/ 384269 h 524359"/>
                <a:gd name="connsiteX1726" fmla="*/ 70347 w 288016"/>
                <a:gd name="connsiteY1726" fmla="*/ 378300 h 524359"/>
                <a:gd name="connsiteX1727" fmla="*/ 72371 w 288016"/>
                <a:gd name="connsiteY1727" fmla="*/ 377553 h 524359"/>
                <a:gd name="connsiteX1728" fmla="*/ 72775 w 288016"/>
                <a:gd name="connsiteY1728" fmla="*/ 378300 h 524359"/>
                <a:gd name="connsiteX1729" fmla="*/ 73180 w 288016"/>
                <a:gd name="connsiteY1729" fmla="*/ 379046 h 524359"/>
                <a:gd name="connsiteX1730" fmla="*/ 76013 w 288016"/>
                <a:gd name="connsiteY1730" fmla="*/ 382030 h 524359"/>
                <a:gd name="connsiteX1731" fmla="*/ 76418 w 288016"/>
                <a:gd name="connsiteY1731" fmla="*/ 382776 h 524359"/>
                <a:gd name="connsiteX1732" fmla="*/ 80060 w 288016"/>
                <a:gd name="connsiteY1732" fmla="*/ 386507 h 524359"/>
                <a:gd name="connsiteX1733" fmla="*/ 80465 w 288016"/>
                <a:gd name="connsiteY1733" fmla="*/ 386507 h 524359"/>
                <a:gd name="connsiteX1734" fmla="*/ 80870 w 288016"/>
                <a:gd name="connsiteY1734" fmla="*/ 387253 h 524359"/>
                <a:gd name="connsiteX1735" fmla="*/ 80465 w 288016"/>
                <a:gd name="connsiteY1735" fmla="*/ 388746 h 524359"/>
                <a:gd name="connsiteX1736" fmla="*/ 80060 w 288016"/>
                <a:gd name="connsiteY1736" fmla="*/ 388746 h 524359"/>
                <a:gd name="connsiteX1737" fmla="*/ 76418 w 288016"/>
                <a:gd name="connsiteY1737" fmla="*/ 393223 h 524359"/>
                <a:gd name="connsiteX1738" fmla="*/ 73585 w 288016"/>
                <a:gd name="connsiteY1738" fmla="*/ 390238 h 524359"/>
                <a:gd name="connsiteX1739" fmla="*/ 81275 w 288016"/>
                <a:gd name="connsiteY1739" fmla="*/ 382776 h 524359"/>
                <a:gd name="connsiteX1740" fmla="*/ 77632 w 288016"/>
                <a:gd name="connsiteY1740" fmla="*/ 377553 h 524359"/>
                <a:gd name="connsiteX1741" fmla="*/ 74799 w 288016"/>
                <a:gd name="connsiteY1741" fmla="*/ 374569 h 524359"/>
                <a:gd name="connsiteX1742" fmla="*/ 73585 w 288016"/>
                <a:gd name="connsiteY1742" fmla="*/ 373823 h 524359"/>
                <a:gd name="connsiteX1743" fmla="*/ 73180 w 288016"/>
                <a:gd name="connsiteY1743" fmla="*/ 373823 h 524359"/>
                <a:gd name="connsiteX1744" fmla="*/ 73585 w 288016"/>
                <a:gd name="connsiteY1744" fmla="*/ 373076 h 524359"/>
                <a:gd name="connsiteX1745" fmla="*/ 77632 w 288016"/>
                <a:gd name="connsiteY1745" fmla="*/ 367853 h 524359"/>
                <a:gd name="connsiteX1746" fmla="*/ 81275 w 288016"/>
                <a:gd name="connsiteY1746" fmla="*/ 370838 h 524359"/>
                <a:gd name="connsiteX1747" fmla="*/ 81679 w 288016"/>
                <a:gd name="connsiteY1747" fmla="*/ 371584 h 524359"/>
                <a:gd name="connsiteX1748" fmla="*/ 82489 w 288016"/>
                <a:gd name="connsiteY1748" fmla="*/ 372330 h 524359"/>
                <a:gd name="connsiteX1749" fmla="*/ 82894 w 288016"/>
                <a:gd name="connsiteY1749" fmla="*/ 373076 h 524359"/>
                <a:gd name="connsiteX1750" fmla="*/ 87346 w 288016"/>
                <a:gd name="connsiteY1750" fmla="*/ 377553 h 524359"/>
                <a:gd name="connsiteX1751" fmla="*/ 82894 w 288016"/>
                <a:gd name="connsiteY1751" fmla="*/ 383523 h 524359"/>
                <a:gd name="connsiteX1752" fmla="*/ 81275 w 288016"/>
                <a:gd name="connsiteY1752" fmla="*/ 382776 h 524359"/>
                <a:gd name="connsiteX1753" fmla="*/ 82894 w 288016"/>
                <a:gd name="connsiteY1753" fmla="*/ 368600 h 524359"/>
                <a:gd name="connsiteX1754" fmla="*/ 81275 w 288016"/>
                <a:gd name="connsiteY1754" fmla="*/ 366361 h 524359"/>
                <a:gd name="connsiteX1755" fmla="*/ 80870 w 288016"/>
                <a:gd name="connsiteY1755" fmla="*/ 366361 h 524359"/>
                <a:gd name="connsiteX1756" fmla="*/ 79251 w 288016"/>
                <a:gd name="connsiteY1756" fmla="*/ 364869 h 524359"/>
                <a:gd name="connsiteX1757" fmla="*/ 78037 w 288016"/>
                <a:gd name="connsiteY1757" fmla="*/ 364123 h 524359"/>
                <a:gd name="connsiteX1758" fmla="*/ 80870 w 288016"/>
                <a:gd name="connsiteY1758" fmla="*/ 358900 h 524359"/>
                <a:gd name="connsiteX1759" fmla="*/ 81275 w 288016"/>
                <a:gd name="connsiteY1759" fmla="*/ 358900 h 524359"/>
                <a:gd name="connsiteX1760" fmla="*/ 82894 w 288016"/>
                <a:gd name="connsiteY1760" fmla="*/ 357407 h 524359"/>
                <a:gd name="connsiteX1761" fmla="*/ 87750 w 288016"/>
                <a:gd name="connsiteY1761" fmla="*/ 362630 h 524359"/>
                <a:gd name="connsiteX1762" fmla="*/ 88155 w 288016"/>
                <a:gd name="connsiteY1762" fmla="*/ 363376 h 524359"/>
                <a:gd name="connsiteX1763" fmla="*/ 88560 w 288016"/>
                <a:gd name="connsiteY1763" fmla="*/ 364123 h 524359"/>
                <a:gd name="connsiteX1764" fmla="*/ 88965 w 288016"/>
                <a:gd name="connsiteY1764" fmla="*/ 364869 h 524359"/>
                <a:gd name="connsiteX1765" fmla="*/ 90583 w 288016"/>
                <a:gd name="connsiteY1765" fmla="*/ 367107 h 524359"/>
                <a:gd name="connsiteX1766" fmla="*/ 91393 w 288016"/>
                <a:gd name="connsiteY1766" fmla="*/ 367853 h 524359"/>
                <a:gd name="connsiteX1767" fmla="*/ 92607 w 288016"/>
                <a:gd name="connsiteY1767" fmla="*/ 368600 h 524359"/>
                <a:gd name="connsiteX1768" fmla="*/ 91393 w 288016"/>
                <a:gd name="connsiteY1768" fmla="*/ 370838 h 524359"/>
                <a:gd name="connsiteX1769" fmla="*/ 90583 w 288016"/>
                <a:gd name="connsiteY1769" fmla="*/ 372330 h 524359"/>
                <a:gd name="connsiteX1770" fmla="*/ 88965 w 288016"/>
                <a:gd name="connsiteY1770" fmla="*/ 374569 h 524359"/>
                <a:gd name="connsiteX1771" fmla="*/ 88155 w 288016"/>
                <a:gd name="connsiteY1771" fmla="*/ 374569 h 524359"/>
                <a:gd name="connsiteX1772" fmla="*/ 82894 w 288016"/>
                <a:gd name="connsiteY1772" fmla="*/ 368600 h 524359"/>
                <a:gd name="connsiteX1773" fmla="*/ 91393 w 288016"/>
                <a:gd name="connsiteY1773" fmla="*/ 363376 h 524359"/>
                <a:gd name="connsiteX1774" fmla="*/ 90583 w 288016"/>
                <a:gd name="connsiteY1774" fmla="*/ 362630 h 524359"/>
                <a:gd name="connsiteX1775" fmla="*/ 88965 w 288016"/>
                <a:gd name="connsiteY1775" fmla="*/ 360392 h 524359"/>
                <a:gd name="connsiteX1776" fmla="*/ 88560 w 288016"/>
                <a:gd name="connsiteY1776" fmla="*/ 359646 h 524359"/>
                <a:gd name="connsiteX1777" fmla="*/ 88155 w 288016"/>
                <a:gd name="connsiteY1777" fmla="*/ 358900 h 524359"/>
                <a:gd name="connsiteX1778" fmla="*/ 85322 w 288016"/>
                <a:gd name="connsiteY1778" fmla="*/ 355915 h 524359"/>
                <a:gd name="connsiteX1779" fmla="*/ 84108 w 288016"/>
                <a:gd name="connsiteY1779" fmla="*/ 355169 h 524359"/>
                <a:gd name="connsiteX1780" fmla="*/ 88155 w 288016"/>
                <a:gd name="connsiteY1780" fmla="*/ 348453 h 524359"/>
                <a:gd name="connsiteX1781" fmla="*/ 88560 w 288016"/>
                <a:gd name="connsiteY1781" fmla="*/ 347707 h 524359"/>
                <a:gd name="connsiteX1782" fmla="*/ 88965 w 288016"/>
                <a:gd name="connsiteY1782" fmla="*/ 347707 h 524359"/>
                <a:gd name="connsiteX1783" fmla="*/ 90583 w 288016"/>
                <a:gd name="connsiteY1783" fmla="*/ 349200 h 524359"/>
                <a:gd name="connsiteX1784" fmla="*/ 91393 w 288016"/>
                <a:gd name="connsiteY1784" fmla="*/ 349946 h 524359"/>
                <a:gd name="connsiteX1785" fmla="*/ 93012 w 288016"/>
                <a:gd name="connsiteY1785" fmla="*/ 352184 h 524359"/>
                <a:gd name="connsiteX1786" fmla="*/ 95036 w 288016"/>
                <a:gd name="connsiteY1786" fmla="*/ 355169 h 524359"/>
                <a:gd name="connsiteX1787" fmla="*/ 97869 w 288016"/>
                <a:gd name="connsiteY1787" fmla="*/ 357407 h 524359"/>
                <a:gd name="connsiteX1788" fmla="*/ 95036 w 288016"/>
                <a:gd name="connsiteY1788" fmla="*/ 362630 h 524359"/>
                <a:gd name="connsiteX1789" fmla="*/ 91393 w 288016"/>
                <a:gd name="connsiteY1789" fmla="*/ 363376 h 524359"/>
                <a:gd name="connsiteX1790" fmla="*/ 94631 w 288016"/>
                <a:gd name="connsiteY1790" fmla="*/ 350692 h 524359"/>
                <a:gd name="connsiteX1791" fmla="*/ 90988 w 288016"/>
                <a:gd name="connsiteY1791" fmla="*/ 346215 h 524359"/>
                <a:gd name="connsiteX1792" fmla="*/ 90179 w 288016"/>
                <a:gd name="connsiteY1792" fmla="*/ 345469 h 524359"/>
                <a:gd name="connsiteX1793" fmla="*/ 88560 w 288016"/>
                <a:gd name="connsiteY1793" fmla="*/ 344723 h 524359"/>
                <a:gd name="connsiteX1794" fmla="*/ 90179 w 288016"/>
                <a:gd name="connsiteY1794" fmla="*/ 341738 h 524359"/>
                <a:gd name="connsiteX1795" fmla="*/ 90988 w 288016"/>
                <a:gd name="connsiteY1795" fmla="*/ 340246 h 524359"/>
                <a:gd name="connsiteX1796" fmla="*/ 92607 w 288016"/>
                <a:gd name="connsiteY1796" fmla="*/ 338007 h 524359"/>
                <a:gd name="connsiteX1797" fmla="*/ 94226 w 288016"/>
                <a:gd name="connsiteY1797" fmla="*/ 341738 h 524359"/>
                <a:gd name="connsiteX1798" fmla="*/ 95845 w 288016"/>
                <a:gd name="connsiteY1798" fmla="*/ 344723 h 524359"/>
                <a:gd name="connsiteX1799" fmla="*/ 97464 w 288016"/>
                <a:gd name="connsiteY1799" fmla="*/ 346961 h 524359"/>
                <a:gd name="connsiteX1800" fmla="*/ 98678 w 288016"/>
                <a:gd name="connsiteY1800" fmla="*/ 349946 h 524359"/>
                <a:gd name="connsiteX1801" fmla="*/ 100297 w 288016"/>
                <a:gd name="connsiteY1801" fmla="*/ 352184 h 524359"/>
                <a:gd name="connsiteX1802" fmla="*/ 100702 w 288016"/>
                <a:gd name="connsiteY1802" fmla="*/ 352930 h 524359"/>
                <a:gd name="connsiteX1803" fmla="*/ 100297 w 288016"/>
                <a:gd name="connsiteY1803" fmla="*/ 353677 h 524359"/>
                <a:gd name="connsiteX1804" fmla="*/ 98678 w 288016"/>
                <a:gd name="connsiteY1804" fmla="*/ 354423 h 524359"/>
                <a:gd name="connsiteX1805" fmla="*/ 94631 w 288016"/>
                <a:gd name="connsiteY1805" fmla="*/ 350692 h 524359"/>
                <a:gd name="connsiteX1806" fmla="*/ 80870 w 288016"/>
                <a:gd name="connsiteY1806" fmla="*/ 289507 h 524359"/>
                <a:gd name="connsiteX1807" fmla="*/ 80870 w 288016"/>
                <a:gd name="connsiteY1807" fmla="*/ 279807 h 524359"/>
                <a:gd name="connsiteX1808" fmla="*/ 81275 w 288016"/>
                <a:gd name="connsiteY1808" fmla="*/ 279061 h 524359"/>
                <a:gd name="connsiteX1809" fmla="*/ 82894 w 288016"/>
                <a:gd name="connsiteY1809" fmla="*/ 276077 h 524359"/>
                <a:gd name="connsiteX1810" fmla="*/ 86941 w 288016"/>
                <a:gd name="connsiteY1810" fmla="*/ 270854 h 524359"/>
                <a:gd name="connsiteX1811" fmla="*/ 86941 w 288016"/>
                <a:gd name="connsiteY1811" fmla="*/ 279807 h 524359"/>
                <a:gd name="connsiteX1812" fmla="*/ 82894 w 288016"/>
                <a:gd name="connsiteY1812" fmla="*/ 288015 h 524359"/>
                <a:gd name="connsiteX1813" fmla="*/ 81679 w 288016"/>
                <a:gd name="connsiteY1813" fmla="*/ 291746 h 524359"/>
                <a:gd name="connsiteX1814" fmla="*/ 81275 w 288016"/>
                <a:gd name="connsiteY1814" fmla="*/ 291000 h 524359"/>
                <a:gd name="connsiteX1815" fmla="*/ 80870 w 288016"/>
                <a:gd name="connsiteY1815" fmla="*/ 289507 h 524359"/>
                <a:gd name="connsiteX1816" fmla="*/ 80870 w 288016"/>
                <a:gd name="connsiteY1816" fmla="*/ 289507 h 524359"/>
                <a:gd name="connsiteX1817" fmla="*/ 80870 w 288016"/>
                <a:gd name="connsiteY1817" fmla="*/ 263392 h 524359"/>
                <a:gd name="connsiteX1818" fmla="*/ 82489 w 288016"/>
                <a:gd name="connsiteY1818" fmla="*/ 261154 h 524359"/>
                <a:gd name="connsiteX1819" fmla="*/ 86131 w 288016"/>
                <a:gd name="connsiteY1819" fmla="*/ 257423 h 524359"/>
                <a:gd name="connsiteX1820" fmla="*/ 85727 w 288016"/>
                <a:gd name="connsiteY1820" fmla="*/ 267123 h 524359"/>
                <a:gd name="connsiteX1821" fmla="*/ 82489 w 288016"/>
                <a:gd name="connsiteY1821" fmla="*/ 272346 h 524359"/>
                <a:gd name="connsiteX1822" fmla="*/ 80870 w 288016"/>
                <a:gd name="connsiteY1822" fmla="*/ 274584 h 524359"/>
                <a:gd name="connsiteX1823" fmla="*/ 80465 w 288016"/>
                <a:gd name="connsiteY1823" fmla="*/ 275330 h 524359"/>
                <a:gd name="connsiteX1824" fmla="*/ 79251 w 288016"/>
                <a:gd name="connsiteY1824" fmla="*/ 277569 h 524359"/>
                <a:gd name="connsiteX1825" fmla="*/ 79251 w 288016"/>
                <a:gd name="connsiteY1825" fmla="*/ 276823 h 524359"/>
                <a:gd name="connsiteX1826" fmla="*/ 80870 w 288016"/>
                <a:gd name="connsiteY1826" fmla="*/ 263392 h 524359"/>
                <a:gd name="connsiteX1827" fmla="*/ 80870 w 288016"/>
                <a:gd name="connsiteY1827" fmla="*/ 249961 h 524359"/>
                <a:gd name="connsiteX1828" fmla="*/ 82489 w 288016"/>
                <a:gd name="connsiteY1828" fmla="*/ 248469 h 524359"/>
                <a:gd name="connsiteX1829" fmla="*/ 86941 w 288016"/>
                <a:gd name="connsiteY1829" fmla="*/ 245484 h 524359"/>
                <a:gd name="connsiteX1830" fmla="*/ 85727 w 288016"/>
                <a:gd name="connsiteY1830" fmla="*/ 254438 h 524359"/>
                <a:gd name="connsiteX1831" fmla="*/ 82489 w 288016"/>
                <a:gd name="connsiteY1831" fmla="*/ 258915 h 524359"/>
                <a:gd name="connsiteX1832" fmla="*/ 80870 w 288016"/>
                <a:gd name="connsiteY1832" fmla="*/ 260407 h 524359"/>
                <a:gd name="connsiteX1833" fmla="*/ 80465 w 288016"/>
                <a:gd name="connsiteY1833" fmla="*/ 260407 h 524359"/>
                <a:gd name="connsiteX1834" fmla="*/ 78846 w 288016"/>
                <a:gd name="connsiteY1834" fmla="*/ 263392 h 524359"/>
                <a:gd name="connsiteX1835" fmla="*/ 78846 w 288016"/>
                <a:gd name="connsiteY1835" fmla="*/ 261900 h 524359"/>
                <a:gd name="connsiteX1836" fmla="*/ 80870 w 288016"/>
                <a:gd name="connsiteY1836" fmla="*/ 249961 h 524359"/>
                <a:gd name="connsiteX1837" fmla="*/ 65490 w 288016"/>
                <a:gd name="connsiteY1837" fmla="*/ 128338 h 524359"/>
                <a:gd name="connsiteX1838" fmla="*/ 67109 w 288016"/>
                <a:gd name="connsiteY1838" fmla="*/ 124607 h 524359"/>
                <a:gd name="connsiteX1839" fmla="*/ 67514 w 288016"/>
                <a:gd name="connsiteY1839" fmla="*/ 122369 h 524359"/>
                <a:gd name="connsiteX1840" fmla="*/ 67919 w 288016"/>
                <a:gd name="connsiteY1840" fmla="*/ 122369 h 524359"/>
                <a:gd name="connsiteX1841" fmla="*/ 70752 w 288016"/>
                <a:gd name="connsiteY1841" fmla="*/ 113415 h 524359"/>
                <a:gd name="connsiteX1842" fmla="*/ 71156 w 288016"/>
                <a:gd name="connsiteY1842" fmla="*/ 114161 h 524359"/>
                <a:gd name="connsiteX1843" fmla="*/ 73989 w 288016"/>
                <a:gd name="connsiteY1843" fmla="*/ 120131 h 524359"/>
                <a:gd name="connsiteX1844" fmla="*/ 73989 w 288016"/>
                <a:gd name="connsiteY1844" fmla="*/ 125354 h 524359"/>
                <a:gd name="connsiteX1845" fmla="*/ 71156 w 288016"/>
                <a:gd name="connsiteY1845" fmla="*/ 132069 h 524359"/>
                <a:gd name="connsiteX1846" fmla="*/ 69537 w 288016"/>
                <a:gd name="connsiteY1846" fmla="*/ 136546 h 524359"/>
                <a:gd name="connsiteX1847" fmla="*/ 69133 w 288016"/>
                <a:gd name="connsiteY1847" fmla="*/ 139531 h 524359"/>
                <a:gd name="connsiteX1848" fmla="*/ 67514 w 288016"/>
                <a:gd name="connsiteY1848" fmla="*/ 136546 h 524359"/>
                <a:gd name="connsiteX1849" fmla="*/ 65895 w 288016"/>
                <a:gd name="connsiteY1849" fmla="*/ 133561 h 524359"/>
                <a:gd name="connsiteX1850" fmla="*/ 65490 w 288016"/>
                <a:gd name="connsiteY1850" fmla="*/ 128338 h 524359"/>
                <a:gd name="connsiteX1851" fmla="*/ 64276 w 288016"/>
                <a:gd name="connsiteY1851" fmla="*/ 127592 h 524359"/>
                <a:gd name="connsiteX1852" fmla="*/ 63871 w 288016"/>
                <a:gd name="connsiteY1852" fmla="*/ 129831 h 524359"/>
                <a:gd name="connsiteX1853" fmla="*/ 62657 w 288016"/>
                <a:gd name="connsiteY1853" fmla="*/ 128338 h 524359"/>
                <a:gd name="connsiteX1854" fmla="*/ 62657 w 288016"/>
                <a:gd name="connsiteY1854" fmla="*/ 113415 h 524359"/>
                <a:gd name="connsiteX1855" fmla="*/ 65490 w 288016"/>
                <a:gd name="connsiteY1855" fmla="*/ 104461 h 524359"/>
                <a:gd name="connsiteX1856" fmla="*/ 65895 w 288016"/>
                <a:gd name="connsiteY1856" fmla="*/ 105208 h 524359"/>
                <a:gd name="connsiteX1857" fmla="*/ 67514 w 288016"/>
                <a:gd name="connsiteY1857" fmla="*/ 107446 h 524359"/>
                <a:gd name="connsiteX1858" fmla="*/ 67919 w 288016"/>
                <a:gd name="connsiteY1858" fmla="*/ 120131 h 524359"/>
                <a:gd name="connsiteX1859" fmla="*/ 67514 w 288016"/>
                <a:gd name="connsiteY1859" fmla="*/ 120877 h 524359"/>
                <a:gd name="connsiteX1860" fmla="*/ 65895 w 288016"/>
                <a:gd name="connsiteY1860" fmla="*/ 123861 h 524359"/>
                <a:gd name="connsiteX1861" fmla="*/ 64276 w 288016"/>
                <a:gd name="connsiteY1861" fmla="*/ 127592 h 524359"/>
                <a:gd name="connsiteX1862" fmla="*/ 70752 w 288016"/>
                <a:gd name="connsiteY1862" fmla="*/ 138038 h 524359"/>
                <a:gd name="connsiteX1863" fmla="*/ 70752 w 288016"/>
                <a:gd name="connsiteY1863" fmla="*/ 138038 h 524359"/>
                <a:gd name="connsiteX1864" fmla="*/ 73180 w 288016"/>
                <a:gd name="connsiteY1864" fmla="*/ 132069 h 524359"/>
                <a:gd name="connsiteX1865" fmla="*/ 73585 w 288016"/>
                <a:gd name="connsiteY1865" fmla="*/ 131323 h 524359"/>
                <a:gd name="connsiteX1866" fmla="*/ 76013 w 288016"/>
                <a:gd name="connsiteY1866" fmla="*/ 123115 h 524359"/>
                <a:gd name="connsiteX1867" fmla="*/ 77632 w 288016"/>
                <a:gd name="connsiteY1867" fmla="*/ 126100 h 524359"/>
                <a:gd name="connsiteX1868" fmla="*/ 77632 w 288016"/>
                <a:gd name="connsiteY1868" fmla="*/ 138784 h 524359"/>
                <a:gd name="connsiteX1869" fmla="*/ 74799 w 288016"/>
                <a:gd name="connsiteY1869" fmla="*/ 146246 h 524359"/>
                <a:gd name="connsiteX1870" fmla="*/ 74394 w 288016"/>
                <a:gd name="connsiteY1870" fmla="*/ 149231 h 524359"/>
                <a:gd name="connsiteX1871" fmla="*/ 73585 w 288016"/>
                <a:gd name="connsiteY1871" fmla="*/ 148484 h 524359"/>
                <a:gd name="connsiteX1872" fmla="*/ 70752 w 288016"/>
                <a:gd name="connsiteY1872" fmla="*/ 143261 h 524359"/>
                <a:gd name="connsiteX1873" fmla="*/ 70347 w 288016"/>
                <a:gd name="connsiteY1873" fmla="*/ 140277 h 524359"/>
                <a:gd name="connsiteX1874" fmla="*/ 70752 w 288016"/>
                <a:gd name="connsiteY1874" fmla="*/ 138038 h 524359"/>
                <a:gd name="connsiteX1875" fmla="*/ 76013 w 288016"/>
                <a:gd name="connsiteY1875" fmla="*/ 149231 h 524359"/>
                <a:gd name="connsiteX1876" fmla="*/ 76418 w 288016"/>
                <a:gd name="connsiteY1876" fmla="*/ 146992 h 524359"/>
                <a:gd name="connsiteX1877" fmla="*/ 77632 w 288016"/>
                <a:gd name="connsiteY1877" fmla="*/ 144007 h 524359"/>
                <a:gd name="connsiteX1878" fmla="*/ 78442 w 288016"/>
                <a:gd name="connsiteY1878" fmla="*/ 142515 h 524359"/>
                <a:gd name="connsiteX1879" fmla="*/ 81275 w 288016"/>
                <a:gd name="connsiteY1879" fmla="*/ 133561 h 524359"/>
                <a:gd name="connsiteX1880" fmla="*/ 81275 w 288016"/>
                <a:gd name="connsiteY1880" fmla="*/ 132815 h 524359"/>
                <a:gd name="connsiteX1881" fmla="*/ 81679 w 288016"/>
                <a:gd name="connsiteY1881" fmla="*/ 133561 h 524359"/>
                <a:gd name="connsiteX1882" fmla="*/ 83298 w 288016"/>
                <a:gd name="connsiteY1882" fmla="*/ 135800 h 524359"/>
                <a:gd name="connsiteX1883" fmla="*/ 83298 w 288016"/>
                <a:gd name="connsiteY1883" fmla="*/ 149231 h 524359"/>
                <a:gd name="connsiteX1884" fmla="*/ 81679 w 288016"/>
                <a:gd name="connsiteY1884" fmla="*/ 152215 h 524359"/>
                <a:gd name="connsiteX1885" fmla="*/ 81275 w 288016"/>
                <a:gd name="connsiteY1885" fmla="*/ 152961 h 524359"/>
                <a:gd name="connsiteX1886" fmla="*/ 80465 w 288016"/>
                <a:gd name="connsiteY1886" fmla="*/ 155946 h 524359"/>
                <a:gd name="connsiteX1887" fmla="*/ 80060 w 288016"/>
                <a:gd name="connsiteY1887" fmla="*/ 158931 h 524359"/>
                <a:gd name="connsiteX1888" fmla="*/ 78037 w 288016"/>
                <a:gd name="connsiteY1888" fmla="*/ 155946 h 524359"/>
                <a:gd name="connsiteX1889" fmla="*/ 76013 w 288016"/>
                <a:gd name="connsiteY1889" fmla="*/ 149231 h 524359"/>
                <a:gd name="connsiteX1890" fmla="*/ 81275 w 288016"/>
                <a:gd name="connsiteY1890" fmla="*/ 158931 h 524359"/>
                <a:gd name="connsiteX1891" fmla="*/ 81679 w 288016"/>
                <a:gd name="connsiteY1891" fmla="*/ 157438 h 524359"/>
                <a:gd name="connsiteX1892" fmla="*/ 82894 w 288016"/>
                <a:gd name="connsiteY1892" fmla="*/ 154454 h 524359"/>
                <a:gd name="connsiteX1893" fmla="*/ 83703 w 288016"/>
                <a:gd name="connsiteY1893" fmla="*/ 152215 h 524359"/>
                <a:gd name="connsiteX1894" fmla="*/ 86536 w 288016"/>
                <a:gd name="connsiteY1894" fmla="*/ 142515 h 524359"/>
                <a:gd name="connsiteX1895" fmla="*/ 87750 w 288016"/>
                <a:gd name="connsiteY1895" fmla="*/ 144754 h 524359"/>
                <a:gd name="connsiteX1896" fmla="*/ 88155 w 288016"/>
                <a:gd name="connsiteY1896" fmla="*/ 145500 h 524359"/>
                <a:gd name="connsiteX1897" fmla="*/ 88560 w 288016"/>
                <a:gd name="connsiteY1897" fmla="*/ 146246 h 524359"/>
                <a:gd name="connsiteX1898" fmla="*/ 88560 w 288016"/>
                <a:gd name="connsiteY1898" fmla="*/ 156692 h 524359"/>
                <a:gd name="connsiteX1899" fmla="*/ 88155 w 288016"/>
                <a:gd name="connsiteY1899" fmla="*/ 157438 h 524359"/>
                <a:gd name="connsiteX1900" fmla="*/ 87750 w 288016"/>
                <a:gd name="connsiteY1900" fmla="*/ 158931 h 524359"/>
                <a:gd name="connsiteX1901" fmla="*/ 85322 w 288016"/>
                <a:gd name="connsiteY1901" fmla="*/ 164900 h 524359"/>
                <a:gd name="connsiteX1902" fmla="*/ 84917 w 288016"/>
                <a:gd name="connsiteY1902" fmla="*/ 167884 h 524359"/>
                <a:gd name="connsiteX1903" fmla="*/ 82894 w 288016"/>
                <a:gd name="connsiteY1903" fmla="*/ 164900 h 524359"/>
                <a:gd name="connsiteX1904" fmla="*/ 81275 w 288016"/>
                <a:gd name="connsiteY1904" fmla="*/ 161169 h 524359"/>
                <a:gd name="connsiteX1905" fmla="*/ 81275 w 288016"/>
                <a:gd name="connsiteY1905" fmla="*/ 158931 h 524359"/>
                <a:gd name="connsiteX1906" fmla="*/ 86536 w 288016"/>
                <a:gd name="connsiteY1906" fmla="*/ 168631 h 524359"/>
                <a:gd name="connsiteX1907" fmla="*/ 86941 w 288016"/>
                <a:gd name="connsiteY1907" fmla="*/ 167138 h 524359"/>
                <a:gd name="connsiteX1908" fmla="*/ 87750 w 288016"/>
                <a:gd name="connsiteY1908" fmla="*/ 164900 h 524359"/>
                <a:gd name="connsiteX1909" fmla="*/ 88155 w 288016"/>
                <a:gd name="connsiteY1909" fmla="*/ 163407 h 524359"/>
                <a:gd name="connsiteX1910" fmla="*/ 88560 w 288016"/>
                <a:gd name="connsiteY1910" fmla="*/ 162661 h 524359"/>
                <a:gd name="connsiteX1911" fmla="*/ 88965 w 288016"/>
                <a:gd name="connsiteY1911" fmla="*/ 161915 h 524359"/>
                <a:gd name="connsiteX1912" fmla="*/ 90583 w 288016"/>
                <a:gd name="connsiteY1912" fmla="*/ 158184 h 524359"/>
                <a:gd name="connsiteX1913" fmla="*/ 91393 w 288016"/>
                <a:gd name="connsiteY1913" fmla="*/ 155200 h 524359"/>
                <a:gd name="connsiteX1914" fmla="*/ 91798 w 288016"/>
                <a:gd name="connsiteY1914" fmla="*/ 152961 h 524359"/>
                <a:gd name="connsiteX1915" fmla="*/ 94631 w 288016"/>
                <a:gd name="connsiteY1915" fmla="*/ 158931 h 524359"/>
                <a:gd name="connsiteX1916" fmla="*/ 94631 w 288016"/>
                <a:gd name="connsiteY1916" fmla="*/ 164900 h 524359"/>
                <a:gd name="connsiteX1917" fmla="*/ 90988 w 288016"/>
                <a:gd name="connsiteY1917" fmla="*/ 173854 h 524359"/>
                <a:gd name="connsiteX1918" fmla="*/ 90583 w 288016"/>
                <a:gd name="connsiteY1918" fmla="*/ 176838 h 524359"/>
                <a:gd name="connsiteX1919" fmla="*/ 90179 w 288016"/>
                <a:gd name="connsiteY1919" fmla="*/ 177584 h 524359"/>
                <a:gd name="connsiteX1920" fmla="*/ 90179 w 288016"/>
                <a:gd name="connsiteY1920" fmla="*/ 178331 h 524359"/>
                <a:gd name="connsiteX1921" fmla="*/ 88560 w 288016"/>
                <a:gd name="connsiteY1921" fmla="*/ 176092 h 524359"/>
                <a:gd name="connsiteX1922" fmla="*/ 88155 w 288016"/>
                <a:gd name="connsiteY1922" fmla="*/ 175346 h 524359"/>
                <a:gd name="connsiteX1923" fmla="*/ 87750 w 288016"/>
                <a:gd name="connsiteY1923" fmla="*/ 174600 h 524359"/>
                <a:gd name="connsiteX1924" fmla="*/ 86536 w 288016"/>
                <a:gd name="connsiteY1924" fmla="*/ 168631 h 524359"/>
                <a:gd name="connsiteX1925" fmla="*/ 91798 w 288016"/>
                <a:gd name="connsiteY1925" fmla="*/ 178331 h 524359"/>
                <a:gd name="connsiteX1926" fmla="*/ 92202 w 288016"/>
                <a:gd name="connsiteY1926" fmla="*/ 176838 h 524359"/>
                <a:gd name="connsiteX1927" fmla="*/ 94226 w 288016"/>
                <a:gd name="connsiteY1927" fmla="*/ 171615 h 524359"/>
                <a:gd name="connsiteX1928" fmla="*/ 94631 w 288016"/>
                <a:gd name="connsiteY1928" fmla="*/ 170869 h 524359"/>
                <a:gd name="connsiteX1929" fmla="*/ 97059 w 288016"/>
                <a:gd name="connsiteY1929" fmla="*/ 162661 h 524359"/>
                <a:gd name="connsiteX1930" fmla="*/ 98678 w 288016"/>
                <a:gd name="connsiteY1930" fmla="*/ 165646 h 524359"/>
                <a:gd name="connsiteX1931" fmla="*/ 100297 w 288016"/>
                <a:gd name="connsiteY1931" fmla="*/ 168631 h 524359"/>
                <a:gd name="connsiteX1932" fmla="*/ 100297 w 288016"/>
                <a:gd name="connsiteY1932" fmla="*/ 170123 h 524359"/>
                <a:gd name="connsiteX1933" fmla="*/ 99083 w 288016"/>
                <a:gd name="connsiteY1933" fmla="*/ 173107 h 524359"/>
                <a:gd name="connsiteX1934" fmla="*/ 98678 w 288016"/>
                <a:gd name="connsiteY1934" fmla="*/ 173107 h 524359"/>
                <a:gd name="connsiteX1935" fmla="*/ 94631 w 288016"/>
                <a:gd name="connsiteY1935" fmla="*/ 179823 h 524359"/>
                <a:gd name="connsiteX1936" fmla="*/ 94226 w 288016"/>
                <a:gd name="connsiteY1936" fmla="*/ 180569 h 524359"/>
                <a:gd name="connsiteX1937" fmla="*/ 93417 w 288016"/>
                <a:gd name="connsiteY1937" fmla="*/ 183554 h 524359"/>
                <a:gd name="connsiteX1938" fmla="*/ 93012 w 288016"/>
                <a:gd name="connsiteY1938" fmla="*/ 184300 h 524359"/>
                <a:gd name="connsiteX1939" fmla="*/ 91798 w 288016"/>
                <a:gd name="connsiteY1939" fmla="*/ 178331 h 524359"/>
                <a:gd name="connsiteX1940" fmla="*/ 123771 w 288016"/>
                <a:gd name="connsiteY1940" fmla="*/ 157438 h 524359"/>
                <a:gd name="connsiteX1941" fmla="*/ 126200 w 288016"/>
                <a:gd name="connsiteY1941" fmla="*/ 161915 h 524359"/>
                <a:gd name="connsiteX1942" fmla="*/ 126605 w 288016"/>
                <a:gd name="connsiteY1942" fmla="*/ 162661 h 524359"/>
                <a:gd name="connsiteX1943" fmla="*/ 126200 w 288016"/>
                <a:gd name="connsiteY1943" fmla="*/ 162661 h 524359"/>
                <a:gd name="connsiteX1944" fmla="*/ 123771 w 288016"/>
                <a:gd name="connsiteY1944" fmla="*/ 164900 h 524359"/>
                <a:gd name="connsiteX1945" fmla="*/ 121748 w 288016"/>
                <a:gd name="connsiteY1945" fmla="*/ 164900 h 524359"/>
                <a:gd name="connsiteX1946" fmla="*/ 121343 w 288016"/>
                <a:gd name="connsiteY1946" fmla="*/ 164154 h 524359"/>
                <a:gd name="connsiteX1947" fmla="*/ 119724 w 288016"/>
                <a:gd name="connsiteY1947" fmla="*/ 162661 h 524359"/>
                <a:gd name="connsiteX1948" fmla="*/ 116486 w 288016"/>
                <a:gd name="connsiteY1948" fmla="*/ 158184 h 524359"/>
                <a:gd name="connsiteX1949" fmla="*/ 114867 w 288016"/>
                <a:gd name="connsiteY1949" fmla="*/ 156692 h 524359"/>
                <a:gd name="connsiteX1950" fmla="*/ 115272 w 288016"/>
                <a:gd name="connsiteY1950" fmla="*/ 155946 h 524359"/>
                <a:gd name="connsiteX1951" fmla="*/ 116082 w 288016"/>
                <a:gd name="connsiteY1951" fmla="*/ 155200 h 524359"/>
                <a:gd name="connsiteX1952" fmla="*/ 119319 w 288016"/>
                <a:gd name="connsiteY1952" fmla="*/ 153707 h 524359"/>
                <a:gd name="connsiteX1953" fmla="*/ 120938 w 288016"/>
                <a:gd name="connsiteY1953" fmla="*/ 154454 h 524359"/>
                <a:gd name="connsiteX1954" fmla="*/ 123771 w 288016"/>
                <a:gd name="connsiteY1954" fmla="*/ 157438 h 524359"/>
                <a:gd name="connsiteX1955" fmla="*/ 122153 w 288016"/>
                <a:gd name="connsiteY1955" fmla="*/ 150723 h 524359"/>
                <a:gd name="connsiteX1956" fmla="*/ 122557 w 288016"/>
                <a:gd name="connsiteY1956" fmla="*/ 149977 h 524359"/>
                <a:gd name="connsiteX1957" fmla="*/ 123771 w 288016"/>
                <a:gd name="connsiteY1957" fmla="*/ 149231 h 524359"/>
                <a:gd name="connsiteX1958" fmla="*/ 126200 w 288016"/>
                <a:gd name="connsiteY1958" fmla="*/ 148484 h 524359"/>
                <a:gd name="connsiteX1959" fmla="*/ 129033 w 288016"/>
                <a:gd name="connsiteY1959" fmla="*/ 149231 h 524359"/>
                <a:gd name="connsiteX1960" fmla="*/ 131461 w 288016"/>
                <a:gd name="connsiteY1960" fmla="*/ 153707 h 524359"/>
                <a:gd name="connsiteX1961" fmla="*/ 133080 w 288016"/>
                <a:gd name="connsiteY1961" fmla="*/ 157438 h 524359"/>
                <a:gd name="connsiteX1962" fmla="*/ 133485 w 288016"/>
                <a:gd name="connsiteY1962" fmla="*/ 158184 h 524359"/>
                <a:gd name="connsiteX1963" fmla="*/ 133080 w 288016"/>
                <a:gd name="connsiteY1963" fmla="*/ 158931 h 524359"/>
                <a:gd name="connsiteX1964" fmla="*/ 131461 w 288016"/>
                <a:gd name="connsiteY1964" fmla="*/ 159677 h 524359"/>
                <a:gd name="connsiteX1965" fmla="*/ 129033 w 288016"/>
                <a:gd name="connsiteY1965" fmla="*/ 159677 h 524359"/>
                <a:gd name="connsiteX1966" fmla="*/ 128628 w 288016"/>
                <a:gd name="connsiteY1966" fmla="*/ 158931 h 524359"/>
                <a:gd name="connsiteX1967" fmla="*/ 126200 w 288016"/>
                <a:gd name="connsiteY1967" fmla="*/ 155946 h 524359"/>
                <a:gd name="connsiteX1968" fmla="*/ 123771 w 288016"/>
                <a:gd name="connsiteY1968" fmla="*/ 151469 h 524359"/>
                <a:gd name="connsiteX1969" fmla="*/ 122153 w 288016"/>
                <a:gd name="connsiteY1969" fmla="*/ 150723 h 524359"/>
                <a:gd name="connsiteX1970" fmla="*/ 116486 w 288016"/>
                <a:gd name="connsiteY1970" fmla="*/ 161169 h 524359"/>
                <a:gd name="connsiteX1971" fmla="*/ 119724 w 288016"/>
                <a:gd name="connsiteY1971" fmla="*/ 165646 h 524359"/>
                <a:gd name="connsiteX1972" fmla="*/ 120129 w 288016"/>
                <a:gd name="connsiteY1972" fmla="*/ 166392 h 524359"/>
                <a:gd name="connsiteX1973" fmla="*/ 119724 w 288016"/>
                <a:gd name="connsiteY1973" fmla="*/ 167138 h 524359"/>
                <a:gd name="connsiteX1974" fmla="*/ 116486 w 288016"/>
                <a:gd name="connsiteY1974" fmla="*/ 170123 h 524359"/>
                <a:gd name="connsiteX1975" fmla="*/ 115677 w 288016"/>
                <a:gd name="connsiteY1975" fmla="*/ 170123 h 524359"/>
                <a:gd name="connsiteX1976" fmla="*/ 114058 w 288016"/>
                <a:gd name="connsiteY1976" fmla="*/ 169377 h 524359"/>
                <a:gd name="connsiteX1977" fmla="*/ 110011 w 288016"/>
                <a:gd name="connsiteY1977" fmla="*/ 165646 h 524359"/>
                <a:gd name="connsiteX1978" fmla="*/ 108392 w 288016"/>
                <a:gd name="connsiteY1978" fmla="*/ 164900 h 524359"/>
                <a:gd name="connsiteX1979" fmla="*/ 108796 w 288016"/>
                <a:gd name="connsiteY1979" fmla="*/ 164154 h 524359"/>
                <a:gd name="connsiteX1980" fmla="*/ 110011 w 288016"/>
                <a:gd name="connsiteY1980" fmla="*/ 162661 h 524359"/>
                <a:gd name="connsiteX1981" fmla="*/ 114058 w 288016"/>
                <a:gd name="connsiteY1981" fmla="*/ 161169 h 524359"/>
                <a:gd name="connsiteX1982" fmla="*/ 116486 w 288016"/>
                <a:gd name="connsiteY1982" fmla="*/ 161169 h 524359"/>
                <a:gd name="connsiteX1983" fmla="*/ 109606 w 288016"/>
                <a:gd name="connsiteY1983" fmla="*/ 168631 h 524359"/>
                <a:gd name="connsiteX1984" fmla="*/ 113653 w 288016"/>
                <a:gd name="connsiteY1984" fmla="*/ 172361 h 524359"/>
                <a:gd name="connsiteX1985" fmla="*/ 109606 w 288016"/>
                <a:gd name="connsiteY1985" fmla="*/ 176838 h 524359"/>
                <a:gd name="connsiteX1986" fmla="*/ 109201 w 288016"/>
                <a:gd name="connsiteY1986" fmla="*/ 176838 h 524359"/>
                <a:gd name="connsiteX1987" fmla="*/ 106773 w 288016"/>
                <a:gd name="connsiteY1987" fmla="*/ 176092 h 524359"/>
                <a:gd name="connsiteX1988" fmla="*/ 101107 w 288016"/>
                <a:gd name="connsiteY1988" fmla="*/ 173107 h 524359"/>
                <a:gd name="connsiteX1989" fmla="*/ 101511 w 288016"/>
                <a:gd name="connsiteY1989" fmla="*/ 172361 h 524359"/>
                <a:gd name="connsiteX1990" fmla="*/ 106368 w 288016"/>
                <a:gd name="connsiteY1990" fmla="*/ 167138 h 524359"/>
                <a:gd name="connsiteX1991" fmla="*/ 109606 w 288016"/>
                <a:gd name="connsiteY1991" fmla="*/ 168631 h 524359"/>
                <a:gd name="connsiteX1992" fmla="*/ 107178 w 288016"/>
                <a:gd name="connsiteY1992" fmla="*/ 179077 h 524359"/>
                <a:gd name="connsiteX1993" fmla="*/ 108392 w 288016"/>
                <a:gd name="connsiteY1993" fmla="*/ 179823 h 524359"/>
                <a:gd name="connsiteX1994" fmla="*/ 107178 w 288016"/>
                <a:gd name="connsiteY1994" fmla="*/ 182061 h 524359"/>
                <a:gd name="connsiteX1995" fmla="*/ 103940 w 288016"/>
                <a:gd name="connsiteY1995" fmla="*/ 185046 h 524359"/>
                <a:gd name="connsiteX1996" fmla="*/ 100297 w 288016"/>
                <a:gd name="connsiteY1996" fmla="*/ 184300 h 524359"/>
                <a:gd name="connsiteX1997" fmla="*/ 98678 w 288016"/>
                <a:gd name="connsiteY1997" fmla="*/ 183554 h 524359"/>
                <a:gd name="connsiteX1998" fmla="*/ 95845 w 288016"/>
                <a:gd name="connsiteY1998" fmla="*/ 182807 h 524359"/>
                <a:gd name="connsiteX1999" fmla="*/ 96250 w 288016"/>
                <a:gd name="connsiteY1999" fmla="*/ 182061 h 524359"/>
                <a:gd name="connsiteX2000" fmla="*/ 99083 w 288016"/>
                <a:gd name="connsiteY2000" fmla="*/ 176838 h 524359"/>
                <a:gd name="connsiteX2001" fmla="*/ 100702 w 288016"/>
                <a:gd name="connsiteY2001" fmla="*/ 176092 h 524359"/>
                <a:gd name="connsiteX2002" fmla="*/ 107178 w 288016"/>
                <a:gd name="connsiteY2002" fmla="*/ 179077 h 524359"/>
                <a:gd name="connsiteX2003" fmla="*/ 95036 w 288016"/>
                <a:gd name="connsiteY2003" fmla="*/ 186538 h 524359"/>
                <a:gd name="connsiteX2004" fmla="*/ 99083 w 288016"/>
                <a:gd name="connsiteY2004" fmla="*/ 187284 h 524359"/>
                <a:gd name="connsiteX2005" fmla="*/ 100702 w 288016"/>
                <a:gd name="connsiteY2005" fmla="*/ 188030 h 524359"/>
                <a:gd name="connsiteX2006" fmla="*/ 103130 w 288016"/>
                <a:gd name="connsiteY2006" fmla="*/ 188777 h 524359"/>
                <a:gd name="connsiteX2007" fmla="*/ 100702 w 288016"/>
                <a:gd name="connsiteY2007" fmla="*/ 194000 h 524359"/>
                <a:gd name="connsiteX2008" fmla="*/ 99488 w 288016"/>
                <a:gd name="connsiteY2008" fmla="*/ 194746 h 524359"/>
                <a:gd name="connsiteX2009" fmla="*/ 99083 w 288016"/>
                <a:gd name="connsiteY2009" fmla="*/ 194746 h 524359"/>
                <a:gd name="connsiteX2010" fmla="*/ 95036 w 288016"/>
                <a:gd name="connsiteY2010" fmla="*/ 194000 h 524359"/>
                <a:gd name="connsiteX2011" fmla="*/ 91393 w 288016"/>
                <a:gd name="connsiteY2011" fmla="*/ 193254 h 524359"/>
                <a:gd name="connsiteX2012" fmla="*/ 90988 w 288016"/>
                <a:gd name="connsiteY2012" fmla="*/ 193254 h 524359"/>
                <a:gd name="connsiteX2013" fmla="*/ 91393 w 288016"/>
                <a:gd name="connsiteY2013" fmla="*/ 192507 h 524359"/>
                <a:gd name="connsiteX2014" fmla="*/ 91393 w 288016"/>
                <a:gd name="connsiteY2014" fmla="*/ 191761 h 524359"/>
                <a:gd name="connsiteX2015" fmla="*/ 95036 w 288016"/>
                <a:gd name="connsiteY2015" fmla="*/ 186538 h 524359"/>
                <a:gd name="connsiteX2016" fmla="*/ 91393 w 288016"/>
                <a:gd name="connsiteY2016" fmla="*/ 196984 h 524359"/>
                <a:gd name="connsiteX2017" fmla="*/ 95036 w 288016"/>
                <a:gd name="connsiteY2017" fmla="*/ 197731 h 524359"/>
                <a:gd name="connsiteX2018" fmla="*/ 98678 w 288016"/>
                <a:gd name="connsiteY2018" fmla="*/ 198477 h 524359"/>
                <a:gd name="connsiteX2019" fmla="*/ 95036 w 288016"/>
                <a:gd name="connsiteY2019" fmla="*/ 205192 h 524359"/>
                <a:gd name="connsiteX2020" fmla="*/ 95036 w 288016"/>
                <a:gd name="connsiteY2020" fmla="*/ 205938 h 524359"/>
                <a:gd name="connsiteX2021" fmla="*/ 91393 w 288016"/>
                <a:gd name="connsiteY2021" fmla="*/ 206684 h 524359"/>
                <a:gd name="connsiteX2022" fmla="*/ 87750 w 288016"/>
                <a:gd name="connsiteY2022" fmla="*/ 206684 h 524359"/>
                <a:gd name="connsiteX2023" fmla="*/ 86536 w 288016"/>
                <a:gd name="connsiteY2023" fmla="*/ 207430 h 524359"/>
                <a:gd name="connsiteX2024" fmla="*/ 86941 w 288016"/>
                <a:gd name="connsiteY2024" fmla="*/ 206684 h 524359"/>
                <a:gd name="connsiteX2025" fmla="*/ 87750 w 288016"/>
                <a:gd name="connsiteY2025" fmla="*/ 202954 h 524359"/>
                <a:gd name="connsiteX2026" fmla="*/ 88155 w 288016"/>
                <a:gd name="connsiteY2026" fmla="*/ 202207 h 524359"/>
                <a:gd name="connsiteX2027" fmla="*/ 88560 w 288016"/>
                <a:gd name="connsiteY2027" fmla="*/ 200715 h 524359"/>
                <a:gd name="connsiteX2028" fmla="*/ 90179 w 288016"/>
                <a:gd name="connsiteY2028" fmla="*/ 198477 h 524359"/>
                <a:gd name="connsiteX2029" fmla="*/ 91393 w 288016"/>
                <a:gd name="connsiteY2029" fmla="*/ 196984 h 524359"/>
                <a:gd name="connsiteX2030" fmla="*/ 87750 w 288016"/>
                <a:gd name="connsiteY2030" fmla="*/ 209669 h 524359"/>
                <a:gd name="connsiteX2031" fmla="*/ 88560 w 288016"/>
                <a:gd name="connsiteY2031" fmla="*/ 208923 h 524359"/>
                <a:gd name="connsiteX2032" fmla="*/ 90179 w 288016"/>
                <a:gd name="connsiteY2032" fmla="*/ 208923 h 524359"/>
                <a:gd name="connsiteX2033" fmla="*/ 90988 w 288016"/>
                <a:gd name="connsiteY2033" fmla="*/ 209669 h 524359"/>
                <a:gd name="connsiteX2034" fmla="*/ 93821 w 288016"/>
                <a:gd name="connsiteY2034" fmla="*/ 208923 h 524359"/>
                <a:gd name="connsiteX2035" fmla="*/ 90988 w 288016"/>
                <a:gd name="connsiteY2035" fmla="*/ 217130 h 524359"/>
                <a:gd name="connsiteX2036" fmla="*/ 90583 w 288016"/>
                <a:gd name="connsiteY2036" fmla="*/ 217130 h 524359"/>
                <a:gd name="connsiteX2037" fmla="*/ 89774 w 288016"/>
                <a:gd name="connsiteY2037" fmla="*/ 217877 h 524359"/>
                <a:gd name="connsiteX2038" fmla="*/ 88155 w 288016"/>
                <a:gd name="connsiteY2038" fmla="*/ 218623 h 524359"/>
                <a:gd name="connsiteX2039" fmla="*/ 87750 w 288016"/>
                <a:gd name="connsiteY2039" fmla="*/ 218623 h 524359"/>
                <a:gd name="connsiteX2040" fmla="*/ 87346 w 288016"/>
                <a:gd name="connsiteY2040" fmla="*/ 219369 h 524359"/>
                <a:gd name="connsiteX2041" fmla="*/ 82894 w 288016"/>
                <a:gd name="connsiteY2041" fmla="*/ 220861 h 524359"/>
                <a:gd name="connsiteX2042" fmla="*/ 83298 w 288016"/>
                <a:gd name="connsiteY2042" fmla="*/ 220115 h 524359"/>
                <a:gd name="connsiteX2043" fmla="*/ 87750 w 288016"/>
                <a:gd name="connsiteY2043" fmla="*/ 209669 h 524359"/>
                <a:gd name="connsiteX2044" fmla="*/ 87750 w 288016"/>
                <a:gd name="connsiteY2044" fmla="*/ 221607 h 524359"/>
                <a:gd name="connsiteX2045" fmla="*/ 88560 w 288016"/>
                <a:gd name="connsiteY2045" fmla="*/ 220861 h 524359"/>
                <a:gd name="connsiteX2046" fmla="*/ 90179 w 288016"/>
                <a:gd name="connsiteY2046" fmla="*/ 220861 h 524359"/>
                <a:gd name="connsiteX2047" fmla="*/ 90583 w 288016"/>
                <a:gd name="connsiteY2047" fmla="*/ 220115 h 524359"/>
                <a:gd name="connsiteX2048" fmla="*/ 90179 w 288016"/>
                <a:gd name="connsiteY2048" fmla="*/ 224592 h 524359"/>
                <a:gd name="connsiteX2049" fmla="*/ 88560 w 288016"/>
                <a:gd name="connsiteY2049" fmla="*/ 228323 h 524359"/>
                <a:gd name="connsiteX2050" fmla="*/ 88155 w 288016"/>
                <a:gd name="connsiteY2050" fmla="*/ 229069 h 524359"/>
                <a:gd name="connsiteX2051" fmla="*/ 87750 w 288016"/>
                <a:gd name="connsiteY2051" fmla="*/ 229815 h 524359"/>
                <a:gd name="connsiteX2052" fmla="*/ 87346 w 288016"/>
                <a:gd name="connsiteY2052" fmla="*/ 229815 h 524359"/>
                <a:gd name="connsiteX2053" fmla="*/ 82489 w 288016"/>
                <a:gd name="connsiteY2053" fmla="*/ 232800 h 524359"/>
                <a:gd name="connsiteX2054" fmla="*/ 80870 w 288016"/>
                <a:gd name="connsiteY2054" fmla="*/ 233546 h 524359"/>
                <a:gd name="connsiteX2055" fmla="*/ 80465 w 288016"/>
                <a:gd name="connsiteY2055" fmla="*/ 234292 h 524359"/>
                <a:gd name="connsiteX2056" fmla="*/ 80465 w 288016"/>
                <a:gd name="connsiteY2056" fmla="*/ 233546 h 524359"/>
                <a:gd name="connsiteX2057" fmla="*/ 80870 w 288016"/>
                <a:gd name="connsiteY2057" fmla="*/ 232054 h 524359"/>
                <a:gd name="connsiteX2058" fmla="*/ 82489 w 288016"/>
                <a:gd name="connsiteY2058" fmla="*/ 225338 h 524359"/>
                <a:gd name="connsiteX2059" fmla="*/ 87750 w 288016"/>
                <a:gd name="connsiteY2059" fmla="*/ 221607 h 524359"/>
                <a:gd name="connsiteX2060" fmla="*/ 81679 w 288016"/>
                <a:gd name="connsiteY2060" fmla="*/ 238023 h 524359"/>
                <a:gd name="connsiteX2061" fmla="*/ 83298 w 288016"/>
                <a:gd name="connsiteY2061" fmla="*/ 235784 h 524359"/>
                <a:gd name="connsiteX2062" fmla="*/ 88155 w 288016"/>
                <a:gd name="connsiteY2062" fmla="*/ 233546 h 524359"/>
                <a:gd name="connsiteX2063" fmla="*/ 88560 w 288016"/>
                <a:gd name="connsiteY2063" fmla="*/ 232800 h 524359"/>
                <a:gd name="connsiteX2064" fmla="*/ 88965 w 288016"/>
                <a:gd name="connsiteY2064" fmla="*/ 232800 h 524359"/>
                <a:gd name="connsiteX2065" fmla="*/ 88560 w 288016"/>
                <a:gd name="connsiteY2065" fmla="*/ 238023 h 524359"/>
                <a:gd name="connsiteX2066" fmla="*/ 88155 w 288016"/>
                <a:gd name="connsiteY2066" fmla="*/ 240261 h 524359"/>
                <a:gd name="connsiteX2067" fmla="*/ 87346 w 288016"/>
                <a:gd name="connsiteY2067" fmla="*/ 241754 h 524359"/>
                <a:gd name="connsiteX2068" fmla="*/ 83298 w 288016"/>
                <a:gd name="connsiteY2068" fmla="*/ 245484 h 524359"/>
                <a:gd name="connsiteX2069" fmla="*/ 81679 w 288016"/>
                <a:gd name="connsiteY2069" fmla="*/ 246230 h 524359"/>
                <a:gd name="connsiteX2070" fmla="*/ 81275 w 288016"/>
                <a:gd name="connsiteY2070" fmla="*/ 246977 h 524359"/>
                <a:gd name="connsiteX2071" fmla="*/ 79656 w 288016"/>
                <a:gd name="connsiteY2071" fmla="*/ 247723 h 524359"/>
                <a:gd name="connsiteX2072" fmla="*/ 79656 w 288016"/>
                <a:gd name="connsiteY2072" fmla="*/ 246977 h 524359"/>
                <a:gd name="connsiteX2073" fmla="*/ 81679 w 288016"/>
                <a:gd name="connsiteY2073" fmla="*/ 238023 h 524359"/>
                <a:gd name="connsiteX2074" fmla="*/ 82894 w 288016"/>
                <a:gd name="connsiteY2074" fmla="*/ 293984 h 524359"/>
                <a:gd name="connsiteX2075" fmla="*/ 87750 w 288016"/>
                <a:gd name="connsiteY2075" fmla="*/ 285030 h 524359"/>
                <a:gd name="connsiteX2076" fmla="*/ 87750 w 288016"/>
                <a:gd name="connsiteY2076" fmla="*/ 284284 h 524359"/>
                <a:gd name="connsiteX2077" fmla="*/ 88155 w 288016"/>
                <a:gd name="connsiteY2077" fmla="*/ 285777 h 524359"/>
                <a:gd name="connsiteX2078" fmla="*/ 88560 w 288016"/>
                <a:gd name="connsiteY2078" fmla="*/ 288761 h 524359"/>
                <a:gd name="connsiteX2079" fmla="*/ 88965 w 288016"/>
                <a:gd name="connsiteY2079" fmla="*/ 293984 h 524359"/>
                <a:gd name="connsiteX2080" fmla="*/ 88560 w 288016"/>
                <a:gd name="connsiteY2080" fmla="*/ 293984 h 524359"/>
                <a:gd name="connsiteX2081" fmla="*/ 88155 w 288016"/>
                <a:gd name="connsiteY2081" fmla="*/ 295477 h 524359"/>
                <a:gd name="connsiteX2082" fmla="*/ 87750 w 288016"/>
                <a:gd name="connsiteY2082" fmla="*/ 296969 h 524359"/>
                <a:gd name="connsiteX2083" fmla="*/ 84108 w 288016"/>
                <a:gd name="connsiteY2083" fmla="*/ 305923 h 524359"/>
                <a:gd name="connsiteX2084" fmla="*/ 83703 w 288016"/>
                <a:gd name="connsiteY2084" fmla="*/ 305177 h 524359"/>
                <a:gd name="connsiteX2085" fmla="*/ 82894 w 288016"/>
                <a:gd name="connsiteY2085" fmla="*/ 300700 h 524359"/>
                <a:gd name="connsiteX2086" fmla="*/ 82894 w 288016"/>
                <a:gd name="connsiteY2086" fmla="*/ 293984 h 524359"/>
                <a:gd name="connsiteX2087" fmla="*/ 87750 w 288016"/>
                <a:gd name="connsiteY2087" fmla="*/ 301446 h 524359"/>
                <a:gd name="connsiteX2088" fmla="*/ 88155 w 288016"/>
                <a:gd name="connsiteY2088" fmla="*/ 300700 h 524359"/>
                <a:gd name="connsiteX2089" fmla="*/ 88560 w 288016"/>
                <a:gd name="connsiteY2089" fmla="*/ 299953 h 524359"/>
                <a:gd name="connsiteX2090" fmla="*/ 89774 w 288016"/>
                <a:gd name="connsiteY2090" fmla="*/ 296969 h 524359"/>
                <a:gd name="connsiteX2091" fmla="*/ 90179 w 288016"/>
                <a:gd name="connsiteY2091" fmla="*/ 297715 h 524359"/>
                <a:gd name="connsiteX2092" fmla="*/ 90988 w 288016"/>
                <a:gd name="connsiteY2092" fmla="*/ 302192 h 524359"/>
                <a:gd name="connsiteX2093" fmla="*/ 91393 w 288016"/>
                <a:gd name="connsiteY2093" fmla="*/ 305177 h 524359"/>
                <a:gd name="connsiteX2094" fmla="*/ 90988 w 288016"/>
                <a:gd name="connsiteY2094" fmla="*/ 305923 h 524359"/>
                <a:gd name="connsiteX2095" fmla="*/ 90179 w 288016"/>
                <a:gd name="connsiteY2095" fmla="*/ 309653 h 524359"/>
                <a:gd name="connsiteX2096" fmla="*/ 88560 w 288016"/>
                <a:gd name="connsiteY2096" fmla="*/ 314877 h 524359"/>
                <a:gd name="connsiteX2097" fmla="*/ 88155 w 288016"/>
                <a:gd name="connsiteY2097" fmla="*/ 316369 h 524359"/>
                <a:gd name="connsiteX2098" fmla="*/ 87750 w 288016"/>
                <a:gd name="connsiteY2098" fmla="*/ 318607 h 524359"/>
                <a:gd name="connsiteX2099" fmla="*/ 87346 w 288016"/>
                <a:gd name="connsiteY2099" fmla="*/ 319353 h 524359"/>
                <a:gd name="connsiteX2100" fmla="*/ 86941 w 288016"/>
                <a:gd name="connsiteY2100" fmla="*/ 318607 h 524359"/>
                <a:gd name="connsiteX2101" fmla="*/ 86131 w 288016"/>
                <a:gd name="connsiteY2101" fmla="*/ 303684 h 524359"/>
                <a:gd name="connsiteX2102" fmla="*/ 87750 w 288016"/>
                <a:gd name="connsiteY2102" fmla="*/ 301446 h 524359"/>
                <a:gd name="connsiteX2103" fmla="*/ 90583 w 288016"/>
                <a:gd name="connsiteY2103" fmla="*/ 315623 h 524359"/>
                <a:gd name="connsiteX2104" fmla="*/ 91393 w 288016"/>
                <a:gd name="connsiteY2104" fmla="*/ 312638 h 524359"/>
                <a:gd name="connsiteX2105" fmla="*/ 93012 w 288016"/>
                <a:gd name="connsiteY2105" fmla="*/ 308161 h 524359"/>
                <a:gd name="connsiteX2106" fmla="*/ 95036 w 288016"/>
                <a:gd name="connsiteY2106" fmla="*/ 314130 h 524359"/>
                <a:gd name="connsiteX2107" fmla="*/ 95036 w 288016"/>
                <a:gd name="connsiteY2107" fmla="*/ 317861 h 524359"/>
                <a:gd name="connsiteX2108" fmla="*/ 92202 w 288016"/>
                <a:gd name="connsiteY2108" fmla="*/ 330546 h 524359"/>
                <a:gd name="connsiteX2109" fmla="*/ 91798 w 288016"/>
                <a:gd name="connsiteY2109" fmla="*/ 329800 h 524359"/>
                <a:gd name="connsiteX2110" fmla="*/ 91393 w 288016"/>
                <a:gd name="connsiteY2110" fmla="*/ 329053 h 524359"/>
                <a:gd name="connsiteX2111" fmla="*/ 90583 w 288016"/>
                <a:gd name="connsiteY2111" fmla="*/ 326815 h 524359"/>
                <a:gd name="connsiteX2112" fmla="*/ 90583 w 288016"/>
                <a:gd name="connsiteY2112" fmla="*/ 315623 h 524359"/>
                <a:gd name="connsiteX2113" fmla="*/ 96250 w 288016"/>
                <a:gd name="connsiteY2113" fmla="*/ 320100 h 524359"/>
                <a:gd name="connsiteX2114" fmla="*/ 99083 w 288016"/>
                <a:gd name="connsiteY2114" fmla="*/ 326815 h 524359"/>
                <a:gd name="connsiteX2115" fmla="*/ 99488 w 288016"/>
                <a:gd name="connsiteY2115" fmla="*/ 327561 h 524359"/>
                <a:gd name="connsiteX2116" fmla="*/ 99083 w 288016"/>
                <a:gd name="connsiteY2116" fmla="*/ 329053 h 524359"/>
                <a:gd name="connsiteX2117" fmla="*/ 97464 w 288016"/>
                <a:gd name="connsiteY2117" fmla="*/ 342484 h 524359"/>
                <a:gd name="connsiteX2118" fmla="*/ 97059 w 288016"/>
                <a:gd name="connsiteY2118" fmla="*/ 341738 h 524359"/>
                <a:gd name="connsiteX2119" fmla="*/ 95440 w 288016"/>
                <a:gd name="connsiteY2119" fmla="*/ 338007 h 524359"/>
                <a:gd name="connsiteX2120" fmla="*/ 95440 w 288016"/>
                <a:gd name="connsiteY2120" fmla="*/ 326815 h 524359"/>
                <a:gd name="connsiteX2121" fmla="*/ 96250 w 288016"/>
                <a:gd name="connsiteY2121" fmla="*/ 320100 h 524359"/>
                <a:gd name="connsiteX2122" fmla="*/ 100297 w 288016"/>
                <a:gd name="connsiteY2122" fmla="*/ 347707 h 524359"/>
                <a:gd name="connsiteX2123" fmla="*/ 98678 w 288016"/>
                <a:gd name="connsiteY2123" fmla="*/ 343230 h 524359"/>
                <a:gd name="connsiteX2124" fmla="*/ 98678 w 288016"/>
                <a:gd name="connsiteY2124" fmla="*/ 340246 h 524359"/>
                <a:gd name="connsiteX2125" fmla="*/ 100297 w 288016"/>
                <a:gd name="connsiteY2125" fmla="*/ 333530 h 524359"/>
                <a:gd name="connsiteX2126" fmla="*/ 100702 w 288016"/>
                <a:gd name="connsiteY2126" fmla="*/ 329800 h 524359"/>
                <a:gd name="connsiteX2127" fmla="*/ 103940 w 288016"/>
                <a:gd name="connsiteY2127" fmla="*/ 336515 h 524359"/>
                <a:gd name="connsiteX2128" fmla="*/ 103130 w 288016"/>
                <a:gd name="connsiteY2128" fmla="*/ 351438 h 524359"/>
                <a:gd name="connsiteX2129" fmla="*/ 102321 w 288016"/>
                <a:gd name="connsiteY2129" fmla="*/ 350692 h 524359"/>
                <a:gd name="connsiteX2130" fmla="*/ 100297 w 288016"/>
                <a:gd name="connsiteY2130" fmla="*/ 347707 h 524359"/>
                <a:gd name="connsiteX2131" fmla="*/ 139151 w 288016"/>
                <a:gd name="connsiteY2131" fmla="*/ 122369 h 524359"/>
                <a:gd name="connsiteX2132" fmla="*/ 139961 w 288016"/>
                <a:gd name="connsiteY2132" fmla="*/ 121623 h 524359"/>
                <a:gd name="connsiteX2133" fmla="*/ 146032 w 288016"/>
                <a:gd name="connsiteY2133" fmla="*/ 119384 h 524359"/>
                <a:gd name="connsiteX2134" fmla="*/ 146841 w 288016"/>
                <a:gd name="connsiteY2134" fmla="*/ 118638 h 524359"/>
                <a:gd name="connsiteX2135" fmla="*/ 148055 w 288016"/>
                <a:gd name="connsiteY2135" fmla="*/ 117892 h 524359"/>
                <a:gd name="connsiteX2136" fmla="*/ 146032 w 288016"/>
                <a:gd name="connsiteY2136" fmla="*/ 130577 h 524359"/>
                <a:gd name="connsiteX2137" fmla="*/ 142389 w 288016"/>
                <a:gd name="connsiteY2137" fmla="*/ 131323 h 524359"/>
                <a:gd name="connsiteX2138" fmla="*/ 139556 w 288016"/>
                <a:gd name="connsiteY2138" fmla="*/ 132069 h 524359"/>
                <a:gd name="connsiteX2139" fmla="*/ 138747 w 288016"/>
                <a:gd name="connsiteY2139" fmla="*/ 132815 h 524359"/>
                <a:gd name="connsiteX2140" fmla="*/ 136723 w 288016"/>
                <a:gd name="connsiteY2140" fmla="*/ 134308 h 524359"/>
                <a:gd name="connsiteX2141" fmla="*/ 139151 w 288016"/>
                <a:gd name="connsiteY2141" fmla="*/ 122369 h 524359"/>
                <a:gd name="connsiteX2142" fmla="*/ 139151 w 288016"/>
                <a:gd name="connsiteY2142" fmla="*/ 108192 h 524359"/>
                <a:gd name="connsiteX2143" fmla="*/ 139961 w 288016"/>
                <a:gd name="connsiteY2143" fmla="*/ 107446 h 524359"/>
                <a:gd name="connsiteX2144" fmla="*/ 146032 w 288016"/>
                <a:gd name="connsiteY2144" fmla="*/ 105954 h 524359"/>
                <a:gd name="connsiteX2145" fmla="*/ 146841 w 288016"/>
                <a:gd name="connsiteY2145" fmla="*/ 105208 h 524359"/>
                <a:gd name="connsiteX2146" fmla="*/ 148055 w 288016"/>
                <a:gd name="connsiteY2146" fmla="*/ 104461 h 524359"/>
                <a:gd name="connsiteX2147" fmla="*/ 146032 w 288016"/>
                <a:gd name="connsiteY2147" fmla="*/ 116400 h 524359"/>
                <a:gd name="connsiteX2148" fmla="*/ 142389 w 288016"/>
                <a:gd name="connsiteY2148" fmla="*/ 117146 h 524359"/>
                <a:gd name="connsiteX2149" fmla="*/ 139556 w 288016"/>
                <a:gd name="connsiteY2149" fmla="*/ 117892 h 524359"/>
                <a:gd name="connsiteX2150" fmla="*/ 138747 w 288016"/>
                <a:gd name="connsiteY2150" fmla="*/ 117892 h 524359"/>
                <a:gd name="connsiteX2151" fmla="*/ 136723 w 288016"/>
                <a:gd name="connsiteY2151" fmla="*/ 120131 h 524359"/>
                <a:gd name="connsiteX2152" fmla="*/ 139151 w 288016"/>
                <a:gd name="connsiteY2152" fmla="*/ 108192 h 524359"/>
                <a:gd name="connsiteX2153" fmla="*/ 139151 w 288016"/>
                <a:gd name="connsiteY2153" fmla="*/ 135800 h 524359"/>
                <a:gd name="connsiteX2154" fmla="*/ 139961 w 288016"/>
                <a:gd name="connsiteY2154" fmla="*/ 135800 h 524359"/>
                <a:gd name="connsiteX2155" fmla="*/ 146032 w 288016"/>
                <a:gd name="connsiteY2155" fmla="*/ 133561 h 524359"/>
                <a:gd name="connsiteX2156" fmla="*/ 146841 w 288016"/>
                <a:gd name="connsiteY2156" fmla="*/ 132815 h 524359"/>
                <a:gd name="connsiteX2157" fmla="*/ 148055 w 288016"/>
                <a:gd name="connsiteY2157" fmla="*/ 132069 h 524359"/>
                <a:gd name="connsiteX2158" fmla="*/ 147651 w 288016"/>
                <a:gd name="connsiteY2158" fmla="*/ 141769 h 524359"/>
                <a:gd name="connsiteX2159" fmla="*/ 145222 w 288016"/>
                <a:gd name="connsiteY2159" fmla="*/ 141769 h 524359"/>
                <a:gd name="connsiteX2160" fmla="*/ 143603 w 288016"/>
                <a:gd name="connsiteY2160" fmla="*/ 142515 h 524359"/>
                <a:gd name="connsiteX2161" fmla="*/ 139961 w 288016"/>
                <a:gd name="connsiteY2161" fmla="*/ 141769 h 524359"/>
                <a:gd name="connsiteX2162" fmla="*/ 139151 w 288016"/>
                <a:gd name="connsiteY2162" fmla="*/ 142515 h 524359"/>
                <a:gd name="connsiteX2163" fmla="*/ 137532 w 288016"/>
                <a:gd name="connsiteY2163" fmla="*/ 143261 h 524359"/>
                <a:gd name="connsiteX2164" fmla="*/ 137128 w 288016"/>
                <a:gd name="connsiteY2164" fmla="*/ 143261 h 524359"/>
                <a:gd name="connsiteX2165" fmla="*/ 139151 w 288016"/>
                <a:gd name="connsiteY2165" fmla="*/ 135800 h 524359"/>
                <a:gd name="connsiteX2166" fmla="*/ 138342 w 288016"/>
                <a:gd name="connsiteY2166" fmla="*/ 144754 h 524359"/>
                <a:gd name="connsiteX2167" fmla="*/ 139151 w 288016"/>
                <a:gd name="connsiteY2167" fmla="*/ 144007 h 524359"/>
                <a:gd name="connsiteX2168" fmla="*/ 139961 w 288016"/>
                <a:gd name="connsiteY2168" fmla="*/ 144007 h 524359"/>
                <a:gd name="connsiteX2169" fmla="*/ 146032 w 288016"/>
                <a:gd name="connsiteY2169" fmla="*/ 150723 h 524359"/>
                <a:gd name="connsiteX2170" fmla="*/ 147651 w 288016"/>
                <a:gd name="connsiteY2170" fmla="*/ 157438 h 524359"/>
                <a:gd name="connsiteX2171" fmla="*/ 145627 w 288016"/>
                <a:gd name="connsiteY2171" fmla="*/ 157438 h 524359"/>
                <a:gd name="connsiteX2172" fmla="*/ 141984 w 288016"/>
                <a:gd name="connsiteY2172" fmla="*/ 155946 h 524359"/>
                <a:gd name="connsiteX2173" fmla="*/ 139151 w 288016"/>
                <a:gd name="connsiteY2173" fmla="*/ 149231 h 524359"/>
                <a:gd name="connsiteX2174" fmla="*/ 138342 w 288016"/>
                <a:gd name="connsiteY2174" fmla="*/ 147738 h 524359"/>
                <a:gd name="connsiteX2175" fmla="*/ 136723 w 288016"/>
                <a:gd name="connsiteY2175" fmla="*/ 144754 h 524359"/>
                <a:gd name="connsiteX2176" fmla="*/ 161412 w 288016"/>
                <a:gd name="connsiteY2176" fmla="*/ 163407 h 524359"/>
                <a:gd name="connsiteX2177" fmla="*/ 158578 w 288016"/>
                <a:gd name="connsiteY2177" fmla="*/ 162661 h 524359"/>
                <a:gd name="connsiteX2178" fmla="*/ 156960 w 288016"/>
                <a:gd name="connsiteY2178" fmla="*/ 159677 h 524359"/>
                <a:gd name="connsiteX2179" fmla="*/ 154126 w 288016"/>
                <a:gd name="connsiteY2179" fmla="*/ 147738 h 524359"/>
                <a:gd name="connsiteX2180" fmla="*/ 153722 w 288016"/>
                <a:gd name="connsiteY2180" fmla="*/ 146246 h 524359"/>
                <a:gd name="connsiteX2181" fmla="*/ 154126 w 288016"/>
                <a:gd name="connsiteY2181" fmla="*/ 146246 h 524359"/>
                <a:gd name="connsiteX2182" fmla="*/ 158578 w 288016"/>
                <a:gd name="connsiteY2182" fmla="*/ 148484 h 524359"/>
                <a:gd name="connsiteX2183" fmla="*/ 161412 w 288016"/>
                <a:gd name="connsiteY2183" fmla="*/ 163407 h 524359"/>
                <a:gd name="connsiteX2184" fmla="*/ 154126 w 288016"/>
                <a:gd name="connsiteY2184" fmla="*/ 158184 h 524359"/>
                <a:gd name="connsiteX2185" fmla="*/ 154531 w 288016"/>
                <a:gd name="connsiteY2185" fmla="*/ 159677 h 524359"/>
                <a:gd name="connsiteX2186" fmla="*/ 152103 w 288016"/>
                <a:gd name="connsiteY2186" fmla="*/ 159677 h 524359"/>
                <a:gd name="connsiteX2187" fmla="*/ 149674 w 288016"/>
                <a:gd name="connsiteY2187" fmla="*/ 157438 h 524359"/>
                <a:gd name="connsiteX2188" fmla="*/ 146032 w 288016"/>
                <a:gd name="connsiteY2188" fmla="*/ 144754 h 524359"/>
                <a:gd name="connsiteX2189" fmla="*/ 145627 w 288016"/>
                <a:gd name="connsiteY2189" fmla="*/ 144007 h 524359"/>
                <a:gd name="connsiteX2190" fmla="*/ 146032 w 288016"/>
                <a:gd name="connsiteY2190" fmla="*/ 143261 h 524359"/>
                <a:gd name="connsiteX2191" fmla="*/ 146436 w 288016"/>
                <a:gd name="connsiteY2191" fmla="*/ 143261 h 524359"/>
                <a:gd name="connsiteX2192" fmla="*/ 152103 w 288016"/>
                <a:gd name="connsiteY2192" fmla="*/ 146992 h 524359"/>
                <a:gd name="connsiteX2193" fmla="*/ 154126 w 288016"/>
                <a:gd name="connsiteY2193" fmla="*/ 158184 h 524359"/>
                <a:gd name="connsiteX2194" fmla="*/ 146032 w 288016"/>
                <a:gd name="connsiteY2194" fmla="*/ 102223 h 524359"/>
                <a:gd name="connsiteX2195" fmla="*/ 142389 w 288016"/>
                <a:gd name="connsiteY2195" fmla="*/ 102969 h 524359"/>
                <a:gd name="connsiteX2196" fmla="*/ 139556 w 288016"/>
                <a:gd name="connsiteY2196" fmla="*/ 103715 h 524359"/>
                <a:gd name="connsiteX2197" fmla="*/ 138747 w 288016"/>
                <a:gd name="connsiteY2197" fmla="*/ 104461 h 524359"/>
                <a:gd name="connsiteX2198" fmla="*/ 136723 w 288016"/>
                <a:gd name="connsiteY2198" fmla="*/ 105954 h 524359"/>
                <a:gd name="connsiteX2199" fmla="*/ 138747 w 288016"/>
                <a:gd name="connsiteY2199" fmla="*/ 93269 h 524359"/>
                <a:gd name="connsiteX2200" fmla="*/ 139556 w 288016"/>
                <a:gd name="connsiteY2200" fmla="*/ 92523 h 524359"/>
                <a:gd name="connsiteX2201" fmla="*/ 145627 w 288016"/>
                <a:gd name="connsiteY2201" fmla="*/ 91031 h 524359"/>
                <a:gd name="connsiteX2202" fmla="*/ 146032 w 288016"/>
                <a:gd name="connsiteY2202" fmla="*/ 90284 h 524359"/>
                <a:gd name="connsiteX2203" fmla="*/ 147651 w 288016"/>
                <a:gd name="connsiteY2203" fmla="*/ 89538 h 524359"/>
                <a:gd name="connsiteX2204" fmla="*/ 146032 w 288016"/>
                <a:gd name="connsiteY2204" fmla="*/ 102223 h 524359"/>
                <a:gd name="connsiteX2205" fmla="*/ 139151 w 288016"/>
                <a:gd name="connsiteY2205" fmla="*/ 67154 h 524359"/>
                <a:gd name="connsiteX2206" fmla="*/ 139961 w 288016"/>
                <a:gd name="connsiteY2206" fmla="*/ 66408 h 524359"/>
                <a:gd name="connsiteX2207" fmla="*/ 146032 w 288016"/>
                <a:gd name="connsiteY2207" fmla="*/ 64915 h 524359"/>
                <a:gd name="connsiteX2208" fmla="*/ 146436 w 288016"/>
                <a:gd name="connsiteY2208" fmla="*/ 64169 h 524359"/>
                <a:gd name="connsiteX2209" fmla="*/ 148055 w 288016"/>
                <a:gd name="connsiteY2209" fmla="*/ 63423 h 524359"/>
                <a:gd name="connsiteX2210" fmla="*/ 146841 w 288016"/>
                <a:gd name="connsiteY2210" fmla="*/ 74615 h 524359"/>
                <a:gd name="connsiteX2211" fmla="*/ 146032 w 288016"/>
                <a:gd name="connsiteY2211" fmla="*/ 75361 h 524359"/>
                <a:gd name="connsiteX2212" fmla="*/ 145627 w 288016"/>
                <a:gd name="connsiteY2212" fmla="*/ 75361 h 524359"/>
                <a:gd name="connsiteX2213" fmla="*/ 142389 w 288016"/>
                <a:gd name="connsiteY2213" fmla="*/ 76108 h 524359"/>
                <a:gd name="connsiteX2214" fmla="*/ 139556 w 288016"/>
                <a:gd name="connsiteY2214" fmla="*/ 76854 h 524359"/>
                <a:gd name="connsiteX2215" fmla="*/ 138747 w 288016"/>
                <a:gd name="connsiteY2215" fmla="*/ 76854 h 524359"/>
                <a:gd name="connsiteX2216" fmla="*/ 136723 w 288016"/>
                <a:gd name="connsiteY2216" fmla="*/ 79092 h 524359"/>
                <a:gd name="connsiteX2217" fmla="*/ 139151 w 288016"/>
                <a:gd name="connsiteY2217" fmla="*/ 67154 h 524359"/>
                <a:gd name="connsiteX2218" fmla="*/ 139151 w 288016"/>
                <a:gd name="connsiteY2218" fmla="*/ 52977 h 524359"/>
                <a:gd name="connsiteX2219" fmla="*/ 139961 w 288016"/>
                <a:gd name="connsiteY2219" fmla="*/ 52977 h 524359"/>
                <a:gd name="connsiteX2220" fmla="*/ 146032 w 288016"/>
                <a:gd name="connsiteY2220" fmla="*/ 50738 h 524359"/>
                <a:gd name="connsiteX2221" fmla="*/ 146436 w 288016"/>
                <a:gd name="connsiteY2221" fmla="*/ 49992 h 524359"/>
                <a:gd name="connsiteX2222" fmla="*/ 148055 w 288016"/>
                <a:gd name="connsiteY2222" fmla="*/ 49246 h 524359"/>
                <a:gd name="connsiteX2223" fmla="*/ 146841 w 288016"/>
                <a:gd name="connsiteY2223" fmla="*/ 60438 h 524359"/>
                <a:gd name="connsiteX2224" fmla="*/ 146032 w 288016"/>
                <a:gd name="connsiteY2224" fmla="*/ 61184 h 524359"/>
                <a:gd name="connsiteX2225" fmla="*/ 145627 w 288016"/>
                <a:gd name="connsiteY2225" fmla="*/ 61184 h 524359"/>
                <a:gd name="connsiteX2226" fmla="*/ 142389 w 288016"/>
                <a:gd name="connsiteY2226" fmla="*/ 62677 h 524359"/>
                <a:gd name="connsiteX2227" fmla="*/ 139556 w 288016"/>
                <a:gd name="connsiteY2227" fmla="*/ 63423 h 524359"/>
                <a:gd name="connsiteX2228" fmla="*/ 138747 w 288016"/>
                <a:gd name="connsiteY2228" fmla="*/ 64169 h 524359"/>
                <a:gd name="connsiteX2229" fmla="*/ 136723 w 288016"/>
                <a:gd name="connsiteY2229" fmla="*/ 65661 h 524359"/>
                <a:gd name="connsiteX2230" fmla="*/ 139151 w 288016"/>
                <a:gd name="connsiteY2230" fmla="*/ 52977 h 524359"/>
                <a:gd name="connsiteX2231" fmla="*/ 139151 w 288016"/>
                <a:gd name="connsiteY2231" fmla="*/ 80584 h 524359"/>
                <a:gd name="connsiteX2232" fmla="*/ 139961 w 288016"/>
                <a:gd name="connsiteY2232" fmla="*/ 79838 h 524359"/>
                <a:gd name="connsiteX2233" fmla="*/ 146032 w 288016"/>
                <a:gd name="connsiteY2233" fmla="*/ 77600 h 524359"/>
                <a:gd name="connsiteX2234" fmla="*/ 146841 w 288016"/>
                <a:gd name="connsiteY2234" fmla="*/ 77600 h 524359"/>
                <a:gd name="connsiteX2235" fmla="*/ 148460 w 288016"/>
                <a:gd name="connsiteY2235" fmla="*/ 76108 h 524359"/>
                <a:gd name="connsiteX2236" fmla="*/ 147246 w 288016"/>
                <a:gd name="connsiteY2236" fmla="*/ 87300 h 524359"/>
                <a:gd name="connsiteX2237" fmla="*/ 146436 w 288016"/>
                <a:gd name="connsiteY2237" fmla="*/ 88046 h 524359"/>
                <a:gd name="connsiteX2238" fmla="*/ 142794 w 288016"/>
                <a:gd name="connsiteY2238" fmla="*/ 88792 h 524359"/>
                <a:gd name="connsiteX2239" fmla="*/ 139961 w 288016"/>
                <a:gd name="connsiteY2239" fmla="*/ 89538 h 524359"/>
                <a:gd name="connsiteX2240" fmla="*/ 139151 w 288016"/>
                <a:gd name="connsiteY2240" fmla="*/ 90284 h 524359"/>
                <a:gd name="connsiteX2241" fmla="*/ 137128 w 288016"/>
                <a:gd name="connsiteY2241" fmla="*/ 91777 h 524359"/>
                <a:gd name="connsiteX2242" fmla="*/ 139151 w 288016"/>
                <a:gd name="connsiteY2242" fmla="*/ 80584 h 524359"/>
                <a:gd name="connsiteX2243" fmla="*/ 146841 w 288016"/>
                <a:gd name="connsiteY2243" fmla="*/ 46261 h 524359"/>
                <a:gd name="connsiteX2244" fmla="*/ 146032 w 288016"/>
                <a:gd name="connsiteY2244" fmla="*/ 47008 h 524359"/>
                <a:gd name="connsiteX2245" fmla="*/ 145627 w 288016"/>
                <a:gd name="connsiteY2245" fmla="*/ 47008 h 524359"/>
                <a:gd name="connsiteX2246" fmla="*/ 142389 w 288016"/>
                <a:gd name="connsiteY2246" fmla="*/ 47754 h 524359"/>
                <a:gd name="connsiteX2247" fmla="*/ 139556 w 288016"/>
                <a:gd name="connsiteY2247" fmla="*/ 48500 h 524359"/>
                <a:gd name="connsiteX2248" fmla="*/ 138747 w 288016"/>
                <a:gd name="connsiteY2248" fmla="*/ 49246 h 524359"/>
                <a:gd name="connsiteX2249" fmla="*/ 136723 w 288016"/>
                <a:gd name="connsiteY2249" fmla="*/ 50738 h 524359"/>
                <a:gd name="connsiteX2250" fmla="*/ 138747 w 288016"/>
                <a:gd name="connsiteY2250" fmla="*/ 38800 h 524359"/>
                <a:gd name="connsiteX2251" fmla="*/ 139556 w 288016"/>
                <a:gd name="connsiteY2251" fmla="*/ 38054 h 524359"/>
                <a:gd name="connsiteX2252" fmla="*/ 145627 w 288016"/>
                <a:gd name="connsiteY2252" fmla="*/ 35815 h 524359"/>
                <a:gd name="connsiteX2253" fmla="*/ 146032 w 288016"/>
                <a:gd name="connsiteY2253" fmla="*/ 35815 h 524359"/>
                <a:gd name="connsiteX2254" fmla="*/ 147651 w 288016"/>
                <a:gd name="connsiteY2254" fmla="*/ 34323 h 524359"/>
                <a:gd name="connsiteX2255" fmla="*/ 146841 w 288016"/>
                <a:gd name="connsiteY2255" fmla="*/ 46261 h 524359"/>
                <a:gd name="connsiteX2256" fmla="*/ 146841 w 288016"/>
                <a:gd name="connsiteY2256" fmla="*/ 32831 h 524359"/>
                <a:gd name="connsiteX2257" fmla="*/ 146032 w 288016"/>
                <a:gd name="connsiteY2257" fmla="*/ 33577 h 524359"/>
                <a:gd name="connsiteX2258" fmla="*/ 142389 w 288016"/>
                <a:gd name="connsiteY2258" fmla="*/ 34323 h 524359"/>
                <a:gd name="connsiteX2259" fmla="*/ 139556 w 288016"/>
                <a:gd name="connsiteY2259" fmla="*/ 35069 h 524359"/>
                <a:gd name="connsiteX2260" fmla="*/ 138747 w 288016"/>
                <a:gd name="connsiteY2260" fmla="*/ 35069 h 524359"/>
                <a:gd name="connsiteX2261" fmla="*/ 136723 w 288016"/>
                <a:gd name="connsiteY2261" fmla="*/ 37308 h 524359"/>
                <a:gd name="connsiteX2262" fmla="*/ 137128 w 288016"/>
                <a:gd name="connsiteY2262" fmla="*/ 28354 h 524359"/>
                <a:gd name="connsiteX2263" fmla="*/ 138747 w 288016"/>
                <a:gd name="connsiteY2263" fmla="*/ 27608 h 524359"/>
                <a:gd name="connsiteX2264" fmla="*/ 139556 w 288016"/>
                <a:gd name="connsiteY2264" fmla="*/ 27608 h 524359"/>
                <a:gd name="connsiteX2265" fmla="*/ 144413 w 288016"/>
                <a:gd name="connsiteY2265" fmla="*/ 26115 h 524359"/>
                <a:gd name="connsiteX2266" fmla="*/ 146032 w 288016"/>
                <a:gd name="connsiteY2266" fmla="*/ 26861 h 524359"/>
                <a:gd name="connsiteX2267" fmla="*/ 148055 w 288016"/>
                <a:gd name="connsiteY2267" fmla="*/ 27608 h 524359"/>
                <a:gd name="connsiteX2268" fmla="*/ 146841 w 288016"/>
                <a:gd name="connsiteY2268" fmla="*/ 32831 h 524359"/>
                <a:gd name="connsiteX2269" fmla="*/ 139151 w 288016"/>
                <a:gd name="connsiteY2269" fmla="*/ 153707 h 524359"/>
                <a:gd name="connsiteX2270" fmla="*/ 139961 w 288016"/>
                <a:gd name="connsiteY2270" fmla="*/ 155946 h 524359"/>
                <a:gd name="connsiteX2271" fmla="*/ 140366 w 288016"/>
                <a:gd name="connsiteY2271" fmla="*/ 157438 h 524359"/>
                <a:gd name="connsiteX2272" fmla="*/ 139961 w 288016"/>
                <a:gd name="connsiteY2272" fmla="*/ 158184 h 524359"/>
                <a:gd name="connsiteX2273" fmla="*/ 139151 w 288016"/>
                <a:gd name="connsiteY2273" fmla="*/ 158184 h 524359"/>
                <a:gd name="connsiteX2274" fmla="*/ 135509 w 288016"/>
                <a:gd name="connsiteY2274" fmla="*/ 157438 h 524359"/>
                <a:gd name="connsiteX2275" fmla="*/ 132676 w 288016"/>
                <a:gd name="connsiteY2275" fmla="*/ 152215 h 524359"/>
                <a:gd name="connsiteX2276" fmla="*/ 131057 w 288016"/>
                <a:gd name="connsiteY2276" fmla="*/ 148484 h 524359"/>
                <a:gd name="connsiteX2277" fmla="*/ 129438 w 288016"/>
                <a:gd name="connsiteY2277" fmla="*/ 146246 h 524359"/>
                <a:gd name="connsiteX2278" fmla="*/ 129842 w 288016"/>
                <a:gd name="connsiteY2278" fmla="*/ 145500 h 524359"/>
                <a:gd name="connsiteX2279" fmla="*/ 130652 w 288016"/>
                <a:gd name="connsiteY2279" fmla="*/ 144754 h 524359"/>
                <a:gd name="connsiteX2280" fmla="*/ 132271 w 288016"/>
                <a:gd name="connsiteY2280" fmla="*/ 144007 h 524359"/>
                <a:gd name="connsiteX2281" fmla="*/ 139151 w 288016"/>
                <a:gd name="connsiteY2281" fmla="*/ 153707 h 524359"/>
                <a:gd name="connsiteX2282" fmla="*/ 135509 w 288016"/>
                <a:gd name="connsiteY2282" fmla="*/ 41785 h 524359"/>
                <a:gd name="connsiteX2283" fmla="*/ 135509 w 288016"/>
                <a:gd name="connsiteY2283" fmla="*/ 55961 h 524359"/>
                <a:gd name="connsiteX2284" fmla="*/ 135509 w 288016"/>
                <a:gd name="connsiteY2284" fmla="*/ 69392 h 524359"/>
                <a:gd name="connsiteX2285" fmla="*/ 135509 w 288016"/>
                <a:gd name="connsiteY2285" fmla="*/ 83569 h 524359"/>
                <a:gd name="connsiteX2286" fmla="*/ 135509 w 288016"/>
                <a:gd name="connsiteY2286" fmla="*/ 97000 h 524359"/>
                <a:gd name="connsiteX2287" fmla="*/ 135509 w 288016"/>
                <a:gd name="connsiteY2287" fmla="*/ 111177 h 524359"/>
                <a:gd name="connsiteX2288" fmla="*/ 135509 w 288016"/>
                <a:gd name="connsiteY2288" fmla="*/ 125354 h 524359"/>
                <a:gd name="connsiteX2289" fmla="*/ 135509 w 288016"/>
                <a:gd name="connsiteY2289" fmla="*/ 139531 h 524359"/>
                <a:gd name="connsiteX2290" fmla="*/ 135104 w 288016"/>
                <a:gd name="connsiteY2290" fmla="*/ 144007 h 524359"/>
                <a:gd name="connsiteX2291" fmla="*/ 133080 w 288016"/>
                <a:gd name="connsiteY2291" fmla="*/ 144007 h 524359"/>
                <a:gd name="connsiteX2292" fmla="*/ 131461 w 288016"/>
                <a:gd name="connsiteY2292" fmla="*/ 144754 h 524359"/>
                <a:gd name="connsiteX2293" fmla="*/ 129438 w 288016"/>
                <a:gd name="connsiteY2293" fmla="*/ 145500 h 524359"/>
                <a:gd name="connsiteX2294" fmla="*/ 129033 w 288016"/>
                <a:gd name="connsiteY2294" fmla="*/ 145500 h 524359"/>
                <a:gd name="connsiteX2295" fmla="*/ 127819 w 288016"/>
                <a:gd name="connsiteY2295" fmla="*/ 146246 h 524359"/>
                <a:gd name="connsiteX2296" fmla="*/ 126200 w 288016"/>
                <a:gd name="connsiteY2296" fmla="*/ 146246 h 524359"/>
                <a:gd name="connsiteX2297" fmla="*/ 123771 w 288016"/>
                <a:gd name="connsiteY2297" fmla="*/ 146992 h 524359"/>
                <a:gd name="connsiteX2298" fmla="*/ 120938 w 288016"/>
                <a:gd name="connsiteY2298" fmla="*/ 148484 h 524359"/>
                <a:gd name="connsiteX2299" fmla="*/ 120938 w 288016"/>
                <a:gd name="connsiteY2299" fmla="*/ 149231 h 524359"/>
                <a:gd name="connsiteX2300" fmla="*/ 119319 w 288016"/>
                <a:gd name="connsiteY2300" fmla="*/ 149977 h 524359"/>
                <a:gd name="connsiteX2301" fmla="*/ 118915 w 288016"/>
                <a:gd name="connsiteY2301" fmla="*/ 149977 h 524359"/>
                <a:gd name="connsiteX2302" fmla="*/ 115677 w 288016"/>
                <a:gd name="connsiteY2302" fmla="*/ 151469 h 524359"/>
                <a:gd name="connsiteX2303" fmla="*/ 112844 w 288016"/>
                <a:gd name="connsiteY2303" fmla="*/ 154454 h 524359"/>
                <a:gd name="connsiteX2304" fmla="*/ 111630 w 288016"/>
                <a:gd name="connsiteY2304" fmla="*/ 156692 h 524359"/>
                <a:gd name="connsiteX2305" fmla="*/ 108796 w 288016"/>
                <a:gd name="connsiteY2305" fmla="*/ 158184 h 524359"/>
                <a:gd name="connsiteX2306" fmla="*/ 105963 w 288016"/>
                <a:gd name="connsiteY2306" fmla="*/ 161915 h 524359"/>
                <a:gd name="connsiteX2307" fmla="*/ 105559 w 288016"/>
                <a:gd name="connsiteY2307" fmla="*/ 161915 h 524359"/>
                <a:gd name="connsiteX2308" fmla="*/ 104344 w 288016"/>
                <a:gd name="connsiteY2308" fmla="*/ 164154 h 524359"/>
                <a:gd name="connsiteX2309" fmla="*/ 100702 w 288016"/>
                <a:gd name="connsiteY2309" fmla="*/ 168631 h 524359"/>
                <a:gd name="connsiteX2310" fmla="*/ 99083 w 288016"/>
                <a:gd name="connsiteY2310" fmla="*/ 164154 h 524359"/>
                <a:gd name="connsiteX2311" fmla="*/ 97464 w 288016"/>
                <a:gd name="connsiteY2311" fmla="*/ 161915 h 524359"/>
                <a:gd name="connsiteX2312" fmla="*/ 95036 w 288016"/>
                <a:gd name="connsiteY2312" fmla="*/ 158184 h 524359"/>
                <a:gd name="connsiteX2313" fmla="*/ 93417 w 288016"/>
                <a:gd name="connsiteY2313" fmla="*/ 153707 h 524359"/>
                <a:gd name="connsiteX2314" fmla="*/ 89774 w 288016"/>
                <a:gd name="connsiteY2314" fmla="*/ 148484 h 524359"/>
                <a:gd name="connsiteX2315" fmla="*/ 88965 w 288016"/>
                <a:gd name="connsiteY2315" fmla="*/ 145500 h 524359"/>
                <a:gd name="connsiteX2316" fmla="*/ 87346 w 288016"/>
                <a:gd name="connsiteY2316" fmla="*/ 142515 h 524359"/>
                <a:gd name="connsiteX2317" fmla="*/ 86941 w 288016"/>
                <a:gd name="connsiteY2317" fmla="*/ 141769 h 524359"/>
                <a:gd name="connsiteX2318" fmla="*/ 86536 w 288016"/>
                <a:gd name="connsiteY2318" fmla="*/ 141023 h 524359"/>
                <a:gd name="connsiteX2319" fmla="*/ 84917 w 288016"/>
                <a:gd name="connsiteY2319" fmla="*/ 138784 h 524359"/>
                <a:gd name="connsiteX2320" fmla="*/ 81679 w 288016"/>
                <a:gd name="connsiteY2320" fmla="*/ 132069 h 524359"/>
                <a:gd name="connsiteX2321" fmla="*/ 80060 w 288016"/>
                <a:gd name="connsiteY2321" fmla="*/ 129084 h 524359"/>
                <a:gd name="connsiteX2322" fmla="*/ 79656 w 288016"/>
                <a:gd name="connsiteY2322" fmla="*/ 129084 h 524359"/>
                <a:gd name="connsiteX2323" fmla="*/ 79251 w 288016"/>
                <a:gd name="connsiteY2323" fmla="*/ 128338 h 524359"/>
                <a:gd name="connsiteX2324" fmla="*/ 76013 w 288016"/>
                <a:gd name="connsiteY2324" fmla="*/ 121623 h 524359"/>
                <a:gd name="connsiteX2325" fmla="*/ 73585 w 288016"/>
                <a:gd name="connsiteY2325" fmla="*/ 118638 h 524359"/>
                <a:gd name="connsiteX2326" fmla="*/ 71966 w 288016"/>
                <a:gd name="connsiteY2326" fmla="*/ 113415 h 524359"/>
                <a:gd name="connsiteX2327" fmla="*/ 69133 w 288016"/>
                <a:gd name="connsiteY2327" fmla="*/ 109684 h 524359"/>
                <a:gd name="connsiteX2328" fmla="*/ 68323 w 288016"/>
                <a:gd name="connsiteY2328" fmla="*/ 108938 h 524359"/>
                <a:gd name="connsiteX2329" fmla="*/ 65490 w 288016"/>
                <a:gd name="connsiteY2329" fmla="*/ 102223 h 524359"/>
                <a:gd name="connsiteX2330" fmla="*/ 63871 w 288016"/>
                <a:gd name="connsiteY2330" fmla="*/ 100731 h 524359"/>
                <a:gd name="connsiteX2331" fmla="*/ 63062 w 288016"/>
                <a:gd name="connsiteY2331" fmla="*/ 99238 h 524359"/>
                <a:gd name="connsiteX2332" fmla="*/ 60633 w 288016"/>
                <a:gd name="connsiteY2332" fmla="*/ 94015 h 524359"/>
                <a:gd name="connsiteX2333" fmla="*/ 57800 w 288016"/>
                <a:gd name="connsiteY2333" fmla="*/ 89538 h 524359"/>
                <a:gd name="connsiteX2334" fmla="*/ 57396 w 288016"/>
                <a:gd name="connsiteY2334" fmla="*/ 88792 h 524359"/>
                <a:gd name="connsiteX2335" fmla="*/ 56991 w 288016"/>
                <a:gd name="connsiteY2335" fmla="*/ 88046 h 524359"/>
                <a:gd name="connsiteX2336" fmla="*/ 57396 w 288016"/>
                <a:gd name="connsiteY2336" fmla="*/ 87300 h 524359"/>
                <a:gd name="connsiteX2337" fmla="*/ 60229 w 288016"/>
                <a:gd name="connsiteY2337" fmla="*/ 79092 h 524359"/>
                <a:gd name="connsiteX2338" fmla="*/ 60633 w 288016"/>
                <a:gd name="connsiteY2338" fmla="*/ 79092 h 524359"/>
                <a:gd name="connsiteX2339" fmla="*/ 63871 w 288016"/>
                <a:gd name="connsiteY2339" fmla="*/ 76854 h 524359"/>
                <a:gd name="connsiteX2340" fmla="*/ 65490 w 288016"/>
                <a:gd name="connsiteY2340" fmla="*/ 75361 h 524359"/>
                <a:gd name="connsiteX2341" fmla="*/ 69133 w 288016"/>
                <a:gd name="connsiteY2341" fmla="*/ 67900 h 524359"/>
                <a:gd name="connsiteX2342" fmla="*/ 69537 w 288016"/>
                <a:gd name="connsiteY2342" fmla="*/ 67154 h 524359"/>
                <a:gd name="connsiteX2343" fmla="*/ 71966 w 288016"/>
                <a:gd name="connsiteY2343" fmla="*/ 66408 h 524359"/>
                <a:gd name="connsiteX2344" fmla="*/ 76013 w 288016"/>
                <a:gd name="connsiteY2344" fmla="*/ 61931 h 524359"/>
                <a:gd name="connsiteX2345" fmla="*/ 79251 w 288016"/>
                <a:gd name="connsiteY2345" fmla="*/ 56708 h 524359"/>
                <a:gd name="connsiteX2346" fmla="*/ 79656 w 288016"/>
                <a:gd name="connsiteY2346" fmla="*/ 56708 h 524359"/>
                <a:gd name="connsiteX2347" fmla="*/ 81275 w 288016"/>
                <a:gd name="connsiteY2347" fmla="*/ 55961 h 524359"/>
                <a:gd name="connsiteX2348" fmla="*/ 86131 w 288016"/>
                <a:gd name="connsiteY2348" fmla="*/ 51484 h 524359"/>
                <a:gd name="connsiteX2349" fmla="*/ 86536 w 288016"/>
                <a:gd name="connsiteY2349" fmla="*/ 50738 h 524359"/>
                <a:gd name="connsiteX2350" fmla="*/ 86941 w 288016"/>
                <a:gd name="connsiteY2350" fmla="*/ 49992 h 524359"/>
                <a:gd name="connsiteX2351" fmla="*/ 88560 w 288016"/>
                <a:gd name="connsiteY2351" fmla="*/ 47008 h 524359"/>
                <a:gd name="connsiteX2352" fmla="*/ 89369 w 288016"/>
                <a:gd name="connsiteY2352" fmla="*/ 47008 h 524359"/>
                <a:gd name="connsiteX2353" fmla="*/ 93012 w 288016"/>
                <a:gd name="connsiteY2353" fmla="*/ 46261 h 524359"/>
                <a:gd name="connsiteX2354" fmla="*/ 97059 w 288016"/>
                <a:gd name="connsiteY2354" fmla="*/ 41785 h 524359"/>
                <a:gd name="connsiteX2355" fmla="*/ 98678 w 288016"/>
                <a:gd name="connsiteY2355" fmla="*/ 40292 h 524359"/>
                <a:gd name="connsiteX2356" fmla="*/ 99083 w 288016"/>
                <a:gd name="connsiteY2356" fmla="*/ 39546 h 524359"/>
                <a:gd name="connsiteX2357" fmla="*/ 105559 w 288016"/>
                <a:gd name="connsiteY2357" fmla="*/ 38054 h 524359"/>
                <a:gd name="connsiteX2358" fmla="*/ 108392 w 288016"/>
                <a:gd name="connsiteY2358" fmla="*/ 35069 h 524359"/>
                <a:gd name="connsiteX2359" fmla="*/ 110011 w 288016"/>
                <a:gd name="connsiteY2359" fmla="*/ 33577 h 524359"/>
                <a:gd name="connsiteX2360" fmla="*/ 112439 w 288016"/>
                <a:gd name="connsiteY2360" fmla="*/ 34323 h 524359"/>
                <a:gd name="connsiteX2361" fmla="*/ 115272 w 288016"/>
                <a:gd name="connsiteY2361" fmla="*/ 33577 h 524359"/>
                <a:gd name="connsiteX2362" fmla="*/ 118510 w 288016"/>
                <a:gd name="connsiteY2362" fmla="*/ 31338 h 524359"/>
                <a:gd name="connsiteX2363" fmla="*/ 120129 w 288016"/>
                <a:gd name="connsiteY2363" fmla="*/ 30592 h 524359"/>
                <a:gd name="connsiteX2364" fmla="*/ 121343 w 288016"/>
                <a:gd name="connsiteY2364" fmla="*/ 29846 h 524359"/>
                <a:gd name="connsiteX2365" fmla="*/ 122962 w 288016"/>
                <a:gd name="connsiteY2365" fmla="*/ 30592 h 524359"/>
                <a:gd name="connsiteX2366" fmla="*/ 125390 w 288016"/>
                <a:gd name="connsiteY2366" fmla="*/ 31338 h 524359"/>
                <a:gd name="connsiteX2367" fmla="*/ 128224 w 288016"/>
                <a:gd name="connsiteY2367" fmla="*/ 30592 h 524359"/>
                <a:gd name="connsiteX2368" fmla="*/ 130652 w 288016"/>
                <a:gd name="connsiteY2368" fmla="*/ 29100 h 524359"/>
                <a:gd name="connsiteX2369" fmla="*/ 132271 w 288016"/>
                <a:gd name="connsiteY2369" fmla="*/ 28354 h 524359"/>
                <a:gd name="connsiteX2370" fmla="*/ 132676 w 288016"/>
                <a:gd name="connsiteY2370" fmla="*/ 28354 h 524359"/>
                <a:gd name="connsiteX2371" fmla="*/ 134699 w 288016"/>
                <a:gd name="connsiteY2371" fmla="*/ 29100 h 524359"/>
                <a:gd name="connsiteX2372" fmla="*/ 135509 w 288016"/>
                <a:gd name="connsiteY2372" fmla="*/ 41785 h 524359"/>
                <a:gd name="connsiteX2373" fmla="*/ 59014 w 288016"/>
                <a:gd name="connsiteY2373" fmla="*/ 98492 h 524359"/>
                <a:gd name="connsiteX2374" fmla="*/ 59824 w 288016"/>
                <a:gd name="connsiteY2374" fmla="*/ 94015 h 524359"/>
                <a:gd name="connsiteX2375" fmla="*/ 62252 w 288016"/>
                <a:gd name="connsiteY2375" fmla="*/ 98492 h 524359"/>
                <a:gd name="connsiteX2376" fmla="*/ 62252 w 288016"/>
                <a:gd name="connsiteY2376" fmla="*/ 107446 h 524359"/>
                <a:gd name="connsiteX2377" fmla="*/ 59014 w 288016"/>
                <a:gd name="connsiteY2377" fmla="*/ 116400 h 524359"/>
                <a:gd name="connsiteX2378" fmla="*/ 58610 w 288016"/>
                <a:gd name="connsiteY2378" fmla="*/ 117146 h 524359"/>
                <a:gd name="connsiteX2379" fmla="*/ 58205 w 288016"/>
                <a:gd name="connsiteY2379" fmla="*/ 119384 h 524359"/>
                <a:gd name="connsiteX2380" fmla="*/ 56181 w 288016"/>
                <a:gd name="connsiteY2380" fmla="*/ 116400 h 524359"/>
                <a:gd name="connsiteX2381" fmla="*/ 56181 w 288016"/>
                <a:gd name="connsiteY2381" fmla="*/ 105208 h 524359"/>
                <a:gd name="connsiteX2382" fmla="*/ 56991 w 288016"/>
                <a:gd name="connsiteY2382" fmla="*/ 102969 h 524359"/>
                <a:gd name="connsiteX2383" fmla="*/ 58205 w 288016"/>
                <a:gd name="connsiteY2383" fmla="*/ 99984 h 524359"/>
                <a:gd name="connsiteX2384" fmla="*/ 59014 w 288016"/>
                <a:gd name="connsiteY2384" fmla="*/ 98492 h 524359"/>
                <a:gd name="connsiteX2385" fmla="*/ 56181 w 288016"/>
                <a:gd name="connsiteY2385" fmla="*/ 99984 h 524359"/>
                <a:gd name="connsiteX2386" fmla="*/ 54562 w 288016"/>
                <a:gd name="connsiteY2386" fmla="*/ 103715 h 524359"/>
                <a:gd name="connsiteX2387" fmla="*/ 53348 w 288016"/>
                <a:gd name="connsiteY2387" fmla="*/ 108192 h 524359"/>
                <a:gd name="connsiteX2388" fmla="*/ 52943 w 288016"/>
                <a:gd name="connsiteY2388" fmla="*/ 110431 h 524359"/>
                <a:gd name="connsiteX2389" fmla="*/ 50110 w 288016"/>
                <a:gd name="connsiteY2389" fmla="*/ 105208 h 524359"/>
                <a:gd name="connsiteX2390" fmla="*/ 49706 w 288016"/>
                <a:gd name="connsiteY2390" fmla="*/ 102969 h 524359"/>
                <a:gd name="connsiteX2391" fmla="*/ 50515 w 288016"/>
                <a:gd name="connsiteY2391" fmla="*/ 102223 h 524359"/>
                <a:gd name="connsiteX2392" fmla="*/ 54158 w 288016"/>
                <a:gd name="connsiteY2392" fmla="*/ 92523 h 524359"/>
                <a:gd name="connsiteX2393" fmla="*/ 54562 w 288016"/>
                <a:gd name="connsiteY2393" fmla="*/ 91777 h 524359"/>
                <a:gd name="connsiteX2394" fmla="*/ 56181 w 288016"/>
                <a:gd name="connsiteY2394" fmla="*/ 90284 h 524359"/>
                <a:gd name="connsiteX2395" fmla="*/ 57396 w 288016"/>
                <a:gd name="connsiteY2395" fmla="*/ 89538 h 524359"/>
                <a:gd name="connsiteX2396" fmla="*/ 56181 w 288016"/>
                <a:gd name="connsiteY2396" fmla="*/ 99984 h 524359"/>
                <a:gd name="connsiteX2397" fmla="*/ 78037 w 288016"/>
                <a:gd name="connsiteY2397" fmla="*/ 263392 h 524359"/>
                <a:gd name="connsiteX2398" fmla="*/ 78442 w 288016"/>
                <a:gd name="connsiteY2398" fmla="*/ 266377 h 524359"/>
                <a:gd name="connsiteX2399" fmla="*/ 78037 w 288016"/>
                <a:gd name="connsiteY2399" fmla="*/ 271600 h 524359"/>
                <a:gd name="connsiteX2400" fmla="*/ 77632 w 288016"/>
                <a:gd name="connsiteY2400" fmla="*/ 270854 h 524359"/>
                <a:gd name="connsiteX2401" fmla="*/ 75204 w 288016"/>
                <a:gd name="connsiteY2401" fmla="*/ 268615 h 524359"/>
                <a:gd name="connsiteX2402" fmla="*/ 74799 w 288016"/>
                <a:gd name="connsiteY2402" fmla="*/ 267123 h 524359"/>
                <a:gd name="connsiteX2403" fmla="*/ 74394 w 288016"/>
                <a:gd name="connsiteY2403" fmla="*/ 260407 h 524359"/>
                <a:gd name="connsiteX2404" fmla="*/ 73989 w 288016"/>
                <a:gd name="connsiteY2404" fmla="*/ 255184 h 524359"/>
                <a:gd name="connsiteX2405" fmla="*/ 73180 w 288016"/>
                <a:gd name="connsiteY2405" fmla="*/ 249961 h 524359"/>
                <a:gd name="connsiteX2406" fmla="*/ 73989 w 288016"/>
                <a:gd name="connsiteY2406" fmla="*/ 249961 h 524359"/>
                <a:gd name="connsiteX2407" fmla="*/ 78037 w 288016"/>
                <a:gd name="connsiteY2407" fmla="*/ 250707 h 524359"/>
                <a:gd name="connsiteX2408" fmla="*/ 78442 w 288016"/>
                <a:gd name="connsiteY2408" fmla="*/ 251454 h 524359"/>
                <a:gd name="connsiteX2409" fmla="*/ 78037 w 288016"/>
                <a:gd name="connsiteY2409" fmla="*/ 263392 h 524359"/>
                <a:gd name="connsiteX2410" fmla="*/ 58610 w 288016"/>
                <a:gd name="connsiteY2410" fmla="*/ 252946 h 524359"/>
                <a:gd name="connsiteX2411" fmla="*/ 58205 w 288016"/>
                <a:gd name="connsiteY2411" fmla="*/ 250707 h 524359"/>
                <a:gd name="connsiteX2412" fmla="*/ 58610 w 288016"/>
                <a:gd name="connsiteY2412" fmla="*/ 250707 h 524359"/>
                <a:gd name="connsiteX2413" fmla="*/ 59419 w 288016"/>
                <a:gd name="connsiteY2413" fmla="*/ 249961 h 524359"/>
                <a:gd name="connsiteX2414" fmla="*/ 62657 w 288016"/>
                <a:gd name="connsiteY2414" fmla="*/ 250707 h 524359"/>
                <a:gd name="connsiteX2415" fmla="*/ 65895 w 288016"/>
                <a:gd name="connsiteY2415" fmla="*/ 267869 h 524359"/>
                <a:gd name="connsiteX2416" fmla="*/ 66704 w 288016"/>
                <a:gd name="connsiteY2416" fmla="*/ 270854 h 524359"/>
                <a:gd name="connsiteX2417" fmla="*/ 65895 w 288016"/>
                <a:gd name="connsiteY2417" fmla="*/ 270854 h 524359"/>
                <a:gd name="connsiteX2418" fmla="*/ 62657 w 288016"/>
                <a:gd name="connsiteY2418" fmla="*/ 270854 h 524359"/>
                <a:gd name="connsiteX2419" fmla="*/ 60229 w 288016"/>
                <a:gd name="connsiteY2419" fmla="*/ 268615 h 524359"/>
                <a:gd name="connsiteX2420" fmla="*/ 59824 w 288016"/>
                <a:gd name="connsiteY2420" fmla="*/ 267123 h 524359"/>
                <a:gd name="connsiteX2421" fmla="*/ 59419 w 288016"/>
                <a:gd name="connsiteY2421" fmla="*/ 260407 h 524359"/>
                <a:gd name="connsiteX2422" fmla="*/ 59419 w 288016"/>
                <a:gd name="connsiteY2422" fmla="*/ 258915 h 524359"/>
                <a:gd name="connsiteX2423" fmla="*/ 43230 w 288016"/>
                <a:gd name="connsiteY2423" fmla="*/ 252946 h 524359"/>
                <a:gd name="connsiteX2424" fmla="*/ 42825 w 288016"/>
                <a:gd name="connsiteY2424" fmla="*/ 250707 h 524359"/>
                <a:gd name="connsiteX2425" fmla="*/ 43230 w 288016"/>
                <a:gd name="connsiteY2425" fmla="*/ 250707 h 524359"/>
                <a:gd name="connsiteX2426" fmla="*/ 44444 w 288016"/>
                <a:gd name="connsiteY2426" fmla="*/ 249961 h 524359"/>
                <a:gd name="connsiteX2427" fmla="*/ 50515 w 288016"/>
                <a:gd name="connsiteY2427" fmla="*/ 265630 h 524359"/>
                <a:gd name="connsiteX2428" fmla="*/ 50920 w 288016"/>
                <a:gd name="connsiteY2428" fmla="*/ 268615 h 524359"/>
                <a:gd name="connsiteX2429" fmla="*/ 51325 w 288016"/>
                <a:gd name="connsiteY2429" fmla="*/ 271600 h 524359"/>
                <a:gd name="connsiteX2430" fmla="*/ 50515 w 288016"/>
                <a:gd name="connsiteY2430" fmla="*/ 271600 h 524359"/>
                <a:gd name="connsiteX2431" fmla="*/ 45254 w 288016"/>
                <a:gd name="connsiteY2431" fmla="*/ 269361 h 524359"/>
                <a:gd name="connsiteX2432" fmla="*/ 44849 w 288016"/>
                <a:gd name="connsiteY2432" fmla="*/ 267869 h 524359"/>
                <a:gd name="connsiteX2433" fmla="*/ 44444 w 288016"/>
                <a:gd name="connsiteY2433" fmla="*/ 263392 h 524359"/>
                <a:gd name="connsiteX2434" fmla="*/ 44444 w 288016"/>
                <a:gd name="connsiteY2434" fmla="*/ 261154 h 524359"/>
                <a:gd name="connsiteX2435" fmla="*/ 43230 w 288016"/>
                <a:gd name="connsiteY2435" fmla="*/ 252946 h 524359"/>
                <a:gd name="connsiteX2436" fmla="*/ 20970 w 288016"/>
                <a:gd name="connsiteY2436" fmla="*/ 252946 h 524359"/>
                <a:gd name="connsiteX2437" fmla="*/ 20565 w 288016"/>
                <a:gd name="connsiteY2437" fmla="*/ 250707 h 524359"/>
                <a:gd name="connsiteX2438" fmla="*/ 20970 w 288016"/>
                <a:gd name="connsiteY2438" fmla="*/ 250707 h 524359"/>
                <a:gd name="connsiteX2439" fmla="*/ 22184 w 288016"/>
                <a:gd name="connsiteY2439" fmla="*/ 249961 h 524359"/>
                <a:gd name="connsiteX2440" fmla="*/ 27445 w 288016"/>
                <a:gd name="connsiteY2440" fmla="*/ 256677 h 524359"/>
                <a:gd name="connsiteX2441" fmla="*/ 28660 w 288016"/>
                <a:gd name="connsiteY2441" fmla="*/ 267869 h 524359"/>
                <a:gd name="connsiteX2442" fmla="*/ 28660 w 288016"/>
                <a:gd name="connsiteY2442" fmla="*/ 268615 h 524359"/>
                <a:gd name="connsiteX2443" fmla="*/ 29064 w 288016"/>
                <a:gd name="connsiteY2443" fmla="*/ 270854 h 524359"/>
                <a:gd name="connsiteX2444" fmla="*/ 27445 w 288016"/>
                <a:gd name="connsiteY2444" fmla="*/ 270854 h 524359"/>
                <a:gd name="connsiteX2445" fmla="*/ 22184 w 288016"/>
                <a:gd name="connsiteY2445" fmla="*/ 261900 h 524359"/>
                <a:gd name="connsiteX2446" fmla="*/ 22184 w 288016"/>
                <a:gd name="connsiteY2446" fmla="*/ 261154 h 524359"/>
                <a:gd name="connsiteX2447" fmla="*/ 20970 w 288016"/>
                <a:gd name="connsiteY2447" fmla="*/ 252946 h 524359"/>
                <a:gd name="connsiteX2448" fmla="*/ 28660 w 288016"/>
                <a:gd name="connsiteY2448" fmla="*/ 252946 h 524359"/>
                <a:gd name="connsiteX2449" fmla="*/ 28255 w 288016"/>
                <a:gd name="connsiteY2449" fmla="*/ 250707 h 524359"/>
                <a:gd name="connsiteX2450" fmla="*/ 28660 w 288016"/>
                <a:gd name="connsiteY2450" fmla="*/ 250707 h 524359"/>
                <a:gd name="connsiteX2451" fmla="*/ 32302 w 288016"/>
                <a:gd name="connsiteY2451" fmla="*/ 251454 h 524359"/>
                <a:gd name="connsiteX2452" fmla="*/ 33921 w 288016"/>
                <a:gd name="connsiteY2452" fmla="*/ 252946 h 524359"/>
                <a:gd name="connsiteX2453" fmla="*/ 35945 w 288016"/>
                <a:gd name="connsiteY2453" fmla="*/ 268615 h 524359"/>
                <a:gd name="connsiteX2454" fmla="*/ 35945 w 288016"/>
                <a:gd name="connsiteY2454" fmla="*/ 269361 h 524359"/>
                <a:gd name="connsiteX2455" fmla="*/ 36349 w 288016"/>
                <a:gd name="connsiteY2455" fmla="*/ 271600 h 524359"/>
                <a:gd name="connsiteX2456" fmla="*/ 35945 w 288016"/>
                <a:gd name="connsiteY2456" fmla="*/ 271600 h 524359"/>
                <a:gd name="connsiteX2457" fmla="*/ 33921 w 288016"/>
                <a:gd name="connsiteY2457" fmla="*/ 272346 h 524359"/>
                <a:gd name="connsiteX2458" fmla="*/ 32302 w 288016"/>
                <a:gd name="connsiteY2458" fmla="*/ 271600 h 524359"/>
                <a:gd name="connsiteX2459" fmla="*/ 29469 w 288016"/>
                <a:gd name="connsiteY2459" fmla="*/ 261154 h 524359"/>
                <a:gd name="connsiteX2460" fmla="*/ 28660 w 288016"/>
                <a:gd name="connsiteY2460" fmla="*/ 252946 h 524359"/>
                <a:gd name="connsiteX2461" fmla="*/ 35945 w 288016"/>
                <a:gd name="connsiteY2461" fmla="*/ 252946 h 524359"/>
                <a:gd name="connsiteX2462" fmla="*/ 35540 w 288016"/>
                <a:gd name="connsiteY2462" fmla="*/ 250707 h 524359"/>
                <a:gd name="connsiteX2463" fmla="*/ 35945 w 288016"/>
                <a:gd name="connsiteY2463" fmla="*/ 250707 h 524359"/>
                <a:gd name="connsiteX2464" fmla="*/ 39587 w 288016"/>
                <a:gd name="connsiteY2464" fmla="*/ 251454 h 524359"/>
                <a:gd name="connsiteX2465" fmla="*/ 41206 w 288016"/>
                <a:gd name="connsiteY2465" fmla="*/ 252200 h 524359"/>
                <a:gd name="connsiteX2466" fmla="*/ 42016 w 288016"/>
                <a:gd name="connsiteY2466" fmla="*/ 255184 h 524359"/>
                <a:gd name="connsiteX2467" fmla="*/ 43230 w 288016"/>
                <a:gd name="connsiteY2467" fmla="*/ 268615 h 524359"/>
                <a:gd name="connsiteX2468" fmla="*/ 44039 w 288016"/>
                <a:gd name="connsiteY2468" fmla="*/ 271600 h 524359"/>
                <a:gd name="connsiteX2469" fmla="*/ 43230 w 288016"/>
                <a:gd name="connsiteY2469" fmla="*/ 271600 h 524359"/>
                <a:gd name="connsiteX2470" fmla="*/ 42016 w 288016"/>
                <a:gd name="connsiteY2470" fmla="*/ 272346 h 524359"/>
                <a:gd name="connsiteX2471" fmla="*/ 41206 w 288016"/>
                <a:gd name="connsiteY2471" fmla="*/ 272346 h 524359"/>
                <a:gd name="connsiteX2472" fmla="*/ 39587 w 288016"/>
                <a:gd name="connsiteY2472" fmla="*/ 271600 h 524359"/>
                <a:gd name="connsiteX2473" fmla="*/ 36754 w 288016"/>
                <a:gd name="connsiteY2473" fmla="*/ 261154 h 524359"/>
                <a:gd name="connsiteX2474" fmla="*/ 35945 w 288016"/>
                <a:gd name="connsiteY2474" fmla="*/ 252946 h 524359"/>
                <a:gd name="connsiteX2475" fmla="*/ 50515 w 288016"/>
                <a:gd name="connsiteY2475" fmla="*/ 250707 h 524359"/>
                <a:gd name="connsiteX2476" fmla="*/ 54562 w 288016"/>
                <a:gd name="connsiteY2476" fmla="*/ 250707 h 524359"/>
                <a:gd name="connsiteX2477" fmla="*/ 56181 w 288016"/>
                <a:gd name="connsiteY2477" fmla="*/ 252946 h 524359"/>
                <a:gd name="connsiteX2478" fmla="*/ 58205 w 288016"/>
                <a:gd name="connsiteY2478" fmla="*/ 267869 h 524359"/>
                <a:gd name="connsiteX2479" fmla="*/ 58610 w 288016"/>
                <a:gd name="connsiteY2479" fmla="*/ 270854 h 524359"/>
                <a:gd name="connsiteX2480" fmla="*/ 58205 w 288016"/>
                <a:gd name="connsiteY2480" fmla="*/ 270854 h 524359"/>
                <a:gd name="connsiteX2481" fmla="*/ 56181 w 288016"/>
                <a:gd name="connsiteY2481" fmla="*/ 271600 h 524359"/>
                <a:gd name="connsiteX2482" fmla="*/ 54562 w 288016"/>
                <a:gd name="connsiteY2482" fmla="*/ 270854 h 524359"/>
                <a:gd name="connsiteX2483" fmla="*/ 52943 w 288016"/>
                <a:gd name="connsiteY2483" fmla="*/ 268615 h 524359"/>
                <a:gd name="connsiteX2484" fmla="*/ 52539 w 288016"/>
                <a:gd name="connsiteY2484" fmla="*/ 267123 h 524359"/>
                <a:gd name="connsiteX2485" fmla="*/ 52134 w 288016"/>
                <a:gd name="connsiteY2485" fmla="*/ 260407 h 524359"/>
                <a:gd name="connsiteX2486" fmla="*/ 50515 w 288016"/>
                <a:gd name="connsiteY2486" fmla="*/ 250707 h 524359"/>
                <a:gd name="connsiteX2487" fmla="*/ 65895 w 288016"/>
                <a:gd name="connsiteY2487" fmla="*/ 252946 h 524359"/>
                <a:gd name="connsiteX2488" fmla="*/ 65490 w 288016"/>
                <a:gd name="connsiteY2488" fmla="*/ 250707 h 524359"/>
                <a:gd name="connsiteX2489" fmla="*/ 65895 w 288016"/>
                <a:gd name="connsiteY2489" fmla="*/ 250707 h 524359"/>
                <a:gd name="connsiteX2490" fmla="*/ 67514 w 288016"/>
                <a:gd name="connsiteY2490" fmla="*/ 249961 h 524359"/>
                <a:gd name="connsiteX2491" fmla="*/ 71156 w 288016"/>
                <a:gd name="connsiteY2491" fmla="*/ 252946 h 524359"/>
                <a:gd name="connsiteX2492" fmla="*/ 73585 w 288016"/>
                <a:gd name="connsiteY2492" fmla="*/ 268615 h 524359"/>
                <a:gd name="connsiteX2493" fmla="*/ 73989 w 288016"/>
                <a:gd name="connsiteY2493" fmla="*/ 270854 h 524359"/>
                <a:gd name="connsiteX2494" fmla="*/ 74394 w 288016"/>
                <a:gd name="connsiteY2494" fmla="*/ 271600 h 524359"/>
                <a:gd name="connsiteX2495" fmla="*/ 73989 w 288016"/>
                <a:gd name="connsiteY2495" fmla="*/ 271600 h 524359"/>
                <a:gd name="connsiteX2496" fmla="*/ 71156 w 288016"/>
                <a:gd name="connsiteY2496" fmla="*/ 272346 h 524359"/>
                <a:gd name="connsiteX2497" fmla="*/ 67919 w 288016"/>
                <a:gd name="connsiteY2497" fmla="*/ 269361 h 524359"/>
                <a:gd name="connsiteX2498" fmla="*/ 67514 w 288016"/>
                <a:gd name="connsiteY2498" fmla="*/ 267869 h 524359"/>
                <a:gd name="connsiteX2499" fmla="*/ 67109 w 288016"/>
                <a:gd name="connsiteY2499" fmla="*/ 264884 h 524359"/>
                <a:gd name="connsiteX2500" fmla="*/ 66704 w 288016"/>
                <a:gd name="connsiteY2500" fmla="*/ 261900 h 524359"/>
                <a:gd name="connsiteX2501" fmla="*/ 65895 w 288016"/>
                <a:gd name="connsiteY2501" fmla="*/ 252946 h 524359"/>
                <a:gd name="connsiteX2502" fmla="*/ 16518 w 288016"/>
                <a:gd name="connsiteY2502" fmla="*/ 250707 h 524359"/>
                <a:gd name="connsiteX2503" fmla="*/ 16922 w 288016"/>
                <a:gd name="connsiteY2503" fmla="*/ 250707 h 524359"/>
                <a:gd name="connsiteX2504" fmla="*/ 19351 w 288016"/>
                <a:gd name="connsiteY2504" fmla="*/ 254438 h 524359"/>
                <a:gd name="connsiteX2505" fmla="*/ 20970 w 288016"/>
                <a:gd name="connsiteY2505" fmla="*/ 268615 h 524359"/>
                <a:gd name="connsiteX2506" fmla="*/ 21374 w 288016"/>
                <a:gd name="connsiteY2506" fmla="*/ 269361 h 524359"/>
                <a:gd name="connsiteX2507" fmla="*/ 21779 w 288016"/>
                <a:gd name="connsiteY2507" fmla="*/ 271600 h 524359"/>
                <a:gd name="connsiteX2508" fmla="*/ 20970 w 288016"/>
                <a:gd name="connsiteY2508" fmla="*/ 271600 h 524359"/>
                <a:gd name="connsiteX2509" fmla="*/ 19351 w 288016"/>
                <a:gd name="connsiteY2509" fmla="*/ 272346 h 524359"/>
                <a:gd name="connsiteX2510" fmla="*/ 16922 w 288016"/>
                <a:gd name="connsiteY2510" fmla="*/ 271600 h 524359"/>
                <a:gd name="connsiteX2511" fmla="*/ 16518 w 288016"/>
                <a:gd name="connsiteY2511" fmla="*/ 271600 h 524359"/>
                <a:gd name="connsiteX2512" fmla="*/ 15303 w 288016"/>
                <a:gd name="connsiteY2512" fmla="*/ 257423 h 524359"/>
                <a:gd name="connsiteX2513" fmla="*/ 16518 w 288016"/>
                <a:gd name="connsiteY2513" fmla="*/ 250707 h 524359"/>
                <a:gd name="connsiteX2514" fmla="*/ 65490 w 288016"/>
                <a:gd name="connsiteY2514" fmla="*/ 464107 h 524359"/>
                <a:gd name="connsiteX2515" fmla="*/ 65490 w 288016"/>
                <a:gd name="connsiteY2515" fmla="*/ 476046 h 524359"/>
                <a:gd name="connsiteX2516" fmla="*/ 65085 w 288016"/>
                <a:gd name="connsiteY2516" fmla="*/ 476046 h 524359"/>
                <a:gd name="connsiteX2517" fmla="*/ 62252 w 288016"/>
                <a:gd name="connsiteY2517" fmla="*/ 473061 h 524359"/>
                <a:gd name="connsiteX2518" fmla="*/ 59014 w 288016"/>
                <a:gd name="connsiteY2518" fmla="*/ 466346 h 524359"/>
                <a:gd name="connsiteX2519" fmla="*/ 59014 w 288016"/>
                <a:gd name="connsiteY2519" fmla="*/ 453661 h 524359"/>
                <a:gd name="connsiteX2520" fmla="*/ 59419 w 288016"/>
                <a:gd name="connsiteY2520" fmla="*/ 443961 h 524359"/>
                <a:gd name="connsiteX2521" fmla="*/ 62252 w 288016"/>
                <a:gd name="connsiteY2521" fmla="*/ 446946 h 524359"/>
                <a:gd name="connsiteX2522" fmla="*/ 65490 w 288016"/>
                <a:gd name="connsiteY2522" fmla="*/ 453661 h 524359"/>
                <a:gd name="connsiteX2523" fmla="*/ 65490 w 288016"/>
                <a:gd name="connsiteY2523" fmla="*/ 454407 h 524359"/>
                <a:gd name="connsiteX2524" fmla="*/ 65490 w 288016"/>
                <a:gd name="connsiteY2524" fmla="*/ 464107 h 524359"/>
                <a:gd name="connsiteX2525" fmla="*/ 76013 w 288016"/>
                <a:gd name="connsiteY2525" fmla="*/ 487238 h 524359"/>
                <a:gd name="connsiteX2526" fmla="*/ 73585 w 288016"/>
                <a:gd name="connsiteY2526" fmla="*/ 485746 h 524359"/>
                <a:gd name="connsiteX2527" fmla="*/ 70752 w 288016"/>
                <a:gd name="connsiteY2527" fmla="*/ 482761 h 524359"/>
                <a:gd name="connsiteX2528" fmla="*/ 68728 w 288016"/>
                <a:gd name="connsiteY2528" fmla="*/ 455899 h 524359"/>
                <a:gd name="connsiteX2529" fmla="*/ 70752 w 288016"/>
                <a:gd name="connsiteY2529" fmla="*/ 458138 h 524359"/>
                <a:gd name="connsiteX2530" fmla="*/ 73585 w 288016"/>
                <a:gd name="connsiteY2530" fmla="*/ 461123 h 524359"/>
                <a:gd name="connsiteX2531" fmla="*/ 75204 w 288016"/>
                <a:gd name="connsiteY2531" fmla="*/ 464107 h 524359"/>
                <a:gd name="connsiteX2532" fmla="*/ 76013 w 288016"/>
                <a:gd name="connsiteY2532" fmla="*/ 487238 h 524359"/>
                <a:gd name="connsiteX2533" fmla="*/ 86536 w 288016"/>
                <a:gd name="connsiteY2533" fmla="*/ 496938 h 524359"/>
                <a:gd name="connsiteX2534" fmla="*/ 82894 w 288016"/>
                <a:gd name="connsiteY2534" fmla="*/ 493953 h 524359"/>
                <a:gd name="connsiteX2535" fmla="*/ 81275 w 288016"/>
                <a:gd name="connsiteY2535" fmla="*/ 492461 h 524359"/>
                <a:gd name="connsiteX2536" fmla="*/ 80870 w 288016"/>
                <a:gd name="connsiteY2536" fmla="*/ 491715 h 524359"/>
                <a:gd name="connsiteX2537" fmla="*/ 78037 w 288016"/>
                <a:gd name="connsiteY2537" fmla="*/ 466346 h 524359"/>
                <a:gd name="connsiteX2538" fmla="*/ 80870 w 288016"/>
                <a:gd name="connsiteY2538" fmla="*/ 468584 h 524359"/>
                <a:gd name="connsiteX2539" fmla="*/ 81275 w 288016"/>
                <a:gd name="connsiteY2539" fmla="*/ 468584 h 524359"/>
                <a:gd name="connsiteX2540" fmla="*/ 82894 w 288016"/>
                <a:gd name="connsiteY2540" fmla="*/ 470076 h 524359"/>
                <a:gd name="connsiteX2541" fmla="*/ 84917 w 288016"/>
                <a:gd name="connsiteY2541" fmla="*/ 473807 h 524359"/>
                <a:gd name="connsiteX2542" fmla="*/ 86536 w 288016"/>
                <a:gd name="connsiteY2542" fmla="*/ 496938 h 524359"/>
                <a:gd name="connsiteX2543" fmla="*/ 87750 w 288016"/>
                <a:gd name="connsiteY2543" fmla="*/ 471569 h 524359"/>
                <a:gd name="connsiteX2544" fmla="*/ 86941 w 288016"/>
                <a:gd name="connsiteY2544" fmla="*/ 471569 h 524359"/>
                <a:gd name="connsiteX2545" fmla="*/ 82894 w 288016"/>
                <a:gd name="connsiteY2545" fmla="*/ 464853 h 524359"/>
                <a:gd name="connsiteX2546" fmla="*/ 81275 w 288016"/>
                <a:gd name="connsiteY2546" fmla="*/ 464107 h 524359"/>
                <a:gd name="connsiteX2547" fmla="*/ 80870 w 288016"/>
                <a:gd name="connsiteY2547" fmla="*/ 464107 h 524359"/>
                <a:gd name="connsiteX2548" fmla="*/ 77227 w 288016"/>
                <a:gd name="connsiteY2548" fmla="*/ 461869 h 524359"/>
                <a:gd name="connsiteX2549" fmla="*/ 76823 w 288016"/>
                <a:gd name="connsiteY2549" fmla="*/ 461869 h 524359"/>
                <a:gd name="connsiteX2550" fmla="*/ 73180 w 288016"/>
                <a:gd name="connsiteY2550" fmla="*/ 455153 h 524359"/>
                <a:gd name="connsiteX2551" fmla="*/ 70347 w 288016"/>
                <a:gd name="connsiteY2551" fmla="*/ 452915 h 524359"/>
                <a:gd name="connsiteX2552" fmla="*/ 67514 w 288016"/>
                <a:gd name="connsiteY2552" fmla="*/ 450676 h 524359"/>
                <a:gd name="connsiteX2553" fmla="*/ 66704 w 288016"/>
                <a:gd name="connsiteY2553" fmla="*/ 447692 h 524359"/>
                <a:gd name="connsiteX2554" fmla="*/ 65085 w 288016"/>
                <a:gd name="connsiteY2554" fmla="*/ 444707 h 524359"/>
                <a:gd name="connsiteX2555" fmla="*/ 61848 w 288016"/>
                <a:gd name="connsiteY2555" fmla="*/ 440230 h 524359"/>
                <a:gd name="connsiteX2556" fmla="*/ 58610 w 288016"/>
                <a:gd name="connsiteY2556" fmla="*/ 437246 h 524359"/>
                <a:gd name="connsiteX2557" fmla="*/ 58610 w 288016"/>
                <a:gd name="connsiteY2557" fmla="*/ 436500 h 524359"/>
                <a:gd name="connsiteX2558" fmla="*/ 57800 w 288016"/>
                <a:gd name="connsiteY2558" fmla="*/ 433515 h 524359"/>
                <a:gd name="connsiteX2559" fmla="*/ 58610 w 288016"/>
                <a:gd name="connsiteY2559" fmla="*/ 432769 h 524359"/>
                <a:gd name="connsiteX2560" fmla="*/ 61848 w 288016"/>
                <a:gd name="connsiteY2560" fmla="*/ 426053 h 524359"/>
                <a:gd name="connsiteX2561" fmla="*/ 62657 w 288016"/>
                <a:gd name="connsiteY2561" fmla="*/ 424561 h 524359"/>
                <a:gd name="connsiteX2562" fmla="*/ 65085 w 288016"/>
                <a:gd name="connsiteY2562" fmla="*/ 420830 h 524359"/>
                <a:gd name="connsiteX2563" fmla="*/ 66704 w 288016"/>
                <a:gd name="connsiteY2563" fmla="*/ 418592 h 524359"/>
                <a:gd name="connsiteX2564" fmla="*/ 68323 w 288016"/>
                <a:gd name="connsiteY2564" fmla="*/ 414861 h 524359"/>
                <a:gd name="connsiteX2565" fmla="*/ 70752 w 288016"/>
                <a:gd name="connsiteY2565" fmla="*/ 411130 h 524359"/>
                <a:gd name="connsiteX2566" fmla="*/ 73585 w 288016"/>
                <a:gd name="connsiteY2566" fmla="*/ 405161 h 524359"/>
                <a:gd name="connsiteX2567" fmla="*/ 73989 w 288016"/>
                <a:gd name="connsiteY2567" fmla="*/ 404415 h 524359"/>
                <a:gd name="connsiteX2568" fmla="*/ 77632 w 288016"/>
                <a:gd name="connsiteY2568" fmla="*/ 398446 h 524359"/>
                <a:gd name="connsiteX2569" fmla="*/ 79251 w 288016"/>
                <a:gd name="connsiteY2569" fmla="*/ 394715 h 524359"/>
                <a:gd name="connsiteX2570" fmla="*/ 81275 w 288016"/>
                <a:gd name="connsiteY2570" fmla="*/ 392476 h 524359"/>
                <a:gd name="connsiteX2571" fmla="*/ 81679 w 288016"/>
                <a:gd name="connsiteY2571" fmla="*/ 391730 h 524359"/>
                <a:gd name="connsiteX2572" fmla="*/ 83298 w 288016"/>
                <a:gd name="connsiteY2572" fmla="*/ 388746 h 524359"/>
                <a:gd name="connsiteX2573" fmla="*/ 84917 w 288016"/>
                <a:gd name="connsiteY2573" fmla="*/ 385015 h 524359"/>
                <a:gd name="connsiteX2574" fmla="*/ 88155 w 288016"/>
                <a:gd name="connsiteY2574" fmla="*/ 380538 h 524359"/>
                <a:gd name="connsiteX2575" fmla="*/ 88560 w 288016"/>
                <a:gd name="connsiteY2575" fmla="*/ 379792 h 524359"/>
                <a:gd name="connsiteX2576" fmla="*/ 88965 w 288016"/>
                <a:gd name="connsiteY2576" fmla="*/ 378300 h 524359"/>
                <a:gd name="connsiteX2577" fmla="*/ 90179 w 288016"/>
                <a:gd name="connsiteY2577" fmla="*/ 376061 h 524359"/>
                <a:gd name="connsiteX2578" fmla="*/ 90583 w 288016"/>
                <a:gd name="connsiteY2578" fmla="*/ 375315 h 524359"/>
                <a:gd name="connsiteX2579" fmla="*/ 91393 w 288016"/>
                <a:gd name="connsiteY2579" fmla="*/ 373823 h 524359"/>
                <a:gd name="connsiteX2580" fmla="*/ 95036 w 288016"/>
                <a:gd name="connsiteY2580" fmla="*/ 367107 h 524359"/>
                <a:gd name="connsiteX2581" fmla="*/ 95036 w 288016"/>
                <a:gd name="connsiteY2581" fmla="*/ 366361 h 524359"/>
                <a:gd name="connsiteX2582" fmla="*/ 95440 w 288016"/>
                <a:gd name="connsiteY2582" fmla="*/ 366361 h 524359"/>
                <a:gd name="connsiteX2583" fmla="*/ 99083 w 288016"/>
                <a:gd name="connsiteY2583" fmla="*/ 359646 h 524359"/>
                <a:gd name="connsiteX2584" fmla="*/ 100702 w 288016"/>
                <a:gd name="connsiteY2584" fmla="*/ 356661 h 524359"/>
                <a:gd name="connsiteX2585" fmla="*/ 102321 w 288016"/>
                <a:gd name="connsiteY2585" fmla="*/ 353677 h 524359"/>
                <a:gd name="connsiteX2586" fmla="*/ 102725 w 288016"/>
                <a:gd name="connsiteY2586" fmla="*/ 354423 h 524359"/>
                <a:gd name="connsiteX2587" fmla="*/ 104344 w 288016"/>
                <a:gd name="connsiteY2587" fmla="*/ 355915 h 524359"/>
                <a:gd name="connsiteX2588" fmla="*/ 107582 w 288016"/>
                <a:gd name="connsiteY2588" fmla="*/ 361138 h 524359"/>
                <a:gd name="connsiteX2589" fmla="*/ 109606 w 288016"/>
                <a:gd name="connsiteY2589" fmla="*/ 363376 h 524359"/>
                <a:gd name="connsiteX2590" fmla="*/ 110011 w 288016"/>
                <a:gd name="connsiteY2590" fmla="*/ 364123 h 524359"/>
                <a:gd name="connsiteX2591" fmla="*/ 110820 w 288016"/>
                <a:gd name="connsiteY2591" fmla="*/ 364869 h 524359"/>
                <a:gd name="connsiteX2592" fmla="*/ 114058 w 288016"/>
                <a:gd name="connsiteY2592" fmla="*/ 369346 h 524359"/>
                <a:gd name="connsiteX2593" fmla="*/ 116891 w 288016"/>
                <a:gd name="connsiteY2593" fmla="*/ 370838 h 524359"/>
                <a:gd name="connsiteX2594" fmla="*/ 118510 w 288016"/>
                <a:gd name="connsiteY2594" fmla="*/ 371584 h 524359"/>
                <a:gd name="connsiteX2595" fmla="*/ 120129 w 288016"/>
                <a:gd name="connsiteY2595" fmla="*/ 373823 h 524359"/>
                <a:gd name="connsiteX2596" fmla="*/ 121748 w 288016"/>
                <a:gd name="connsiteY2596" fmla="*/ 374569 h 524359"/>
                <a:gd name="connsiteX2597" fmla="*/ 124581 w 288016"/>
                <a:gd name="connsiteY2597" fmla="*/ 376061 h 524359"/>
                <a:gd name="connsiteX2598" fmla="*/ 126200 w 288016"/>
                <a:gd name="connsiteY2598" fmla="*/ 376061 h 524359"/>
                <a:gd name="connsiteX2599" fmla="*/ 126605 w 288016"/>
                <a:gd name="connsiteY2599" fmla="*/ 376807 h 524359"/>
                <a:gd name="connsiteX2600" fmla="*/ 129438 w 288016"/>
                <a:gd name="connsiteY2600" fmla="*/ 378300 h 524359"/>
                <a:gd name="connsiteX2601" fmla="*/ 131866 w 288016"/>
                <a:gd name="connsiteY2601" fmla="*/ 379046 h 524359"/>
                <a:gd name="connsiteX2602" fmla="*/ 134295 w 288016"/>
                <a:gd name="connsiteY2602" fmla="*/ 379046 h 524359"/>
                <a:gd name="connsiteX2603" fmla="*/ 136318 w 288016"/>
                <a:gd name="connsiteY2603" fmla="*/ 379792 h 524359"/>
                <a:gd name="connsiteX2604" fmla="*/ 136318 w 288016"/>
                <a:gd name="connsiteY2604" fmla="*/ 393223 h 524359"/>
                <a:gd name="connsiteX2605" fmla="*/ 136318 w 288016"/>
                <a:gd name="connsiteY2605" fmla="*/ 407400 h 524359"/>
                <a:gd name="connsiteX2606" fmla="*/ 136318 w 288016"/>
                <a:gd name="connsiteY2606" fmla="*/ 421576 h 524359"/>
                <a:gd name="connsiteX2607" fmla="*/ 136318 w 288016"/>
                <a:gd name="connsiteY2607" fmla="*/ 435007 h 524359"/>
                <a:gd name="connsiteX2608" fmla="*/ 136318 w 288016"/>
                <a:gd name="connsiteY2608" fmla="*/ 449184 h 524359"/>
                <a:gd name="connsiteX2609" fmla="*/ 136318 w 288016"/>
                <a:gd name="connsiteY2609" fmla="*/ 463361 h 524359"/>
                <a:gd name="connsiteX2610" fmla="*/ 136318 w 288016"/>
                <a:gd name="connsiteY2610" fmla="*/ 476792 h 524359"/>
                <a:gd name="connsiteX2611" fmla="*/ 136318 w 288016"/>
                <a:gd name="connsiteY2611" fmla="*/ 490969 h 524359"/>
                <a:gd name="connsiteX2612" fmla="*/ 135913 w 288016"/>
                <a:gd name="connsiteY2612" fmla="*/ 493953 h 524359"/>
                <a:gd name="connsiteX2613" fmla="*/ 133485 w 288016"/>
                <a:gd name="connsiteY2613" fmla="*/ 493953 h 524359"/>
                <a:gd name="connsiteX2614" fmla="*/ 129842 w 288016"/>
                <a:gd name="connsiteY2614" fmla="*/ 494699 h 524359"/>
                <a:gd name="connsiteX2615" fmla="*/ 129438 w 288016"/>
                <a:gd name="connsiteY2615" fmla="*/ 493953 h 524359"/>
                <a:gd name="connsiteX2616" fmla="*/ 126605 w 288016"/>
                <a:gd name="connsiteY2616" fmla="*/ 492461 h 524359"/>
                <a:gd name="connsiteX2617" fmla="*/ 124176 w 288016"/>
                <a:gd name="connsiteY2617" fmla="*/ 491715 h 524359"/>
                <a:gd name="connsiteX2618" fmla="*/ 119724 w 288016"/>
                <a:gd name="connsiteY2618" fmla="*/ 491715 h 524359"/>
                <a:gd name="connsiteX2619" fmla="*/ 118915 w 288016"/>
                <a:gd name="connsiteY2619" fmla="*/ 492461 h 524359"/>
                <a:gd name="connsiteX2620" fmla="*/ 116486 w 288016"/>
                <a:gd name="connsiteY2620" fmla="*/ 489476 h 524359"/>
                <a:gd name="connsiteX2621" fmla="*/ 113653 w 288016"/>
                <a:gd name="connsiteY2621" fmla="*/ 487984 h 524359"/>
                <a:gd name="connsiteX2622" fmla="*/ 109606 w 288016"/>
                <a:gd name="connsiteY2622" fmla="*/ 487238 h 524359"/>
                <a:gd name="connsiteX2623" fmla="*/ 107582 w 288016"/>
                <a:gd name="connsiteY2623" fmla="*/ 487238 h 524359"/>
                <a:gd name="connsiteX2624" fmla="*/ 107178 w 288016"/>
                <a:gd name="connsiteY2624" fmla="*/ 485746 h 524359"/>
                <a:gd name="connsiteX2625" fmla="*/ 100297 w 288016"/>
                <a:gd name="connsiteY2625" fmla="*/ 481269 h 524359"/>
                <a:gd name="connsiteX2626" fmla="*/ 98678 w 288016"/>
                <a:gd name="connsiteY2626" fmla="*/ 480523 h 524359"/>
                <a:gd name="connsiteX2627" fmla="*/ 97059 w 288016"/>
                <a:gd name="connsiteY2627" fmla="*/ 480523 h 524359"/>
                <a:gd name="connsiteX2628" fmla="*/ 94631 w 288016"/>
                <a:gd name="connsiteY2628" fmla="*/ 476792 h 524359"/>
                <a:gd name="connsiteX2629" fmla="*/ 90988 w 288016"/>
                <a:gd name="connsiteY2629" fmla="*/ 473807 h 524359"/>
                <a:gd name="connsiteX2630" fmla="*/ 90179 w 288016"/>
                <a:gd name="connsiteY2630" fmla="*/ 473061 h 524359"/>
                <a:gd name="connsiteX2631" fmla="*/ 88560 w 288016"/>
                <a:gd name="connsiteY2631" fmla="*/ 472315 h 524359"/>
                <a:gd name="connsiteX2632" fmla="*/ 87750 w 288016"/>
                <a:gd name="connsiteY2632" fmla="*/ 471569 h 524359"/>
                <a:gd name="connsiteX2633" fmla="*/ 87750 w 288016"/>
                <a:gd name="connsiteY2633" fmla="*/ 471569 h 524359"/>
                <a:gd name="connsiteX2634" fmla="*/ 97869 w 288016"/>
                <a:gd name="connsiteY2634" fmla="*/ 505146 h 524359"/>
                <a:gd name="connsiteX2635" fmla="*/ 94631 w 288016"/>
                <a:gd name="connsiteY2635" fmla="*/ 503653 h 524359"/>
                <a:gd name="connsiteX2636" fmla="*/ 90988 w 288016"/>
                <a:gd name="connsiteY2636" fmla="*/ 499923 h 524359"/>
                <a:gd name="connsiteX2637" fmla="*/ 90179 w 288016"/>
                <a:gd name="connsiteY2637" fmla="*/ 498430 h 524359"/>
                <a:gd name="connsiteX2638" fmla="*/ 88560 w 288016"/>
                <a:gd name="connsiteY2638" fmla="*/ 481269 h 524359"/>
                <a:gd name="connsiteX2639" fmla="*/ 88155 w 288016"/>
                <a:gd name="connsiteY2639" fmla="*/ 476792 h 524359"/>
                <a:gd name="connsiteX2640" fmla="*/ 88560 w 288016"/>
                <a:gd name="connsiteY2640" fmla="*/ 476792 h 524359"/>
                <a:gd name="connsiteX2641" fmla="*/ 90179 w 288016"/>
                <a:gd name="connsiteY2641" fmla="*/ 477538 h 524359"/>
                <a:gd name="connsiteX2642" fmla="*/ 90988 w 288016"/>
                <a:gd name="connsiteY2642" fmla="*/ 478284 h 524359"/>
                <a:gd name="connsiteX2643" fmla="*/ 94631 w 288016"/>
                <a:gd name="connsiteY2643" fmla="*/ 482015 h 524359"/>
                <a:gd name="connsiteX2644" fmla="*/ 95036 w 288016"/>
                <a:gd name="connsiteY2644" fmla="*/ 482761 h 524359"/>
                <a:gd name="connsiteX2645" fmla="*/ 97869 w 288016"/>
                <a:gd name="connsiteY2645" fmla="*/ 505146 h 524359"/>
                <a:gd name="connsiteX2646" fmla="*/ 110011 w 288016"/>
                <a:gd name="connsiteY2646" fmla="*/ 511861 h 524359"/>
                <a:gd name="connsiteX2647" fmla="*/ 109606 w 288016"/>
                <a:gd name="connsiteY2647" fmla="*/ 511861 h 524359"/>
                <a:gd name="connsiteX2648" fmla="*/ 106773 w 288016"/>
                <a:gd name="connsiteY2648" fmla="*/ 511115 h 524359"/>
                <a:gd name="connsiteX2649" fmla="*/ 99892 w 288016"/>
                <a:gd name="connsiteY2649" fmla="*/ 499176 h 524359"/>
                <a:gd name="connsiteX2650" fmla="*/ 98678 w 288016"/>
                <a:gd name="connsiteY2650" fmla="*/ 486492 h 524359"/>
                <a:gd name="connsiteX2651" fmla="*/ 98273 w 288016"/>
                <a:gd name="connsiteY2651" fmla="*/ 484999 h 524359"/>
                <a:gd name="connsiteX2652" fmla="*/ 98678 w 288016"/>
                <a:gd name="connsiteY2652" fmla="*/ 485746 h 524359"/>
                <a:gd name="connsiteX2653" fmla="*/ 100297 w 288016"/>
                <a:gd name="connsiteY2653" fmla="*/ 485746 h 524359"/>
                <a:gd name="connsiteX2654" fmla="*/ 105963 w 288016"/>
                <a:gd name="connsiteY2654" fmla="*/ 490969 h 524359"/>
                <a:gd name="connsiteX2655" fmla="*/ 107178 w 288016"/>
                <a:gd name="connsiteY2655" fmla="*/ 494699 h 524359"/>
                <a:gd name="connsiteX2656" fmla="*/ 110011 w 288016"/>
                <a:gd name="connsiteY2656" fmla="*/ 511115 h 524359"/>
                <a:gd name="connsiteX2657" fmla="*/ 110011 w 288016"/>
                <a:gd name="connsiteY2657" fmla="*/ 511861 h 524359"/>
                <a:gd name="connsiteX2658" fmla="*/ 109606 w 288016"/>
                <a:gd name="connsiteY2658" fmla="*/ 511115 h 524359"/>
                <a:gd name="connsiteX2659" fmla="*/ 122153 w 288016"/>
                <a:gd name="connsiteY2659" fmla="*/ 515592 h 524359"/>
                <a:gd name="connsiteX2660" fmla="*/ 121748 w 288016"/>
                <a:gd name="connsiteY2660" fmla="*/ 515592 h 524359"/>
                <a:gd name="connsiteX2661" fmla="*/ 120129 w 288016"/>
                <a:gd name="connsiteY2661" fmla="*/ 514846 h 524359"/>
                <a:gd name="connsiteX2662" fmla="*/ 116891 w 288016"/>
                <a:gd name="connsiteY2662" fmla="*/ 514099 h 524359"/>
                <a:gd name="connsiteX2663" fmla="*/ 114058 w 288016"/>
                <a:gd name="connsiteY2663" fmla="*/ 511115 h 524359"/>
                <a:gd name="connsiteX2664" fmla="*/ 110011 w 288016"/>
                <a:gd name="connsiteY2664" fmla="*/ 490969 h 524359"/>
                <a:gd name="connsiteX2665" fmla="*/ 109606 w 288016"/>
                <a:gd name="connsiteY2665" fmla="*/ 490223 h 524359"/>
                <a:gd name="connsiteX2666" fmla="*/ 110011 w 288016"/>
                <a:gd name="connsiteY2666" fmla="*/ 490223 h 524359"/>
                <a:gd name="connsiteX2667" fmla="*/ 114058 w 288016"/>
                <a:gd name="connsiteY2667" fmla="*/ 490969 h 524359"/>
                <a:gd name="connsiteX2668" fmla="*/ 116891 w 288016"/>
                <a:gd name="connsiteY2668" fmla="*/ 493207 h 524359"/>
                <a:gd name="connsiteX2669" fmla="*/ 117296 w 288016"/>
                <a:gd name="connsiteY2669" fmla="*/ 493953 h 524359"/>
                <a:gd name="connsiteX2670" fmla="*/ 120129 w 288016"/>
                <a:gd name="connsiteY2670" fmla="*/ 504399 h 524359"/>
                <a:gd name="connsiteX2671" fmla="*/ 121748 w 288016"/>
                <a:gd name="connsiteY2671" fmla="*/ 511861 h 524359"/>
                <a:gd name="connsiteX2672" fmla="*/ 122153 w 288016"/>
                <a:gd name="connsiteY2672" fmla="*/ 515592 h 524359"/>
                <a:gd name="connsiteX2673" fmla="*/ 134295 w 288016"/>
                <a:gd name="connsiteY2673" fmla="*/ 517830 h 524359"/>
                <a:gd name="connsiteX2674" fmla="*/ 131461 w 288016"/>
                <a:gd name="connsiteY2674" fmla="*/ 517830 h 524359"/>
                <a:gd name="connsiteX2675" fmla="*/ 129033 w 288016"/>
                <a:gd name="connsiteY2675" fmla="*/ 517084 h 524359"/>
                <a:gd name="connsiteX2676" fmla="*/ 126200 w 288016"/>
                <a:gd name="connsiteY2676" fmla="*/ 515592 h 524359"/>
                <a:gd name="connsiteX2677" fmla="*/ 123771 w 288016"/>
                <a:gd name="connsiteY2677" fmla="*/ 510369 h 524359"/>
                <a:gd name="connsiteX2678" fmla="*/ 120938 w 288016"/>
                <a:gd name="connsiteY2678" fmla="*/ 496938 h 524359"/>
                <a:gd name="connsiteX2679" fmla="*/ 120129 w 288016"/>
                <a:gd name="connsiteY2679" fmla="*/ 493953 h 524359"/>
                <a:gd name="connsiteX2680" fmla="*/ 120938 w 288016"/>
                <a:gd name="connsiteY2680" fmla="*/ 493953 h 524359"/>
                <a:gd name="connsiteX2681" fmla="*/ 123771 w 288016"/>
                <a:gd name="connsiteY2681" fmla="*/ 494699 h 524359"/>
                <a:gd name="connsiteX2682" fmla="*/ 126200 w 288016"/>
                <a:gd name="connsiteY2682" fmla="*/ 495446 h 524359"/>
                <a:gd name="connsiteX2683" fmla="*/ 127819 w 288016"/>
                <a:gd name="connsiteY2683" fmla="*/ 497684 h 524359"/>
                <a:gd name="connsiteX2684" fmla="*/ 128628 w 288016"/>
                <a:gd name="connsiteY2684" fmla="*/ 499176 h 524359"/>
                <a:gd name="connsiteX2685" fmla="*/ 130247 w 288016"/>
                <a:gd name="connsiteY2685" fmla="*/ 507384 h 524359"/>
                <a:gd name="connsiteX2686" fmla="*/ 131866 w 288016"/>
                <a:gd name="connsiteY2686" fmla="*/ 514099 h 524359"/>
                <a:gd name="connsiteX2687" fmla="*/ 134295 w 288016"/>
                <a:gd name="connsiteY2687" fmla="*/ 517830 h 524359"/>
                <a:gd name="connsiteX2688" fmla="*/ 146436 w 288016"/>
                <a:gd name="connsiteY2688" fmla="*/ 518576 h 524359"/>
                <a:gd name="connsiteX2689" fmla="*/ 140366 w 288016"/>
                <a:gd name="connsiteY2689" fmla="*/ 518576 h 524359"/>
                <a:gd name="connsiteX2690" fmla="*/ 139556 w 288016"/>
                <a:gd name="connsiteY2690" fmla="*/ 517830 h 524359"/>
                <a:gd name="connsiteX2691" fmla="*/ 133485 w 288016"/>
                <a:gd name="connsiteY2691" fmla="*/ 501415 h 524359"/>
                <a:gd name="connsiteX2692" fmla="*/ 131866 w 288016"/>
                <a:gd name="connsiteY2692" fmla="*/ 497684 h 524359"/>
                <a:gd name="connsiteX2693" fmla="*/ 133485 w 288016"/>
                <a:gd name="connsiteY2693" fmla="*/ 497684 h 524359"/>
                <a:gd name="connsiteX2694" fmla="*/ 139556 w 288016"/>
                <a:gd name="connsiteY2694" fmla="*/ 499176 h 524359"/>
                <a:gd name="connsiteX2695" fmla="*/ 139961 w 288016"/>
                <a:gd name="connsiteY2695" fmla="*/ 499176 h 524359"/>
                <a:gd name="connsiteX2696" fmla="*/ 140366 w 288016"/>
                <a:gd name="connsiteY2696" fmla="*/ 499923 h 524359"/>
                <a:gd name="connsiteX2697" fmla="*/ 146436 w 288016"/>
                <a:gd name="connsiteY2697" fmla="*/ 517084 h 524359"/>
                <a:gd name="connsiteX2698" fmla="*/ 158578 w 288016"/>
                <a:gd name="connsiteY2698" fmla="*/ 517084 h 524359"/>
                <a:gd name="connsiteX2699" fmla="*/ 154531 w 288016"/>
                <a:gd name="connsiteY2699" fmla="*/ 517830 h 524359"/>
                <a:gd name="connsiteX2700" fmla="*/ 152507 w 288016"/>
                <a:gd name="connsiteY2700" fmla="*/ 517830 h 524359"/>
                <a:gd name="connsiteX2701" fmla="*/ 146032 w 288016"/>
                <a:gd name="connsiteY2701" fmla="*/ 508130 h 524359"/>
                <a:gd name="connsiteX2702" fmla="*/ 142794 w 288016"/>
                <a:gd name="connsiteY2702" fmla="*/ 498430 h 524359"/>
                <a:gd name="connsiteX2703" fmla="*/ 146032 w 288016"/>
                <a:gd name="connsiteY2703" fmla="*/ 497684 h 524359"/>
                <a:gd name="connsiteX2704" fmla="*/ 150889 w 288016"/>
                <a:gd name="connsiteY2704" fmla="*/ 499176 h 524359"/>
                <a:gd name="connsiteX2705" fmla="*/ 152507 w 288016"/>
                <a:gd name="connsiteY2705" fmla="*/ 502161 h 524359"/>
                <a:gd name="connsiteX2706" fmla="*/ 154531 w 288016"/>
                <a:gd name="connsiteY2706" fmla="*/ 506638 h 524359"/>
                <a:gd name="connsiteX2707" fmla="*/ 158578 w 288016"/>
                <a:gd name="connsiteY2707" fmla="*/ 517084 h 524359"/>
                <a:gd name="connsiteX2708" fmla="*/ 170720 w 288016"/>
                <a:gd name="connsiteY2708" fmla="*/ 513353 h 524359"/>
                <a:gd name="connsiteX2709" fmla="*/ 165864 w 288016"/>
                <a:gd name="connsiteY2709" fmla="*/ 515592 h 524359"/>
                <a:gd name="connsiteX2710" fmla="*/ 163435 w 288016"/>
                <a:gd name="connsiteY2710" fmla="*/ 515592 h 524359"/>
                <a:gd name="connsiteX2711" fmla="*/ 161007 w 288016"/>
                <a:gd name="connsiteY2711" fmla="*/ 514846 h 524359"/>
                <a:gd name="connsiteX2712" fmla="*/ 158174 w 288016"/>
                <a:gd name="connsiteY2712" fmla="*/ 509622 h 524359"/>
                <a:gd name="connsiteX2713" fmla="*/ 153722 w 288016"/>
                <a:gd name="connsiteY2713" fmla="*/ 497684 h 524359"/>
                <a:gd name="connsiteX2714" fmla="*/ 158174 w 288016"/>
                <a:gd name="connsiteY2714" fmla="*/ 496192 h 524359"/>
                <a:gd name="connsiteX2715" fmla="*/ 161007 w 288016"/>
                <a:gd name="connsiteY2715" fmla="*/ 496938 h 524359"/>
                <a:gd name="connsiteX2716" fmla="*/ 161412 w 288016"/>
                <a:gd name="connsiteY2716" fmla="*/ 497684 h 524359"/>
                <a:gd name="connsiteX2717" fmla="*/ 163435 w 288016"/>
                <a:gd name="connsiteY2717" fmla="*/ 500669 h 524359"/>
                <a:gd name="connsiteX2718" fmla="*/ 165054 w 288016"/>
                <a:gd name="connsiteY2718" fmla="*/ 503653 h 524359"/>
                <a:gd name="connsiteX2719" fmla="*/ 170720 w 288016"/>
                <a:gd name="connsiteY2719" fmla="*/ 513353 h 524359"/>
                <a:gd name="connsiteX2720" fmla="*/ 182862 w 288016"/>
                <a:gd name="connsiteY2720" fmla="*/ 508130 h 524359"/>
                <a:gd name="connsiteX2721" fmla="*/ 178815 w 288016"/>
                <a:gd name="connsiteY2721" fmla="*/ 511115 h 524359"/>
                <a:gd name="connsiteX2722" fmla="*/ 175982 w 288016"/>
                <a:gd name="connsiteY2722" fmla="*/ 511861 h 524359"/>
                <a:gd name="connsiteX2723" fmla="*/ 172339 w 288016"/>
                <a:gd name="connsiteY2723" fmla="*/ 508876 h 524359"/>
                <a:gd name="connsiteX2724" fmla="*/ 166673 w 288016"/>
                <a:gd name="connsiteY2724" fmla="*/ 496192 h 524359"/>
                <a:gd name="connsiteX2725" fmla="*/ 166268 w 288016"/>
                <a:gd name="connsiteY2725" fmla="*/ 495446 h 524359"/>
                <a:gd name="connsiteX2726" fmla="*/ 166673 w 288016"/>
                <a:gd name="connsiteY2726" fmla="*/ 494699 h 524359"/>
                <a:gd name="connsiteX2727" fmla="*/ 172339 w 288016"/>
                <a:gd name="connsiteY2727" fmla="*/ 492461 h 524359"/>
                <a:gd name="connsiteX2728" fmla="*/ 173958 w 288016"/>
                <a:gd name="connsiteY2728" fmla="*/ 493207 h 524359"/>
                <a:gd name="connsiteX2729" fmla="*/ 176387 w 288016"/>
                <a:gd name="connsiteY2729" fmla="*/ 496192 h 524359"/>
                <a:gd name="connsiteX2730" fmla="*/ 179220 w 288016"/>
                <a:gd name="connsiteY2730" fmla="*/ 501415 h 524359"/>
                <a:gd name="connsiteX2731" fmla="*/ 182862 w 288016"/>
                <a:gd name="connsiteY2731" fmla="*/ 508876 h 524359"/>
                <a:gd name="connsiteX2732" fmla="*/ 193385 w 288016"/>
                <a:gd name="connsiteY2732" fmla="*/ 500669 h 524359"/>
                <a:gd name="connsiteX2733" fmla="*/ 191766 w 288016"/>
                <a:gd name="connsiteY2733" fmla="*/ 502161 h 524359"/>
                <a:gd name="connsiteX2734" fmla="*/ 190957 w 288016"/>
                <a:gd name="connsiteY2734" fmla="*/ 502907 h 524359"/>
                <a:gd name="connsiteX2735" fmla="*/ 188933 w 288016"/>
                <a:gd name="connsiteY2735" fmla="*/ 504399 h 524359"/>
                <a:gd name="connsiteX2736" fmla="*/ 186100 w 288016"/>
                <a:gd name="connsiteY2736" fmla="*/ 504399 h 524359"/>
                <a:gd name="connsiteX2737" fmla="*/ 184481 w 288016"/>
                <a:gd name="connsiteY2737" fmla="*/ 503653 h 524359"/>
                <a:gd name="connsiteX2738" fmla="*/ 177601 w 288016"/>
                <a:gd name="connsiteY2738" fmla="*/ 493207 h 524359"/>
                <a:gd name="connsiteX2739" fmla="*/ 175577 w 288016"/>
                <a:gd name="connsiteY2739" fmla="*/ 490223 h 524359"/>
                <a:gd name="connsiteX2740" fmla="*/ 177601 w 288016"/>
                <a:gd name="connsiteY2740" fmla="*/ 487984 h 524359"/>
                <a:gd name="connsiteX2741" fmla="*/ 183267 w 288016"/>
                <a:gd name="connsiteY2741" fmla="*/ 486492 h 524359"/>
                <a:gd name="connsiteX2742" fmla="*/ 184481 w 288016"/>
                <a:gd name="connsiteY2742" fmla="*/ 487238 h 524359"/>
                <a:gd name="connsiteX2743" fmla="*/ 186100 w 288016"/>
                <a:gd name="connsiteY2743" fmla="*/ 488730 h 524359"/>
                <a:gd name="connsiteX2744" fmla="*/ 188933 w 288016"/>
                <a:gd name="connsiteY2744" fmla="*/ 493207 h 524359"/>
                <a:gd name="connsiteX2745" fmla="*/ 190957 w 288016"/>
                <a:gd name="connsiteY2745" fmla="*/ 496192 h 524359"/>
                <a:gd name="connsiteX2746" fmla="*/ 191766 w 288016"/>
                <a:gd name="connsiteY2746" fmla="*/ 496938 h 524359"/>
                <a:gd name="connsiteX2747" fmla="*/ 193385 w 288016"/>
                <a:gd name="connsiteY2747" fmla="*/ 500669 h 524359"/>
                <a:gd name="connsiteX2748" fmla="*/ 204718 w 288016"/>
                <a:gd name="connsiteY2748" fmla="*/ 491715 h 524359"/>
                <a:gd name="connsiteX2749" fmla="*/ 203908 w 288016"/>
                <a:gd name="connsiteY2749" fmla="*/ 492461 h 524359"/>
                <a:gd name="connsiteX2750" fmla="*/ 201885 w 288016"/>
                <a:gd name="connsiteY2750" fmla="*/ 494699 h 524359"/>
                <a:gd name="connsiteX2751" fmla="*/ 198647 w 288016"/>
                <a:gd name="connsiteY2751" fmla="*/ 496192 h 524359"/>
                <a:gd name="connsiteX2752" fmla="*/ 197028 w 288016"/>
                <a:gd name="connsiteY2752" fmla="*/ 496192 h 524359"/>
                <a:gd name="connsiteX2753" fmla="*/ 194600 w 288016"/>
                <a:gd name="connsiteY2753" fmla="*/ 495446 h 524359"/>
                <a:gd name="connsiteX2754" fmla="*/ 193385 w 288016"/>
                <a:gd name="connsiteY2754" fmla="*/ 494699 h 524359"/>
                <a:gd name="connsiteX2755" fmla="*/ 191362 w 288016"/>
                <a:gd name="connsiteY2755" fmla="*/ 491715 h 524359"/>
                <a:gd name="connsiteX2756" fmla="*/ 190552 w 288016"/>
                <a:gd name="connsiteY2756" fmla="*/ 490969 h 524359"/>
                <a:gd name="connsiteX2757" fmla="*/ 188529 w 288016"/>
                <a:gd name="connsiteY2757" fmla="*/ 487238 h 524359"/>
                <a:gd name="connsiteX2758" fmla="*/ 186505 w 288016"/>
                <a:gd name="connsiteY2758" fmla="*/ 484999 h 524359"/>
                <a:gd name="connsiteX2759" fmla="*/ 188529 w 288016"/>
                <a:gd name="connsiteY2759" fmla="*/ 482761 h 524359"/>
                <a:gd name="connsiteX2760" fmla="*/ 190552 w 288016"/>
                <a:gd name="connsiteY2760" fmla="*/ 481269 h 524359"/>
                <a:gd name="connsiteX2761" fmla="*/ 191362 w 288016"/>
                <a:gd name="connsiteY2761" fmla="*/ 480523 h 524359"/>
                <a:gd name="connsiteX2762" fmla="*/ 193385 w 288016"/>
                <a:gd name="connsiteY2762" fmla="*/ 479776 h 524359"/>
                <a:gd name="connsiteX2763" fmla="*/ 193790 w 288016"/>
                <a:gd name="connsiteY2763" fmla="*/ 480523 h 524359"/>
                <a:gd name="connsiteX2764" fmla="*/ 194195 w 288016"/>
                <a:gd name="connsiteY2764" fmla="*/ 480523 h 524359"/>
                <a:gd name="connsiteX2765" fmla="*/ 196623 w 288016"/>
                <a:gd name="connsiteY2765" fmla="*/ 483507 h 524359"/>
                <a:gd name="connsiteX2766" fmla="*/ 198242 w 288016"/>
                <a:gd name="connsiteY2766" fmla="*/ 484999 h 524359"/>
                <a:gd name="connsiteX2767" fmla="*/ 201480 w 288016"/>
                <a:gd name="connsiteY2767" fmla="*/ 488730 h 524359"/>
                <a:gd name="connsiteX2768" fmla="*/ 203504 w 288016"/>
                <a:gd name="connsiteY2768" fmla="*/ 490969 h 524359"/>
                <a:gd name="connsiteX2769" fmla="*/ 204718 w 288016"/>
                <a:gd name="connsiteY2769" fmla="*/ 491715 h 524359"/>
                <a:gd name="connsiteX2770" fmla="*/ 215241 w 288016"/>
                <a:gd name="connsiteY2770" fmla="*/ 480523 h 524359"/>
                <a:gd name="connsiteX2771" fmla="*/ 212812 w 288016"/>
                <a:gd name="connsiteY2771" fmla="*/ 484253 h 524359"/>
                <a:gd name="connsiteX2772" fmla="*/ 211598 w 288016"/>
                <a:gd name="connsiteY2772" fmla="*/ 484999 h 524359"/>
                <a:gd name="connsiteX2773" fmla="*/ 206742 w 288016"/>
                <a:gd name="connsiteY2773" fmla="*/ 486492 h 524359"/>
                <a:gd name="connsiteX2774" fmla="*/ 204718 w 288016"/>
                <a:gd name="connsiteY2774" fmla="*/ 485746 h 524359"/>
                <a:gd name="connsiteX2775" fmla="*/ 203504 w 288016"/>
                <a:gd name="connsiteY2775" fmla="*/ 484253 h 524359"/>
                <a:gd name="connsiteX2776" fmla="*/ 201480 w 288016"/>
                <a:gd name="connsiteY2776" fmla="*/ 482015 h 524359"/>
                <a:gd name="connsiteX2777" fmla="*/ 198242 w 288016"/>
                <a:gd name="connsiteY2777" fmla="*/ 477538 h 524359"/>
                <a:gd name="connsiteX2778" fmla="*/ 196623 w 288016"/>
                <a:gd name="connsiteY2778" fmla="*/ 476046 h 524359"/>
                <a:gd name="connsiteX2779" fmla="*/ 198242 w 288016"/>
                <a:gd name="connsiteY2779" fmla="*/ 473807 h 524359"/>
                <a:gd name="connsiteX2780" fmla="*/ 201480 w 288016"/>
                <a:gd name="connsiteY2780" fmla="*/ 470823 h 524359"/>
                <a:gd name="connsiteX2781" fmla="*/ 203504 w 288016"/>
                <a:gd name="connsiteY2781" fmla="*/ 470076 h 524359"/>
                <a:gd name="connsiteX2782" fmla="*/ 203908 w 288016"/>
                <a:gd name="connsiteY2782" fmla="*/ 470076 h 524359"/>
                <a:gd name="connsiteX2783" fmla="*/ 204718 w 288016"/>
                <a:gd name="connsiteY2783" fmla="*/ 470823 h 524359"/>
                <a:gd name="connsiteX2784" fmla="*/ 206742 w 288016"/>
                <a:gd name="connsiteY2784" fmla="*/ 472315 h 524359"/>
                <a:gd name="connsiteX2785" fmla="*/ 211598 w 288016"/>
                <a:gd name="connsiteY2785" fmla="*/ 477538 h 524359"/>
                <a:gd name="connsiteX2786" fmla="*/ 212812 w 288016"/>
                <a:gd name="connsiteY2786" fmla="*/ 478284 h 524359"/>
                <a:gd name="connsiteX2787" fmla="*/ 215241 w 288016"/>
                <a:gd name="connsiteY2787" fmla="*/ 480523 h 524359"/>
                <a:gd name="connsiteX2788" fmla="*/ 225764 w 288016"/>
                <a:gd name="connsiteY2788" fmla="*/ 467838 h 524359"/>
                <a:gd name="connsiteX2789" fmla="*/ 225764 w 288016"/>
                <a:gd name="connsiteY2789" fmla="*/ 467838 h 524359"/>
                <a:gd name="connsiteX2790" fmla="*/ 222931 w 288016"/>
                <a:gd name="connsiteY2790" fmla="*/ 473061 h 524359"/>
                <a:gd name="connsiteX2791" fmla="*/ 219693 w 288016"/>
                <a:gd name="connsiteY2791" fmla="*/ 476046 h 524359"/>
                <a:gd name="connsiteX2792" fmla="*/ 218074 w 288016"/>
                <a:gd name="connsiteY2792" fmla="*/ 476046 h 524359"/>
                <a:gd name="connsiteX2793" fmla="*/ 213217 w 288016"/>
                <a:gd name="connsiteY2793" fmla="*/ 473061 h 524359"/>
                <a:gd name="connsiteX2794" fmla="*/ 212003 w 288016"/>
                <a:gd name="connsiteY2794" fmla="*/ 471569 h 524359"/>
                <a:gd name="connsiteX2795" fmla="*/ 207146 w 288016"/>
                <a:gd name="connsiteY2795" fmla="*/ 467092 h 524359"/>
                <a:gd name="connsiteX2796" fmla="*/ 212003 w 288016"/>
                <a:gd name="connsiteY2796" fmla="*/ 461123 h 524359"/>
                <a:gd name="connsiteX2797" fmla="*/ 213217 w 288016"/>
                <a:gd name="connsiteY2797" fmla="*/ 460376 h 524359"/>
                <a:gd name="connsiteX2798" fmla="*/ 214431 w 288016"/>
                <a:gd name="connsiteY2798" fmla="*/ 459630 h 524359"/>
                <a:gd name="connsiteX2799" fmla="*/ 218074 w 288016"/>
                <a:gd name="connsiteY2799" fmla="*/ 461869 h 524359"/>
                <a:gd name="connsiteX2800" fmla="*/ 219693 w 288016"/>
                <a:gd name="connsiteY2800" fmla="*/ 462615 h 524359"/>
                <a:gd name="connsiteX2801" fmla="*/ 222931 w 288016"/>
                <a:gd name="connsiteY2801" fmla="*/ 465599 h 524359"/>
                <a:gd name="connsiteX2802" fmla="*/ 225764 w 288016"/>
                <a:gd name="connsiteY2802" fmla="*/ 467838 h 524359"/>
                <a:gd name="connsiteX2803" fmla="*/ 235073 w 288016"/>
                <a:gd name="connsiteY2803" fmla="*/ 453661 h 524359"/>
                <a:gd name="connsiteX2804" fmla="*/ 234668 w 288016"/>
                <a:gd name="connsiteY2804" fmla="*/ 454407 h 524359"/>
                <a:gd name="connsiteX2805" fmla="*/ 231835 w 288016"/>
                <a:gd name="connsiteY2805" fmla="*/ 458884 h 524359"/>
                <a:gd name="connsiteX2806" fmla="*/ 228192 w 288016"/>
                <a:gd name="connsiteY2806" fmla="*/ 461869 h 524359"/>
                <a:gd name="connsiteX2807" fmla="*/ 225359 w 288016"/>
                <a:gd name="connsiteY2807" fmla="*/ 461869 h 524359"/>
                <a:gd name="connsiteX2808" fmla="*/ 224954 w 288016"/>
                <a:gd name="connsiteY2808" fmla="*/ 461123 h 524359"/>
                <a:gd name="connsiteX2809" fmla="*/ 222121 w 288016"/>
                <a:gd name="connsiteY2809" fmla="*/ 458884 h 524359"/>
                <a:gd name="connsiteX2810" fmla="*/ 218883 w 288016"/>
                <a:gd name="connsiteY2810" fmla="*/ 455899 h 524359"/>
                <a:gd name="connsiteX2811" fmla="*/ 217265 w 288016"/>
                <a:gd name="connsiteY2811" fmla="*/ 455153 h 524359"/>
                <a:gd name="connsiteX2812" fmla="*/ 216050 w 288016"/>
                <a:gd name="connsiteY2812" fmla="*/ 454407 h 524359"/>
                <a:gd name="connsiteX2813" fmla="*/ 217265 w 288016"/>
                <a:gd name="connsiteY2813" fmla="*/ 452169 h 524359"/>
                <a:gd name="connsiteX2814" fmla="*/ 218883 w 288016"/>
                <a:gd name="connsiteY2814" fmla="*/ 449930 h 524359"/>
                <a:gd name="connsiteX2815" fmla="*/ 222121 w 288016"/>
                <a:gd name="connsiteY2815" fmla="*/ 446946 h 524359"/>
                <a:gd name="connsiteX2816" fmla="*/ 222526 w 288016"/>
                <a:gd name="connsiteY2816" fmla="*/ 446946 h 524359"/>
                <a:gd name="connsiteX2817" fmla="*/ 224550 w 288016"/>
                <a:gd name="connsiteY2817" fmla="*/ 447692 h 524359"/>
                <a:gd name="connsiteX2818" fmla="*/ 224954 w 288016"/>
                <a:gd name="connsiteY2818" fmla="*/ 447692 h 524359"/>
                <a:gd name="connsiteX2819" fmla="*/ 225764 w 288016"/>
                <a:gd name="connsiteY2819" fmla="*/ 448438 h 524359"/>
                <a:gd name="connsiteX2820" fmla="*/ 227383 w 288016"/>
                <a:gd name="connsiteY2820" fmla="*/ 449184 h 524359"/>
                <a:gd name="connsiteX2821" fmla="*/ 231025 w 288016"/>
                <a:gd name="connsiteY2821" fmla="*/ 451423 h 524359"/>
                <a:gd name="connsiteX2822" fmla="*/ 233859 w 288016"/>
                <a:gd name="connsiteY2822" fmla="*/ 452169 h 524359"/>
                <a:gd name="connsiteX2823" fmla="*/ 235073 w 288016"/>
                <a:gd name="connsiteY2823" fmla="*/ 453661 h 524359"/>
                <a:gd name="connsiteX2824" fmla="*/ 243977 w 288016"/>
                <a:gd name="connsiteY2824" fmla="*/ 438738 h 524359"/>
                <a:gd name="connsiteX2825" fmla="*/ 241953 w 288016"/>
                <a:gd name="connsiteY2825" fmla="*/ 443961 h 524359"/>
                <a:gd name="connsiteX2826" fmla="*/ 240334 w 288016"/>
                <a:gd name="connsiteY2826" fmla="*/ 445453 h 524359"/>
                <a:gd name="connsiteX2827" fmla="*/ 239525 w 288016"/>
                <a:gd name="connsiteY2827" fmla="*/ 446946 h 524359"/>
                <a:gd name="connsiteX2828" fmla="*/ 234668 w 288016"/>
                <a:gd name="connsiteY2828" fmla="*/ 448438 h 524359"/>
                <a:gd name="connsiteX2829" fmla="*/ 231835 w 288016"/>
                <a:gd name="connsiteY2829" fmla="*/ 446946 h 524359"/>
                <a:gd name="connsiteX2830" fmla="*/ 228192 w 288016"/>
                <a:gd name="connsiteY2830" fmla="*/ 443961 h 524359"/>
                <a:gd name="connsiteX2831" fmla="*/ 226573 w 288016"/>
                <a:gd name="connsiteY2831" fmla="*/ 443215 h 524359"/>
                <a:gd name="connsiteX2832" fmla="*/ 225359 w 288016"/>
                <a:gd name="connsiteY2832" fmla="*/ 443215 h 524359"/>
                <a:gd name="connsiteX2833" fmla="*/ 225764 w 288016"/>
                <a:gd name="connsiteY2833" fmla="*/ 442469 h 524359"/>
                <a:gd name="connsiteX2834" fmla="*/ 226573 w 288016"/>
                <a:gd name="connsiteY2834" fmla="*/ 440976 h 524359"/>
                <a:gd name="connsiteX2835" fmla="*/ 228192 w 288016"/>
                <a:gd name="connsiteY2835" fmla="*/ 437992 h 524359"/>
                <a:gd name="connsiteX2836" fmla="*/ 231835 w 288016"/>
                <a:gd name="connsiteY2836" fmla="*/ 434261 h 524359"/>
                <a:gd name="connsiteX2837" fmla="*/ 234668 w 288016"/>
                <a:gd name="connsiteY2837" fmla="*/ 435007 h 524359"/>
                <a:gd name="connsiteX2838" fmla="*/ 239525 w 288016"/>
                <a:gd name="connsiteY2838" fmla="*/ 437246 h 524359"/>
                <a:gd name="connsiteX2839" fmla="*/ 240334 w 288016"/>
                <a:gd name="connsiteY2839" fmla="*/ 437992 h 524359"/>
                <a:gd name="connsiteX2840" fmla="*/ 241953 w 288016"/>
                <a:gd name="connsiteY2840" fmla="*/ 438738 h 524359"/>
                <a:gd name="connsiteX2841" fmla="*/ 243977 w 288016"/>
                <a:gd name="connsiteY2841" fmla="*/ 438738 h 524359"/>
                <a:gd name="connsiteX2842" fmla="*/ 251667 w 288016"/>
                <a:gd name="connsiteY2842" fmla="*/ 421576 h 524359"/>
                <a:gd name="connsiteX2843" fmla="*/ 251262 w 288016"/>
                <a:gd name="connsiteY2843" fmla="*/ 423815 h 524359"/>
                <a:gd name="connsiteX2844" fmla="*/ 249238 w 288016"/>
                <a:gd name="connsiteY2844" fmla="*/ 429038 h 524359"/>
                <a:gd name="connsiteX2845" fmla="*/ 248024 w 288016"/>
                <a:gd name="connsiteY2845" fmla="*/ 430530 h 524359"/>
                <a:gd name="connsiteX2846" fmla="*/ 243977 w 288016"/>
                <a:gd name="connsiteY2846" fmla="*/ 432769 h 524359"/>
                <a:gd name="connsiteX2847" fmla="*/ 241953 w 288016"/>
                <a:gd name="connsiteY2847" fmla="*/ 432023 h 524359"/>
                <a:gd name="connsiteX2848" fmla="*/ 240334 w 288016"/>
                <a:gd name="connsiteY2848" fmla="*/ 431276 h 524359"/>
                <a:gd name="connsiteX2849" fmla="*/ 239525 w 288016"/>
                <a:gd name="connsiteY2849" fmla="*/ 430530 h 524359"/>
                <a:gd name="connsiteX2850" fmla="*/ 234668 w 288016"/>
                <a:gd name="connsiteY2850" fmla="*/ 428292 h 524359"/>
                <a:gd name="connsiteX2851" fmla="*/ 234263 w 288016"/>
                <a:gd name="connsiteY2851" fmla="*/ 428292 h 524359"/>
                <a:gd name="connsiteX2852" fmla="*/ 234668 w 288016"/>
                <a:gd name="connsiteY2852" fmla="*/ 426053 h 524359"/>
                <a:gd name="connsiteX2853" fmla="*/ 239525 w 288016"/>
                <a:gd name="connsiteY2853" fmla="*/ 417846 h 524359"/>
                <a:gd name="connsiteX2854" fmla="*/ 241953 w 288016"/>
                <a:gd name="connsiteY2854" fmla="*/ 417846 h 524359"/>
                <a:gd name="connsiteX2855" fmla="*/ 243977 w 288016"/>
                <a:gd name="connsiteY2855" fmla="*/ 418592 h 524359"/>
                <a:gd name="connsiteX2856" fmla="*/ 248024 w 288016"/>
                <a:gd name="connsiteY2856" fmla="*/ 419338 h 524359"/>
                <a:gd name="connsiteX2857" fmla="*/ 249238 w 288016"/>
                <a:gd name="connsiteY2857" fmla="*/ 420084 h 524359"/>
                <a:gd name="connsiteX2858" fmla="*/ 258952 w 288016"/>
                <a:gd name="connsiteY2858" fmla="*/ 402923 h 524359"/>
                <a:gd name="connsiteX2859" fmla="*/ 257738 w 288016"/>
                <a:gd name="connsiteY2859" fmla="*/ 407400 h 524359"/>
                <a:gd name="connsiteX2860" fmla="*/ 256524 w 288016"/>
                <a:gd name="connsiteY2860" fmla="*/ 410384 h 524359"/>
                <a:gd name="connsiteX2861" fmla="*/ 254905 w 288016"/>
                <a:gd name="connsiteY2861" fmla="*/ 413369 h 524359"/>
                <a:gd name="connsiteX2862" fmla="*/ 251262 w 288016"/>
                <a:gd name="connsiteY2862" fmla="*/ 415607 h 524359"/>
                <a:gd name="connsiteX2863" fmla="*/ 249238 w 288016"/>
                <a:gd name="connsiteY2863" fmla="*/ 414861 h 524359"/>
                <a:gd name="connsiteX2864" fmla="*/ 248024 w 288016"/>
                <a:gd name="connsiteY2864" fmla="*/ 414115 h 524359"/>
                <a:gd name="connsiteX2865" fmla="*/ 243977 w 288016"/>
                <a:gd name="connsiteY2865" fmla="*/ 412623 h 524359"/>
                <a:gd name="connsiteX2866" fmla="*/ 241548 w 288016"/>
                <a:gd name="connsiteY2866" fmla="*/ 412623 h 524359"/>
                <a:gd name="connsiteX2867" fmla="*/ 241953 w 288016"/>
                <a:gd name="connsiteY2867" fmla="*/ 411876 h 524359"/>
                <a:gd name="connsiteX2868" fmla="*/ 243977 w 288016"/>
                <a:gd name="connsiteY2868" fmla="*/ 405907 h 524359"/>
                <a:gd name="connsiteX2869" fmla="*/ 246810 w 288016"/>
                <a:gd name="connsiteY2869" fmla="*/ 402176 h 524359"/>
                <a:gd name="connsiteX2870" fmla="*/ 248024 w 288016"/>
                <a:gd name="connsiteY2870" fmla="*/ 401430 h 524359"/>
                <a:gd name="connsiteX2871" fmla="*/ 251262 w 288016"/>
                <a:gd name="connsiteY2871" fmla="*/ 401430 h 524359"/>
                <a:gd name="connsiteX2872" fmla="*/ 254905 w 288016"/>
                <a:gd name="connsiteY2872" fmla="*/ 402176 h 524359"/>
                <a:gd name="connsiteX2873" fmla="*/ 256524 w 288016"/>
                <a:gd name="connsiteY2873" fmla="*/ 402923 h 524359"/>
                <a:gd name="connsiteX2874" fmla="*/ 257738 w 288016"/>
                <a:gd name="connsiteY2874" fmla="*/ 402923 h 524359"/>
                <a:gd name="connsiteX2875" fmla="*/ 258952 w 288016"/>
                <a:gd name="connsiteY2875" fmla="*/ 402923 h 524359"/>
                <a:gd name="connsiteX2876" fmla="*/ 265428 w 288016"/>
                <a:gd name="connsiteY2876" fmla="*/ 383523 h 524359"/>
                <a:gd name="connsiteX2877" fmla="*/ 264618 w 288016"/>
                <a:gd name="connsiteY2877" fmla="*/ 388746 h 524359"/>
                <a:gd name="connsiteX2878" fmla="*/ 263404 w 288016"/>
                <a:gd name="connsiteY2878" fmla="*/ 391730 h 524359"/>
                <a:gd name="connsiteX2879" fmla="*/ 258142 w 288016"/>
                <a:gd name="connsiteY2879" fmla="*/ 396953 h 524359"/>
                <a:gd name="connsiteX2880" fmla="*/ 255309 w 288016"/>
                <a:gd name="connsiteY2880" fmla="*/ 396953 h 524359"/>
                <a:gd name="connsiteX2881" fmla="*/ 251667 w 288016"/>
                <a:gd name="connsiteY2881" fmla="*/ 396207 h 524359"/>
                <a:gd name="connsiteX2882" fmla="*/ 248834 w 288016"/>
                <a:gd name="connsiteY2882" fmla="*/ 396207 h 524359"/>
                <a:gd name="connsiteX2883" fmla="*/ 249643 w 288016"/>
                <a:gd name="connsiteY2883" fmla="*/ 392476 h 524359"/>
                <a:gd name="connsiteX2884" fmla="*/ 251667 w 288016"/>
                <a:gd name="connsiteY2884" fmla="*/ 387253 h 524359"/>
                <a:gd name="connsiteX2885" fmla="*/ 253286 w 288016"/>
                <a:gd name="connsiteY2885" fmla="*/ 385015 h 524359"/>
                <a:gd name="connsiteX2886" fmla="*/ 255309 w 288016"/>
                <a:gd name="connsiteY2886" fmla="*/ 384269 h 524359"/>
                <a:gd name="connsiteX2887" fmla="*/ 263404 w 288016"/>
                <a:gd name="connsiteY2887" fmla="*/ 384269 h 524359"/>
                <a:gd name="connsiteX2888" fmla="*/ 264618 w 288016"/>
                <a:gd name="connsiteY2888" fmla="*/ 383523 h 524359"/>
                <a:gd name="connsiteX2889" fmla="*/ 265428 w 288016"/>
                <a:gd name="connsiteY2889" fmla="*/ 383523 h 524359"/>
                <a:gd name="connsiteX2890" fmla="*/ 270689 w 288016"/>
                <a:gd name="connsiteY2890" fmla="*/ 364123 h 524359"/>
                <a:gd name="connsiteX2891" fmla="*/ 268665 w 288016"/>
                <a:gd name="connsiteY2891" fmla="*/ 373076 h 524359"/>
                <a:gd name="connsiteX2892" fmla="*/ 265832 w 288016"/>
                <a:gd name="connsiteY2892" fmla="*/ 378300 h 524359"/>
                <a:gd name="connsiteX2893" fmla="*/ 264213 w 288016"/>
                <a:gd name="connsiteY2893" fmla="*/ 379046 h 524359"/>
                <a:gd name="connsiteX2894" fmla="*/ 262999 w 288016"/>
                <a:gd name="connsiteY2894" fmla="*/ 379792 h 524359"/>
                <a:gd name="connsiteX2895" fmla="*/ 254905 w 288016"/>
                <a:gd name="connsiteY2895" fmla="*/ 379792 h 524359"/>
                <a:gd name="connsiteX2896" fmla="*/ 254500 w 288016"/>
                <a:gd name="connsiteY2896" fmla="*/ 380538 h 524359"/>
                <a:gd name="connsiteX2897" fmla="*/ 254905 w 288016"/>
                <a:gd name="connsiteY2897" fmla="*/ 377553 h 524359"/>
                <a:gd name="connsiteX2898" fmla="*/ 256524 w 288016"/>
                <a:gd name="connsiteY2898" fmla="*/ 370838 h 524359"/>
                <a:gd name="connsiteX2899" fmla="*/ 257738 w 288016"/>
                <a:gd name="connsiteY2899" fmla="*/ 369346 h 524359"/>
                <a:gd name="connsiteX2900" fmla="*/ 258142 w 288016"/>
                <a:gd name="connsiteY2900" fmla="*/ 368600 h 524359"/>
                <a:gd name="connsiteX2901" fmla="*/ 262999 w 288016"/>
                <a:gd name="connsiteY2901" fmla="*/ 366361 h 524359"/>
                <a:gd name="connsiteX2902" fmla="*/ 265832 w 288016"/>
                <a:gd name="connsiteY2902" fmla="*/ 366361 h 524359"/>
                <a:gd name="connsiteX2903" fmla="*/ 268665 w 288016"/>
                <a:gd name="connsiteY2903" fmla="*/ 365615 h 524359"/>
                <a:gd name="connsiteX2904" fmla="*/ 270689 w 288016"/>
                <a:gd name="connsiteY2904" fmla="*/ 364123 h 524359"/>
                <a:gd name="connsiteX2905" fmla="*/ 275141 w 288016"/>
                <a:gd name="connsiteY2905" fmla="*/ 343230 h 524359"/>
                <a:gd name="connsiteX2906" fmla="*/ 274332 w 288016"/>
                <a:gd name="connsiteY2906" fmla="*/ 349946 h 524359"/>
                <a:gd name="connsiteX2907" fmla="*/ 268665 w 288016"/>
                <a:gd name="connsiteY2907" fmla="*/ 359646 h 524359"/>
                <a:gd name="connsiteX2908" fmla="*/ 265832 w 288016"/>
                <a:gd name="connsiteY2908" fmla="*/ 360392 h 524359"/>
                <a:gd name="connsiteX2909" fmla="*/ 262999 w 288016"/>
                <a:gd name="connsiteY2909" fmla="*/ 360392 h 524359"/>
                <a:gd name="connsiteX2910" fmla="*/ 259357 w 288016"/>
                <a:gd name="connsiteY2910" fmla="*/ 361138 h 524359"/>
                <a:gd name="connsiteX2911" fmla="*/ 262999 w 288016"/>
                <a:gd name="connsiteY2911" fmla="*/ 348453 h 524359"/>
                <a:gd name="connsiteX2912" fmla="*/ 264213 w 288016"/>
                <a:gd name="connsiteY2912" fmla="*/ 347707 h 524359"/>
                <a:gd name="connsiteX2913" fmla="*/ 265832 w 288016"/>
                <a:gd name="connsiteY2913" fmla="*/ 346961 h 524359"/>
                <a:gd name="connsiteX2914" fmla="*/ 268665 w 288016"/>
                <a:gd name="connsiteY2914" fmla="*/ 346215 h 524359"/>
                <a:gd name="connsiteX2915" fmla="*/ 274332 w 288016"/>
                <a:gd name="connsiteY2915" fmla="*/ 343977 h 524359"/>
                <a:gd name="connsiteX2916" fmla="*/ 275141 w 288016"/>
                <a:gd name="connsiteY2916" fmla="*/ 343230 h 524359"/>
                <a:gd name="connsiteX2917" fmla="*/ 278379 w 288016"/>
                <a:gd name="connsiteY2917" fmla="*/ 320846 h 524359"/>
                <a:gd name="connsiteX2918" fmla="*/ 274332 w 288016"/>
                <a:gd name="connsiteY2918" fmla="*/ 337261 h 524359"/>
                <a:gd name="connsiteX2919" fmla="*/ 268665 w 288016"/>
                <a:gd name="connsiteY2919" fmla="*/ 340246 h 524359"/>
                <a:gd name="connsiteX2920" fmla="*/ 265832 w 288016"/>
                <a:gd name="connsiteY2920" fmla="*/ 340992 h 524359"/>
                <a:gd name="connsiteX2921" fmla="*/ 264213 w 288016"/>
                <a:gd name="connsiteY2921" fmla="*/ 341738 h 524359"/>
                <a:gd name="connsiteX2922" fmla="*/ 263809 w 288016"/>
                <a:gd name="connsiteY2922" fmla="*/ 342484 h 524359"/>
                <a:gd name="connsiteX2923" fmla="*/ 264213 w 288016"/>
                <a:gd name="connsiteY2923" fmla="*/ 338007 h 524359"/>
                <a:gd name="connsiteX2924" fmla="*/ 265832 w 288016"/>
                <a:gd name="connsiteY2924" fmla="*/ 330546 h 524359"/>
                <a:gd name="connsiteX2925" fmla="*/ 266642 w 288016"/>
                <a:gd name="connsiteY2925" fmla="*/ 329053 h 524359"/>
                <a:gd name="connsiteX2926" fmla="*/ 268665 w 288016"/>
                <a:gd name="connsiteY2926" fmla="*/ 326815 h 524359"/>
                <a:gd name="connsiteX2927" fmla="*/ 274332 w 288016"/>
                <a:gd name="connsiteY2927" fmla="*/ 323830 h 524359"/>
                <a:gd name="connsiteX2928" fmla="*/ 278379 w 288016"/>
                <a:gd name="connsiteY2928" fmla="*/ 320846 h 524359"/>
                <a:gd name="connsiteX2929" fmla="*/ 274332 w 288016"/>
                <a:gd name="connsiteY2929" fmla="*/ 317861 h 524359"/>
                <a:gd name="connsiteX2930" fmla="*/ 268665 w 288016"/>
                <a:gd name="connsiteY2930" fmla="*/ 320100 h 524359"/>
                <a:gd name="connsiteX2931" fmla="*/ 267047 w 288016"/>
                <a:gd name="connsiteY2931" fmla="*/ 321592 h 524359"/>
                <a:gd name="connsiteX2932" fmla="*/ 268665 w 288016"/>
                <a:gd name="connsiteY2932" fmla="*/ 308907 h 524359"/>
                <a:gd name="connsiteX2933" fmla="*/ 269475 w 288016"/>
                <a:gd name="connsiteY2933" fmla="*/ 307415 h 524359"/>
                <a:gd name="connsiteX2934" fmla="*/ 274332 w 288016"/>
                <a:gd name="connsiteY2934" fmla="*/ 302938 h 524359"/>
                <a:gd name="connsiteX2935" fmla="*/ 280807 w 288016"/>
                <a:gd name="connsiteY2935" fmla="*/ 297715 h 524359"/>
                <a:gd name="connsiteX2936" fmla="*/ 280807 w 288016"/>
                <a:gd name="connsiteY2936" fmla="*/ 299207 h 524359"/>
                <a:gd name="connsiteX2937" fmla="*/ 281212 w 288016"/>
                <a:gd name="connsiteY2937" fmla="*/ 298461 h 524359"/>
                <a:gd name="connsiteX2938" fmla="*/ 274332 w 288016"/>
                <a:gd name="connsiteY2938" fmla="*/ 317861 h 524359"/>
                <a:gd name="connsiteX2939" fmla="*/ 281212 w 288016"/>
                <a:gd name="connsiteY2939" fmla="*/ 290253 h 524359"/>
                <a:gd name="connsiteX2940" fmla="*/ 274332 w 288016"/>
                <a:gd name="connsiteY2940" fmla="*/ 297715 h 524359"/>
                <a:gd name="connsiteX2941" fmla="*/ 269475 w 288016"/>
                <a:gd name="connsiteY2941" fmla="*/ 300700 h 524359"/>
                <a:gd name="connsiteX2942" fmla="*/ 271094 w 288016"/>
                <a:gd name="connsiteY2942" fmla="*/ 286523 h 524359"/>
                <a:gd name="connsiteX2943" fmla="*/ 273927 w 288016"/>
                <a:gd name="connsiteY2943" fmla="*/ 282792 h 524359"/>
                <a:gd name="connsiteX2944" fmla="*/ 280807 w 288016"/>
                <a:gd name="connsiteY2944" fmla="*/ 276823 h 524359"/>
                <a:gd name="connsiteX2945" fmla="*/ 282022 w 288016"/>
                <a:gd name="connsiteY2945" fmla="*/ 275330 h 524359"/>
                <a:gd name="connsiteX2946" fmla="*/ 282022 w 288016"/>
                <a:gd name="connsiteY2946" fmla="*/ 276823 h 524359"/>
                <a:gd name="connsiteX2947" fmla="*/ 281212 w 288016"/>
                <a:gd name="connsiteY2947" fmla="*/ 290253 h 524359"/>
                <a:gd name="connsiteX2948" fmla="*/ 281212 w 288016"/>
                <a:gd name="connsiteY2948" fmla="*/ 270854 h 524359"/>
                <a:gd name="connsiteX2949" fmla="*/ 274332 w 288016"/>
                <a:gd name="connsiteY2949" fmla="*/ 277569 h 524359"/>
                <a:gd name="connsiteX2950" fmla="*/ 271094 w 288016"/>
                <a:gd name="connsiteY2950" fmla="*/ 280553 h 524359"/>
                <a:gd name="connsiteX2951" fmla="*/ 271903 w 288016"/>
                <a:gd name="connsiteY2951" fmla="*/ 266377 h 524359"/>
                <a:gd name="connsiteX2952" fmla="*/ 274332 w 288016"/>
                <a:gd name="connsiteY2952" fmla="*/ 262646 h 524359"/>
                <a:gd name="connsiteX2953" fmla="*/ 281212 w 288016"/>
                <a:gd name="connsiteY2953" fmla="*/ 255184 h 524359"/>
                <a:gd name="connsiteX2954" fmla="*/ 282426 w 288016"/>
                <a:gd name="connsiteY2954" fmla="*/ 252946 h 524359"/>
                <a:gd name="connsiteX2955" fmla="*/ 282831 w 288016"/>
                <a:gd name="connsiteY2955" fmla="*/ 253692 h 524359"/>
                <a:gd name="connsiteX2956" fmla="*/ 281212 w 288016"/>
                <a:gd name="connsiteY2956" fmla="*/ 270854 h 524359"/>
                <a:gd name="connsiteX2957" fmla="*/ 281212 w 288016"/>
                <a:gd name="connsiteY2957" fmla="*/ 232054 h 524359"/>
                <a:gd name="connsiteX2958" fmla="*/ 281617 w 288016"/>
                <a:gd name="connsiteY2958" fmla="*/ 231307 h 524359"/>
                <a:gd name="connsiteX2959" fmla="*/ 282022 w 288016"/>
                <a:gd name="connsiteY2959" fmla="*/ 232054 h 524359"/>
                <a:gd name="connsiteX2960" fmla="*/ 281617 w 288016"/>
                <a:gd name="connsiteY2960" fmla="*/ 249215 h 524359"/>
                <a:gd name="connsiteX2961" fmla="*/ 274736 w 288016"/>
                <a:gd name="connsiteY2961" fmla="*/ 257423 h 524359"/>
                <a:gd name="connsiteX2962" fmla="*/ 271903 w 288016"/>
                <a:gd name="connsiteY2962" fmla="*/ 260407 h 524359"/>
                <a:gd name="connsiteX2963" fmla="*/ 272308 w 288016"/>
                <a:gd name="connsiteY2963" fmla="*/ 246230 h 524359"/>
                <a:gd name="connsiteX2964" fmla="*/ 274736 w 288016"/>
                <a:gd name="connsiteY2964" fmla="*/ 241007 h 524359"/>
                <a:gd name="connsiteX2965" fmla="*/ 281212 w 288016"/>
                <a:gd name="connsiteY2965" fmla="*/ 232054 h 524359"/>
                <a:gd name="connsiteX2966" fmla="*/ 279593 w 288016"/>
                <a:gd name="connsiteY2966" fmla="*/ 208923 h 524359"/>
                <a:gd name="connsiteX2967" fmla="*/ 279593 w 288016"/>
                <a:gd name="connsiteY2967" fmla="*/ 209669 h 524359"/>
                <a:gd name="connsiteX2968" fmla="*/ 274332 w 288016"/>
                <a:gd name="connsiteY2968" fmla="*/ 235038 h 524359"/>
                <a:gd name="connsiteX2969" fmla="*/ 271094 w 288016"/>
                <a:gd name="connsiteY2969" fmla="*/ 240261 h 524359"/>
                <a:gd name="connsiteX2970" fmla="*/ 270689 w 288016"/>
                <a:gd name="connsiteY2970" fmla="*/ 226084 h 524359"/>
                <a:gd name="connsiteX2971" fmla="*/ 274332 w 288016"/>
                <a:gd name="connsiteY2971" fmla="*/ 219369 h 524359"/>
                <a:gd name="connsiteX2972" fmla="*/ 279593 w 288016"/>
                <a:gd name="connsiteY2972" fmla="*/ 208923 h 524359"/>
                <a:gd name="connsiteX2973" fmla="*/ 276760 w 288016"/>
                <a:gd name="connsiteY2973" fmla="*/ 187284 h 524359"/>
                <a:gd name="connsiteX2974" fmla="*/ 274332 w 288016"/>
                <a:gd name="connsiteY2974" fmla="*/ 211161 h 524359"/>
                <a:gd name="connsiteX2975" fmla="*/ 269475 w 288016"/>
                <a:gd name="connsiteY2975" fmla="*/ 218623 h 524359"/>
                <a:gd name="connsiteX2976" fmla="*/ 268665 w 288016"/>
                <a:gd name="connsiteY2976" fmla="*/ 214892 h 524359"/>
                <a:gd name="connsiteX2977" fmla="*/ 268261 w 288016"/>
                <a:gd name="connsiteY2977" fmla="*/ 205192 h 524359"/>
                <a:gd name="connsiteX2978" fmla="*/ 268665 w 288016"/>
                <a:gd name="connsiteY2978" fmla="*/ 204446 h 524359"/>
                <a:gd name="connsiteX2979" fmla="*/ 274332 w 288016"/>
                <a:gd name="connsiteY2979" fmla="*/ 193254 h 524359"/>
                <a:gd name="connsiteX2980" fmla="*/ 276760 w 288016"/>
                <a:gd name="connsiteY2980" fmla="*/ 187284 h 524359"/>
                <a:gd name="connsiteX2981" fmla="*/ 272713 w 288016"/>
                <a:gd name="connsiteY2981" fmla="*/ 166392 h 524359"/>
                <a:gd name="connsiteX2982" fmla="*/ 274332 w 288016"/>
                <a:gd name="connsiteY2982" fmla="*/ 171615 h 524359"/>
                <a:gd name="connsiteX2983" fmla="*/ 274332 w 288016"/>
                <a:gd name="connsiteY2983" fmla="*/ 183554 h 524359"/>
                <a:gd name="connsiteX2984" fmla="*/ 268665 w 288016"/>
                <a:gd name="connsiteY2984" fmla="*/ 194746 h 524359"/>
                <a:gd name="connsiteX2985" fmla="*/ 267047 w 288016"/>
                <a:gd name="connsiteY2985" fmla="*/ 199223 h 524359"/>
                <a:gd name="connsiteX2986" fmla="*/ 265832 w 288016"/>
                <a:gd name="connsiteY2986" fmla="*/ 194000 h 524359"/>
                <a:gd name="connsiteX2987" fmla="*/ 265428 w 288016"/>
                <a:gd name="connsiteY2987" fmla="*/ 185046 h 524359"/>
                <a:gd name="connsiteX2988" fmla="*/ 265832 w 288016"/>
                <a:gd name="connsiteY2988" fmla="*/ 182807 h 524359"/>
                <a:gd name="connsiteX2989" fmla="*/ 268665 w 288016"/>
                <a:gd name="connsiteY2989" fmla="*/ 175346 h 524359"/>
                <a:gd name="connsiteX2990" fmla="*/ 272713 w 288016"/>
                <a:gd name="connsiteY2990" fmla="*/ 166392 h 524359"/>
                <a:gd name="connsiteX2991" fmla="*/ 267451 w 288016"/>
                <a:gd name="connsiteY2991" fmla="*/ 145500 h 524359"/>
                <a:gd name="connsiteX2992" fmla="*/ 268665 w 288016"/>
                <a:gd name="connsiteY2992" fmla="*/ 148484 h 524359"/>
                <a:gd name="connsiteX2993" fmla="*/ 268665 w 288016"/>
                <a:gd name="connsiteY2993" fmla="*/ 167138 h 524359"/>
                <a:gd name="connsiteX2994" fmla="*/ 265832 w 288016"/>
                <a:gd name="connsiteY2994" fmla="*/ 173854 h 524359"/>
                <a:gd name="connsiteX2995" fmla="*/ 264213 w 288016"/>
                <a:gd name="connsiteY2995" fmla="*/ 177584 h 524359"/>
                <a:gd name="connsiteX2996" fmla="*/ 263809 w 288016"/>
                <a:gd name="connsiteY2996" fmla="*/ 179077 h 524359"/>
                <a:gd name="connsiteX2997" fmla="*/ 263404 w 288016"/>
                <a:gd name="connsiteY2997" fmla="*/ 177584 h 524359"/>
                <a:gd name="connsiteX2998" fmla="*/ 261380 w 288016"/>
                <a:gd name="connsiteY2998" fmla="*/ 164900 h 524359"/>
                <a:gd name="connsiteX2999" fmla="*/ 263404 w 288016"/>
                <a:gd name="connsiteY2999" fmla="*/ 158184 h 524359"/>
                <a:gd name="connsiteX3000" fmla="*/ 264618 w 288016"/>
                <a:gd name="connsiteY3000" fmla="*/ 155200 h 524359"/>
                <a:gd name="connsiteX3001" fmla="*/ 266237 w 288016"/>
                <a:gd name="connsiteY3001" fmla="*/ 150723 h 524359"/>
                <a:gd name="connsiteX3002" fmla="*/ 267451 w 288016"/>
                <a:gd name="connsiteY3002" fmla="*/ 145500 h 524359"/>
                <a:gd name="connsiteX3003" fmla="*/ 261785 w 288016"/>
                <a:gd name="connsiteY3003" fmla="*/ 126100 h 524359"/>
                <a:gd name="connsiteX3004" fmla="*/ 263404 w 288016"/>
                <a:gd name="connsiteY3004" fmla="*/ 129084 h 524359"/>
                <a:gd name="connsiteX3005" fmla="*/ 264618 w 288016"/>
                <a:gd name="connsiteY3005" fmla="*/ 132069 h 524359"/>
                <a:gd name="connsiteX3006" fmla="*/ 264618 w 288016"/>
                <a:gd name="connsiteY3006" fmla="*/ 146246 h 524359"/>
                <a:gd name="connsiteX3007" fmla="*/ 263404 w 288016"/>
                <a:gd name="connsiteY3007" fmla="*/ 149231 h 524359"/>
                <a:gd name="connsiteX3008" fmla="*/ 259761 w 288016"/>
                <a:gd name="connsiteY3008" fmla="*/ 159677 h 524359"/>
                <a:gd name="connsiteX3009" fmla="*/ 258142 w 288016"/>
                <a:gd name="connsiteY3009" fmla="*/ 155946 h 524359"/>
                <a:gd name="connsiteX3010" fmla="*/ 256928 w 288016"/>
                <a:gd name="connsiteY3010" fmla="*/ 151469 h 524359"/>
                <a:gd name="connsiteX3011" fmla="*/ 256119 w 288016"/>
                <a:gd name="connsiteY3011" fmla="*/ 146246 h 524359"/>
                <a:gd name="connsiteX3012" fmla="*/ 256524 w 288016"/>
                <a:gd name="connsiteY3012" fmla="*/ 143261 h 524359"/>
                <a:gd name="connsiteX3013" fmla="*/ 257738 w 288016"/>
                <a:gd name="connsiteY3013" fmla="*/ 138038 h 524359"/>
                <a:gd name="connsiteX3014" fmla="*/ 261785 w 288016"/>
                <a:gd name="connsiteY3014" fmla="*/ 126100 h 524359"/>
                <a:gd name="connsiteX3015" fmla="*/ 254905 w 288016"/>
                <a:gd name="connsiteY3015" fmla="*/ 107446 h 524359"/>
                <a:gd name="connsiteX3016" fmla="*/ 256524 w 288016"/>
                <a:gd name="connsiteY3016" fmla="*/ 110431 h 524359"/>
                <a:gd name="connsiteX3017" fmla="*/ 257738 w 288016"/>
                <a:gd name="connsiteY3017" fmla="*/ 113415 h 524359"/>
                <a:gd name="connsiteX3018" fmla="*/ 257738 w 288016"/>
                <a:gd name="connsiteY3018" fmla="*/ 128338 h 524359"/>
                <a:gd name="connsiteX3019" fmla="*/ 256524 w 288016"/>
                <a:gd name="connsiteY3019" fmla="*/ 131323 h 524359"/>
                <a:gd name="connsiteX3020" fmla="*/ 254905 w 288016"/>
                <a:gd name="connsiteY3020" fmla="*/ 136546 h 524359"/>
                <a:gd name="connsiteX3021" fmla="*/ 254095 w 288016"/>
                <a:gd name="connsiteY3021" fmla="*/ 140277 h 524359"/>
                <a:gd name="connsiteX3022" fmla="*/ 251262 w 288016"/>
                <a:gd name="connsiteY3022" fmla="*/ 133561 h 524359"/>
                <a:gd name="connsiteX3023" fmla="*/ 250453 w 288016"/>
                <a:gd name="connsiteY3023" fmla="*/ 127592 h 524359"/>
                <a:gd name="connsiteX3024" fmla="*/ 251262 w 288016"/>
                <a:gd name="connsiteY3024" fmla="*/ 122369 h 524359"/>
                <a:gd name="connsiteX3025" fmla="*/ 254905 w 288016"/>
                <a:gd name="connsiteY3025" fmla="*/ 107446 h 524359"/>
                <a:gd name="connsiteX3026" fmla="*/ 247215 w 288016"/>
                <a:gd name="connsiteY3026" fmla="*/ 89538 h 524359"/>
                <a:gd name="connsiteX3027" fmla="*/ 248024 w 288016"/>
                <a:gd name="connsiteY3027" fmla="*/ 90284 h 524359"/>
                <a:gd name="connsiteX3028" fmla="*/ 249238 w 288016"/>
                <a:gd name="connsiteY3028" fmla="*/ 92523 h 524359"/>
                <a:gd name="connsiteX3029" fmla="*/ 251262 w 288016"/>
                <a:gd name="connsiteY3029" fmla="*/ 97746 h 524359"/>
                <a:gd name="connsiteX3030" fmla="*/ 251262 w 288016"/>
                <a:gd name="connsiteY3030" fmla="*/ 110431 h 524359"/>
                <a:gd name="connsiteX3031" fmla="*/ 249238 w 288016"/>
                <a:gd name="connsiteY3031" fmla="*/ 117146 h 524359"/>
                <a:gd name="connsiteX3032" fmla="*/ 248024 w 288016"/>
                <a:gd name="connsiteY3032" fmla="*/ 123861 h 524359"/>
                <a:gd name="connsiteX3033" fmla="*/ 248024 w 288016"/>
                <a:gd name="connsiteY3033" fmla="*/ 123115 h 524359"/>
                <a:gd name="connsiteX3034" fmla="*/ 243977 w 288016"/>
                <a:gd name="connsiteY3034" fmla="*/ 113415 h 524359"/>
                <a:gd name="connsiteX3035" fmla="*/ 243572 w 288016"/>
                <a:gd name="connsiteY3035" fmla="*/ 111177 h 524359"/>
                <a:gd name="connsiteX3036" fmla="*/ 243977 w 288016"/>
                <a:gd name="connsiteY3036" fmla="*/ 108192 h 524359"/>
                <a:gd name="connsiteX3037" fmla="*/ 247215 w 288016"/>
                <a:gd name="connsiteY3037" fmla="*/ 89538 h 524359"/>
                <a:gd name="connsiteX3038" fmla="*/ 238715 w 288016"/>
                <a:gd name="connsiteY3038" fmla="*/ 73869 h 524359"/>
                <a:gd name="connsiteX3039" fmla="*/ 239525 w 288016"/>
                <a:gd name="connsiteY3039" fmla="*/ 74615 h 524359"/>
                <a:gd name="connsiteX3040" fmla="*/ 240334 w 288016"/>
                <a:gd name="connsiteY3040" fmla="*/ 76108 h 524359"/>
                <a:gd name="connsiteX3041" fmla="*/ 241953 w 288016"/>
                <a:gd name="connsiteY3041" fmla="*/ 78346 h 524359"/>
                <a:gd name="connsiteX3042" fmla="*/ 243977 w 288016"/>
                <a:gd name="connsiteY3042" fmla="*/ 85061 h 524359"/>
                <a:gd name="connsiteX3043" fmla="*/ 243977 w 288016"/>
                <a:gd name="connsiteY3043" fmla="*/ 91777 h 524359"/>
                <a:gd name="connsiteX3044" fmla="*/ 241953 w 288016"/>
                <a:gd name="connsiteY3044" fmla="*/ 102223 h 524359"/>
                <a:gd name="connsiteX3045" fmla="*/ 241548 w 288016"/>
                <a:gd name="connsiteY3045" fmla="*/ 107446 h 524359"/>
                <a:gd name="connsiteX3046" fmla="*/ 240739 w 288016"/>
                <a:gd name="connsiteY3046" fmla="*/ 106700 h 524359"/>
                <a:gd name="connsiteX3047" fmla="*/ 239525 w 288016"/>
                <a:gd name="connsiteY3047" fmla="*/ 105208 h 524359"/>
                <a:gd name="connsiteX3048" fmla="*/ 236287 w 288016"/>
                <a:gd name="connsiteY3048" fmla="*/ 96254 h 524359"/>
                <a:gd name="connsiteX3049" fmla="*/ 238715 w 288016"/>
                <a:gd name="connsiteY3049" fmla="*/ 73869 h 524359"/>
                <a:gd name="connsiteX3050" fmla="*/ 236692 w 288016"/>
                <a:gd name="connsiteY3050" fmla="*/ 105954 h 524359"/>
                <a:gd name="connsiteX3051" fmla="*/ 239525 w 288016"/>
                <a:gd name="connsiteY3051" fmla="*/ 111177 h 524359"/>
                <a:gd name="connsiteX3052" fmla="*/ 240334 w 288016"/>
                <a:gd name="connsiteY3052" fmla="*/ 111923 h 524359"/>
                <a:gd name="connsiteX3053" fmla="*/ 241144 w 288016"/>
                <a:gd name="connsiteY3053" fmla="*/ 112669 h 524359"/>
                <a:gd name="connsiteX3054" fmla="*/ 241548 w 288016"/>
                <a:gd name="connsiteY3054" fmla="*/ 115654 h 524359"/>
                <a:gd name="connsiteX3055" fmla="*/ 243572 w 288016"/>
                <a:gd name="connsiteY3055" fmla="*/ 122369 h 524359"/>
                <a:gd name="connsiteX3056" fmla="*/ 247215 w 288016"/>
                <a:gd name="connsiteY3056" fmla="*/ 129084 h 524359"/>
                <a:gd name="connsiteX3057" fmla="*/ 247619 w 288016"/>
                <a:gd name="connsiteY3057" fmla="*/ 129831 h 524359"/>
                <a:gd name="connsiteX3058" fmla="*/ 248834 w 288016"/>
                <a:gd name="connsiteY3058" fmla="*/ 136546 h 524359"/>
                <a:gd name="connsiteX3059" fmla="*/ 250857 w 288016"/>
                <a:gd name="connsiteY3059" fmla="*/ 141769 h 524359"/>
                <a:gd name="connsiteX3060" fmla="*/ 253286 w 288016"/>
                <a:gd name="connsiteY3060" fmla="*/ 146992 h 524359"/>
                <a:gd name="connsiteX3061" fmla="*/ 254905 w 288016"/>
                <a:gd name="connsiteY3061" fmla="*/ 155946 h 524359"/>
                <a:gd name="connsiteX3062" fmla="*/ 256524 w 288016"/>
                <a:gd name="connsiteY3062" fmla="*/ 161169 h 524359"/>
                <a:gd name="connsiteX3063" fmla="*/ 257738 w 288016"/>
                <a:gd name="connsiteY3063" fmla="*/ 164154 h 524359"/>
                <a:gd name="connsiteX3064" fmla="*/ 258142 w 288016"/>
                <a:gd name="connsiteY3064" fmla="*/ 165646 h 524359"/>
                <a:gd name="connsiteX3065" fmla="*/ 262190 w 288016"/>
                <a:gd name="connsiteY3065" fmla="*/ 184300 h 524359"/>
                <a:gd name="connsiteX3066" fmla="*/ 262594 w 288016"/>
                <a:gd name="connsiteY3066" fmla="*/ 193254 h 524359"/>
                <a:gd name="connsiteX3067" fmla="*/ 263809 w 288016"/>
                <a:gd name="connsiteY3067" fmla="*/ 198477 h 524359"/>
                <a:gd name="connsiteX3068" fmla="*/ 265428 w 288016"/>
                <a:gd name="connsiteY3068" fmla="*/ 203700 h 524359"/>
                <a:gd name="connsiteX3069" fmla="*/ 265428 w 288016"/>
                <a:gd name="connsiteY3069" fmla="*/ 204446 h 524359"/>
                <a:gd name="connsiteX3070" fmla="*/ 265428 w 288016"/>
                <a:gd name="connsiteY3070" fmla="*/ 212654 h 524359"/>
                <a:gd name="connsiteX3071" fmla="*/ 267856 w 288016"/>
                <a:gd name="connsiteY3071" fmla="*/ 223846 h 524359"/>
                <a:gd name="connsiteX3072" fmla="*/ 268261 w 288016"/>
                <a:gd name="connsiteY3072" fmla="*/ 241007 h 524359"/>
                <a:gd name="connsiteX3073" fmla="*/ 268665 w 288016"/>
                <a:gd name="connsiteY3073" fmla="*/ 243992 h 524359"/>
                <a:gd name="connsiteX3074" fmla="*/ 268261 w 288016"/>
                <a:gd name="connsiteY3074" fmla="*/ 247723 h 524359"/>
                <a:gd name="connsiteX3075" fmla="*/ 265832 w 288016"/>
                <a:gd name="connsiteY3075" fmla="*/ 246977 h 524359"/>
                <a:gd name="connsiteX3076" fmla="*/ 262999 w 288016"/>
                <a:gd name="connsiteY3076" fmla="*/ 246977 h 524359"/>
                <a:gd name="connsiteX3077" fmla="*/ 261380 w 288016"/>
                <a:gd name="connsiteY3077" fmla="*/ 247723 h 524359"/>
                <a:gd name="connsiteX3078" fmla="*/ 258142 w 288016"/>
                <a:gd name="connsiteY3078" fmla="*/ 246977 h 524359"/>
                <a:gd name="connsiteX3079" fmla="*/ 256928 w 288016"/>
                <a:gd name="connsiteY3079" fmla="*/ 246977 h 524359"/>
                <a:gd name="connsiteX3080" fmla="*/ 255309 w 288016"/>
                <a:gd name="connsiteY3080" fmla="*/ 247723 h 524359"/>
                <a:gd name="connsiteX3081" fmla="*/ 254095 w 288016"/>
                <a:gd name="connsiteY3081" fmla="*/ 247723 h 524359"/>
                <a:gd name="connsiteX3082" fmla="*/ 251262 w 288016"/>
                <a:gd name="connsiteY3082" fmla="*/ 246977 h 524359"/>
                <a:gd name="connsiteX3083" fmla="*/ 248024 w 288016"/>
                <a:gd name="connsiteY3083" fmla="*/ 246977 h 524359"/>
                <a:gd name="connsiteX3084" fmla="*/ 246405 w 288016"/>
                <a:gd name="connsiteY3084" fmla="*/ 247723 h 524359"/>
                <a:gd name="connsiteX3085" fmla="*/ 243977 w 288016"/>
                <a:gd name="connsiteY3085" fmla="*/ 246977 h 524359"/>
                <a:gd name="connsiteX3086" fmla="*/ 240334 w 288016"/>
                <a:gd name="connsiteY3086" fmla="*/ 246977 h 524359"/>
                <a:gd name="connsiteX3087" fmla="*/ 239525 w 288016"/>
                <a:gd name="connsiteY3087" fmla="*/ 247723 h 524359"/>
                <a:gd name="connsiteX3088" fmla="*/ 239120 w 288016"/>
                <a:gd name="connsiteY3088" fmla="*/ 247723 h 524359"/>
                <a:gd name="connsiteX3089" fmla="*/ 234668 w 288016"/>
                <a:gd name="connsiteY3089" fmla="*/ 246977 h 524359"/>
                <a:gd name="connsiteX3090" fmla="*/ 231835 w 288016"/>
                <a:gd name="connsiteY3090" fmla="*/ 247723 h 524359"/>
                <a:gd name="connsiteX3091" fmla="*/ 228597 w 288016"/>
                <a:gd name="connsiteY3091" fmla="*/ 246977 h 524359"/>
                <a:gd name="connsiteX3092" fmla="*/ 225359 w 288016"/>
                <a:gd name="connsiteY3092" fmla="*/ 246977 h 524359"/>
                <a:gd name="connsiteX3093" fmla="*/ 224145 w 288016"/>
                <a:gd name="connsiteY3093" fmla="*/ 247723 h 524359"/>
                <a:gd name="connsiteX3094" fmla="*/ 222526 w 288016"/>
                <a:gd name="connsiteY3094" fmla="*/ 246977 h 524359"/>
                <a:gd name="connsiteX3095" fmla="*/ 219288 w 288016"/>
                <a:gd name="connsiteY3095" fmla="*/ 246977 h 524359"/>
                <a:gd name="connsiteX3096" fmla="*/ 217669 w 288016"/>
                <a:gd name="connsiteY3096" fmla="*/ 246977 h 524359"/>
                <a:gd name="connsiteX3097" fmla="*/ 216050 w 288016"/>
                <a:gd name="connsiteY3097" fmla="*/ 247723 h 524359"/>
                <a:gd name="connsiteX3098" fmla="*/ 213217 w 288016"/>
                <a:gd name="connsiteY3098" fmla="*/ 246977 h 524359"/>
                <a:gd name="connsiteX3099" fmla="*/ 212003 w 288016"/>
                <a:gd name="connsiteY3099" fmla="*/ 246977 h 524359"/>
                <a:gd name="connsiteX3100" fmla="*/ 209170 w 288016"/>
                <a:gd name="connsiteY3100" fmla="*/ 247723 h 524359"/>
                <a:gd name="connsiteX3101" fmla="*/ 207551 w 288016"/>
                <a:gd name="connsiteY3101" fmla="*/ 246977 h 524359"/>
                <a:gd name="connsiteX3102" fmla="*/ 207146 w 288016"/>
                <a:gd name="connsiteY3102" fmla="*/ 243246 h 524359"/>
                <a:gd name="connsiteX3103" fmla="*/ 206742 w 288016"/>
                <a:gd name="connsiteY3103" fmla="*/ 240261 h 524359"/>
                <a:gd name="connsiteX3104" fmla="*/ 205527 w 288016"/>
                <a:gd name="connsiteY3104" fmla="*/ 229815 h 524359"/>
                <a:gd name="connsiteX3105" fmla="*/ 205527 w 288016"/>
                <a:gd name="connsiteY3105" fmla="*/ 229069 h 524359"/>
                <a:gd name="connsiteX3106" fmla="*/ 204718 w 288016"/>
                <a:gd name="connsiteY3106" fmla="*/ 226084 h 524359"/>
                <a:gd name="connsiteX3107" fmla="*/ 204313 w 288016"/>
                <a:gd name="connsiteY3107" fmla="*/ 220861 h 524359"/>
                <a:gd name="connsiteX3108" fmla="*/ 202694 w 288016"/>
                <a:gd name="connsiteY3108" fmla="*/ 214146 h 524359"/>
                <a:gd name="connsiteX3109" fmla="*/ 202289 w 288016"/>
                <a:gd name="connsiteY3109" fmla="*/ 213400 h 524359"/>
                <a:gd name="connsiteX3110" fmla="*/ 201885 w 288016"/>
                <a:gd name="connsiteY3110" fmla="*/ 211907 h 524359"/>
                <a:gd name="connsiteX3111" fmla="*/ 199052 w 288016"/>
                <a:gd name="connsiteY3111" fmla="*/ 201461 h 524359"/>
                <a:gd name="connsiteX3112" fmla="*/ 197837 w 288016"/>
                <a:gd name="connsiteY3112" fmla="*/ 199223 h 524359"/>
                <a:gd name="connsiteX3113" fmla="*/ 197433 w 288016"/>
                <a:gd name="connsiteY3113" fmla="*/ 196984 h 524359"/>
                <a:gd name="connsiteX3114" fmla="*/ 195004 w 288016"/>
                <a:gd name="connsiteY3114" fmla="*/ 190269 h 524359"/>
                <a:gd name="connsiteX3115" fmla="*/ 194600 w 288016"/>
                <a:gd name="connsiteY3115" fmla="*/ 189523 h 524359"/>
                <a:gd name="connsiteX3116" fmla="*/ 194195 w 288016"/>
                <a:gd name="connsiteY3116" fmla="*/ 188777 h 524359"/>
                <a:gd name="connsiteX3117" fmla="*/ 193385 w 288016"/>
                <a:gd name="connsiteY3117" fmla="*/ 187284 h 524359"/>
                <a:gd name="connsiteX3118" fmla="*/ 193385 w 288016"/>
                <a:gd name="connsiteY3118" fmla="*/ 186538 h 524359"/>
                <a:gd name="connsiteX3119" fmla="*/ 194195 w 288016"/>
                <a:gd name="connsiteY3119" fmla="*/ 185792 h 524359"/>
                <a:gd name="connsiteX3120" fmla="*/ 195409 w 288016"/>
                <a:gd name="connsiteY3120" fmla="*/ 185046 h 524359"/>
                <a:gd name="connsiteX3121" fmla="*/ 197837 w 288016"/>
                <a:gd name="connsiteY3121" fmla="*/ 179823 h 524359"/>
                <a:gd name="connsiteX3122" fmla="*/ 198647 w 288016"/>
                <a:gd name="connsiteY3122" fmla="*/ 176838 h 524359"/>
                <a:gd name="connsiteX3123" fmla="*/ 199052 w 288016"/>
                <a:gd name="connsiteY3123" fmla="*/ 176092 h 524359"/>
                <a:gd name="connsiteX3124" fmla="*/ 202289 w 288016"/>
                <a:gd name="connsiteY3124" fmla="*/ 170869 h 524359"/>
                <a:gd name="connsiteX3125" fmla="*/ 203908 w 288016"/>
                <a:gd name="connsiteY3125" fmla="*/ 167138 h 524359"/>
                <a:gd name="connsiteX3126" fmla="*/ 204313 w 288016"/>
                <a:gd name="connsiteY3126" fmla="*/ 166392 h 524359"/>
                <a:gd name="connsiteX3127" fmla="*/ 205527 w 288016"/>
                <a:gd name="connsiteY3127" fmla="*/ 164900 h 524359"/>
                <a:gd name="connsiteX3128" fmla="*/ 207551 w 288016"/>
                <a:gd name="connsiteY3128" fmla="*/ 161169 h 524359"/>
                <a:gd name="connsiteX3129" fmla="*/ 209170 w 288016"/>
                <a:gd name="connsiteY3129" fmla="*/ 157438 h 524359"/>
                <a:gd name="connsiteX3130" fmla="*/ 212003 w 288016"/>
                <a:gd name="connsiteY3130" fmla="*/ 152961 h 524359"/>
                <a:gd name="connsiteX3131" fmla="*/ 213217 w 288016"/>
                <a:gd name="connsiteY3131" fmla="*/ 149977 h 524359"/>
                <a:gd name="connsiteX3132" fmla="*/ 214431 w 288016"/>
                <a:gd name="connsiteY3132" fmla="*/ 146992 h 524359"/>
                <a:gd name="connsiteX3133" fmla="*/ 218074 w 288016"/>
                <a:gd name="connsiteY3133" fmla="*/ 141023 h 524359"/>
                <a:gd name="connsiteX3134" fmla="*/ 219693 w 288016"/>
                <a:gd name="connsiteY3134" fmla="*/ 137292 h 524359"/>
                <a:gd name="connsiteX3135" fmla="*/ 222931 w 288016"/>
                <a:gd name="connsiteY3135" fmla="*/ 132069 h 524359"/>
                <a:gd name="connsiteX3136" fmla="*/ 224954 w 288016"/>
                <a:gd name="connsiteY3136" fmla="*/ 126846 h 524359"/>
                <a:gd name="connsiteX3137" fmla="*/ 225359 w 288016"/>
                <a:gd name="connsiteY3137" fmla="*/ 126100 h 524359"/>
                <a:gd name="connsiteX3138" fmla="*/ 225764 w 288016"/>
                <a:gd name="connsiteY3138" fmla="*/ 125354 h 524359"/>
                <a:gd name="connsiteX3139" fmla="*/ 226573 w 288016"/>
                <a:gd name="connsiteY3139" fmla="*/ 123861 h 524359"/>
                <a:gd name="connsiteX3140" fmla="*/ 228192 w 288016"/>
                <a:gd name="connsiteY3140" fmla="*/ 120877 h 524359"/>
                <a:gd name="connsiteX3141" fmla="*/ 229811 w 288016"/>
                <a:gd name="connsiteY3141" fmla="*/ 116400 h 524359"/>
                <a:gd name="connsiteX3142" fmla="*/ 231835 w 288016"/>
                <a:gd name="connsiteY3142" fmla="*/ 114161 h 524359"/>
                <a:gd name="connsiteX3143" fmla="*/ 234668 w 288016"/>
                <a:gd name="connsiteY3143" fmla="*/ 108938 h 524359"/>
                <a:gd name="connsiteX3144" fmla="*/ 235073 w 288016"/>
                <a:gd name="connsiteY3144" fmla="*/ 106700 h 524359"/>
                <a:gd name="connsiteX3145" fmla="*/ 236692 w 288016"/>
                <a:gd name="connsiteY3145" fmla="*/ 105954 h 524359"/>
                <a:gd name="connsiteX3146" fmla="*/ 228597 w 288016"/>
                <a:gd name="connsiteY3146" fmla="*/ 72377 h 524359"/>
                <a:gd name="connsiteX3147" fmla="*/ 229406 w 288016"/>
                <a:gd name="connsiteY3147" fmla="*/ 58200 h 524359"/>
                <a:gd name="connsiteX3148" fmla="*/ 229811 w 288016"/>
                <a:gd name="connsiteY3148" fmla="*/ 58946 h 524359"/>
                <a:gd name="connsiteX3149" fmla="*/ 232240 w 288016"/>
                <a:gd name="connsiteY3149" fmla="*/ 61931 h 524359"/>
                <a:gd name="connsiteX3150" fmla="*/ 235073 w 288016"/>
                <a:gd name="connsiteY3150" fmla="*/ 67154 h 524359"/>
                <a:gd name="connsiteX3151" fmla="*/ 235073 w 288016"/>
                <a:gd name="connsiteY3151" fmla="*/ 83569 h 524359"/>
                <a:gd name="connsiteX3152" fmla="*/ 233859 w 288016"/>
                <a:gd name="connsiteY3152" fmla="*/ 92523 h 524359"/>
                <a:gd name="connsiteX3153" fmla="*/ 232240 w 288016"/>
                <a:gd name="connsiteY3153" fmla="*/ 91031 h 524359"/>
                <a:gd name="connsiteX3154" fmla="*/ 228597 w 288016"/>
                <a:gd name="connsiteY3154" fmla="*/ 83569 h 524359"/>
                <a:gd name="connsiteX3155" fmla="*/ 228192 w 288016"/>
                <a:gd name="connsiteY3155" fmla="*/ 82823 h 524359"/>
                <a:gd name="connsiteX3156" fmla="*/ 228597 w 288016"/>
                <a:gd name="connsiteY3156" fmla="*/ 72377 h 524359"/>
                <a:gd name="connsiteX3157" fmla="*/ 227788 w 288016"/>
                <a:gd name="connsiteY3157" fmla="*/ 89538 h 524359"/>
                <a:gd name="connsiteX3158" fmla="*/ 228192 w 288016"/>
                <a:gd name="connsiteY3158" fmla="*/ 90284 h 524359"/>
                <a:gd name="connsiteX3159" fmla="*/ 231835 w 288016"/>
                <a:gd name="connsiteY3159" fmla="*/ 95508 h 524359"/>
                <a:gd name="connsiteX3160" fmla="*/ 233454 w 288016"/>
                <a:gd name="connsiteY3160" fmla="*/ 97746 h 524359"/>
                <a:gd name="connsiteX3161" fmla="*/ 234263 w 288016"/>
                <a:gd name="connsiteY3161" fmla="*/ 101477 h 524359"/>
                <a:gd name="connsiteX3162" fmla="*/ 235073 w 288016"/>
                <a:gd name="connsiteY3162" fmla="*/ 104461 h 524359"/>
                <a:gd name="connsiteX3163" fmla="*/ 234263 w 288016"/>
                <a:gd name="connsiteY3163" fmla="*/ 105208 h 524359"/>
                <a:gd name="connsiteX3164" fmla="*/ 231430 w 288016"/>
                <a:gd name="connsiteY3164" fmla="*/ 105208 h 524359"/>
                <a:gd name="connsiteX3165" fmla="*/ 227788 w 288016"/>
                <a:gd name="connsiteY3165" fmla="*/ 100731 h 524359"/>
                <a:gd name="connsiteX3166" fmla="*/ 226169 w 288016"/>
                <a:gd name="connsiteY3166" fmla="*/ 98492 h 524359"/>
                <a:gd name="connsiteX3167" fmla="*/ 225359 w 288016"/>
                <a:gd name="connsiteY3167" fmla="*/ 97746 h 524359"/>
                <a:gd name="connsiteX3168" fmla="*/ 224954 w 288016"/>
                <a:gd name="connsiteY3168" fmla="*/ 97746 h 524359"/>
                <a:gd name="connsiteX3169" fmla="*/ 224954 w 288016"/>
                <a:gd name="connsiteY3169" fmla="*/ 97000 h 524359"/>
                <a:gd name="connsiteX3170" fmla="*/ 223740 w 288016"/>
                <a:gd name="connsiteY3170" fmla="*/ 96254 h 524359"/>
                <a:gd name="connsiteX3171" fmla="*/ 224954 w 288016"/>
                <a:gd name="connsiteY3171" fmla="*/ 93269 h 524359"/>
                <a:gd name="connsiteX3172" fmla="*/ 225359 w 288016"/>
                <a:gd name="connsiteY3172" fmla="*/ 92523 h 524359"/>
                <a:gd name="connsiteX3173" fmla="*/ 226169 w 288016"/>
                <a:gd name="connsiteY3173" fmla="*/ 91031 h 524359"/>
                <a:gd name="connsiteX3174" fmla="*/ 227788 w 288016"/>
                <a:gd name="connsiteY3174" fmla="*/ 89538 h 524359"/>
                <a:gd name="connsiteX3175" fmla="*/ 219288 w 288016"/>
                <a:gd name="connsiteY3175" fmla="*/ 56708 h 524359"/>
                <a:gd name="connsiteX3176" fmla="*/ 219288 w 288016"/>
                <a:gd name="connsiteY3176" fmla="*/ 45515 h 524359"/>
                <a:gd name="connsiteX3177" fmla="*/ 219693 w 288016"/>
                <a:gd name="connsiteY3177" fmla="*/ 45515 h 524359"/>
                <a:gd name="connsiteX3178" fmla="*/ 222526 w 288016"/>
                <a:gd name="connsiteY3178" fmla="*/ 48500 h 524359"/>
                <a:gd name="connsiteX3179" fmla="*/ 225359 w 288016"/>
                <a:gd name="connsiteY3179" fmla="*/ 52977 h 524359"/>
                <a:gd name="connsiteX3180" fmla="*/ 225764 w 288016"/>
                <a:gd name="connsiteY3180" fmla="*/ 55215 h 524359"/>
                <a:gd name="connsiteX3181" fmla="*/ 225764 w 288016"/>
                <a:gd name="connsiteY3181" fmla="*/ 68646 h 524359"/>
                <a:gd name="connsiteX3182" fmla="*/ 225359 w 288016"/>
                <a:gd name="connsiteY3182" fmla="*/ 73123 h 524359"/>
                <a:gd name="connsiteX3183" fmla="*/ 225359 w 288016"/>
                <a:gd name="connsiteY3183" fmla="*/ 78346 h 524359"/>
                <a:gd name="connsiteX3184" fmla="*/ 222526 w 288016"/>
                <a:gd name="connsiteY3184" fmla="*/ 75361 h 524359"/>
                <a:gd name="connsiteX3185" fmla="*/ 219288 w 288016"/>
                <a:gd name="connsiteY3185" fmla="*/ 68646 h 524359"/>
                <a:gd name="connsiteX3186" fmla="*/ 219288 w 288016"/>
                <a:gd name="connsiteY3186" fmla="*/ 56708 h 524359"/>
                <a:gd name="connsiteX3187" fmla="*/ 209170 w 288016"/>
                <a:gd name="connsiteY3187" fmla="*/ 34323 h 524359"/>
                <a:gd name="connsiteX3188" fmla="*/ 212003 w 288016"/>
                <a:gd name="connsiteY3188" fmla="*/ 35815 h 524359"/>
                <a:gd name="connsiteX3189" fmla="*/ 213217 w 288016"/>
                <a:gd name="connsiteY3189" fmla="*/ 36561 h 524359"/>
                <a:gd name="connsiteX3190" fmla="*/ 216455 w 288016"/>
                <a:gd name="connsiteY3190" fmla="*/ 64915 h 524359"/>
                <a:gd name="connsiteX3191" fmla="*/ 213217 w 288016"/>
                <a:gd name="connsiteY3191" fmla="*/ 61931 h 524359"/>
                <a:gd name="connsiteX3192" fmla="*/ 212003 w 288016"/>
                <a:gd name="connsiteY3192" fmla="*/ 60438 h 524359"/>
                <a:gd name="connsiteX3193" fmla="*/ 210384 w 288016"/>
                <a:gd name="connsiteY3193" fmla="*/ 56708 h 524359"/>
                <a:gd name="connsiteX3194" fmla="*/ 209170 w 288016"/>
                <a:gd name="connsiteY3194" fmla="*/ 34323 h 524359"/>
                <a:gd name="connsiteX3195" fmla="*/ 198242 w 288016"/>
                <a:gd name="connsiteY3195" fmla="*/ 24623 h 524359"/>
                <a:gd name="connsiteX3196" fmla="*/ 198242 w 288016"/>
                <a:gd name="connsiteY3196" fmla="*/ 24623 h 524359"/>
                <a:gd name="connsiteX3197" fmla="*/ 201885 w 288016"/>
                <a:gd name="connsiteY3197" fmla="*/ 27608 h 524359"/>
                <a:gd name="connsiteX3198" fmla="*/ 203908 w 288016"/>
                <a:gd name="connsiteY3198" fmla="*/ 29846 h 524359"/>
                <a:gd name="connsiteX3199" fmla="*/ 205123 w 288016"/>
                <a:gd name="connsiteY3199" fmla="*/ 32085 h 524359"/>
                <a:gd name="connsiteX3200" fmla="*/ 206742 w 288016"/>
                <a:gd name="connsiteY3200" fmla="*/ 55215 h 524359"/>
                <a:gd name="connsiteX3201" fmla="*/ 205123 w 288016"/>
                <a:gd name="connsiteY3201" fmla="*/ 54469 h 524359"/>
                <a:gd name="connsiteX3202" fmla="*/ 203908 w 288016"/>
                <a:gd name="connsiteY3202" fmla="*/ 53723 h 524359"/>
                <a:gd name="connsiteX3203" fmla="*/ 201885 w 288016"/>
                <a:gd name="connsiteY3203" fmla="*/ 51484 h 524359"/>
                <a:gd name="connsiteX3204" fmla="*/ 200266 w 288016"/>
                <a:gd name="connsiteY3204" fmla="*/ 47754 h 524359"/>
                <a:gd name="connsiteX3205" fmla="*/ 199052 w 288016"/>
                <a:gd name="connsiteY3205" fmla="*/ 31338 h 524359"/>
                <a:gd name="connsiteX3206" fmla="*/ 198242 w 288016"/>
                <a:gd name="connsiteY3206" fmla="*/ 24623 h 524359"/>
                <a:gd name="connsiteX3207" fmla="*/ 198242 w 288016"/>
                <a:gd name="connsiteY3207" fmla="*/ 49992 h 524359"/>
                <a:gd name="connsiteX3208" fmla="*/ 198647 w 288016"/>
                <a:gd name="connsiteY3208" fmla="*/ 51484 h 524359"/>
                <a:gd name="connsiteX3209" fmla="*/ 201885 w 288016"/>
                <a:gd name="connsiteY3209" fmla="*/ 55961 h 524359"/>
                <a:gd name="connsiteX3210" fmla="*/ 203908 w 288016"/>
                <a:gd name="connsiteY3210" fmla="*/ 57454 h 524359"/>
                <a:gd name="connsiteX3211" fmla="*/ 205123 w 288016"/>
                <a:gd name="connsiteY3211" fmla="*/ 58200 h 524359"/>
                <a:gd name="connsiteX3212" fmla="*/ 207146 w 288016"/>
                <a:gd name="connsiteY3212" fmla="*/ 58946 h 524359"/>
                <a:gd name="connsiteX3213" fmla="*/ 207551 w 288016"/>
                <a:gd name="connsiteY3213" fmla="*/ 58946 h 524359"/>
                <a:gd name="connsiteX3214" fmla="*/ 211598 w 288016"/>
                <a:gd name="connsiteY3214" fmla="*/ 66408 h 524359"/>
                <a:gd name="connsiteX3215" fmla="*/ 212812 w 288016"/>
                <a:gd name="connsiteY3215" fmla="*/ 67154 h 524359"/>
                <a:gd name="connsiteX3216" fmla="*/ 216860 w 288016"/>
                <a:gd name="connsiteY3216" fmla="*/ 70138 h 524359"/>
                <a:gd name="connsiteX3217" fmla="*/ 217669 w 288016"/>
                <a:gd name="connsiteY3217" fmla="*/ 73123 h 524359"/>
                <a:gd name="connsiteX3218" fmla="*/ 219288 w 288016"/>
                <a:gd name="connsiteY3218" fmla="*/ 76108 h 524359"/>
                <a:gd name="connsiteX3219" fmla="*/ 222526 w 288016"/>
                <a:gd name="connsiteY3219" fmla="*/ 80584 h 524359"/>
                <a:gd name="connsiteX3220" fmla="*/ 225359 w 288016"/>
                <a:gd name="connsiteY3220" fmla="*/ 82823 h 524359"/>
                <a:gd name="connsiteX3221" fmla="*/ 225764 w 288016"/>
                <a:gd name="connsiteY3221" fmla="*/ 83569 h 524359"/>
                <a:gd name="connsiteX3222" fmla="*/ 225764 w 288016"/>
                <a:gd name="connsiteY3222" fmla="*/ 84315 h 524359"/>
                <a:gd name="connsiteX3223" fmla="*/ 226573 w 288016"/>
                <a:gd name="connsiteY3223" fmla="*/ 86554 h 524359"/>
                <a:gd name="connsiteX3224" fmla="*/ 225764 w 288016"/>
                <a:gd name="connsiteY3224" fmla="*/ 87300 h 524359"/>
                <a:gd name="connsiteX3225" fmla="*/ 225359 w 288016"/>
                <a:gd name="connsiteY3225" fmla="*/ 88046 h 524359"/>
                <a:gd name="connsiteX3226" fmla="*/ 222526 w 288016"/>
                <a:gd name="connsiteY3226" fmla="*/ 94015 h 524359"/>
                <a:gd name="connsiteX3227" fmla="*/ 221717 w 288016"/>
                <a:gd name="connsiteY3227" fmla="*/ 96254 h 524359"/>
                <a:gd name="connsiteX3228" fmla="*/ 219288 w 288016"/>
                <a:gd name="connsiteY3228" fmla="*/ 99238 h 524359"/>
                <a:gd name="connsiteX3229" fmla="*/ 217669 w 288016"/>
                <a:gd name="connsiteY3229" fmla="*/ 102223 h 524359"/>
                <a:gd name="connsiteX3230" fmla="*/ 216050 w 288016"/>
                <a:gd name="connsiteY3230" fmla="*/ 105208 h 524359"/>
                <a:gd name="connsiteX3231" fmla="*/ 212408 w 288016"/>
                <a:gd name="connsiteY3231" fmla="*/ 110431 h 524359"/>
                <a:gd name="connsiteX3232" fmla="*/ 211194 w 288016"/>
                <a:gd name="connsiteY3232" fmla="*/ 113415 h 524359"/>
                <a:gd name="connsiteX3233" fmla="*/ 210789 w 288016"/>
                <a:gd name="connsiteY3233" fmla="*/ 114907 h 524359"/>
                <a:gd name="connsiteX3234" fmla="*/ 206742 w 288016"/>
                <a:gd name="connsiteY3234" fmla="*/ 121623 h 524359"/>
                <a:gd name="connsiteX3235" fmla="*/ 205527 w 288016"/>
                <a:gd name="connsiteY3235" fmla="*/ 124607 h 524359"/>
                <a:gd name="connsiteX3236" fmla="*/ 204718 w 288016"/>
                <a:gd name="connsiteY3236" fmla="*/ 125354 h 524359"/>
                <a:gd name="connsiteX3237" fmla="*/ 203504 w 288016"/>
                <a:gd name="connsiteY3237" fmla="*/ 126846 h 524359"/>
                <a:gd name="connsiteX3238" fmla="*/ 201480 w 288016"/>
                <a:gd name="connsiteY3238" fmla="*/ 130577 h 524359"/>
                <a:gd name="connsiteX3239" fmla="*/ 200266 w 288016"/>
                <a:gd name="connsiteY3239" fmla="*/ 133561 h 524359"/>
                <a:gd name="connsiteX3240" fmla="*/ 198242 w 288016"/>
                <a:gd name="connsiteY3240" fmla="*/ 136546 h 524359"/>
                <a:gd name="connsiteX3241" fmla="*/ 196623 w 288016"/>
                <a:gd name="connsiteY3241" fmla="*/ 139531 h 524359"/>
                <a:gd name="connsiteX3242" fmla="*/ 194600 w 288016"/>
                <a:gd name="connsiteY3242" fmla="*/ 144754 h 524359"/>
                <a:gd name="connsiteX3243" fmla="*/ 193385 w 288016"/>
                <a:gd name="connsiteY3243" fmla="*/ 146246 h 524359"/>
                <a:gd name="connsiteX3244" fmla="*/ 191362 w 288016"/>
                <a:gd name="connsiteY3244" fmla="*/ 149977 h 524359"/>
                <a:gd name="connsiteX3245" fmla="*/ 190552 w 288016"/>
                <a:gd name="connsiteY3245" fmla="*/ 151469 h 524359"/>
                <a:gd name="connsiteX3246" fmla="*/ 189743 w 288016"/>
                <a:gd name="connsiteY3246" fmla="*/ 154454 h 524359"/>
                <a:gd name="connsiteX3247" fmla="*/ 188529 w 288016"/>
                <a:gd name="connsiteY3247" fmla="*/ 155200 h 524359"/>
                <a:gd name="connsiteX3248" fmla="*/ 185695 w 288016"/>
                <a:gd name="connsiteY3248" fmla="*/ 160423 h 524359"/>
                <a:gd name="connsiteX3249" fmla="*/ 184077 w 288016"/>
                <a:gd name="connsiteY3249" fmla="*/ 164154 h 524359"/>
                <a:gd name="connsiteX3250" fmla="*/ 182053 w 288016"/>
                <a:gd name="connsiteY3250" fmla="*/ 167138 h 524359"/>
                <a:gd name="connsiteX3251" fmla="*/ 180434 w 288016"/>
                <a:gd name="connsiteY3251" fmla="*/ 165646 h 524359"/>
                <a:gd name="connsiteX3252" fmla="*/ 177196 w 288016"/>
                <a:gd name="connsiteY3252" fmla="*/ 160423 h 524359"/>
                <a:gd name="connsiteX3253" fmla="*/ 175577 w 288016"/>
                <a:gd name="connsiteY3253" fmla="*/ 158184 h 524359"/>
                <a:gd name="connsiteX3254" fmla="*/ 174363 w 288016"/>
                <a:gd name="connsiteY3254" fmla="*/ 157438 h 524359"/>
                <a:gd name="connsiteX3255" fmla="*/ 173958 w 288016"/>
                <a:gd name="connsiteY3255" fmla="*/ 156692 h 524359"/>
                <a:gd name="connsiteX3256" fmla="*/ 170720 w 288016"/>
                <a:gd name="connsiteY3256" fmla="*/ 152215 h 524359"/>
                <a:gd name="connsiteX3257" fmla="*/ 168292 w 288016"/>
                <a:gd name="connsiteY3257" fmla="*/ 150723 h 524359"/>
                <a:gd name="connsiteX3258" fmla="*/ 166673 w 288016"/>
                <a:gd name="connsiteY3258" fmla="*/ 149977 h 524359"/>
                <a:gd name="connsiteX3259" fmla="*/ 165054 w 288016"/>
                <a:gd name="connsiteY3259" fmla="*/ 147738 h 524359"/>
                <a:gd name="connsiteX3260" fmla="*/ 163435 w 288016"/>
                <a:gd name="connsiteY3260" fmla="*/ 146246 h 524359"/>
                <a:gd name="connsiteX3261" fmla="*/ 161007 w 288016"/>
                <a:gd name="connsiteY3261" fmla="*/ 145500 h 524359"/>
                <a:gd name="connsiteX3262" fmla="*/ 161007 w 288016"/>
                <a:gd name="connsiteY3262" fmla="*/ 144754 h 524359"/>
                <a:gd name="connsiteX3263" fmla="*/ 159388 w 288016"/>
                <a:gd name="connsiteY3263" fmla="*/ 144754 h 524359"/>
                <a:gd name="connsiteX3264" fmla="*/ 158174 w 288016"/>
                <a:gd name="connsiteY3264" fmla="*/ 144007 h 524359"/>
                <a:gd name="connsiteX3265" fmla="*/ 153722 w 288016"/>
                <a:gd name="connsiteY3265" fmla="*/ 141769 h 524359"/>
                <a:gd name="connsiteX3266" fmla="*/ 151293 w 288016"/>
                <a:gd name="connsiteY3266" fmla="*/ 141769 h 524359"/>
                <a:gd name="connsiteX3267" fmla="*/ 148865 w 288016"/>
                <a:gd name="connsiteY3267" fmla="*/ 141023 h 524359"/>
                <a:gd name="connsiteX3268" fmla="*/ 148865 w 288016"/>
                <a:gd name="connsiteY3268" fmla="*/ 127592 h 524359"/>
                <a:gd name="connsiteX3269" fmla="*/ 148865 w 288016"/>
                <a:gd name="connsiteY3269" fmla="*/ 113415 h 524359"/>
                <a:gd name="connsiteX3270" fmla="*/ 148865 w 288016"/>
                <a:gd name="connsiteY3270" fmla="*/ 99238 h 524359"/>
                <a:gd name="connsiteX3271" fmla="*/ 148865 w 288016"/>
                <a:gd name="connsiteY3271" fmla="*/ 85808 h 524359"/>
                <a:gd name="connsiteX3272" fmla="*/ 148865 w 288016"/>
                <a:gd name="connsiteY3272" fmla="*/ 71631 h 524359"/>
                <a:gd name="connsiteX3273" fmla="*/ 148865 w 288016"/>
                <a:gd name="connsiteY3273" fmla="*/ 58200 h 524359"/>
                <a:gd name="connsiteX3274" fmla="*/ 148865 w 288016"/>
                <a:gd name="connsiteY3274" fmla="*/ 44023 h 524359"/>
                <a:gd name="connsiteX3275" fmla="*/ 148865 w 288016"/>
                <a:gd name="connsiteY3275" fmla="*/ 29846 h 524359"/>
                <a:gd name="connsiteX3276" fmla="*/ 149270 w 288016"/>
                <a:gd name="connsiteY3276" fmla="*/ 26861 h 524359"/>
                <a:gd name="connsiteX3277" fmla="*/ 151698 w 288016"/>
                <a:gd name="connsiteY3277" fmla="*/ 26861 h 524359"/>
                <a:gd name="connsiteX3278" fmla="*/ 153722 w 288016"/>
                <a:gd name="connsiteY3278" fmla="*/ 26115 h 524359"/>
                <a:gd name="connsiteX3279" fmla="*/ 155341 w 288016"/>
                <a:gd name="connsiteY3279" fmla="*/ 25369 h 524359"/>
                <a:gd name="connsiteX3280" fmla="*/ 158174 w 288016"/>
                <a:gd name="connsiteY3280" fmla="*/ 28354 h 524359"/>
                <a:gd name="connsiteX3281" fmla="*/ 161007 w 288016"/>
                <a:gd name="connsiteY3281" fmla="*/ 29100 h 524359"/>
                <a:gd name="connsiteX3282" fmla="*/ 165054 w 288016"/>
                <a:gd name="connsiteY3282" fmla="*/ 29100 h 524359"/>
                <a:gd name="connsiteX3283" fmla="*/ 165864 w 288016"/>
                <a:gd name="connsiteY3283" fmla="*/ 28354 h 524359"/>
                <a:gd name="connsiteX3284" fmla="*/ 170720 w 288016"/>
                <a:gd name="connsiteY3284" fmla="*/ 32831 h 524359"/>
                <a:gd name="connsiteX3285" fmla="*/ 174363 w 288016"/>
                <a:gd name="connsiteY3285" fmla="*/ 33577 h 524359"/>
                <a:gd name="connsiteX3286" fmla="*/ 176387 w 288016"/>
                <a:gd name="connsiteY3286" fmla="*/ 33577 h 524359"/>
                <a:gd name="connsiteX3287" fmla="*/ 177196 w 288016"/>
                <a:gd name="connsiteY3287" fmla="*/ 35069 h 524359"/>
                <a:gd name="connsiteX3288" fmla="*/ 184077 w 288016"/>
                <a:gd name="connsiteY3288" fmla="*/ 39546 h 524359"/>
                <a:gd name="connsiteX3289" fmla="*/ 185695 w 288016"/>
                <a:gd name="connsiteY3289" fmla="*/ 40292 h 524359"/>
                <a:gd name="connsiteX3290" fmla="*/ 187314 w 288016"/>
                <a:gd name="connsiteY3290" fmla="*/ 40292 h 524359"/>
                <a:gd name="connsiteX3291" fmla="*/ 188124 w 288016"/>
                <a:gd name="connsiteY3291" fmla="*/ 42531 h 524359"/>
                <a:gd name="connsiteX3292" fmla="*/ 190147 w 288016"/>
                <a:gd name="connsiteY3292" fmla="*/ 45515 h 524359"/>
                <a:gd name="connsiteX3293" fmla="*/ 190957 w 288016"/>
                <a:gd name="connsiteY3293" fmla="*/ 46261 h 524359"/>
                <a:gd name="connsiteX3294" fmla="*/ 192981 w 288016"/>
                <a:gd name="connsiteY3294" fmla="*/ 47008 h 524359"/>
                <a:gd name="connsiteX3295" fmla="*/ 194195 w 288016"/>
                <a:gd name="connsiteY3295" fmla="*/ 47754 h 524359"/>
                <a:gd name="connsiteX3296" fmla="*/ 196623 w 288016"/>
                <a:gd name="connsiteY3296" fmla="*/ 48500 h 524359"/>
                <a:gd name="connsiteX3297" fmla="*/ 187314 w 288016"/>
                <a:gd name="connsiteY3297" fmla="*/ 16415 h 524359"/>
                <a:gd name="connsiteX3298" fmla="*/ 188933 w 288016"/>
                <a:gd name="connsiteY3298" fmla="*/ 17161 h 524359"/>
                <a:gd name="connsiteX3299" fmla="*/ 190957 w 288016"/>
                <a:gd name="connsiteY3299" fmla="*/ 18654 h 524359"/>
                <a:gd name="connsiteX3300" fmla="*/ 191766 w 288016"/>
                <a:gd name="connsiteY3300" fmla="*/ 19400 h 524359"/>
                <a:gd name="connsiteX3301" fmla="*/ 193790 w 288016"/>
                <a:gd name="connsiteY3301" fmla="*/ 22385 h 524359"/>
                <a:gd name="connsiteX3302" fmla="*/ 195004 w 288016"/>
                <a:gd name="connsiteY3302" fmla="*/ 25369 h 524359"/>
                <a:gd name="connsiteX3303" fmla="*/ 196623 w 288016"/>
                <a:gd name="connsiteY3303" fmla="*/ 46261 h 524359"/>
                <a:gd name="connsiteX3304" fmla="*/ 195004 w 288016"/>
                <a:gd name="connsiteY3304" fmla="*/ 45515 h 524359"/>
                <a:gd name="connsiteX3305" fmla="*/ 193790 w 288016"/>
                <a:gd name="connsiteY3305" fmla="*/ 44769 h 524359"/>
                <a:gd name="connsiteX3306" fmla="*/ 191766 w 288016"/>
                <a:gd name="connsiteY3306" fmla="*/ 42531 h 524359"/>
                <a:gd name="connsiteX3307" fmla="*/ 190957 w 288016"/>
                <a:gd name="connsiteY3307" fmla="*/ 41785 h 524359"/>
                <a:gd name="connsiteX3308" fmla="*/ 189743 w 288016"/>
                <a:gd name="connsiteY3308" fmla="*/ 39546 h 524359"/>
                <a:gd name="connsiteX3309" fmla="*/ 188933 w 288016"/>
                <a:gd name="connsiteY3309" fmla="*/ 35069 h 524359"/>
                <a:gd name="connsiteX3310" fmla="*/ 186505 w 288016"/>
                <a:gd name="connsiteY3310" fmla="*/ 17161 h 524359"/>
                <a:gd name="connsiteX3311" fmla="*/ 187314 w 288016"/>
                <a:gd name="connsiteY3311" fmla="*/ 17161 h 524359"/>
                <a:gd name="connsiteX3312" fmla="*/ 175172 w 288016"/>
                <a:gd name="connsiteY3312" fmla="*/ 10446 h 524359"/>
                <a:gd name="connsiteX3313" fmla="*/ 178006 w 288016"/>
                <a:gd name="connsiteY3313" fmla="*/ 11192 h 524359"/>
                <a:gd name="connsiteX3314" fmla="*/ 184886 w 288016"/>
                <a:gd name="connsiteY3314" fmla="*/ 23131 h 524359"/>
                <a:gd name="connsiteX3315" fmla="*/ 186505 w 288016"/>
                <a:gd name="connsiteY3315" fmla="*/ 37308 h 524359"/>
                <a:gd name="connsiteX3316" fmla="*/ 186910 w 288016"/>
                <a:gd name="connsiteY3316" fmla="*/ 38054 h 524359"/>
                <a:gd name="connsiteX3317" fmla="*/ 186505 w 288016"/>
                <a:gd name="connsiteY3317" fmla="*/ 38054 h 524359"/>
                <a:gd name="connsiteX3318" fmla="*/ 184886 w 288016"/>
                <a:gd name="connsiteY3318" fmla="*/ 37308 h 524359"/>
                <a:gd name="connsiteX3319" fmla="*/ 179220 w 288016"/>
                <a:gd name="connsiteY3319" fmla="*/ 32831 h 524359"/>
                <a:gd name="connsiteX3320" fmla="*/ 178006 w 288016"/>
                <a:gd name="connsiteY3320" fmla="*/ 29100 h 524359"/>
                <a:gd name="connsiteX3321" fmla="*/ 175172 w 288016"/>
                <a:gd name="connsiteY3321" fmla="*/ 12685 h 524359"/>
                <a:gd name="connsiteX3322" fmla="*/ 175172 w 288016"/>
                <a:gd name="connsiteY3322" fmla="*/ 10446 h 524359"/>
                <a:gd name="connsiteX3323" fmla="*/ 163030 w 288016"/>
                <a:gd name="connsiteY3323" fmla="*/ 5969 h 524359"/>
                <a:gd name="connsiteX3324" fmla="*/ 163435 w 288016"/>
                <a:gd name="connsiteY3324" fmla="*/ 5969 h 524359"/>
                <a:gd name="connsiteX3325" fmla="*/ 165054 w 288016"/>
                <a:gd name="connsiteY3325" fmla="*/ 5969 h 524359"/>
                <a:gd name="connsiteX3326" fmla="*/ 170720 w 288016"/>
                <a:gd name="connsiteY3326" fmla="*/ 10446 h 524359"/>
                <a:gd name="connsiteX3327" fmla="*/ 174363 w 288016"/>
                <a:gd name="connsiteY3327" fmla="*/ 29846 h 524359"/>
                <a:gd name="connsiteX3328" fmla="*/ 174768 w 288016"/>
                <a:gd name="connsiteY3328" fmla="*/ 30592 h 524359"/>
                <a:gd name="connsiteX3329" fmla="*/ 175172 w 288016"/>
                <a:gd name="connsiteY3329" fmla="*/ 30592 h 524359"/>
                <a:gd name="connsiteX3330" fmla="*/ 171530 w 288016"/>
                <a:gd name="connsiteY3330" fmla="*/ 29846 h 524359"/>
                <a:gd name="connsiteX3331" fmla="*/ 168292 w 288016"/>
                <a:gd name="connsiteY3331" fmla="*/ 26861 h 524359"/>
                <a:gd name="connsiteX3332" fmla="*/ 165459 w 288016"/>
                <a:gd name="connsiteY3332" fmla="*/ 16415 h 524359"/>
                <a:gd name="connsiteX3333" fmla="*/ 163840 w 288016"/>
                <a:gd name="connsiteY3333" fmla="*/ 8954 h 524359"/>
                <a:gd name="connsiteX3334" fmla="*/ 163030 w 288016"/>
                <a:gd name="connsiteY3334" fmla="*/ 5969 h 524359"/>
                <a:gd name="connsiteX3335" fmla="*/ 150889 w 288016"/>
                <a:gd name="connsiteY3335" fmla="*/ 2985 h 524359"/>
                <a:gd name="connsiteX3336" fmla="*/ 153722 w 288016"/>
                <a:gd name="connsiteY3336" fmla="*/ 2985 h 524359"/>
                <a:gd name="connsiteX3337" fmla="*/ 158174 w 288016"/>
                <a:gd name="connsiteY3337" fmla="*/ 5223 h 524359"/>
                <a:gd name="connsiteX3338" fmla="*/ 161007 w 288016"/>
                <a:gd name="connsiteY3338" fmla="*/ 10446 h 524359"/>
                <a:gd name="connsiteX3339" fmla="*/ 163435 w 288016"/>
                <a:gd name="connsiteY3339" fmla="*/ 23131 h 524359"/>
                <a:gd name="connsiteX3340" fmla="*/ 164245 w 288016"/>
                <a:gd name="connsiteY3340" fmla="*/ 26115 h 524359"/>
                <a:gd name="connsiteX3341" fmla="*/ 161007 w 288016"/>
                <a:gd name="connsiteY3341" fmla="*/ 26115 h 524359"/>
                <a:gd name="connsiteX3342" fmla="*/ 158174 w 288016"/>
                <a:gd name="connsiteY3342" fmla="*/ 25369 h 524359"/>
                <a:gd name="connsiteX3343" fmla="*/ 156555 w 288016"/>
                <a:gd name="connsiteY3343" fmla="*/ 23131 h 524359"/>
                <a:gd name="connsiteX3344" fmla="*/ 153722 w 288016"/>
                <a:gd name="connsiteY3344" fmla="*/ 14923 h 524359"/>
                <a:gd name="connsiteX3345" fmla="*/ 151698 w 288016"/>
                <a:gd name="connsiteY3345" fmla="*/ 7461 h 524359"/>
                <a:gd name="connsiteX3346" fmla="*/ 150889 w 288016"/>
                <a:gd name="connsiteY3346" fmla="*/ 2985 h 524359"/>
                <a:gd name="connsiteX3347" fmla="*/ 138747 w 288016"/>
                <a:gd name="connsiteY3347" fmla="*/ 2985 h 524359"/>
                <a:gd name="connsiteX3348" fmla="*/ 139556 w 288016"/>
                <a:gd name="connsiteY3348" fmla="*/ 2238 h 524359"/>
                <a:gd name="connsiteX3349" fmla="*/ 145627 w 288016"/>
                <a:gd name="connsiteY3349" fmla="*/ 2985 h 524359"/>
                <a:gd name="connsiteX3350" fmla="*/ 151698 w 288016"/>
                <a:gd name="connsiteY3350" fmla="*/ 19400 h 524359"/>
                <a:gd name="connsiteX3351" fmla="*/ 153317 w 288016"/>
                <a:gd name="connsiteY3351" fmla="*/ 23131 h 524359"/>
                <a:gd name="connsiteX3352" fmla="*/ 151698 w 288016"/>
                <a:gd name="connsiteY3352" fmla="*/ 23131 h 524359"/>
                <a:gd name="connsiteX3353" fmla="*/ 145627 w 288016"/>
                <a:gd name="connsiteY3353" fmla="*/ 21638 h 524359"/>
                <a:gd name="connsiteX3354" fmla="*/ 145222 w 288016"/>
                <a:gd name="connsiteY3354" fmla="*/ 21638 h 524359"/>
                <a:gd name="connsiteX3355" fmla="*/ 139556 w 288016"/>
                <a:gd name="connsiteY3355" fmla="*/ 5223 h 524359"/>
                <a:gd name="connsiteX3356" fmla="*/ 138747 w 288016"/>
                <a:gd name="connsiteY3356" fmla="*/ 2985 h 524359"/>
                <a:gd name="connsiteX3357" fmla="*/ 126605 w 288016"/>
                <a:gd name="connsiteY3357" fmla="*/ 4477 h 524359"/>
                <a:gd name="connsiteX3358" fmla="*/ 128628 w 288016"/>
                <a:gd name="connsiteY3358" fmla="*/ 3731 h 524359"/>
                <a:gd name="connsiteX3359" fmla="*/ 131057 w 288016"/>
                <a:gd name="connsiteY3359" fmla="*/ 2985 h 524359"/>
                <a:gd name="connsiteX3360" fmla="*/ 132676 w 288016"/>
                <a:gd name="connsiteY3360" fmla="*/ 2985 h 524359"/>
                <a:gd name="connsiteX3361" fmla="*/ 138747 w 288016"/>
                <a:gd name="connsiteY3361" fmla="*/ 13431 h 524359"/>
                <a:gd name="connsiteX3362" fmla="*/ 139556 w 288016"/>
                <a:gd name="connsiteY3362" fmla="*/ 15669 h 524359"/>
                <a:gd name="connsiteX3363" fmla="*/ 141984 w 288016"/>
                <a:gd name="connsiteY3363" fmla="*/ 22385 h 524359"/>
                <a:gd name="connsiteX3364" fmla="*/ 139556 w 288016"/>
                <a:gd name="connsiteY3364" fmla="*/ 23131 h 524359"/>
                <a:gd name="connsiteX3365" fmla="*/ 138747 w 288016"/>
                <a:gd name="connsiteY3365" fmla="*/ 23131 h 524359"/>
                <a:gd name="connsiteX3366" fmla="*/ 133890 w 288016"/>
                <a:gd name="connsiteY3366" fmla="*/ 21638 h 524359"/>
                <a:gd name="connsiteX3367" fmla="*/ 132271 w 288016"/>
                <a:gd name="connsiteY3367" fmla="*/ 18654 h 524359"/>
                <a:gd name="connsiteX3368" fmla="*/ 130652 w 288016"/>
                <a:gd name="connsiteY3368" fmla="*/ 14923 h 524359"/>
                <a:gd name="connsiteX3369" fmla="*/ 128224 w 288016"/>
                <a:gd name="connsiteY3369" fmla="*/ 8208 h 524359"/>
                <a:gd name="connsiteX3370" fmla="*/ 126605 w 288016"/>
                <a:gd name="connsiteY3370" fmla="*/ 4477 h 524359"/>
                <a:gd name="connsiteX3371" fmla="*/ 114463 w 288016"/>
                <a:gd name="connsiteY3371" fmla="*/ 8208 h 524359"/>
                <a:gd name="connsiteX3372" fmla="*/ 116082 w 288016"/>
                <a:gd name="connsiteY3372" fmla="*/ 7461 h 524359"/>
                <a:gd name="connsiteX3373" fmla="*/ 119319 w 288016"/>
                <a:gd name="connsiteY3373" fmla="*/ 6715 h 524359"/>
                <a:gd name="connsiteX3374" fmla="*/ 120938 w 288016"/>
                <a:gd name="connsiteY3374" fmla="*/ 6715 h 524359"/>
                <a:gd name="connsiteX3375" fmla="*/ 123771 w 288016"/>
                <a:gd name="connsiteY3375" fmla="*/ 8208 h 524359"/>
                <a:gd name="connsiteX3376" fmla="*/ 126200 w 288016"/>
                <a:gd name="connsiteY3376" fmla="*/ 12685 h 524359"/>
                <a:gd name="connsiteX3377" fmla="*/ 129033 w 288016"/>
                <a:gd name="connsiteY3377" fmla="*/ 19400 h 524359"/>
                <a:gd name="connsiteX3378" fmla="*/ 131461 w 288016"/>
                <a:gd name="connsiteY3378" fmla="*/ 23877 h 524359"/>
                <a:gd name="connsiteX3379" fmla="*/ 129033 w 288016"/>
                <a:gd name="connsiteY3379" fmla="*/ 24623 h 524359"/>
                <a:gd name="connsiteX3380" fmla="*/ 126200 w 288016"/>
                <a:gd name="connsiteY3380" fmla="*/ 25369 h 524359"/>
                <a:gd name="connsiteX3381" fmla="*/ 123771 w 288016"/>
                <a:gd name="connsiteY3381" fmla="*/ 24623 h 524359"/>
                <a:gd name="connsiteX3382" fmla="*/ 123367 w 288016"/>
                <a:gd name="connsiteY3382" fmla="*/ 24623 h 524359"/>
                <a:gd name="connsiteX3383" fmla="*/ 121343 w 288016"/>
                <a:gd name="connsiteY3383" fmla="*/ 21638 h 524359"/>
                <a:gd name="connsiteX3384" fmla="*/ 119724 w 288016"/>
                <a:gd name="connsiteY3384" fmla="*/ 18654 h 524359"/>
                <a:gd name="connsiteX3385" fmla="*/ 116486 w 288016"/>
                <a:gd name="connsiteY3385" fmla="*/ 11938 h 524359"/>
                <a:gd name="connsiteX3386" fmla="*/ 102321 w 288016"/>
                <a:gd name="connsiteY3386" fmla="*/ 13431 h 524359"/>
                <a:gd name="connsiteX3387" fmla="*/ 106368 w 288016"/>
                <a:gd name="connsiteY3387" fmla="*/ 10446 h 524359"/>
                <a:gd name="connsiteX3388" fmla="*/ 109201 w 288016"/>
                <a:gd name="connsiteY3388" fmla="*/ 9700 h 524359"/>
                <a:gd name="connsiteX3389" fmla="*/ 113248 w 288016"/>
                <a:gd name="connsiteY3389" fmla="*/ 12685 h 524359"/>
                <a:gd name="connsiteX3390" fmla="*/ 116082 w 288016"/>
                <a:gd name="connsiteY3390" fmla="*/ 18654 h 524359"/>
                <a:gd name="connsiteX3391" fmla="*/ 119319 w 288016"/>
                <a:gd name="connsiteY3391" fmla="*/ 25369 h 524359"/>
                <a:gd name="connsiteX3392" fmla="*/ 119724 w 288016"/>
                <a:gd name="connsiteY3392" fmla="*/ 26115 h 524359"/>
                <a:gd name="connsiteX3393" fmla="*/ 119319 w 288016"/>
                <a:gd name="connsiteY3393" fmla="*/ 26861 h 524359"/>
                <a:gd name="connsiteX3394" fmla="*/ 116082 w 288016"/>
                <a:gd name="connsiteY3394" fmla="*/ 28354 h 524359"/>
                <a:gd name="connsiteX3395" fmla="*/ 113248 w 288016"/>
                <a:gd name="connsiteY3395" fmla="*/ 29100 h 524359"/>
                <a:gd name="connsiteX3396" fmla="*/ 111630 w 288016"/>
                <a:gd name="connsiteY3396" fmla="*/ 28354 h 524359"/>
                <a:gd name="connsiteX3397" fmla="*/ 108796 w 288016"/>
                <a:gd name="connsiteY3397" fmla="*/ 25369 h 524359"/>
                <a:gd name="connsiteX3398" fmla="*/ 106368 w 288016"/>
                <a:gd name="connsiteY3398" fmla="*/ 20146 h 524359"/>
                <a:gd name="connsiteX3399" fmla="*/ 102321 w 288016"/>
                <a:gd name="connsiteY3399" fmla="*/ 13431 h 524359"/>
                <a:gd name="connsiteX3400" fmla="*/ 90583 w 288016"/>
                <a:gd name="connsiteY3400" fmla="*/ 20146 h 524359"/>
                <a:gd name="connsiteX3401" fmla="*/ 94226 w 288016"/>
                <a:gd name="connsiteY3401" fmla="*/ 17161 h 524359"/>
                <a:gd name="connsiteX3402" fmla="*/ 98273 w 288016"/>
                <a:gd name="connsiteY3402" fmla="*/ 16415 h 524359"/>
                <a:gd name="connsiteX3403" fmla="*/ 99892 w 288016"/>
                <a:gd name="connsiteY3403" fmla="*/ 17161 h 524359"/>
                <a:gd name="connsiteX3404" fmla="*/ 106773 w 288016"/>
                <a:gd name="connsiteY3404" fmla="*/ 27608 h 524359"/>
                <a:gd name="connsiteX3405" fmla="*/ 108796 w 288016"/>
                <a:gd name="connsiteY3405" fmla="*/ 30592 h 524359"/>
                <a:gd name="connsiteX3406" fmla="*/ 106773 w 288016"/>
                <a:gd name="connsiteY3406" fmla="*/ 32085 h 524359"/>
                <a:gd name="connsiteX3407" fmla="*/ 101107 w 288016"/>
                <a:gd name="connsiteY3407" fmla="*/ 33577 h 524359"/>
                <a:gd name="connsiteX3408" fmla="*/ 100297 w 288016"/>
                <a:gd name="connsiteY3408" fmla="*/ 32831 h 524359"/>
                <a:gd name="connsiteX3409" fmla="*/ 98678 w 288016"/>
                <a:gd name="connsiteY3409" fmla="*/ 31338 h 524359"/>
                <a:gd name="connsiteX3410" fmla="*/ 94631 w 288016"/>
                <a:gd name="connsiteY3410" fmla="*/ 24623 h 524359"/>
                <a:gd name="connsiteX3411" fmla="*/ 90583 w 288016"/>
                <a:gd name="connsiteY3411" fmla="*/ 20146 h 524359"/>
                <a:gd name="connsiteX3412" fmla="*/ 90988 w 288016"/>
                <a:gd name="connsiteY3412" fmla="*/ 20146 h 524359"/>
                <a:gd name="connsiteX3413" fmla="*/ 79656 w 288016"/>
                <a:gd name="connsiteY3413" fmla="*/ 29846 h 524359"/>
                <a:gd name="connsiteX3414" fmla="*/ 80465 w 288016"/>
                <a:gd name="connsiteY3414" fmla="*/ 28354 h 524359"/>
                <a:gd name="connsiteX3415" fmla="*/ 80870 w 288016"/>
                <a:gd name="connsiteY3415" fmla="*/ 28354 h 524359"/>
                <a:gd name="connsiteX3416" fmla="*/ 82489 w 288016"/>
                <a:gd name="connsiteY3416" fmla="*/ 26861 h 524359"/>
                <a:gd name="connsiteX3417" fmla="*/ 87346 w 288016"/>
                <a:gd name="connsiteY3417" fmla="*/ 24623 h 524359"/>
                <a:gd name="connsiteX3418" fmla="*/ 88155 w 288016"/>
                <a:gd name="connsiteY3418" fmla="*/ 24623 h 524359"/>
                <a:gd name="connsiteX3419" fmla="*/ 89774 w 288016"/>
                <a:gd name="connsiteY3419" fmla="*/ 25369 h 524359"/>
                <a:gd name="connsiteX3420" fmla="*/ 90583 w 288016"/>
                <a:gd name="connsiteY3420" fmla="*/ 26115 h 524359"/>
                <a:gd name="connsiteX3421" fmla="*/ 94226 w 288016"/>
                <a:gd name="connsiteY3421" fmla="*/ 31338 h 524359"/>
                <a:gd name="connsiteX3422" fmla="*/ 97869 w 288016"/>
                <a:gd name="connsiteY3422" fmla="*/ 35815 h 524359"/>
                <a:gd name="connsiteX3423" fmla="*/ 94226 w 288016"/>
                <a:gd name="connsiteY3423" fmla="*/ 39546 h 524359"/>
                <a:gd name="connsiteX3424" fmla="*/ 90583 w 288016"/>
                <a:gd name="connsiteY3424" fmla="*/ 40292 h 524359"/>
                <a:gd name="connsiteX3425" fmla="*/ 90179 w 288016"/>
                <a:gd name="connsiteY3425" fmla="*/ 40292 h 524359"/>
                <a:gd name="connsiteX3426" fmla="*/ 89774 w 288016"/>
                <a:gd name="connsiteY3426" fmla="*/ 39546 h 524359"/>
                <a:gd name="connsiteX3427" fmla="*/ 88155 w 288016"/>
                <a:gd name="connsiteY3427" fmla="*/ 38800 h 524359"/>
                <a:gd name="connsiteX3428" fmla="*/ 87750 w 288016"/>
                <a:gd name="connsiteY3428" fmla="*/ 38054 h 524359"/>
                <a:gd name="connsiteX3429" fmla="*/ 87346 w 288016"/>
                <a:gd name="connsiteY3429" fmla="*/ 37308 h 524359"/>
                <a:gd name="connsiteX3430" fmla="*/ 82489 w 288016"/>
                <a:gd name="connsiteY3430" fmla="*/ 30592 h 524359"/>
                <a:gd name="connsiteX3431" fmla="*/ 80870 w 288016"/>
                <a:gd name="connsiteY3431" fmla="*/ 29100 h 524359"/>
                <a:gd name="connsiteX3432" fmla="*/ 80465 w 288016"/>
                <a:gd name="connsiteY3432" fmla="*/ 29100 h 524359"/>
                <a:gd name="connsiteX3433" fmla="*/ 79656 w 288016"/>
                <a:gd name="connsiteY3433" fmla="*/ 29846 h 524359"/>
                <a:gd name="connsiteX3434" fmla="*/ 69133 w 288016"/>
                <a:gd name="connsiteY3434" fmla="*/ 41038 h 524359"/>
                <a:gd name="connsiteX3435" fmla="*/ 70347 w 288016"/>
                <a:gd name="connsiteY3435" fmla="*/ 38800 h 524359"/>
                <a:gd name="connsiteX3436" fmla="*/ 73180 w 288016"/>
                <a:gd name="connsiteY3436" fmla="*/ 35815 h 524359"/>
                <a:gd name="connsiteX3437" fmla="*/ 77227 w 288016"/>
                <a:gd name="connsiteY3437" fmla="*/ 35069 h 524359"/>
                <a:gd name="connsiteX3438" fmla="*/ 80870 w 288016"/>
                <a:gd name="connsiteY3438" fmla="*/ 38054 h 524359"/>
                <a:gd name="connsiteX3439" fmla="*/ 81275 w 288016"/>
                <a:gd name="connsiteY3439" fmla="*/ 38054 h 524359"/>
                <a:gd name="connsiteX3440" fmla="*/ 82894 w 288016"/>
                <a:gd name="connsiteY3440" fmla="*/ 40292 h 524359"/>
                <a:gd name="connsiteX3441" fmla="*/ 88560 w 288016"/>
                <a:gd name="connsiteY3441" fmla="*/ 46261 h 524359"/>
                <a:gd name="connsiteX3442" fmla="*/ 83703 w 288016"/>
                <a:gd name="connsiteY3442" fmla="*/ 50738 h 524359"/>
                <a:gd name="connsiteX3443" fmla="*/ 82084 w 288016"/>
                <a:gd name="connsiteY3443" fmla="*/ 51484 h 524359"/>
                <a:gd name="connsiteX3444" fmla="*/ 81275 w 288016"/>
                <a:gd name="connsiteY3444" fmla="*/ 51484 h 524359"/>
                <a:gd name="connsiteX3445" fmla="*/ 78442 w 288016"/>
                <a:gd name="connsiteY3445" fmla="*/ 49246 h 524359"/>
                <a:gd name="connsiteX3446" fmla="*/ 74394 w 288016"/>
                <a:gd name="connsiteY3446" fmla="*/ 44769 h 524359"/>
                <a:gd name="connsiteX3447" fmla="*/ 71561 w 288016"/>
                <a:gd name="connsiteY3447" fmla="*/ 41785 h 524359"/>
                <a:gd name="connsiteX3448" fmla="*/ 69133 w 288016"/>
                <a:gd name="connsiteY3448" fmla="*/ 41038 h 524359"/>
                <a:gd name="connsiteX3449" fmla="*/ 59419 w 288016"/>
                <a:gd name="connsiteY3449" fmla="*/ 52977 h 524359"/>
                <a:gd name="connsiteX3450" fmla="*/ 62252 w 288016"/>
                <a:gd name="connsiteY3450" fmla="*/ 48500 h 524359"/>
                <a:gd name="connsiteX3451" fmla="*/ 65490 w 288016"/>
                <a:gd name="connsiteY3451" fmla="*/ 45515 h 524359"/>
                <a:gd name="connsiteX3452" fmla="*/ 67109 w 288016"/>
                <a:gd name="connsiteY3452" fmla="*/ 45515 h 524359"/>
                <a:gd name="connsiteX3453" fmla="*/ 70752 w 288016"/>
                <a:gd name="connsiteY3453" fmla="*/ 47754 h 524359"/>
                <a:gd name="connsiteX3454" fmla="*/ 73585 w 288016"/>
                <a:gd name="connsiteY3454" fmla="*/ 50738 h 524359"/>
                <a:gd name="connsiteX3455" fmla="*/ 77632 w 288016"/>
                <a:gd name="connsiteY3455" fmla="*/ 54469 h 524359"/>
                <a:gd name="connsiteX3456" fmla="*/ 78037 w 288016"/>
                <a:gd name="connsiteY3456" fmla="*/ 54469 h 524359"/>
                <a:gd name="connsiteX3457" fmla="*/ 77632 w 288016"/>
                <a:gd name="connsiteY3457" fmla="*/ 55215 h 524359"/>
                <a:gd name="connsiteX3458" fmla="*/ 73585 w 288016"/>
                <a:gd name="connsiteY3458" fmla="*/ 60438 h 524359"/>
                <a:gd name="connsiteX3459" fmla="*/ 70752 w 288016"/>
                <a:gd name="connsiteY3459" fmla="*/ 61931 h 524359"/>
                <a:gd name="connsiteX3460" fmla="*/ 67109 w 288016"/>
                <a:gd name="connsiteY3460" fmla="*/ 59692 h 524359"/>
                <a:gd name="connsiteX3461" fmla="*/ 65490 w 288016"/>
                <a:gd name="connsiteY3461" fmla="*/ 58946 h 524359"/>
                <a:gd name="connsiteX3462" fmla="*/ 62252 w 288016"/>
                <a:gd name="connsiteY3462" fmla="*/ 55961 h 524359"/>
                <a:gd name="connsiteX3463" fmla="*/ 59419 w 288016"/>
                <a:gd name="connsiteY3463" fmla="*/ 52977 h 524359"/>
                <a:gd name="connsiteX3464" fmla="*/ 49706 w 288016"/>
                <a:gd name="connsiteY3464" fmla="*/ 67154 h 524359"/>
                <a:gd name="connsiteX3465" fmla="*/ 50110 w 288016"/>
                <a:gd name="connsiteY3465" fmla="*/ 66408 h 524359"/>
                <a:gd name="connsiteX3466" fmla="*/ 54158 w 288016"/>
                <a:gd name="connsiteY3466" fmla="*/ 59692 h 524359"/>
                <a:gd name="connsiteX3467" fmla="*/ 55777 w 288016"/>
                <a:gd name="connsiteY3467" fmla="*/ 58946 h 524359"/>
                <a:gd name="connsiteX3468" fmla="*/ 57800 w 288016"/>
                <a:gd name="connsiteY3468" fmla="*/ 58200 h 524359"/>
                <a:gd name="connsiteX3469" fmla="*/ 58610 w 288016"/>
                <a:gd name="connsiteY3469" fmla="*/ 58946 h 524359"/>
                <a:gd name="connsiteX3470" fmla="*/ 61848 w 288016"/>
                <a:gd name="connsiteY3470" fmla="*/ 61184 h 524359"/>
                <a:gd name="connsiteX3471" fmla="*/ 65085 w 288016"/>
                <a:gd name="connsiteY3471" fmla="*/ 64169 h 524359"/>
                <a:gd name="connsiteX3472" fmla="*/ 66704 w 288016"/>
                <a:gd name="connsiteY3472" fmla="*/ 64915 h 524359"/>
                <a:gd name="connsiteX3473" fmla="*/ 67919 w 288016"/>
                <a:gd name="connsiteY3473" fmla="*/ 65661 h 524359"/>
                <a:gd name="connsiteX3474" fmla="*/ 66704 w 288016"/>
                <a:gd name="connsiteY3474" fmla="*/ 68646 h 524359"/>
                <a:gd name="connsiteX3475" fmla="*/ 65085 w 288016"/>
                <a:gd name="connsiteY3475" fmla="*/ 70138 h 524359"/>
                <a:gd name="connsiteX3476" fmla="*/ 61848 w 288016"/>
                <a:gd name="connsiteY3476" fmla="*/ 73123 h 524359"/>
                <a:gd name="connsiteX3477" fmla="*/ 61443 w 288016"/>
                <a:gd name="connsiteY3477" fmla="*/ 73869 h 524359"/>
                <a:gd name="connsiteX3478" fmla="*/ 58610 w 288016"/>
                <a:gd name="connsiteY3478" fmla="*/ 73123 h 524359"/>
                <a:gd name="connsiteX3479" fmla="*/ 57800 w 288016"/>
                <a:gd name="connsiteY3479" fmla="*/ 72377 h 524359"/>
                <a:gd name="connsiteX3480" fmla="*/ 55777 w 288016"/>
                <a:gd name="connsiteY3480" fmla="*/ 71631 h 524359"/>
                <a:gd name="connsiteX3481" fmla="*/ 54158 w 288016"/>
                <a:gd name="connsiteY3481" fmla="*/ 70884 h 524359"/>
                <a:gd name="connsiteX3482" fmla="*/ 50110 w 288016"/>
                <a:gd name="connsiteY3482" fmla="*/ 68646 h 524359"/>
                <a:gd name="connsiteX3483" fmla="*/ 49706 w 288016"/>
                <a:gd name="connsiteY3483" fmla="*/ 67154 h 524359"/>
                <a:gd name="connsiteX3484" fmla="*/ 41206 w 288016"/>
                <a:gd name="connsiteY3484" fmla="*/ 82823 h 524359"/>
                <a:gd name="connsiteX3485" fmla="*/ 42016 w 288016"/>
                <a:gd name="connsiteY3485" fmla="*/ 81331 h 524359"/>
                <a:gd name="connsiteX3486" fmla="*/ 43230 w 288016"/>
                <a:gd name="connsiteY3486" fmla="*/ 78346 h 524359"/>
                <a:gd name="connsiteX3487" fmla="*/ 44444 w 288016"/>
                <a:gd name="connsiteY3487" fmla="*/ 76854 h 524359"/>
                <a:gd name="connsiteX3488" fmla="*/ 50515 w 288016"/>
                <a:gd name="connsiteY3488" fmla="*/ 73869 h 524359"/>
                <a:gd name="connsiteX3489" fmla="*/ 54562 w 288016"/>
                <a:gd name="connsiteY3489" fmla="*/ 76854 h 524359"/>
                <a:gd name="connsiteX3490" fmla="*/ 56181 w 288016"/>
                <a:gd name="connsiteY3490" fmla="*/ 78346 h 524359"/>
                <a:gd name="connsiteX3491" fmla="*/ 58205 w 288016"/>
                <a:gd name="connsiteY3491" fmla="*/ 79092 h 524359"/>
                <a:gd name="connsiteX3492" fmla="*/ 59419 w 288016"/>
                <a:gd name="connsiteY3492" fmla="*/ 79092 h 524359"/>
                <a:gd name="connsiteX3493" fmla="*/ 59014 w 288016"/>
                <a:gd name="connsiteY3493" fmla="*/ 79838 h 524359"/>
                <a:gd name="connsiteX3494" fmla="*/ 58205 w 288016"/>
                <a:gd name="connsiteY3494" fmla="*/ 81331 h 524359"/>
                <a:gd name="connsiteX3495" fmla="*/ 56181 w 288016"/>
                <a:gd name="connsiteY3495" fmla="*/ 85061 h 524359"/>
                <a:gd name="connsiteX3496" fmla="*/ 54562 w 288016"/>
                <a:gd name="connsiteY3496" fmla="*/ 87300 h 524359"/>
                <a:gd name="connsiteX3497" fmla="*/ 53348 w 288016"/>
                <a:gd name="connsiteY3497" fmla="*/ 88046 h 524359"/>
                <a:gd name="connsiteX3498" fmla="*/ 50515 w 288016"/>
                <a:gd name="connsiteY3498" fmla="*/ 87300 h 524359"/>
                <a:gd name="connsiteX3499" fmla="*/ 44444 w 288016"/>
                <a:gd name="connsiteY3499" fmla="*/ 84315 h 524359"/>
                <a:gd name="connsiteX3500" fmla="*/ 43230 w 288016"/>
                <a:gd name="connsiteY3500" fmla="*/ 83569 h 524359"/>
                <a:gd name="connsiteX3501" fmla="*/ 41206 w 288016"/>
                <a:gd name="connsiteY3501" fmla="*/ 83569 h 524359"/>
                <a:gd name="connsiteX3502" fmla="*/ 33112 w 288016"/>
                <a:gd name="connsiteY3502" fmla="*/ 99984 h 524359"/>
                <a:gd name="connsiteX3503" fmla="*/ 33516 w 288016"/>
                <a:gd name="connsiteY3503" fmla="*/ 97746 h 524359"/>
                <a:gd name="connsiteX3504" fmla="*/ 35540 w 288016"/>
                <a:gd name="connsiteY3504" fmla="*/ 92523 h 524359"/>
                <a:gd name="connsiteX3505" fmla="*/ 39183 w 288016"/>
                <a:gd name="connsiteY3505" fmla="*/ 88792 h 524359"/>
                <a:gd name="connsiteX3506" fmla="*/ 40801 w 288016"/>
                <a:gd name="connsiteY3506" fmla="*/ 88046 h 524359"/>
                <a:gd name="connsiteX3507" fmla="*/ 41611 w 288016"/>
                <a:gd name="connsiteY3507" fmla="*/ 88046 h 524359"/>
                <a:gd name="connsiteX3508" fmla="*/ 42825 w 288016"/>
                <a:gd name="connsiteY3508" fmla="*/ 88792 h 524359"/>
                <a:gd name="connsiteX3509" fmla="*/ 44039 w 288016"/>
                <a:gd name="connsiteY3509" fmla="*/ 89538 h 524359"/>
                <a:gd name="connsiteX3510" fmla="*/ 50110 w 288016"/>
                <a:gd name="connsiteY3510" fmla="*/ 92523 h 524359"/>
                <a:gd name="connsiteX3511" fmla="*/ 50515 w 288016"/>
                <a:gd name="connsiteY3511" fmla="*/ 93269 h 524359"/>
                <a:gd name="connsiteX3512" fmla="*/ 50110 w 288016"/>
                <a:gd name="connsiteY3512" fmla="*/ 95508 h 524359"/>
                <a:gd name="connsiteX3513" fmla="*/ 45254 w 288016"/>
                <a:gd name="connsiteY3513" fmla="*/ 102969 h 524359"/>
                <a:gd name="connsiteX3514" fmla="*/ 41611 w 288016"/>
                <a:gd name="connsiteY3514" fmla="*/ 102969 h 524359"/>
                <a:gd name="connsiteX3515" fmla="*/ 40801 w 288016"/>
                <a:gd name="connsiteY3515" fmla="*/ 102223 h 524359"/>
                <a:gd name="connsiteX3516" fmla="*/ 39183 w 288016"/>
                <a:gd name="connsiteY3516" fmla="*/ 102223 h 524359"/>
                <a:gd name="connsiteX3517" fmla="*/ 35540 w 288016"/>
                <a:gd name="connsiteY3517" fmla="*/ 100731 h 524359"/>
                <a:gd name="connsiteX3518" fmla="*/ 25826 w 288016"/>
                <a:gd name="connsiteY3518" fmla="*/ 118638 h 524359"/>
                <a:gd name="connsiteX3519" fmla="*/ 27041 w 288016"/>
                <a:gd name="connsiteY3519" fmla="*/ 114161 h 524359"/>
                <a:gd name="connsiteX3520" fmla="*/ 28255 w 288016"/>
                <a:gd name="connsiteY3520" fmla="*/ 111177 h 524359"/>
                <a:gd name="connsiteX3521" fmla="*/ 31897 w 288016"/>
                <a:gd name="connsiteY3521" fmla="*/ 105954 h 524359"/>
                <a:gd name="connsiteX3522" fmla="*/ 33516 w 288016"/>
                <a:gd name="connsiteY3522" fmla="*/ 105954 h 524359"/>
                <a:gd name="connsiteX3523" fmla="*/ 35540 w 288016"/>
                <a:gd name="connsiteY3523" fmla="*/ 105954 h 524359"/>
                <a:gd name="connsiteX3524" fmla="*/ 39183 w 288016"/>
                <a:gd name="connsiteY3524" fmla="*/ 107446 h 524359"/>
                <a:gd name="connsiteX3525" fmla="*/ 40801 w 288016"/>
                <a:gd name="connsiteY3525" fmla="*/ 108192 h 524359"/>
                <a:gd name="connsiteX3526" fmla="*/ 43230 w 288016"/>
                <a:gd name="connsiteY3526" fmla="*/ 108192 h 524359"/>
                <a:gd name="connsiteX3527" fmla="*/ 42825 w 288016"/>
                <a:gd name="connsiteY3527" fmla="*/ 108938 h 524359"/>
                <a:gd name="connsiteX3528" fmla="*/ 41611 w 288016"/>
                <a:gd name="connsiteY3528" fmla="*/ 112669 h 524359"/>
                <a:gd name="connsiteX3529" fmla="*/ 40801 w 288016"/>
                <a:gd name="connsiteY3529" fmla="*/ 114907 h 524359"/>
                <a:gd name="connsiteX3530" fmla="*/ 39183 w 288016"/>
                <a:gd name="connsiteY3530" fmla="*/ 117892 h 524359"/>
                <a:gd name="connsiteX3531" fmla="*/ 37564 w 288016"/>
                <a:gd name="connsiteY3531" fmla="*/ 118638 h 524359"/>
                <a:gd name="connsiteX3532" fmla="*/ 35135 w 288016"/>
                <a:gd name="connsiteY3532" fmla="*/ 119384 h 524359"/>
                <a:gd name="connsiteX3533" fmla="*/ 33112 w 288016"/>
                <a:gd name="connsiteY3533" fmla="*/ 119384 h 524359"/>
                <a:gd name="connsiteX3534" fmla="*/ 31493 w 288016"/>
                <a:gd name="connsiteY3534" fmla="*/ 118638 h 524359"/>
                <a:gd name="connsiteX3535" fmla="*/ 27850 w 288016"/>
                <a:gd name="connsiteY3535" fmla="*/ 117892 h 524359"/>
                <a:gd name="connsiteX3536" fmla="*/ 26636 w 288016"/>
                <a:gd name="connsiteY3536" fmla="*/ 117892 h 524359"/>
                <a:gd name="connsiteX3537" fmla="*/ 25826 w 288016"/>
                <a:gd name="connsiteY3537" fmla="*/ 118638 h 524359"/>
                <a:gd name="connsiteX3538" fmla="*/ 19755 w 288016"/>
                <a:gd name="connsiteY3538" fmla="*/ 137292 h 524359"/>
                <a:gd name="connsiteX3539" fmla="*/ 20970 w 288016"/>
                <a:gd name="connsiteY3539" fmla="*/ 132069 h 524359"/>
                <a:gd name="connsiteX3540" fmla="*/ 22184 w 288016"/>
                <a:gd name="connsiteY3540" fmla="*/ 129084 h 524359"/>
                <a:gd name="connsiteX3541" fmla="*/ 27445 w 288016"/>
                <a:gd name="connsiteY3541" fmla="*/ 123115 h 524359"/>
                <a:gd name="connsiteX3542" fmla="*/ 28660 w 288016"/>
                <a:gd name="connsiteY3542" fmla="*/ 123115 h 524359"/>
                <a:gd name="connsiteX3543" fmla="*/ 32302 w 288016"/>
                <a:gd name="connsiteY3543" fmla="*/ 123861 h 524359"/>
                <a:gd name="connsiteX3544" fmla="*/ 33921 w 288016"/>
                <a:gd name="connsiteY3544" fmla="*/ 124607 h 524359"/>
                <a:gd name="connsiteX3545" fmla="*/ 36754 w 288016"/>
                <a:gd name="connsiteY3545" fmla="*/ 124607 h 524359"/>
                <a:gd name="connsiteX3546" fmla="*/ 35945 w 288016"/>
                <a:gd name="connsiteY3546" fmla="*/ 127592 h 524359"/>
                <a:gd name="connsiteX3547" fmla="*/ 33921 w 288016"/>
                <a:gd name="connsiteY3547" fmla="*/ 133561 h 524359"/>
                <a:gd name="connsiteX3548" fmla="*/ 32302 w 288016"/>
                <a:gd name="connsiteY3548" fmla="*/ 135800 h 524359"/>
                <a:gd name="connsiteX3549" fmla="*/ 28660 w 288016"/>
                <a:gd name="connsiteY3549" fmla="*/ 136546 h 524359"/>
                <a:gd name="connsiteX3550" fmla="*/ 27445 w 288016"/>
                <a:gd name="connsiteY3550" fmla="*/ 136546 h 524359"/>
                <a:gd name="connsiteX3551" fmla="*/ 22184 w 288016"/>
                <a:gd name="connsiteY3551" fmla="*/ 137292 h 524359"/>
                <a:gd name="connsiteX3552" fmla="*/ 20970 w 288016"/>
                <a:gd name="connsiteY3552" fmla="*/ 137292 h 524359"/>
                <a:gd name="connsiteX3553" fmla="*/ 19755 w 288016"/>
                <a:gd name="connsiteY3553" fmla="*/ 137292 h 524359"/>
                <a:gd name="connsiteX3554" fmla="*/ 14494 w 288016"/>
                <a:gd name="connsiteY3554" fmla="*/ 157438 h 524359"/>
                <a:gd name="connsiteX3555" fmla="*/ 16922 w 288016"/>
                <a:gd name="connsiteY3555" fmla="*/ 146992 h 524359"/>
                <a:gd name="connsiteX3556" fmla="*/ 19351 w 288016"/>
                <a:gd name="connsiteY3556" fmla="*/ 144007 h 524359"/>
                <a:gd name="connsiteX3557" fmla="*/ 20970 w 288016"/>
                <a:gd name="connsiteY3557" fmla="*/ 143261 h 524359"/>
                <a:gd name="connsiteX3558" fmla="*/ 21779 w 288016"/>
                <a:gd name="connsiteY3558" fmla="*/ 142515 h 524359"/>
                <a:gd name="connsiteX3559" fmla="*/ 27041 w 288016"/>
                <a:gd name="connsiteY3559" fmla="*/ 142515 h 524359"/>
                <a:gd name="connsiteX3560" fmla="*/ 28255 w 288016"/>
                <a:gd name="connsiteY3560" fmla="*/ 142515 h 524359"/>
                <a:gd name="connsiteX3561" fmla="*/ 30683 w 288016"/>
                <a:gd name="connsiteY3561" fmla="*/ 141769 h 524359"/>
                <a:gd name="connsiteX3562" fmla="*/ 28255 w 288016"/>
                <a:gd name="connsiteY3562" fmla="*/ 151469 h 524359"/>
                <a:gd name="connsiteX3563" fmla="*/ 27041 w 288016"/>
                <a:gd name="connsiteY3563" fmla="*/ 153707 h 524359"/>
                <a:gd name="connsiteX3564" fmla="*/ 26636 w 288016"/>
                <a:gd name="connsiteY3564" fmla="*/ 154454 h 524359"/>
                <a:gd name="connsiteX3565" fmla="*/ 22184 w 288016"/>
                <a:gd name="connsiteY3565" fmla="*/ 156692 h 524359"/>
                <a:gd name="connsiteX3566" fmla="*/ 20970 w 288016"/>
                <a:gd name="connsiteY3566" fmla="*/ 156692 h 524359"/>
                <a:gd name="connsiteX3567" fmla="*/ 19351 w 288016"/>
                <a:gd name="connsiteY3567" fmla="*/ 157438 h 524359"/>
                <a:gd name="connsiteX3568" fmla="*/ 16922 w 288016"/>
                <a:gd name="connsiteY3568" fmla="*/ 157438 h 524359"/>
                <a:gd name="connsiteX3569" fmla="*/ 14494 w 288016"/>
                <a:gd name="connsiteY3569" fmla="*/ 158931 h 524359"/>
                <a:gd name="connsiteX3570" fmla="*/ 10042 w 288016"/>
                <a:gd name="connsiteY3570" fmla="*/ 178331 h 524359"/>
                <a:gd name="connsiteX3571" fmla="*/ 10851 w 288016"/>
                <a:gd name="connsiteY3571" fmla="*/ 172361 h 524359"/>
                <a:gd name="connsiteX3572" fmla="*/ 16922 w 288016"/>
                <a:gd name="connsiteY3572" fmla="*/ 162661 h 524359"/>
                <a:gd name="connsiteX3573" fmla="*/ 19351 w 288016"/>
                <a:gd name="connsiteY3573" fmla="*/ 161915 h 524359"/>
                <a:gd name="connsiteX3574" fmla="*/ 21779 w 288016"/>
                <a:gd name="connsiteY3574" fmla="*/ 161915 h 524359"/>
                <a:gd name="connsiteX3575" fmla="*/ 25422 w 288016"/>
                <a:gd name="connsiteY3575" fmla="*/ 161169 h 524359"/>
                <a:gd name="connsiteX3576" fmla="*/ 21779 w 288016"/>
                <a:gd name="connsiteY3576" fmla="*/ 173854 h 524359"/>
                <a:gd name="connsiteX3577" fmla="*/ 20565 w 288016"/>
                <a:gd name="connsiteY3577" fmla="*/ 174600 h 524359"/>
                <a:gd name="connsiteX3578" fmla="*/ 18946 w 288016"/>
                <a:gd name="connsiteY3578" fmla="*/ 175346 h 524359"/>
                <a:gd name="connsiteX3579" fmla="*/ 16518 w 288016"/>
                <a:gd name="connsiteY3579" fmla="*/ 176092 h 524359"/>
                <a:gd name="connsiteX3580" fmla="*/ 10447 w 288016"/>
                <a:gd name="connsiteY3580" fmla="*/ 178331 h 524359"/>
                <a:gd name="connsiteX3581" fmla="*/ 9637 w 288016"/>
                <a:gd name="connsiteY3581" fmla="*/ 179077 h 524359"/>
                <a:gd name="connsiteX3582" fmla="*/ 8423 w 288016"/>
                <a:gd name="connsiteY3582" fmla="*/ 187284 h 524359"/>
                <a:gd name="connsiteX3583" fmla="*/ 10851 w 288016"/>
                <a:gd name="connsiteY3583" fmla="*/ 184300 h 524359"/>
                <a:gd name="connsiteX3584" fmla="*/ 16922 w 288016"/>
                <a:gd name="connsiteY3584" fmla="*/ 181315 h 524359"/>
                <a:gd name="connsiteX3585" fmla="*/ 19351 w 288016"/>
                <a:gd name="connsiteY3585" fmla="*/ 180569 h 524359"/>
                <a:gd name="connsiteX3586" fmla="*/ 20970 w 288016"/>
                <a:gd name="connsiteY3586" fmla="*/ 179823 h 524359"/>
                <a:gd name="connsiteX3587" fmla="*/ 21374 w 288016"/>
                <a:gd name="connsiteY3587" fmla="*/ 179077 h 524359"/>
                <a:gd name="connsiteX3588" fmla="*/ 20970 w 288016"/>
                <a:gd name="connsiteY3588" fmla="*/ 183554 h 524359"/>
                <a:gd name="connsiteX3589" fmla="*/ 19351 w 288016"/>
                <a:gd name="connsiteY3589" fmla="*/ 191015 h 524359"/>
                <a:gd name="connsiteX3590" fmla="*/ 18541 w 288016"/>
                <a:gd name="connsiteY3590" fmla="*/ 192507 h 524359"/>
                <a:gd name="connsiteX3591" fmla="*/ 16922 w 288016"/>
                <a:gd name="connsiteY3591" fmla="*/ 194000 h 524359"/>
                <a:gd name="connsiteX3592" fmla="*/ 10851 w 288016"/>
                <a:gd name="connsiteY3592" fmla="*/ 196984 h 524359"/>
                <a:gd name="connsiteX3593" fmla="*/ 8423 w 288016"/>
                <a:gd name="connsiteY3593" fmla="*/ 198477 h 524359"/>
                <a:gd name="connsiteX3594" fmla="*/ 6804 w 288016"/>
                <a:gd name="connsiteY3594" fmla="*/ 199969 h 524359"/>
                <a:gd name="connsiteX3595" fmla="*/ 6804 w 288016"/>
                <a:gd name="connsiteY3595" fmla="*/ 199223 h 524359"/>
                <a:gd name="connsiteX3596" fmla="*/ 6399 w 288016"/>
                <a:gd name="connsiteY3596" fmla="*/ 199223 h 524359"/>
                <a:gd name="connsiteX3597" fmla="*/ 8423 w 288016"/>
                <a:gd name="connsiteY3597" fmla="*/ 187284 h 524359"/>
                <a:gd name="connsiteX3598" fmla="*/ 8423 w 288016"/>
                <a:gd name="connsiteY3598" fmla="*/ 204446 h 524359"/>
                <a:gd name="connsiteX3599" fmla="*/ 10851 w 288016"/>
                <a:gd name="connsiteY3599" fmla="*/ 202954 h 524359"/>
                <a:gd name="connsiteX3600" fmla="*/ 16922 w 288016"/>
                <a:gd name="connsiteY3600" fmla="*/ 199969 h 524359"/>
                <a:gd name="connsiteX3601" fmla="*/ 17732 w 288016"/>
                <a:gd name="connsiteY3601" fmla="*/ 199223 h 524359"/>
                <a:gd name="connsiteX3602" fmla="*/ 16922 w 288016"/>
                <a:gd name="connsiteY3602" fmla="*/ 209669 h 524359"/>
                <a:gd name="connsiteX3603" fmla="*/ 15303 w 288016"/>
                <a:gd name="connsiteY3603" fmla="*/ 213400 h 524359"/>
                <a:gd name="connsiteX3604" fmla="*/ 10851 w 288016"/>
                <a:gd name="connsiteY3604" fmla="*/ 217877 h 524359"/>
                <a:gd name="connsiteX3605" fmla="*/ 8423 w 288016"/>
                <a:gd name="connsiteY3605" fmla="*/ 219369 h 524359"/>
                <a:gd name="connsiteX3606" fmla="*/ 4376 w 288016"/>
                <a:gd name="connsiteY3606" fmla="*/ 223100 h 524359"/>
                <a:gd name="connsiteX3607" fmla="*/ 4376 w 288016"/>
                <a:gd name="connsiteY3607" fmla="*/ 222354 h 524359"/>
                <a:gd name="connsiteX3608" fmla="*/ 3971 w 288016"/>
                <a:gd name="connsiteY3608" fmla="*/ 222354 h 524359"/>
                <a:gd name="connsiteX3609" fmla="*/ 8423 w 288016"/>
                <a:gd name="connsiteY3609" fmla="*/ 204446 h 524359"/>
                <a:gd name="connsiteX3610" fmla="*/ 3566 w 288016"/>
                <a:gd name="connsiteY3610" fmla="*/ 232054 h 524359"/>
                <a:gd name="connsiteX3611" fmla="*/ 8423 w 288016"/>
                <a:gd name="connsiteY3611" fmla="*/ 224592 h 524359"/>
                <a:gd name="connsiteX3612" fmla="*/ 10851 w 288016"/>
                <a:gd name="connsiteY3612" fmla="*/ 223846 h 524359"/>
                <a:gd name="connsiteX3613" fmla="*/ 15303 w 288016"/>
                <a:gd name="connsiteY3613" fmla="*/ 220115 h 524359"/>
                <a:gd name="connsiteX3614" fmla="*/ 13684 w 288016"/>
                <a:gd name="connsiteY3614" fmla="*/ 234292 h 524359"/>
                <a:gd name="connsiteX3615" fmla="*/ 10851 w 288016"/>
                <a:gd name="connsiteY3615" fmla="*/ 238023 h 524359"/>
                <a:gd name="connsiteX3616" fmla="*/ 8423 w 288016"/>
                <a:gd name="connsiteY3616" fmla="*/ 239515 h 524359"/>
                <a:gd name="connsiteX3617" fmla="*/ 3566 w 288016"/>
                <a:gd name="connsiteY3617" fmla="*/ 244738 h 524359"/>
                <a:gd name="connsiteX3618" fmla="*/ 3161 w 288016"/>
                <a:gd name="connsiteY3618" fmla="*/ 245484 h 524359"/>
                <a:gd name="connsiteX3619" fmla="*/ 3161 w 288016"/>
                <a:gd name="connsiteY3619" fmla="*/ 244738 h 524359"/>
                <a:gd name="connsiteX3620" fmla="*/ 3566 w 288016"/>
                <a:gd name="connsiteY3620" fmla="*/ 232054 h 524359"/>
                <a:gd name="connsiteX3621" fmla="*/ 3566 w 288016"/>
                <a:gd name="connsiteY3621" fmla="*/ 252200 h 524359"/>
                <a:gd name="connsiteX3622" fmla="*/ 8423 w 288016"/>
                <a:gd name="connsiteY3622" fmla="*/ 245484 h 524359"/>
                <a:gd name="connsiteX3623" fmla="*/ 10851 w 288016"/>
                <a:gd name="connsiteY3623" fmla="*/ 243992 h 524359"/>
                <a:gd name="connsiteX3624" fmla="*/ 14089 w 288016"/>
                <a:gd name="connsiteY3624" fmla="*/ 240261 h 524359"/>
                <a:gd name="connsiteX3625" fmla="*/ 13280 w 288016"/>
                <a:gd name="connsiteY3625" fmla="*/ 254438 h 524359"/>
                <a:gd name="connsiteX3626" fmla="*/ 10851 w 288016"/>
                <a:gd name="connsiteY3626" fmla="*/ 257423 h 524359"/>
                <a:gd name="connsiteX3627" fmla="*/ 8423 w 288016"/>
                <a:gd name="connsiteY3627" fmla="*/ 260407 h 524359"/>
                <a:gd name="connsiteX3628" fmla="*/ 3566 w 288016"/>
                <a:gd name="connsiteY3628" fmla="*/ 266377 h 524359"/>
                <a:gd name="connsiteX3629" fmla="*/ 3161 w 288016"/>
                <a:gd name="connsiteY3629" fmla="*/ 267123 h 524359"/>
                <a:gd name="connsiteX3630" fmla="*/ 2757 w 288016"/>
                <a:gd name="connsiteY3630" fmla="*/ 266377 h 524359"/>
                <a:gd name="connsiteX3631" fmla="*/ 3566 w 288016"/>
                <a:gd name="connsiteY3631" fmla="*/ 252200 h 524359"/>
                <a:gd name="connsiteX3632" fmla="*/ 3566 w 288016"/>
                <a:gd name="connsiteY3632" fmla="*/ 289507 h 524359"/>
                <a:gd name="connsiteX3633" fmla="*/ 3566 w 288016"/>
                <a:gd name="connsiteY3633" fmla="*/ 274584 h 524359"/>
                <a:gd name="connsiteX3634" fmla="*/ 8423 w 288016"/>
                <a:gd name="connsiteY3634" fmla="*/ 266377 h 524359"/>
                <a:gd name="connsiteX3635" fmla="*/ 10851 w 288016"/>
                <a:gd name="connsiteY3635" fmla="*/ 264138 h 524359"/>
                <a:gd name="connsiteX3636" fmla="*/ 13280 w 288016"/>
                <a:gd name="connsiteY3636" fmla="*/ 261154 h 524359"/>
                <a:gd name="connsiteX3637" fmla="*/ 13280 w 288016"/>
                <a:gd name="connsiteY3637" fmla="*/ 276077 h 524359"/>
                <a:gd name="connsiteX3638" fmla="*/ 10851 w 288016"/>
                <a:gd name="connsiteY3638" fmla="*/ 280553 h 524359"/>
                <a:gd name="connsiteX3639" fmla="*/ 8423 w 288016"/>
                <a:gd name="connsiteY3639" fmla="*/ 283538 h 524359"/>
                <a:gd name="connsiteX3640" fmla="*/ 3971 w 288016"/>
                <a:gd name="connsiteY3640" fmla="*/ 291000 h 524359"/>
                <a:gd name="connsiteX3641" fmla="*/ 5590 w 288016"/>
                <a:gd name="connsiteY3641" fmla="*/ 311892 h 524359"/>
                <a:gd name="connsiteX3642" fmla="*/ 8423 w 288016"/>
                <a:gd name="connsiteY3642" fmla="*/ 288761 h 524359"/>
                <a:gd name="connsiteX3643" fmla="*/ 10851 w 288016"/>
                <a:gd name="connsiteY3643" fmla="*/ 285777 h 524359"/>
                <a:gd name="connsiteX3644" fmla="*/ 14089 w 288016"/>
                <a:gd name="connsiteY3644" fmla="*/ 280553 h 524359"/>
                <a:gd name="connsiteX3645" fmla="*/ 14494 w 288016"/>
                <a:gd name="connsiteY3645" fmla="*/ 294730 h 524359"/>
                <a:gd name="connsiteX3646" fmla="*/ 10851 w 288016"/>
                <a:gd name="connsiteY3646" fmla="*/ 301446 h 524359"/>
                <a:gd name="connsiteX3647" fmla="*/ 8423 w 288016"/>
                <a:gd name="connsiteY3647" fmla="*/ 305177 h 524359"/>
                <a:gd name="connsiteX3648" fmla="*/ 5590 w 288016"/>
                <a:gd name="connsiteY3648" fmla="*/ 311892 h 524359"/>
                <a:gd name="connsiteX3649" fmla="*/ 8423 w 288016"/>
                <a:gd name="connsiteY3649" fmla="*/ 313384 h 524359"/>
                <a:gd name="connsiteX3650" fmla="*/ 10851 w 288016"/>
                <a:gd name="connsiteY3650" fmla="*/ 309653 h 524359"/>
                <a:gd name="connsiteX3651" fmla="*/ 15303 w 288016"/>
                <a:gd name="connsiteY3651" fmla="*/ 302192 h 524359"/>
                <a:gd name="connsiteX3652" fmla="*/ 16922 w 288016"/>
                <a:gd name="connsiteY3652" fmla="*/ 311146 h 524359"/>
                <a:gd name="connsiteX3653" fmla="*/ 16922 w 288016"/>
                <a:gd name="connsiteY3653" fmla="*/ 314130 h 524359"/>
                <a:gd name="connsiteX3654" fmla="*/ 16518 w 288016"/>
                <a:gd name="connsiteY3654" fmla="*/ 316369 h 524359"/>
                <a:gd name="connsiteX3655" fmla="*/ 10851 w 288016"/>
                <a:gd name="connsiteY3655" fmla="*/ 329053 h 524359"/>
                <a:gd name="connsiteX3656" fmla="*/ 8423 w 288016"/>
                <a:gd name="connsiteY3656" fmla="*/ 334276 h 524359"/>
                <a:gd name="connsiteX3657" fmla="*/ 8423 w 288016"/>
                <a:gd name="connsiteY3657" fmla="*/ 333530 h 524359"/>
                <a:gd name="connsiteX3658" fmla="*/ 8423 w 288016"/>
                <a:gd name="connsiteY3658" fmla="*/ 313384 h 524359"/>
                <a:gd name="connsiteX3659" fmla="*/ 12470 w 288016"/>
                <a:gd name="connsiteY3659" fmla="*/ 354423 h 524359"/>
                <a:gd name="connsiteX3660" fmla="*/ 10851 w 288016"/>
                <a:gd name="connsiteY3660" fmla="*/ 349200 h 524359"/>
                <a:gd name="connsiteX3661" fmla="*/ 10851 w 288016"/>
                <a:gd name="connsiteY3661" fmla="*/ 337261 h 524359"/>
                <a:gd name="connsiteX3662" fmla="*/ 16922 w 288016"/>
                <a:gd name="connsiteY3662" fmla="*/ 324577 h 524359"/>
                <a:gd name="connsiteX3663" fmla="*/ 18137 w 288016"/>
                <a:gd name="connsiteY3663" fmla="*/ 321592 h 524359"/>
                <a:gd name="connsiteX3664" fmla="*/ 19351 w 288016"/>
                <a:gd name="connsiteY3664" fmla="*/ 326815 h 524359"/>
                <a:gd name="connsiteX3665" fmla="*/ 19755 w 288016"/>
                <a:gd name="connsiteY3665" fmla="*/ 335769 h 524359"/>
                <a:gd name="connsiteX3666" fmla="*/ 19351 w 288016"/>
                <a:gd name="connsiteY3666" fmla="*/ 337261 h 524359"/>
                <a:gd name="connsiteX3667" fmla="*/ 16922 w 288016"/>
                <a:gd name="connsiteY3667" fmla="*/ 343230 h 524359"/>
                <a:gd name="connsiteX3668" fmla="*/ 12470 w 288016"/>
                <a:gd name="connsiteY3668" fmla="*/ 354423 h 524359"/>
                <a:gd name="connsiteX3669" fmla="*/ 17732 w 288016"/>
                <a:gd name="connsiteY3669" fmla="*/ 375315 h 524359"/>
                <a:gd name="connsiteX3670" fmla="*/ 17327 w 288016"/>
                <a:gd name="connsiteY3670" fmla="*/ 374569 h 524359"/>
                <a:gd name="connsiteX3671" fmla="*/ 17327 w 288016"/>
                <a:gd name="connsiteY3671" fmla="*/ 352184 h 524359"/>
                <a:gd name="connsiteX3672" fmla="*/ 19755 w 288016"/>
                <a:gd name="connsiteY3672" fmla="*/ 347707 h 524359"/>
                <a:gd name="connsiteX3673" fmla="*/ 21374 w 288016"/>
                <a:gd name="connsiteY3673" fmla="*/ 343230 h 524359"/>
                <a:gd name="connsiteX3674" fmla="*/ 21779 w 288016"/>
                <a:gd name="connsiteY3674" fmla="*/ 341738 h 524359"/>
                <a:gd name="connsiteX3675" fmla="*/ 22184 w 288016"/>
                <a:gd name="connsiteY3675" fmla="*/ 343230 h 524359"/>
                <a:gd name="connsiteX3676" fmla="*/ 24207 w 288016"/>
                <a:gd name="connsiteY3676" fmla="*/ 355915 h 524359"/>
                <a:gd name="connsiteX3677" fmla="*/ 22184 w 288016"/>
                <a:gd name="connsiteY3677" fmla="*/ 362630 h 524359"/>
                <a:gd name="connsiteX3678" fmla="*/ 20970 w 288016"/>
                <a:gd name="connsiteY3678" fmla="*/ 365615 h 524359"/>
                <a:gd name="connsiteX3679" fmla="*/ 19351 w 288016"/>
                <a:gd name="connsiteY3679" fmla="*/ 370092 h 524359"/>
                <a:gd name="connsiteX3680" fmla="*/ 17732 w 288016"/>
                <a:gd name="connsiteY3680" fmla="*/ 375315 h 524359"/>
                <a:gd name="connsiteX3681" fmla="*/ 21779 w 288016"/>
                <a:gd name="connsiteY3681" fmla="*/ 391730 h 524359"/>
                <a:gd name="connsiteX3682" fmla="*/ 20565 w 288016"/>
                <a:gd name="connsiteY3682" fmla="*/ 388746 h 524359"/>
                <a:gd name="connsiteX3683" fmla="*/ 20565 w 288016"/>
                <a:gd name="connsiteY3683" fmla="*/ 374569 h 524359"/>
                <a:gd name="connsiteX3684" fmla="*/ 21779 w 288016"/>
                <a:gd name="connsiteY3684" fmla="*/ 371584 h 524359"/>
                <a:gd name="connsiteX3685" fmla="*/ 25422 w 288016"/>
                <a:gd name="connsiteY3685" fmla="*/ 361138 h 524359"/>
                <a:gd name="connsiteX3686" fmla="*/ 27041 w 288016"/>
                <a:gd name="connsiteY3686" fmla="*/ 364869 h 524359"/>
                <a:gd name="connsiteX3687" fmla="*/ 28255 w 288016"/>
                <a:gd name="connsiteY3687" fmla="*/ 369346 h 524359"/>
                <a:gd name="connsiteX3688" fmla="*/ 28660 w 288016"/>
                <a:gd name="connsiteY3688" fmla="*/ 374569 h 524359"/>
                <a:gd name="connsiteX3689" fmla="*/ 28255 w 288016"/>
                <a:gd name="connsiteY3689" fmla="*/ 376807 h 524359"/>
                <a:gd name="connsiteX3690" fmla="*/ 27041 w 288016"/>
                <a:gd name="connsiteY3690" fmla="*/ 382030 h 524359"/>
                <a:gd name="connsiteX3691" fmla="*/ 23398 w 288016"/>
                <a:gd name="connsiteY3691" fmla="*/ 395461 h 524359"/>
                <a:gd name="connsiteX3692" fmla="*/ 23398 w 288016"/>
                <a:gd name="connsiteY3692" fmla="*/ 394715 h 524359"/>
                <a:gd name="connsiteX3693" fmla="*/ 32302 w 288016"/>
                <a:gd name="connsiteY3693" fmla="*/ 404415 h 524359"/>
                <a:gd name="connsiteX3694" fmla="*/ 30683 w 288016"/>
                <a:gd name="connsiteY3694" fmla="*/ 413369 h 524359"/>
                <a:gd name="connsiteX3695" fmla="*/ 30278 w 288016"/>
                <a:gd name="connsiteY3695" fmla="*/ 412623 h 524359"/>
                <a:gd name="connsiteX3696" fmla="*/ 28660 w 288016"/>
                <a:gd name="connsiteY3696" fmla="*/ 409638 h 524359"/>
                <a:gd name="connsiteX3697" fmla="*/ 27445 w 288016"/>
                <a:gd name="connsiteY3697" fmla="*/ 406653 h 524359"/>
                <a:gd name="connsiteX3698" fmla="*/ 27445 w 288016"/>
                <a:gd name="connsiteY3698" fmla="*/ 391730 h 524359"/>
                <a:gd name="connsiteX3699" fmla="*/ 28660 w 288016"/>
                <a:gd name="connsiteY3699" fmla="*/ 388746 h 524359"/>
                <a:gd name="connsiteX3700" fmla="*/ 31088 w 288016"/>
                <a:gd name="connsiteY3700" fmla="*/ 379792 h 524359"/>
                <a:gd name="connsiteX3701" fmla="*/ 32302 w 288016"/>
                <a:gd name="connsiteY3701" fmla="*/ 382776 h 524359"/>
                <a:gd name="connsiteX3702" fmla="*/ 33921 w 288016"/>
                <a:gd name="connsiteY3702" fmla="*/ 387253 h 524359"/>
                <a:gd name="connsiteX3703" fmla="*/ 34731 w 288016"/>
                <a:gd name="connsiteY3703" fmla="*/ 393223 h 524359"/>
                <a:gd name="connsiteX3704" fmla="*/ 33921 w 288016"/>
                <a:gd name="connsiteY3704" fmla="*/ 398446 h 524359"/>
                <a:gd name="connsiteX3705" fmla="*/ 32302 w 288016"/>
                <a:gd name="connsiteY3705" fmla="*/ 404415 h 524359"/>
                <a:gd name="connsiteX3706" fmla="*/ 37968 w 288016"/>
                <a:gd name="connsiteY3706" fmla="*/ 431276 h 524359"/>
                <a:gd name="connsiteX3707" fmla="*/ 35945 w 288016"/>
                <a:gd name="connsiteY3707" fmla="*/ 428292 h 524359"/>
                <a:gd name="connsiteX3708" fmla="*/ 33921 w 288016"/>
                <a:gd name="connsiteY3708" fmla="*/ 423069 h 524359"/>
                <a:gd name="connsiteX3709" fmla="*/ 33921 w 288016"/>
                <a:gd name="connsiteY3709" fmla="*/ 410384 h 524359"/>
                <a:gd name="connsiteX3710" fmla="*/ 35945 w 288016"/>
                <a:gd name="connsiteY3710" fmla="*/ 402923 h 524359"/>
                <a:gd name="connsiteX3711" fmla="*/ 37159 w 288016"/>
                <a:gd name="connsiteY3711" fmla="*/ 397700 h 524359"/>
                <a:gd name="connsiteX3712" fmla="*/ 39992 w 288016"/>
                <a:gd name="connsiteY3712" fmla="*/ 402923 h 524359"/>
                <a:gd name="connsiteX3713" fmla="*/ 41611 w 288016"/>
                <a:gd name="connsiteY3713" fmla="*/ 408146 h 524359"/>
                <a:gd name="connsiteX3714" fmla="*/ 41611 w 288016"/>
                <a:gd name="connsiteY3714" fmla="*/ 413369 h 524359"/>
                <a:gd name="connsiteX3715" fmla="*/ 39992 w 288016"/>
                <a:gd name="connsiteY3715" fmla="*/ 422323 h 524359"/>
                <a:gd name="connsiteX3716" fmla="*/ 37968 w 288016"/>
                <a:gd name="connsiteY3716" fmla="*/ 431276 h 524359"/>
                <a:gd name="connsiteX3717" fmla="*/ 46468 w 288016"/>
                <a:gd name="connsiteY3717" fmla="*/ 446946 h 524359"/>
                <a:gd name="connsiteX3718" fmla="*/ 44444 w 288016"/>
                <a:gd name="connsiteY3718" fmla="*/ 443961 h 524359"/>
                <a:gd name="connsiteX3719" fmla="*/ 43230 w 288016"/>
                <a:gd name="connsiteY3719" fmla="*/ 442469 h 524359"/>
                <a:gd name="connsiteX3720" fmla="*/ 42016 w 288016"/>
                <a:gd name="connsiteY3720" fmla="*/ 439484 h 524359"/>
                <a:gd name="connsiteX3721" fmla="*/ 41206 w 288016"/>
                <a:gd name="connsiteY3721" fmla="*/ 435753 h 524359"/>
                <a:gd name="connsiteX3722" fmla="*/ 41206 w 288016"/>
                <a:gd name="connsiteY3722" fmla="*/ 429038 h 524359"/>
                <a:gd name="connsiteX3723" fmla="*/ 42016 w 288016"/>
                <a:gd name="connsiteY3723" fmla="*/ 423815 h 524359"/>
                <a:gd name="connsiteX3724" fmla="*/ 43230 w 288016"/>
                <a:gd name="connsiteY3724" fmla="*/ 417100 h 524359"/>
                <a:gd name="connsiteX3725" fmla="*/ 43635 w 288016"/>
                <a:gd name="connsiteY3725" fmla="*/ 412623 h 524359"/>
                <a:gd name="connsiteX3726" fmla="*/ 44039 w 288016"/>
                <a:gd name="connsiteY3726" fmla="*/ 413369 h 524359"/>
                <a:gd name="connsiteX3727" fmla="*/ 48491 w 288016"/>
                <a:gd name="connsiteY3727" fmla="*/ 423815 h 524359"/>
                <a:gd name="connsiteX3728" fmla="*/ 46468 w 288016"/>
                <a:gd name="connsiteY3728" fmla="*/ 446946 h 524359"/>
                <a:gd name="connsiteX3729" fmla="*/ 50515 w 288016"/>
                <a:gd name="connsiteY3729" fmla="*/ 454407 h 524359"/>
                <a:gd name="connsiteX3730" fmla="*/ 50515 w 288016"/>
                <a:gd name="connsiteY3730" fmla="*/ 437992 h 524359"/>
                <a:gd name="connsiteX3731" fmla="*/ 51325 w 288016"/>
                <a:gd name="connsiteY3731" fmla="*/ 429038 h 524359"/>
                <a:gd name="connsiteX3732" fmla="*/ 54562 w 288016"/>
                <a:gd name="connsiteY3732" fmla="*/ 433515 h 524359"/>
                <a:gd name="connsiteX3733" fmla="*/ 56181 w 288016"/>
                <a:gd name="connsiteY3733" fmla="*/ 437246 h 524359"/>
                <a:gd name="connsiteX3734" fmla="*/ 56586 w 288016"/>
                <a:gd name="connsiteY3734" fmla="*/ 439484 h 524359"/>
                <a:gd name="connsiteX3735" fmla="*/ 56181 w 288016"/>
                <a:gd name="connsiteY3735" fmla="*/ 450676 h 524359"/>
                <a:gd name="connsiteX3736" fmla="*/ 55777 w 288016"/>
                <a:gd name="connsiteY3736" fmla="*/ 462615 h 524359"/>
                <a:gd name="connsiteX3737" fmla="*/ 55372 w 288016"/>
                <a:gd name="connsiteY3737" fmla="*/ 461869 h 524359"/>
                <a:gd name="connsiteX3738" fmla="*/ 54562 w 288016"/>
                <a:gd name="connsiteY3738" fmla="*/ 461123 h 524359"/>
                <a:gd name="connsiteX3739" fmla="*/ 50515 w 288016"/>
                <a:gd name="connsiteY3739" fmla="*/ 454407 h 52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</a:cxnLst>
              <a:rect l="l" t="t" r="r" b="b"/>
              <a:pathLst>
                <a:path w="288016" h="524359">
                  <a:moveTo>
                    <a:pt x="55372" y="467838"/>
                  </a:moveTo>
                  <a:cubicBezTo>
                    <a:pt x="55777" y="467838"/>
                    <a:pt x="55777" y="468584"/>
                    <a:pt x="56181" y="468584"/>
                  </a:cubicBezTo>
                  <a:lnTo>
                    <a:pt x="56586" y="469330"/>
                  </a:lnTo>
                  <a:cubicBezTo>
                    <a:pt x="56991" y="470076"/>
                    <a:pt x="57396" y="472315"/>
                    <a:pt x="58205" y="473061"/>
                  </a:cubicBezTo>
                  <a:lnTo>
                    <a:pt x="59014" y="474553"/>
                  </a:lnTo>
                  <a:cubicBezTo>
                    <a:pt x="59824" y="476046"/>
                    <a:pt x="61038" y="477538"/>
                    <a:pt x="62252" y="478284"/>
                  </a:cubicBezTo>
                  <a:cubicBezTo>
                    <a:pt x="63062" y="479030"/>
                    <a:pt x="64276" y="480523"/>
                    <a:pt x="65085" y="481269"/>
                  </a:cubicBezTo>
                  <a:lnTo>
                    <a:pt x="65490" y="482015"/>
                  </a:lnTo>
                  <a:cubicBezTo>
                    <a:pt x="65895" y="482015"/>
                    <a:pt x="66300" y="482761"/>
                    <a:pt x="66704" y="482761"/>
                  </a:cubicBezTo>
                  <a:lnTo>
                    <a:pt x="67109" y="483507"/>
                  </a:lnTo>
                  <a:cubicBezTo>
                    <a:pt x="67919" y="485746"/>
                    <a:pt x="69537" y="487984"/>
                    <a:pt x="70752" y="489476"/>
                  </a:cubicBezTo>
                  <a:cubicBezTo>
                    <a:pt x="71561" y="490223"/>
                    <a:pt x="72371" y="490969"/>
                    <a:pt x="73585" y="492461"/>
                  </a:cubicBezTo>
                  <a:lnTo>
                    <a:pt x="76418" y="493953"/>
                  </a:lnTo>
                  <a:cubicBezTo>
                    <a:pt x="76823" y="493953"/>
                    <a:pt x="77227" y="494699"/>
                    <a:pt x="78037" y="494699"/>
                  </a:cubicBezTo>
                  <a:cubicBezTo>
                    <a:pt x="78846" y="496938"/>
                    <a:pt x="80060" y="498430"/>
                    <a:pt x="81679" y="499923"/>
                  </a:cubicBezTo>
                  <a:lnTo>
                    <a:pt x="82084" y="499923"/>
                  </a:lnTo>
                  <a:cubicBezTo>
                    <a:pt x="82489" y="500669"/>
                    <a:pt x="82894" y="500669"/>
                    <a:pt x="83703" y="500669"/>
                  </a:cubicBezTo>
                  <a:cubicBezTo>
                    <a:pt x="84917" y="502161"/>
                    <a:pt x="86536" y="502907"/>
                    <a:pt x="88155" y="503653"/>
                  </a:cubicBezTo>
                  <a:lnTo>
                    <a:pt x="88560" y="503653"/>
                  </a:lnTo>
                  <a:lnTo>
                    <a:pt x="88965" y="504399"/>
                  </a:lnTo>
                  <a:lnTo>
                    <a:pt x="89774" y="504399"/>
                  </a:lnTo>
                  <a:cubicBezTo>
                    <a:pt x="90179" y="505146"/>
                    <a:pt x="90583" y="505892"/>
                    <a:pt x="91393" y="506638"/>
                  </a:cubicBezTo>
                  <a:cubicBezTo>
                    <a:pt x="91798" y="507384"/>
                    <a:pt x="91798" y="507384"/>
                    <a:pt x="92202" y="507384"/>
                  </a:cubicBezTo>
                  <a:cubicBezTo>
                    <a:pt x="93417" y="508876"/>
                    <a:pt x="94631" y="509622"/>
                    <a:pt x="95845" y="510369"/>
                  </a:cubicBezTo>
                  <a:cubicBezTo>
                    <a:pt x="97059" y="511115"/>
                    <a:pt x="98678" y="511115"/>
                    <a:pt x="99892" y="511861"/>
                  </a:cubicBezTo>
                  <a:lnTo>
                    <a:pt x="101511" y="511861"/>
                  </a:lnTo>
                  <a:cubicBezTo>
                    <a:pt x="103130" y="514846"/>
                    <a:pt x="105559" y="517084"/>
                    <a:pt x="107987" y="517084"/>
                  </a:cubicBezTo>
                  <a:cubicBezTo>
                    <a:pt x="108796" y="517084"/>
                    <a:pt x="109606" y="517830"/>
                    <a:pt x="110820" y="517830"/>
                  </a:cubicBezTo>
                  <a:lnTo>
                    <a:pt x="113653" y="517830"/>
                  </a:lnTo>
                  <a:cubicBezTo>
                    <a:pt x="114058" y="518576"/>
                    <a:pt x="114463" y="519322"/>
                    <a:pt x="114867" y="519322"/>
                  </a:cubicBezTo>
                  <a:lnTo>
                    <a:pt x="117701" y="520815"/>
                  </a:lnTo>
                  <a:cubicBezTo>
                    <a:pt x="118915" y="521561"/>
                    <a:pt x="119724" y="521561"/>
                    <a:pt x="120938" y="521561"/>
                  </a:cubicBezTo>
                  <a:lnTo>
                    <a:pt x="125390" y="521561"/>
                  </a:lnTo>
                  <a:cubicBezTo>
                    <a:pt x="125795" y="521561"/>
                    <a:pt x="125795" y="521561"/>
                    <a:pt x="125795" y="520815"/>
                  </a:cubicBezTo>
                  <a:cubicBezTo>
                    <a:pt x="126200" y="521561"/>
                    <a:pt x="127009" y="521561"/>
                    <a:pt x="127414" y="522307"/>
                  </a:cubicBezTo>
                  <a:cubicBezTo>
                    <a:pt x="128224" y="523053"/>
                    <a:pt x="129033" y="523053"/>
                    <a:pt x="130247" y="523053"/>
                  </a:cubicBezTo>
                  <a:cubicBezTo>
                    <a:pt x="130652" y="523053"/>
                    <a:pt x="131866" y="523799"/>
                    <a:pt x="132676" y="523799"/>
                  </a:cubicBezTo>
                  <a:lnTo>
                    <a:pt x="134295" y="523799"/>
                  </a:lnTo>
                  <a:cubicBezTo>
                    <a:pt x="135104" y="523053"/>
                    <a:pt x="135913" y="523053"/>
                    <a:pt x="136723" y="523053"/>
                  </a:cubicBezTo>
                  <a:cubicBezTo>
                    <a:pt x="137128" y="523053"/>
                    <a:pt x="137937" y="522307"/>
                    <a:pt x="138342" y="522307"/>
                  </a:cubicBezTo>
                  <a:cubicBezTo>
                    <a:pt x="139151" y="523053"/>
                    <a:pt x="139556" y="523799"/>
                    <a:pt x="140366" y="523799"/>
                  </a:cubicBezTo>
                  <a:lnTo>
                    <a:pt x="141175" y="523799"/>
                  </a:lnTo>
                  <a:cubicBezTo>
                    <a:pt x="143199" y="524546"/>
                    <a:pt x="145222" y="524546"/>
                    <a:pt x="147246" y="523799"/>
                  </a:cubicBezTo>
                  <a:cubicBezTo>
                    <a:pt x="147651" y="523799"/>
                    <a:pt x="148460" y="523799"/>
                    <a:pt x="148865" y="523053"/>
                  </a:cubicBezTo>
                  <a:cubicBezTo>
                    <a:pt x="149270" y="523053"/>
                    <a:pt x="149674" y="522307"/>
                    <a:pt x="150484" y="522307"/>
                  </a:cubicBezTo>
                  <a:cubicBezTo>
                    <a:pt x="151293" y="523053"/>
                    <a:pt x="152507" y="523053"/>
                    <a:pt x="153317" y="523053"/>
                  </a:cubicBezTo>
                  <a:lnTo>
                    <a:pt x="155341" y="523053"/>
                  </a:lnTo>
                  <a:cubicBezTo>
                    <a:pt x="156960" y="523053"/>
                    <a:pt x="158174" y="522307"/>
                    <a:pt x="159793" y="521561"/>
                  </a:cubicBezTo>
                  <a:cubicBezTo>
                    <a:pt x="160197" y="521561"/>
                    <a:pt x="160602" y="521561"/>
                    <a:pt x="161412" y="520815"/>
                  </a:cubicBezTo>
                  <a:cubicBezTo>
                    <a:pt x="161816" y="520815"/>
                    <a:pt x="162221" y="520069"/>
                    <a:pt x="163030" y="520069"/>
                  </a:cubicBezTo>
                  <a:cubicBezTo>
                    <a:pt x="163840" y="520815"/>
                    <a:pt x="164649" y="520815"/>
                    <a:pt x="165459" y="520815"/>
                  </a:cubicBezTo>
                  <a:lnTo>
                    <a:pt x="167078" y="520815"/>
                  </a:lnTo>
                  <a:cubicBezTo>
                    <a:pt x="169101" y="520069"/>
                    <a:pt x="171125" y="519322"/>
                    <a:pt x="172744" y="517830"/>
                  </a:cubicBezTo>
                  <a:cubicBezTo>
                    <a:pt x="173149" y="517084"/>
                    <a:pt x="173149" y="517084"/>
                    <a:pt x="173553" y="517084"/>
                  </a:cubicBezTo>
                  <a:cubicBezTo>
                    <a:pt x="173958" y="516338"/>
                    <a:pt x="174363" y="515592"/>
                    <a:pt x="175172" y="515592"/>
                  </a:cubicBezTo>
                  <a:lnTo>
                    <a:pt x="176791" y="515592"/>
                  </a:lnTo>
                  <a:cubicBezTo>
                    <a:pt x="177601" y="515592"/>
                    <a:pt x="178815" y="515592"/>
                    <a:pt x="179624" y="514846"/>
                  </a:cubicBezTo>
                  <a:cubicBezTo>
                    <a:pt x="181648" y="514099"/>
                    <a:pt x="183672" y="512607"/>
                    <a:pt x="185695" y="510369"/>
                  </a:cubicBezTo>
                  <a:lnTo>
                    <a:pt x="186100" y="509622"/>
                  </a:lnTo>
                  <a:cubicBezTo>
                    <a:pt x="186505" y="508876"/>
                    <a:pt x="186505" y="508876"/>
                    <a:pt x="186910" y="508876"/>
                  </a:cubicBezTo>
                  <a:lnTo>
                    <a:pt x="187314" y="508876"/>
                  </a:lnTo>
                  <a:cubicBezTo>
                    <a:pt x="188124" y="509622"/>
                    <a:pt x="188933" y="508876"/>
                    <a:pt x="190147" y="508130"/>
                  </a:cubicBezTo>
                  <a:cubicBezTo>
                    <a:pt x="190957" y="508130"/>
                    <a:pt x="191362" y="507384"/>
                    <a:pt x="192171" y="507384"/>
                  </a:cubicBezTo>
                  <a:cubicBezTo>
                    <a:pt x="192576" y="507384"/>
                    <a:pt x="192981" y="507384"/>
                    <a:pt x="192981" y="506638"/>
                  </a:cubicBezTo>
                  <a:cubicBezTo>
                    <a:pt x="193385" y="505892"/>
                    <a:pt x="194600" y="505892"/>
                    <a:pt x="195004" y="505146"/>
                  </a:cubicBezTo>
                  <a:cubicBezTo>
                    <a:pt x="195409" y="504399"/>
                    <a:pt x="195814" y="504399"/>
                    <a:pt x="196218" y="504399"/>
                  </a:cubicBezTo>
                  <a:cubicBezTo>
                    <a:pt x="196623" y="504399"/>
                    <a:pt x="196623" y="503653"/>
                    <a:pt x="197028" y="503653"/>
                  </a:cubicBezTo>
                  <a:cubicBezTo>
                    <a:pt x="197433" y="502907"/>
                    <a:pt x="197837" y="502161"/>
                    <a:pt x="198647" y="502161"/>
                  </a:cubicBezTo>
                  <a:cubicBezTo>
                    <a:pt x="199052" y="502161"/>
                    <a:pt x="199456" y="502161"/>
                    <a:pt x="200266" y="501415"/>
                  </a:cubicBezTo>
                  <a:cubicBezTo>
                    <a:pt x="201480" y="501415"/>
                    <a:pt x="202289" y="500669"/>
                    <a:pt x="203504" y="499923"/>
                  </a:cubicBezTo>
                  <a:cubicBezTo>
                    <a:pt x="204313" y="499176"/>
                    <a:pt x="204718" y="498430"/>
                    <a:pt x="205527" y="497684"/>
                  </a:cubicBezTo>
                  <a:cubicBezTo>
                    <a:pt x="205932" y="497684"/>
                    <a:pt x="206337" y="496938"/>
                    <a:pt x="206742" y="496938"/>
                  </a:cubicBezTo>
                  <a:cubicBezTo>
                    <a:pt x="207146" y="496192"/>
                    <a:pt x="208360" y="495446"/>
                    <a:pt x="208765" y="493953"/>
                  </a:cubicBezTo>
                  <a:cubicBezTo>
                    <a:pt x="209170" y="492461"/>
                    <a:pt x="209575" y="493207"/>
                    <a:pt x="209979" y="492461"/>
                  </a:cubicBezTo>
                  <a:lnTo>
                    <a:pt x="213622" y="490223"/>
                  </a:lnTo>
                  <a:cubicBezTo>
                    <a:pt x="214027" y="490223"/>
                    <a:pt x="214027" y="489476"/>
                    <a:pt x="214836" y="489476"/>
                  </a:cubicBezTo>
                  <a:lnTo>
                    <a:pt x="219693" y="482761"/>
                  </a:lnTo>
                  <a:lnTo>
                    <a:pt x="220907" y="480523"/>
                  </a:lnTo>
                  <a:lnTo>
                    <a:pt x="221312" y="480523"/>
                  </a:lnTo>
                  <a:cubicBezTo>
                    <a:pt x="222526" y="479776"/>
                    <a:pt x="223336" y="479030"/>
                    <a:pt x="224550" y="478284"/>
                  </a:cubicBezTo>
                  <a:cubicBezTo>
                    <a:pt x="225359" y="477538"/>
                    <a:pt x="226573" y="476046"/>
                    <a:pt x="227383" y="474553"/>
                  </a:cubicBezTo>
                  <a:lnTo>
                    <a:pt x="227788" y="473807"/>
                  </a:lnTo>
                  <a:lnTo>
                    <a:pt x="228597" y="472315"/>
                  </a:lnTo>
                  <a:cubicBezTo>
                    <a:pt x="229002" y="471569"/>
                    <a:pt x="229406" y="470823"/>
                    <a:pt x="230216" y="470076"/>
                  </a:cubicBezTo>
                  <a:cubicBezTo>
                    <a:pt x="230216" y="470076"/>
                    <a:pt x="230216" y="469330"/>
                    <a:pt x="230621" y="469330"/>
                  </a:cubicBezTo>
                  <a:cubicBezTo>
                    <a:pt x="231025" y="468584"/>
                    <a:pt x="231025" y="468584"/>
                    <a:pt x="231025" y="467838"/>
                  </a:cubicBezTo>
                  <a:cubicBezTo>
                    <a:pt x="232240" y="467092"/>
                    <a:pt x="233049" y="466346"/>
                    <a:pt x="233859" y="465599"/>
                  </a:cubicBezTo>
                  <a:cubicBezTo>
                    <a:pt x="234668" y="464853"/>
                    <a:pt x="235882" y="463361"/>
                    <a:pt x="236692" y="461869"/>
                  </a:cubicBezTo>
                  <a:cubicBezTo>
                    <a:pt x="237501" y="459630"/>
                    <a:pt x="238715" y="458138"/>
                    <a:pt x="239930" y="455153"/>
                  </a:cubicBezTo>
                  <a:cubicBezTo>
                    <a:pt x="239930" y="454407"/>
                    <a:pt x="240334" y="453661"/>
                    <a:pt x="240739" y="452169"/>
                  </a:cubicBezTo>
                  <a:cubicBezTo>
                    <a:pt x="241144" y="452169"/>
                    <a:pt x="241548" y="452169"/>
                    <a:pt x="241548" y="451423"/>
                  </a:cubicBezTo>
                  <a:cubicBezTo>
                    <a:pt x="241953" y="451423"/>
                    <a:pt x="241953" y="450676"/>
                    <a:pt x="242358" y="450676"/>
                  </a:cubicBezTo>
                  <a:cubicBezTo>
                    <a:pt x="242763" y="450676"/>
                    <a:pt x="243167" y="449930"/>
                    <a:pt x="243977" y="449184"/>
                  </a:cubicBezTo>
                  <a:cubicBezTo>
                    <a:pt x="244786" y="447692"/>
                    <a:pt x="245596" y="446199"/>
                    <a:pt x="246000" y="444707"/>
                  </a:cubicBezTo>
                  <a:cubicBezTo>
                    <a:pt x="246810" y="443215"/>
                    <a:pt x="248024" y="440976"/>
                    <a:pt x="248834" y="438738"/>
                  </a:cubicBezTo>
                  <a:cubicBezTo>
                    <a:pt x="248834" y="437992"/>
                    <a:pt x="249238" y="437246"/>
                    <a:pt x="249643" y="435753"/>
                  </a:cubicBezTo>
                  <a:cubicBezTo>
                    <a:pt x="250048" y="435753"/>
                    <a:pt x="250048" y="435753"/>
                    <a:pt x="250048" y="435007"/>
                  </a:cubicBezTo>
                  <a:cubicBezTo>
                    <a:pt x="250453" y="434261"/>
                    <a:pt x="250857" y="434261"/>
                    <a:pt x="251262" y="433515"/>
                  </a:cubicBezTo>
                  <a:cubicBezTo>
                    <a:pt x="251667" y="432769"/>
                    <a:pt x="252881" y="431276"/>
                    <a:pt x="253286" y="430530"/>
                  </a:cubicBezTo>
                  <a:cubicBezTo>
                    <a:pt x="254500" y="427546"/>
                    <a:pt x="255714" y="424561"/>
                    <a:pt x="256928" y="420830"/>
                  </a:cubicBezTo>
                  <a:cubicBezTo>
                    <a:pt x="256928" y="420084"/>
                    <a:pt x="256928" y="420084"/>
                    <a:pt x="257333" y="420084"/>
                  </a:cubicBezTo>
                  <a:cubicBezTo>
                    <a:pt x="257333" y="419338"/>
                    <a:pt x="257333" y="419338"/>
                    <a:pt x="257738" y="419338"/>
                  </a:cubicBezTo>
                  <a:cubicBezTo>
                    <a:pt x="258142" y="418592"/>
                    <a:pt x="258952" y="417846"/>
                    <a:pt x="259357" y="417100"/>
                  </a:cubicBezTo>
                  <a:lnTo>
                    <a:pt x="260571" y="414861"/>
                  </a:lnTo>
                  <a:cubicBezTo>
                    <a:pt x="262190" y="411130"/>
                    <a:pt x="263404" y="407400"/>
                    <a:pt x="264213" y="402923"/>
                  </a:cubicBezTo>
                  <a:cubicBezTo>
                    <a:pt x="264213" y="402176"/>
                    <a:pt x="264618" y="401430"/>
                    <a:pt x="264618" y="399938"/>
                  </a:cubicBezTo>
                  <a:cubicBezTo>
                    <a:pt x="265023" y="399192"/>
                    <a:pt x="265023" y="399192"/>
                    <a:pt x="265428" y="399192"/>
                  </a:cubicBezTo>
                  <a:cubicBezTo>
                    <a:pt x="265832" y="399192"/>
                    <a:pt x="265832" y="397700"/>
                    <a:pt x="266642" y="396953"/>
                  </a:cubicBezTo>
                  <a:cubicBezTo>
                    <a:pt x="267047" y="395461"/>
                    <a:pt x="267451" y="393969"/>
                    <a:pt x="268261" y="392476"/>
                  </a:cubicBezTo>
                  <a:cubicBezTo>
                    <a:pt x="269070" y="389492"/>
                    <a:pt x="269880" y="385761"/>
                    <a:pt x="270689" y="382776"/>
                  </a:cubicBezTo>
                  <a:cubicBezTo>
                    <a:pt x="270689" y="382030"/>
                    <a:pt x="271094" y="381284"/>
                    <a:pt x="271094" y="379792"/>
                  </a:cubicBezTo>
                  <a:cubicBezTo>
                    <a:pt x="271094" y="379792"/>
                    <a:pt x="271499" y="379792"/>
                    <a:pt x="271499" y="379046"/>
                  </a:cubicBezTo>
                  <a:cubicBezTo>
                    <a:pt x="273927" y="374569"/>
                    <a:pt x="275546" y="368600"/>
                    <a:pt x="276355" y="361884"/>
                  </a:cubicBezTo>
                  <a:cubicBezTo>
                    <a:pt x="276355" y="361138"/>
                    <a:pt x="276760" y="359646"/>
                    <a:pt x="276760" y="358900"/>
                  </a:cubicBezTo>
                  <a:cubicBezTo>
                    <a:pt x="277165" y="358900"/>
                    <a:pt x="277165" y="358153"/>
                    <a:pt x="277165" y="358153"/>
                  </a:cubicBezTo>
                  <a:cubicBezTo>
                    <a:pt x="279188" y="352930"/>
                    <a:pt x="280403" y="346961"/>
                    <a:pt x="280807" y="340992"/>
                  </a:cubicBezTo>
                  <a:lnTo>
                    <a:pt x="280807" y="338007"/>
                  </a:lnTo>
                  <a:cubicBezTo>
                    <a:pt x="282831" y="333530"/>
                    <a:pt x="283641" y="327561"/>
                    <a:pt x="284045" y="321592"/>
                  </a:cubicBezTo>
                  <a:lnTo>
                    <a:pt x="284045" y="314877"/>
                  </a:lnTo>
                  <a:cubicBezTo>
                    <a:pt x="286069" y="308907"/>
                    <a:pt x="286878" y="302192"/>
                    <a:pt x="286474" y="295477"/>
                  </a:cubicBezTo>
                  <a:cubicBezTo>
                    <a:pt x="286474" y="294730"/>
                    <a:pt x="286069" y="293984"/>
                    <a:pt x="286069" y="292492"/>
                  </a:cubicBezTo>
                  <a:cubicBezTo>
                    <a:pt x="286474" y="291746"/>
                    <a:pt x="286474" y="291746"/>
                    <a:pt x="286474" y="291000"/>
                  </a:cubicBezTo>
                  <a:cubicBezTo>
                    <a:pt x="287688" y="285030"/>
                    <a:pt x="288093" y="279061"/>
                    <a:pt x="287283" y="273092"/>
                  </a:cubicBezTo>
                  <a:cubicBezTo>
                    <a:pt x="287283" y="272346"/>
                    <a:pt x="286878" y="270854"/>
                    <a:pt x="286878" y="270107"/>
                  </a:cubicBezTo>
                  <a:cubicBezTo>
                    <a:pt x="288093" y="263392"/>
                    <a:pt x="288497" y="256677"/>
                    <a:pt x="287283" y="249961"/>
                  </a:cubicBezTo>
                  <a:cubicBezTo>
                    <a:pt x="287283" y="249215"/>
                    <a:pt x="286878" y="248469"/>
                    <a:pt x="286878" y="246977"/>
                  </a:cubicBezTo>
                  <a:cubicBezTo>
                    <a:pt x="287688" y="240261"/>
                    <a:pt x="287688" y="233546"/>
                    <a:pt x="286474" y="227577"/>
                  </a:cubicBezTo>
                  <a:lnTo>
                    <a:pt x="286474" y="226830"/>
                  </a:lnTo>
                  <a:cubicBezTo>
                    <a:pt x="286069" y="226084"/>
                    <a:pt x="286069" y="225338"/>
                    <a:pt x="286069" y="223846"/>
                  </a:cubicBezTo>
                  <a:cubicBezTo>
                    <a:pt x="286474" y="217130"/>
                    <a:pt x="286069" y="210415"/>
                    <a:pt x="284450" y="203700"/>
                  </a:cubicBezTo>
                  <a:cubicBezTo>
                    <a:pt x="284450" y="202954"/>
                    <a:pt x="284045" y="202207"/>
                    <a:pt x="284045" y="201461"/>
                  </a:cubicBezTo>
                  <a:cubicBezTo>
                    <a:pt x="284045" y="201461"/>
                    <a:pt x="284045" y="200715"/>
                    <a:pt x="283641" y="200715"/>
                  </a:cubicBezTo>
                  <a:lnTo>
                    <a:pt x="284045" y="199969"/>
                  </a:lnTo>
                  <a:lnTo>
                    <a:pt x="284045" y="194746"/>
                  </a:lnTo>
                  <a:cubicBezTo>
                    <a:pt x="283641" y="189523"/>
                    <a:pt x="282831" y="185046"/>
                    <a:pt x="281212" y="180569"/>
                  </a:cubicBezTo>
                  <a:cubicBezTo>
                    <a:pt x="281212" y="179823"/>
                    <a:pt x="280807" y="179077"/>
                    <a:pt x="280403" y="177584"/>
                  </a:cubicBezTo>
                  <a:cubicBezTo>
                    <a:pt x="280403" y="170869"/>
                    <a:pt x="279188" y="164154"/>
                    <a:pt x="277165" y="158931"/>
                  </a:cubicBezTo>
                  <a:cubicBezTo>
                    <a:pt x="276760" y="158184"/>
                    <a:pt x="276355" y="157438"/>
                    <a:pt x="276355" y="155946"/>
                  </a:cubicBezTo>
                  <a:cubicBezTo>
                    <a:pt x="275951" y="149231"/>
                    <a:pt x="274332" y="142515"/>
                    <a:pt x="271903" y="137292"/>
                  </a:cubicBezTo>
                  <a:cubicBezTo>
                    <a:pt x="271903" y="137292"/>
                    <a:pt x="271499" y="137292"/>
                    <a:pt x="271499" y="136546"/>
                  </a:cubicBezTo>
                  <a:lnTo>
                    <a:pt x="270689" y="135054"/>
                  </a:lnTo>
                  <a:cubicBezTo>
                    <a:pt x="270689" y="131323"/>
                    <a:pt x="269880" y="127592"/>
                    <a:pt x="268665" y="124607"/>
                  </a:cubicBezTo>
                  <a:cubicBezTo>
                    <a:pt x="268261" y="123115"/>
                    <a:pt x="267856" y="121623"/>
                    <a:pt x="267047" y="120877"/>
                  </a:cubicBezTo>
                  <a:cubicBezTo>
                    <a:pt x="266642" y="120131"/>
                    <a:pt x="266237" y="119384"/>
                    <a:pt x="265832" y="117892"/>
                  </a:cubicBezTo>
                  <a:cubicBezTo>
                    <a:pt x="265832" y="117892"/>
                    <a:pt x="265428" y="117892"/>
                    <a:pt x="265428" y="117146"/>
                  </a:cubicBezTo>
                  <a:cubicBezTo>
                    <a:pt x="265023" y="117146"/>
                    <a:pt x="265023" y="116400"/>
                    <a:pt x="264213" y="114907"/>
                  </a:cubicBezTo>
                  <a:cubicBezTo>
                    <a:pt x="263404" y="109684"/>
                    <a:pt x="262190" y="105954"/>
                    <a:pt x="260571" y="102223"/>
                  </a:cubicBezTo>
                  <a:lnTo>
                    <a:pt x="259357" y="99984"/>
                  </a:lnTo>
                  <a:lnTo>
                    <a:pt x="258547" y="98492"/>
                  </a:lnTo>
                  <a:cubicBezTo>
                    <a:pt x="258142" y="98492"/>
                    <a:pt x="258142" y="97746"/>
                    <a:pt x="257738" y="97000"/>
                  </a:cubicBezTo>
                  <a:lnTo>
                    <a:pt x="257333" y="97000"/>
                  </a:lnTo>
                  <a:cubicBezTo>
                    <a:pt x="256524" y="93269"/>
                    <a:pt x="255309" y="89538"/>
                    <a:pt x="253690" y="86554"/>
                  </a:cubicBezTo>
                  <a:cubicBezTo>
                    <a:pt x="253286" y="85061"/>
                    <a:pt x="252476" y="83569"/>
                    <a:pt x="251667" y="82823"/>
                  </a:cubicBezTo>
                  <a:cubicBezTo>
                    <a:pt x="251262" y="82077"/>
                    <a:pt x="250857" y="82077"/>
                    <a:pt x="250453" y="80584"/>
                  </a:cubicBezTo>
                  <a:cubicBezTo>
                    <a:pt x="250048" y="79092"/>
                    <a:pt x="249643" y="79838"/>
                    <a:pt x="248834" y="79092"/>
                  </a:cubicBezTo>
                  <a:cubicBezTo>
                    <a:pt x="248429" y="76108"/>
                    <a:pt x="247215" y="73869"/>
                    <a:pt x="246000" y="71631"/>
                  </a:cubicBezTo>
                  <a:lnTo>
                    <a:pt x="243977" y="67900"/>
                  </a:lnTo>
                  <a:cubicBezTo>
                    <a:pt x="243572" y="67154"/>
                    <a:pt x="243167" y="67154"/>
                    <a:pt x="242358" y="66408"/>
                  </a:cubicBezTo>
                  <a:cubicBezTo>
                    <a:pt x="241548" y="65661"/>
                    <a:pt x="241953" y="65661"/>
                    <a:pt x="241548" y="65661"/>
                  </a:cubicBezTo>
                  <a:lnTo>
                    <a:pt x="241144" y="64915"/>
                  </a:lnTo>
                  <a:cubicBezTo>
                    <a:pt x="240739" y="64915"/>
                    <a:pt x="240334" y="64169"/>
                    <a:pt x="239525" y="63423"/>
                  </a:cubicBezTo>
                  <a:cubicBezTo>
                    <a:pt x="238715" y="60438"/>
                    <a:pt x="237501" y="58200"/>
                    <a:pt x="236287" y="55961"/>
                  </a:cubicBezTo>
                  <a:lnTo>
                    <a:pt x="231835" y="56708"/>
                  </a:lnTo>
                  <a:lnTo>
                    <a:pt x="229406" y="53723"/>
                  </a:lnTo>
                  <a:lnTo>
                    <a:pt x="228597" y="52977"/>
                  </a:lnTo>
                  <a:lnTo>
                    <a:pt x="228192" y="52977"/>
                  </a:lnTo>
                  <a:cubicBezTo>
                    <a:pt x="227788" y="51484"/>
                    <a:pt x="227383" y="49992"/>
                    <a:pt x="226573" y="49246"/>
                  </a:cubicBezTo>
                  <a:lnTo>
                    <a:pt x="225764" y="47754"/>
                  </a:lnTo>
                  <a:lnTo>
                    <a:pt x="225359" y="47008"/>
                  </a:lnTo>
                  <a:cubicBezTo>
                    <a:pt x="224550" y="45515"/>
                    <a:pt x="223740" y="44769"/>
                    <a:pt x="222526" y="44023"/>
                  </a:cubicBezTo>
                  <a:cubicBezTo>
                    <a:pt x="221717" y="43277"/>
                    <a:pt x="220502" y="41785"/>
                    <a:pt x="219693" y="41038"/>
                  </a:cubicBezTo>
                  <a:cubicBezTo>
                    <a:pt x="219288" y="41038"/>
                    <a:pt x="219288" y="41038"/>
                    <a:pt x="219288" y="40292"/>
                  </a:cubicBezTo>
                  <a:cubicBezTo>
                    <a:pt x="219288" y="39546"/>
                    <a:pt x="218479" y="39546"/>
                    <a:pt x="218074" y="39546"/>
                  </a:cubicBezTo>
                  <a:cubicBezTo>
                    <a:pt x="217669" y="39546"/>
                    <a:pt x="217669" y="38800"/>
                    <a:pt x="217669" y="38800"/>
                  </a:cubicBezTo>
                  <a:cubicBezTo>
                    <a:pt x="216050" y="35815"/>
                    <a:pt x="214431" y="34323"/>
                    <a:pt x="212812" y="32085"/>
                  </a:cubicBezTo>
                  <a:cubicBezTo>
                    <a:pt x="212408" y="31338"/>
                    <a:pt x="212003" y="31338"/>
                    <a:pt x="211598" y="31338"/>
                  </a:cubicBezTo>
                  <a:cubicBezTo>
                    <a:pt x="210789" y="30592"/>
                    <a:pt x="209575" y="29846"/>
                    <a:pt x="208765" y="29100"/>
                  </a:cubicBezTo>
                  <a:cubicBezTo>
                    <a:pt x="208360" y="29100"/>
                    <a:pt x="207956" y="28354"/>
                    <a:pt x="207146" y="28354"/>
                  </a:cubicBezTo>
                  <a:cubicBezTo>
                    <a:pt x="207146" y="28354"/>
                    <a:pt x="207146" y="27608"/>
                    <a:pt x="206742" y="27608"/>
                  </a:cubicBezTo>
                  <a:cubicBezTo>
                    <a:pt x="205932" y="26115"/>
                    <a:pt x="205527" y="25369"/>
                    <a:pt x="204718" y="24623"/>
                  </a:cubicBezTo>
                  <a:cubicBezTo>
                    <a:pt x="204313" y="23877"/>
                    <a:pt x="203908" y="23877"/>
                    <a:pt x="203504" y="23877"/>
                  </a:cubicBezTo>
                  <a:cubicBezTo>
                    <a:pt x="203099" y="23131"/>
                    <a:pt x="202289" y="22385"/>
                    <a:pt x="201480" y="22385"/>
                  </a:cubicBezTo>
                  <a:cubicBezTo>
                    <a:pt x="200671" y="21638"/>
                    <a:pt x="199456" y="20892"/>
                    <a:pt x="198242" y="20146"/>
                  </a:cubicBezTo>
                  <a:cubicBezTo>
                    <a:pt x="197837" y="20146"/>
                    <a:pt x="197837" y="19400"/>
                    <a:pt x="197433" y="19400"/>
                  </a:cubicBezTo>
                  <a:lnTo>
                    <a:pt x="197028" y="19400"/>
                  </a:lnTo>
                  <a:cubicBezTo>
                    <a:pt x="196623" y="19400"/>
                    <a:pt x="196623" y="18654"/>
                    <a:pt x="195814" y="18654"/>
                  </a:cubicBezTo>
                  <a:lnTo>
                    <a:pt x="194600" y="16415"/>
                  </a:lnTo>
                  <a:cubicBezTo>
                    <a:pt x="194195" y="16415"/>
                    <a:pt x="194195" y="15669"/>
                    <a:pt x="193385" y="15669"/>
                  </a:cubicBezTo>
                  <a:cubicBezTo>
                    <a:pt x="192576" y="14923"/>
                    <a:pt x="192171" y="14177"/>
                    <a:pt x="191362" y="14177"/>
                  </a:cubicBezTo>
                  <a:cubicBezTo>
                    <a:pt x="190957" y="13431"/>
                    <a:pt x="190957" y="13431"/>
                    <a:pt x="190552" y="13431"/>
                  </a:cubicBezTo>
                  <a:cubicBezTo>
                    <a:pt x="189743" y="12685"/>
                    <a:pt x="189338" y="12685"/>
                    <a:pt x="188529" y="12685"/>
                  </a:cubicBezTo>
                  <a:cubicBezTo>
                    <a:pt x="187719" y="11938"/>
                    <a:pt x="186910" y="11938"/>
                    <a:pt x="185695" y="11938"/>
                  </a:cubicBezTo>
                  <a:lnTo>
                    <a:pt x="184077" y="11938"/>
                  </a:lnTo>
                  <a:cubicBezTo>
                    <a:pt x="182458" y="8954"/>
                    <a:pt x="180029" y="7461"/>
                    <a:pt x="177601" y="7461"/>
                  </a:cubicBezTo>
                  <a:cubicBezTo>
                    <a:pt x="176791" y="6715"/>
                    <a:pt x="175982" y="6715"/>
                    <a:pt x="174768" y="6715"/>
                  </a:cubicBezTo>
                  <a:lnTo>
                    <a:pt x="171935" y="6715"/>
                  </a:lnTo>
                  <a:cubicBezTo>
                    <a:pt x="171530" y="5969"/>
                    <a:pt x="171125" y="5223"/>
                    <a:pt x="170720" y="5223"/>
                  </a:cubicBezTo>
                  <a:cubicBezTo>
                    <a:pt x="168697" y="3731"/>
                    <a:pt x="167078" y="2985"/>
                    <a:pt x="165054" y="2985"/>
                  </a:cubicBezTo>
                  <a:cubicBezTo>
                    <a:pt x="164649" y="2238"/>
                    <a:pt x="163840" y="2238"/>
                    <a:pt x="163435" y="2238"/>
                  </a:cubicBezTo>
                  <a:lnTo>
                    <a:pt x="161007" y="2238"/>
                  </a:lnTo>
                  <a:cubicBezTo>
                    <a:pt x="160602" y="2238"/>
                    <a:pt x="160602" y="2985"/>
                    <a:pt x="160197" y="2985"/>
                  </a:cubicBezTo>
                  <a:cubicBezTo>
                    <a:pt x="159388" y="2238"/>
                    <a:pt x="158983" y="1492"/>
                    <a:pt x="158174" y="1492"/>
                  </a:cubicBezTo>
                  <a:cubicBezTo>
                    <a:pt x="156960" y="746"/>
                    <a:pt x="155341" y="0"/>
                    <a:pt x="153722" y="0"/>
                  </a:cubicBezTo>
                  <a:cubicBezTo>
                    <a:pt x="152912" y="0"/>
                    <a:pt x="152507" y="0"/>
                    <a:pt x="151698" y="746"/>
                  </a:cubicBezTo>
                  <a:lnTo>
                    <a:pt x="149270" y="746"/>
                  </a:lnTo>
                  <a:cubicBezTo>
                    <a:pt x="148865" y="746"/>
                    <a:pt x="148055" y="1492"/>
                    <a:pt x="147651" y="1492"/>
                  </a:cubicBezTo>
                  <a:cubicBezTo>
                    <a:pt x="146841" y="746"/>
                    <a:pt x="146436" y="746"/>
                    <a:pt x="145627" y="746"/>
                  </a:cubicBezTo>
                  <a:cubicBezTo>
                    <a:pt x="143603" y="0"/>
                    <a:pt x="141580" y="0"/>
                    <a:pt x="139556" y="746"/>
                  </a:cubicBezTo>
                  <a:lnTo>
                    <a:pt x="138747" y="746"/>
                  </a:lnTo>
                  <a:cubicBezTo>
                    <a:pt x="138342" y="746"/>
                    <a:pt x="137532" y="1492"/>
                    <a:pt x="137128" y="1492"/>
                  </a:cubicBezTo>
                  <a:cubicBezTo>
                    <a:pt x="136723" y="1492"/>
                    <a:pt x="136318" y="2238"/>
                    <a:pt x="135509" y="2238"/>
                  </a:cubicBezTo>
                  <a:cubicBezTo>
                    <a:pt x="134699" y="1492"/>
                    <a:pt x="133485" y="1492"/>
                    <a:pt x="132676" y="1492"/>
                  </a:cubicBezTo>
                  <a:lnTo>
                    <a:pt x="131057" y="1492"/>
                  </a:lnTo>
                  <a:cubicBezTo>
                    <a:pt x="130247" y="1492"/>
                    <a:pt x="129438" y="2238"/>
                    <a:pt x="128628" y="2238"/>
                  </a:cubicBezTo>
                  <a:cubicBezTo>
                    <a:pt x="127819" y="2238"/>
                    <a:pt x="127009" y="2985"/>
                    <a:pt x="125795" y="2985"/>
                  </a:cubicBezTo>
                  <a:cubicBezTo>
                    <a:pt x="125795" y="746"/>
                    <a:pt x="125390" y="746"/>
                    <a:pt x="124986" y="746"/>
                  </a:cubicBezTo>
                  <a:cubicBezTo>
                    <a:pt x="124581" y="1492"/>
                    <a:pt x="124581" y="1492"/>
                    <a:pt x="123771" y="1492"/>
                  </a:cubicBezTo>
                  <a:lnTo>
                    <a:pt x="123367" y="1492"/>
                  </a:lnTo>
                  <a:cubicBezTo>
                    <a:pt x="122557" y="746"/>
                    <a:pt x="121748" y="746"/>
                    <a:pt x="120938" y="746"/>
                  </a:cubicBezTo>
                  <a:lnTo>
                    <a:pt x="119319" y="746"/>
                  </a:lnTo>
                  <a:cubicBezTo>
                    <a:pt x="118510" y="1492"/>
                    <a:pt x="117296" y="1492"/>
                    <a:pt x="116082" y="1492"/>
                  </a:cubicBezTo>
                  <a:cubicBezTo>
                    <a:pt x="115272" y="2238"/>
                    <a:pt x="114463" y="2985"/>
                    <a:pt x="113248" y="2985"/>
                  </a:cubicBezTo>
                  <a:cubicBezTo>
                    <a:pt x="112844" y="3731"/>
                    <a:pt x="112844" y="3731"/>
                    <a:pt x="112439" y="3731"/>
                  </a:cubicBezTo>
                  <a:cubicBezTo>
                    <a:pt x="112034" y="3731"/>
                    <a:pt x="111630" y="4477"/>
                    <a:pt x="110820" y="4477"/>
                  </a:cubicBezTo>
                  <a:cubicBezTo>
                    <a:pt x="110415" y="3731"/>
                    <a:pt x="109606" y="3731"/>
                    <a:pt x="109201" y="3731"/>
                  </a:cubicBezTo>
                  <a:cubicBezTo>
                    <a:pt x="108392" y="3731"/>
                    <a:pt x="107582" y="3731"/>
                    <a:pt x="106368" y="4477"/>
                  </a:cubicBezTo>
                  <a:cubicBezTo>
                    <a:pt x="104344" y="5969"/>
                    <a:pt x="102321" y="6715"/>
                    <a:pt x="100297" y="8954"/>
                  </a:cubicBezTo>
                  <a:cubicBezTo>
                    <a:pt x="99892" y="8954"/>
                    <a:pt x="99892" y="9700"/>
                    <a:pt x="99892" y="9700"/>
                  </a:cubicBezTo>
                  <a:cubicBezTo>
                    <a:pt x="99892" y="9700"/>
                    <a:pt x="99488" y="10446"/>
                    <a:pt x="99083" y="10446"/>
                  </a:cubicBezTo>
                  <a:lnTo>
                    <a:pt x="98678" y="10446"/>
                  </a:lnTo>
                  <a:cubicBezTo>
                    <a:pt x="97464" y="10446"/>
                    <a:pt x="95845" y="10446"/>
                    <a:pt x="94631" y="11192"/>
                  </a:cubicBezTo>
                  <a:cubicBezTo>
                    <a:pt x="93417" y="11938"/>
                    <a:pt x="92202" y="12685"/>
                    <a:pt x="90988" y="14177"/>
                  </a:cubicBezTo>
                  <a:cubicBezTo>
                    <a:pt x="90583" y="14923"/>
                    <a:pt x="90583" y="14923"/>
                    <a:pt x="90179" y="14923"/>
                  </a:cubicBezTo>
                  <a:cubicBezTo>
                    <a:pt x="89774" y="15669"/>
                    <a:pt x="89369" y="15669"/>
                    <a:pt x="88965" y="16415"/>
                  </a:cubicBezTo>
                  <a:lnTo>
                    <a:pt x="88560" y="16415"/>
                  </a:lnTo>
                  <a:cubicBezTo>
                    <a:pt x="88560" y="17161"/>
                    <a:pt x="88155" y="17161"/>
                    <a:pt x="88155" y="17161"/>
                  </a:cubicBezTo>
                  <a:lnTo>
                    <a:pt x="87750" y="17161"/>
                  </a:lnTo>
                  <a:cubicBezTo>
                    <a:pt x="86131" y="17908"/>
                    <a:pt x="84513" y="18654"/>
                    <a:pt x="82894" y="20146"/>
                  </a:cubicBezTo>
                  <a:cubicBezTo>
                    <a:pt x="82084" y="22385"/>
                    <a:pt x="82084" y="23131"/>
                    <a:pt x="81275" y="23131"/>
                  </a:cubicBezTo>
                  <a:cubicBezTo>
                    <a:pt x="81275" y="23131"/>
                    <a:pt x="81275" y="23877"/>
                    <a:pt x="80870" y="23877"/>
                  </a:cubicBezTo>
                  <a:cubicBezTo>
                    <a:pt x="80060" y="24623"/>
                    <a:pt x="78846" y="26115"/>
                    <a:pt x="77632" y="27608"/>
                  </a:cubicBezTo>
                  <a:lnTo>
                    <a:pt x="77227" y="28354"/>
                  </a:lnTo>
                  <a:lnTo>
                    <a:pt x="76418" y="29846"/>
                  </a:lnTo>
                  <a:cubicBezTo>
                    <a:pt x="75204" y="29846"/>
                    <a:pt x="74394" y="30592"/>
                    <a:pt x="73180" y="30592"/>
                  </a:cubicBezTo>
                  <a:cubicBezTo>
                    <a:pt x="72775" y="31338"/>
                    <a:pt x="71561" y="32085"/>
                    <a:pt x="70347" y="33577"/>
                  </a:cubicBezTo>
                  <a:cubicBezTo>
                    <a:pt x="69133" y="35069"/>
                    <a:pt x="67919" y="36561"/>
                    <a:pt x="66704" y="38800"/>
                  </a:cubicBezTo>
                  <a:lnTo>
                    <a:pt x="66704" y="39546"/>
                  </a:lnTo>
                  <a:cubicBezTo>
                    <a:pt x="66300" y="39546"/>
                    <a:pt x="65895" y="40292"/>
                    <a:pt x="65490" y="41038"/>
                  </a:cubicBezTo>
                  <a:lnTo>
                    <a:pt x="65085" y="41038"/>
                  </a:lnTo>
                  <a:cubicBezTo>
                    <a:pt x="63871" y="41785"/>
                    <a:pt x="63062" y="42531"/>
                    <a:pt x="61848" y="43277"/>
                  </a:cubicBezTo>
                  <a:cubicBezTo>
                    <a:pt x="60633" y="44769"/>
                    <a:pt x="59824" y="46261"/>
                    <a:pt x="58610" y="47754"/>
                  </a:cubicBezTo>
                  <a:lnTo>
                    <a:pt x="57800" y="49246"/>
                  </a:lnTo>
                  <a:cubicBezTo>
                    <a:pt x="57396" y="49992"/>
                    <a:pt x="56991" y="50738"/>
                    <a:pt x="56181" y="51484"/>
                  </a:cubicBezTo>
                  <a:cubicBezTo>
                    <a:pt x="55372" y="52231"/>
                    <a:pt x="55777" y="52231"/>
                    <a:pt x="55777" y="52231"/>
                  </a:cubicBezTo>
                  <a:cubicBezTo>
                    <a:pt x="55777" y="52977"/>
                    <a:pt x="55372" y="52977"/>
                    <a:pt x="55372" y="52977"/>
                  </a:cubicBezTo>
                  <a:cubicBezTo>
                    <a:pt x="54967" y="53723"/>
                    <a:pt x="54967" y="53723"/>
                    <a:pt x="54158" y="53723"/>
                  </a:cubicBezTo>
                  <a:cubicBezTo>
                    <a:pt x="52539" y="55215"/>
                    <a:pt x="51325" y="56708"/>
                    <a:pt x="50110" y="58946"/>
                  </a:cubicBezTo>
                  <a:cubicBezTo>
                    <a:pt x="48896" y="60438"/>
                    <a:pt x="48087" y="62677"/>
                    <a:pt x="46872" y="64915"/>
                  </a:cubicBezTo>
                  <a:cubicBezTo>
                    <a:pt x="46872" y="65661"/>
                    <a:pt x="46468" y="66408"/>
                    <a:pt x="46063" y="67900"/>
                  </a:cubicBezTo>
                  <a:cubicBezTo>
                    <a:pt x="45254" y="68646"/>
                    <a:pt x="44849" y="69392"/>
                    <a:pt x="44039" y="69392"/>
                  </a:cubicBezTo>
                  <a:cubicBezTo>
                    <a:pt x="43635" y="70138"/>
                    <a:pt x="43230" y="70884"/>
                    <a:pt x="42825" y="70884"/>
                  </a:cubicBezTo>
                  <a:lnTo>
                    <a:pt x="41611" y="73123"/>
                  </a:lnTo>
                  <a:cubicBezTo>
                    <a:pt x="41206" y="73869"/>
                    <a:pt x="40801" y="74615"/>
                    <a:pt x="40801" y="75361"/>
                  </a:cubicBezTo>
                  <a:lnTo>
                    <a:pt x="39183" y="78346"/>
                  </a:lnTo>
                  <a:cubicBezTo>
                    <a:pt x="38778" y="79092"/>
                    <a:pt x="38373" y="79838"/>
                    <a:pt x="37968" y="81331"/>
                  </a:cubicBezTo>
                  <a:cubicBezTo>
                    <a:pt x="37968" y="82077"/>
                    <a:pt x="37564" y="82823"/>
                    <a:pt x="37159" y="84315"/>
                  </a:cubicBezTo>
                  <a:cubicBezTo>
                    <a:pt x="36349" y="85061"/>
                    <a:pt x="35945" y="85808"/>
                    <a:pt x="35540" y="86554"/>
                  </a:cubicBezTo>
                  <a:cubicBezTo>
                    <a:pt x="34731" y="87300"/>
                    <a:pt x="33921" y="88792"/>
                    <a:pt x="33516" y="90284"/>
                  </a:cubicBezTo>
                  <a:cubicBezTo>
                    <a:pt x="32707" y="91777"/>
                    <a:pt x="32302" y="92523"/>
                    <a:pt x="31897" y="94015"/>
                  </a:cubicBezTo>
                  <a:cubicBezTo>
                    <a:pt x="31088" y="95508"/>
                    <a:pt x="30683" y="97746"/>
                    <a:pt x="30278" y="99238"/>
                  </a:cubicBezTo>
                  <a:cubicBezTo>
                    <a:pt x="30278" y="99984"/>
                    <a:pt x="29874" y="100731"/>
                    <a:pt x="29874" y="102223"/>
                  </a:cubicBezTo>
                  <a:cubicBezTo>
                    <a:pt x="29469" y="102223"/>
                    <a:pt x="29064" y="102969"/>
                    <a:pt x="28255" y="103715"/>
                  </a:cubicBezTo>
                  <a:lnTo>
                    <a:pt x="27041" y="105954"/>
                  </a:lnTo>
                  <a:cubicBezTo>
                    <a:pt x="25422" y="109684"/>
                    <a:pt x="24207" y="113415"/>
                    <a:pt x="23398" y="117892"/>
                  </a:cubicBezTo>
                  <a:cubicBezTo>
                    <a:pt x="23398" y="118638"/>
                    <a:pt x="22993" y="119384"/>
                    <a:pt x="22993" y="120877"/>
                  </a:cubicBezTo>
                  <a:lnTo>
                    <a:pt x="22184" y="122369"/>
                  </a:lnTo>
                  <a:cubicBezTo>
                    <a:pt x="21779" y="123115"/>
                    <a:pt x="21374" y="123861"/>
                    <a:pt x="20970" y="123861"/>
                  </a:cubicBezTo>
                  <a:cubicBezTo>
                    <a:pt x="20565" y="125354"/>
                    <a:pt x="19755" y="126846"/>
                    <a:pt x="19351" y="128338"/>
                  </a:cubicBezTo>
                  <a:cubicBezTo>
                    <a:pt x="18541" y="131323"/>
                    <a:pt x="17732" y="135054"/>
                    <a:pt x="16922" y="138038"/>
                  </a:cubicBezTo>
                  <a:lnTo>
                    <a:pt x="16922" y="138784"/>
                  </a:lnTo>
                  <a:cubicBezTo>
                    <a:pt x="16922" y="139531"/>
                    <a:pt x="16518" y="140277"/>
                    <a:pt x="16518" y="141023"/>
                  </a:cubicBezTo>
                  <a:cubicBezTo>
                    <a:pt x="13684" y="145500"/>
                    <a:pt x="12066" y="152215"/>
                    <a:pt x="11661" y="158931"/>
                  </a:cubicBezTo>
                  <a:cubicBezTo>
                    <a:pt x="11661" y="159677"/>
                    <a:pt x="11256" y="161169"/>
                    <a:pt x="11256" y="161915"/>
                  </a:cubicBezTo>
                  <a:cubicBezTo>
                    <a:pt x="11256" y="162661"/>
                    <a:pt x="10851" y="162661"/>
                    <a:pt x="10851" y="162661"/>
                  </a:cubicBezTo>
                  <a:cubicBezTo>
                    <a:pt x="10042" y="164900"/>
                    <a:pt x="9232" y="167138"/>
                    <a:pt x="8423" y="170123"/>
                  </a:cubicBezTo>
                  <a:cubicBezTo>
                    <a:pt x="8018" y="173107"/>
                    <a:pt x="7613" y="176092"/>
                    <a:pt x="7209" y="179823"/>
                  </a:cubicBezTo>
                  <a:lnTo>
                    <a:pt x="7209" y="182807"/>
                  </a:lnTo>
                  <a:cubicBezTo>
                    <a:pt x="4780" y="188030"/>
                    <a:pt x="3971" y="194746"/>
                    <a:pt x="3971" y="201461"/>
                  </a:cubicBezTo>
                  <a:lnTo>
                    <a:pt x="3971" y="204446"/>
                  </a:lnTo>
                  <a:cubicBezTo>
                    <a:pt x="3566" y="204446"/>
                    <a:pt x="3566" y="205192"/>
                    <a:pt x="3566" y="205192"/>
                  </a:cubicBezTo>
                  <a:cubicBezTo>
                    <a:pt x="2352" y="211161"/>
                    <a:pt x="1543" y="217130"/>
                    <a:pt x="1947" y="223100"/>
                  </a:cubicBezTo>
                  <a:cubicBezTo>
                    <a:pt x="1947" y="223846"/>
                    <a:pt x="1947" y="225338"/>
                    <a:pt x="2352" y="226084"/>
                  </a:cubicBezTo>
                  <a:cubicBezTo>
                    <a:pt x="733" y="232054"/>
                    <a:pt x="328" y="238769"/>
                    <a:pt x="733" y="245484"/>
                  </a:cubicBezTo>
                  <a:cubicBezTo>
                    <a:pt x="733" y="246230"/>
                    <a:pt x="1138" y="247723"/>
                    <a:pt x="1138" y="248469"/>
                  </a:cubicBezTo>
                  <a:cubicBezTo>
                    <a:pt x="-76" y="255184"/>
                    <a:pt x="-481" y="261900"/>
                    <a:pt x="733" y="268615"/>
                  </a:cubicBezTo>
                  <a:cubicBezTo>
                    <a:pt x="733" y="269361"/>
                    <a:pt x="1138" y="270107"/>
                    <a:pt x="1138" y="271600"/>
                  </a:cubicBezTo>
                  <a:cubicBezTo>
                    <a:pt x="328" y="278315"/>
                    <a:pt x="328" y="285030"/>
                    <a:pt x="1543" y="291746"/>
                  </a:cubicBezTo>
                  <a:cubicBezTo>
                    <a:pt x="1543" y="292492"/>
                    <a:pt x="1947" y="293238"/>
                    <a:pt x="1947" y="294730"/>
                  </a:cubicBezTo>
                  <a:cubicBezTo>
                    <a:pt x="1543" y="301446"/>
                    <a:pt x="1947" y="308161"/>
                    <a:pt x="3566" y="314877"/>
                  </a:cubicBezTo>
                  <a:cubicBezTo>
                    <a:pt x="3971" y="315623"/>
                    <a:pt x="4376" y="316369"/>
                    <a:pt x="4376" y="317861"/>
                  </a:cubicBezTo>
                  <a:cubicBezTo>
                    <a:pt x="3971" y="324577"/>
                    <a:pt x="4780" y="331292"/>
                    <a:pt x="6804" y="337261"/>
                  </a:cubicBezTo>
                  <a:cubicBezTo>
                    <a:pt x="6804" y="338007"/>
                    <a:pt x="7209" y="338753"/>
                    <a:pt x="7613" y="340246"/>
                  </a:cubicBezTo>
                  <a:cubicBezTo>
                    <a:pt x="7209" y="343977"/>
                    <a:pt x="7613" y="347707"/>
                    <a:pt x="8423" y="350692"/>
                  </a:cubicBezTo>
                  <a:cubicBezTo>
                    <a:pt x="8828" y="353677"/>
                    <a:pt x="10042" y="355915"/>
                    <a:pt x="10851" y="358900"/>
                  </a:cubicBezTo>
                  <a:cubicBezTo>
                    <a:pt x="11256" y="359646"/>
                    <a:pt x="11661" y="360392"/>
                    <a:pt x="11661" y="361884"/>
                  </a:cubicBezTo>
                  <a:cubicBezTo>
                    <a:pt x="12066" y="368600"/>
                    <a:pt x="13684" y="375315"/>
                    <a:pt x="16113" y="379792"/>
                  </a:cubicBezTo>
                  <a:cubicBezTo>
                    <a:pt x="16518" y="380538"/>
                    <a:pt x="16922" y="381284"/>
                    <a:pt x="16922" y="382030"/>
                  </a:cubicBezTo>
                  <a:cubicBezTo>
                    <a:pt x="17327" y="385761"/>
                    <a:pt x="18137" y="389492"/>
                    <a:pt x="19351" y="392476"/>
                  </a:cubicBezTo>
                  <a:cubicBezTo>
                    <a:pt x="19755" y="393969"/>
                    <a:pt x="20160" y="395461"/>
                    <a:pt x="20970" y="396953"/>
                  </a:cubicBezTo>
                  <a:lnTo>
                    <a:pt x="22184" y="399192"/>
                  </a:lnTo>
                  <a:lnTo>
                    <a:pt x="22589" y="399938"/>
                  </a:lnTo>
                  <a:lnTo>
                    <a:pt x="23803" y="402176"/>
                  </a:lnTo>
                  <a:cubicBezTo>
                    <a:pt x="24207" y="407400"/>
                    <a:pt x="25826" y="411876"/>
                    <a:pt x="27445" y="414861"/>
                  </a:cubicBezTo>
                  <a:lnTo>
                    <a:pt x="28660" y="417100"/>
                  </a:lnTo>
                  <a:lnTo>
                    <a:pt x="29469" y="418592"/>
                  </a:lnTo>
                  <a:cubicBezTo>
                    <a:pt x="29874" y="418592"/>
                    <a:pt x="30278" y="419338"/>
                    <a:pt x="30683" y="420830"/>
                  </a:cubicBezTo>
                  <a:cubicBezTo>
                    <a:pt x="31088" y="423069"/>
                    <a:pt x="31493" y="425307"/>
                    <a:pt x="32302" y="426799"/>
                  </a:cubicBezTo>
                  <a:cubicBezTo>
                    <a:pt x="32707" y="428292"/>
                    <a:pt x="33516" y="429784"/>
                    <a:pt x="33921" y="430530"/>
                  </a:cubicBezTo>
                  <a:cubicBezTo>
                    <a:pt x="34326" y="432023"/>
                    <a:pt x="35135" y="433515"/>
                    <a:pt x="35945" y="434261"/>
                  </a:cubicBezTo>
                  <a:lnTo>
                    <a:pt x="37159" y="436500"/>
                  </a:lnTo>
                  <a:cubicBezTo>
                    <a:pt x="37564" y="436500"/>
                    <a:pt x="37968" y="437246"/>
                    <a:pt x="38778" y="437992"/>
                  </a:cubicBezTo>
                  <a:lnTo>
                    <a:pt x="39992" y="442469"/>
                  </a:lnTo>
                  <a:cubicBezTo>
                    <a:pt x="40397" y="443961"/>
                    <a:pt x="40801" y="444707"/>
                    <a:pt x="41611" y="445453"/>
                  </a:cubicBezTo>
                  <a:lnTo>
                    <a:pt x="42420" y="446946"/>
                  </a:lnTo>
                  <a:cubicBezTo>
                    <a:pt x="42825" y="447692"/>
                    <a:pt x="43230" y="447692"/>
                    <a:pt x="43635" y="449184"/>
                  </a:cubicBezTo>
                  <a:cubicBezTo>
                    <a:pt x="44039" y="449930"/>
                    <a:pt x="44444" y="449930"/>
                    <a:pt x="44849" y="450676"/>
                  </a:cubicBezTo>
                  <a:cubicBezTo>
                    <a:pt x="45254" y="451423"/>
                    <a:pt x="46063" y="451423"/>
                    <a:pt x="46468" y="452169"/>
                  </a:cubicBezTo>
                  <a:cubicBezTo>
                    <a:pt x="46872" y="452169"/>
                    <a:pt x="47277" y="452915"/>
                    <a:pt x="48087" y="453661"/>
                  </a:cubicBezTo>
                  <a:cubicBezTo>
                    <a:pt x="48896" y="456646"/>
                    <a:pt x="50110" y="458884"/>
                    <a:pt x="51325" y="461123"/>
                  </a:cubicBezTo>
                  <a:cubicBezTo>
                    <a:pt x="52539" y="462615"/>
                    <a:pt x="53753" y="464853"/>
                    <a:pt x="55372" y="466346"/>
                  </a:cubicBezTo>
                  <a:cubicBezTo>
                    <a:pt x="54967" y="467092"/>
                    <a:pt x="54967" y="467092"/>
                    <a:pt x="55372" y="467838"/>
                  </a:cubicBezTo>
                  <a:close/>
                  <a:moveTo>
                    <a:pt x="56991" y="431276"/>
                  </a:moveTo>
                  <a:cubicBezTo>
                    <a:pt x="56586" y="431276"/>
                    <a:pt x="56586" y="430530"/>
                    <a:pt x="56181" y="430530"/>
                  </a:cubicBezTo>
                  <a:cubicBezTo>
                    <a:pt x="55777" y="430530"/>
                    <a:pt x="55372" y="429038"/>
                    <a:pt x="54562" y="427546"/>
                  </a:cubicBezTo>
                  <a:cubicBezTo>
                    <a:pt x="53348" y="426053"/>
                    <a:pt x="52134" y="424561"/>
                    <a:pt x="50920" y="423815"/>
                  </a:cubicBezTo>
                  <a:cubicBezTo>
                    <a:pt x="50920" y="422323"/>
                    <a:pt x="50515" y="421576"/>
                    <a:pt x="50515" y="420084"/>
                  </a:cubicBezTo>
                  <a:cubicBezTo>
                    <a:pt x="50110" y="419338"/>
                    <a:pt x="49706" y="417846"/>
                    <a:pt x="49301" y="417100"/>
                  </a:cubicBezTo>
                  <a:cubicBezTo>
                    <a:pt x="49706" y="416353"/>
                    <a:pt x="50110" y="416353"/>
                    <a:pt x="50515" y="416353"/>
                  </a:cubicBezTo>
                  <a:cubicBezTo>
                    <a:pt x="50920" y="415607"/>
                    <a:pt x="51729" y="415607"/>
                    <a:pt x="52134" y="416353"/>
                  </a:cubicBezTo>
                  <a:cubicBezTo>
                    <a:pt x="52539" y="416353"/>
                    <a:pt x="52943" y="416353"/>
                    <a:pt x="52943" y="417100"/>
                  </a:cubicBezTo>
                  <a:cubicBezTo>
                    <a:pt x="53753" y="417846"/>
                    <a:pt x="54158" y="418592"/>
                    <a:pt x="54562" y="419338"/>
                  </a:cubicBezTo>
                  <a:cubicBezTo>
                    <a:pt x="54967" y="420084"/>
                    <a:pt x="55372" y="420084"/>
                    <a:pt x="55777" y="420830"/>
                  </a:cubicBezTo>
                  <a:cubicBezTo>
                    <a:pt x="56181" y="420830"/>
                    <a:pt x="56181" y="420830"/>
                    <a:pt x="56181" y="421576"/>
                  </a:cubicBezTo>
                  <a:cubicBezTo>
                    <a:pt x="56586" y="422323"/>
                    <a:pt x="57800" y="423069"/>
                    <a:pt x="58205" y="424561"/>
                  </a:cubicBezTo>
                  <a:cubicBezTo>
                    <a:pt x="58610" y="426053"/>
                    <a:pt x="58610" y="425307"/>
                    <a:pt x="59014" y="425307"/>
                  </a:cubicBezTo>
                  <a:cubicBezTo>
                    <a:pt x="59419" y="426053"/>
                    <a:pt x="59824" y="426053"/>
                    <a:pt x="60633" y="426053"/>
                  </a:cubicBezTo>
                  <a:cubicBezTo>
                    <a:pt x="60229" y="427546"/>
                    <a:pt x="59419" y="429038"/>
                    <a:pt x="59014" y="429784"/>
                  </a:cubicBezTo>
                  <a:cubicBezTo>
                    <a:pt x="58610" y="430530"/>
                    <a:pt x="58610" y="430530"/>
                    <a:pt x="58205" y="430530"/>
                  </a:cubicBezTo>
                  <a:cubicBezTo>
                    <a:pt x="57800" y="430530"/>
                    <a:pt x="57396" y="431276"/>
                    <a:pt x="56991" y="431276"/>
                  </a:cubicBezTo>
                  <a:close/>
                  <a:moveTo>
                    <a:pt x="22184" y="337261"/>
                  </a:moveTo>
                  <a:cubicBezTo>
                    <a:pt x="22589" y="334276"/>
                    <a:pt x="22589" y="331292"/>
                    <a:pt x="21779" y="328307"/>
                  </a:cubicBezTo>
                  <a:cubicBezTo>
                    <a:pt x="21374" y="326815"/>
                    <a:pt x="20970" y="325323"/>
                    <a:pt x="20565" y="323084"/>
                  </a:cubicBezTo>
                  <a:cubicBezTo>
                    <a:pt x="20160" y="320846"/>
                    <a:pt x="19755" y="319353"/>
                    <a:pt x="18946" y="317861"/>
                  </a:cubicBezTo>
                  <a:lnTo>
                    <a:pt x="18541" y="317861"/>
                  </a:lnTo>
                  <a:lnTo>
                    <a:pt x="18946" y="317115"/>
                  </a:lnTo>
                  <a:cubicBezTo>
                    <a:pt x="19351" y="314130"/>
                    <a:pt x="19351" y="311146"/>
                    <a:pt x="18946" y="308161"/>
                  </a:cubicBezTo>
                  <a:cubicBezTo>
                    <a:pt x="18541" y="304430"/>
                    <a:pt x="17732" y="300700"/>
                    <a:pt x="16518" y="296969"/>
                  </a:cubicBezTo>
                  <a:cubicBezTo>
                    <a:pt x="17327" y="292492"/>
                    <a:pt x="17327" y="288015"/>
                    <a:pt x="16518" y="283538"/>
                  </a:cubicBezTo>
                  <a:cubicBezTo>
                    <a:pt x="16113" y="281300"/>
                    <a:pt x="15708" y="279061"/>
                    <a:pt x="14899" y="276823"/>
                  </a:cubicBezTo>
                  <a:lnTo>
                    <a:pt x="15708" y="273838"/>
                  </a:lnTo>
                  <a:lnTo>
                    <a:pt x="16113" y="273838"/>
                  </a:lnTo>
                  <a:cubicBezTo>
                    <a:pt x="16518" y="273838"/>
                    <a:pt x="17732" y="274584"/>
                    <a:pt x="18541" y="274584"/>
                  </a:cubicBezTo>
                  <a:cubicBezTo>
                    <a:pt x="18946" y="274584"/>
                    <a:pt x="19351" y="273838"/>
                    <a:pt x="20160" y="273838"/>
                  </a:cubicBezTo>
                  <a:lnTo>
                    <a:pt x="21374" y="273838"/>
                  </a:lnTo>
                  <a:cubicBezTo>
                    <a:pt x="21779" y="273092"/>
                    <a:pt x="22184" y="273092"/>
                    <a:pt x="22993" y="273092"/>
                  </a:cubicBezTo>
                  <a:cubicBezTo>
                    <a:pt x="24207" y="273838"/>
                    <a:pt x="25422" y="273838"/>
                    <a:pt x="26636" y="273838"/>
                  </a:cubicBezTo>
                  <a:cubicBezTo>
                    <a:pt x="27041" y="273092"/>
                    <a:pt x="27445" y="273092"/>
                    <a:pt x="27850" y="273092"/>
                  </a:cubicBezTo>
                  <a:cubicBezTo>
                    <a:pt x="28660" y="273092"/>
                    <a:pt x="29469" y="272346"/>
                    <a:pt x="30278" y="272346"/>
                  </a:cubicBezTo>
                  <a:cubicBezTo>
                    <a:pt x="31088" y="272346"/>
                    <a:pt x="31088" y="273092"/>
                    <a:pt x="31897" y="273092"/>
                  </a:cubicBezTo>
                  <a:cubicBezTo>
                    <a:pt x="32707" y="273092"/>
                    <a:pt x="33112" y="273838"/>
                    <a:pt x="33516" y="273838"/>
                  </a:cubicBezTo>
                  <a:cubicBezTo>
                    <a:pt x="33921" y="273838"/>
                    <a:pt x="34731" y="273092"/>
                    <a:pt x="35540" y="273092"/>
                  </a:cubicBezTo>
                  <a:cubicBezTo>
                    <a:pt x="36349" y="273092"/>
                    <a:pt x="37159" y="272346"/>
                    <a:pt x="37968" y="272346"/>
                  </a:cubicBezTo>
                  <a:cubicBezTo>
                    <a:pt x="38373" y="272346"/>
                    <a:pt x="38778" y="273092"/>
                    <a:pt x="39587" y="273092"/>
                  </a:cubicBezTo>
                  <a:cubicBezTo>
                    <a:pt x="39992" y="273092"/>
                    <a:pt x="40397" y="273838"/>
                    <a:pt x="41206" y="273838"/>
                  </a:cubicBezTo>
                  <a:lnTo>
                    <a:pt x="42016" y="273838"/>
                  </a:lnTo>
                  <a:cubicBezTo>
                    <a:pt x="42420" y="273092"/>
                    <a:pt x="42825" y="273092"/>
                    <a:pt x="43230" y="273092"/>
                  </a:cubicBezTo>
                  <a:lnTo>
                    <a:pt x="44444" y="273092"/>
                  </a:lnTo>
                  <a:cubicBezTo>
                    <a:pt x="44849" y="272346"/>
                    <a:pt x="45254" y="272346"/>
                    <a:pt x="46063" y="272346"/>
                  </a:cubicBezTo>
                  <a:cubicBezTo>
                    <a:pt x="47682" y="273092"/>
                    <a:pt x="49301" y="273092"/>
                    <a:pt x="50920" y="273092"/>
                  </a:cubicBezTo>
                  <a:cubicBezTo>
                    <a:pt x="51729" y="273092"/>
                    <a:pt x="52539" y="273092"/>
                    <a:pt x="53753" y="272346"/>
                  </a:cubicBezTo>
                  <a:cubicBezTo>
                    <a:pt x="54158" y="272346"/>
                    <a:pt x="54562" y="273092"/>
                    <a:pt x="55372" y="273092"/>
                  </a:cubicBezTo>
                  <a:cubicBezTo>
                    <a:pt x="56181" y="273092"/>
                    <a:pt x="56586" y="273838"/>
                    <a:pt x="56991" y="273838"/>
                  </a:cubicBezTo>
                  <a:cubicBezTo>
                    <a:pt x="57396" y="273838"/>
                    <a:pt x="58205" y="273092"/>
                    <a:pt x="59014" y="273092"/>
                  </a:cubicBezTo>
                  <a:lnTo>
                    <a:pt x="59824" y="273092"/>
                  </a:lnTo>
                  <a:cubicBezTo>
                    <a:pt x="60229" y="273092"/>
                    <a:pt x="60633" y="272346"/>
                    <a:pt x="61443" y="272346"/>
                  </a:cubicBezTo>
                  <a:cubicBezTo>
                    <a:pt x="61848" y="273092"/>
                    <a:pt x="62657" y="273092"/>
                    <a:pt x="63062" y="273092"/>
                  </a:cubicBezTo>
                  <a:cubicBezTo>
                    <a:pt x="64276" y="273838"/>
                    <a:pt x="65085" y="273838"/>
                    <a:pt x="66300" y="273092"/>
                  </a:cubicBezTo>
                  <a:lnTo>
                    <a:pt x="67919" y="273092"/>
                  </a:lnTo>
                  <a:cubicBezTo>
                    <a:pt x="68323" y="272346"/>
                    <a:pt x="68323" y="272346"/>
                    <a:pt x="69133" y="272346"/>
                  </a:cubicBezTo>
                  <a:cubicBezTo>
                    <a:pt x="69942" y="273092"/>
                    <a:pt x="70752" y="273092"/>
                    <a:pt x="71966" y="273092"/>
                  </a:cubicBezTo>
                  <a:cubicBezTo>
                    <a:pt x="72775" y="273092"/>
                    <a:pt x="73585" y="272346"/>
                    <a:pt x="74799" y="272346"/>
                  </a:cubicBezTo>
                  <a:cubicBezTo>
                    <a:pt x="76013" y="272346"/>
                    <a:pt x="76418" y="271600"/>
                    <a:pt x="76823" y="271600"/>
                  </a:cubicBezTo>
                  <a:cubicBezTo>
                    <a:pt x="77632" y="272346"/>
                    <a:pt x="78037" y="272346"/>
                    <a:pt x="78846" y="272346"/>
                  </a:cubicBezTo>
                  <a:lnTo>
                    <a:pt x="79251" y="273092"/>
                  </a:lnTo>
                  <a:cubicBezTo>
                    <a:pt x="79656" y="274584"/>
                    <a:pt x="79656" y="275330"/>
                    <a:pt x="79656" y="276823"/>
                  </a:cubicBezTo>
                  <a:cubicBezTo>
                    <a:pt x="79656" y="277569"/>
                    <a:pt x="80060" y="279061"/>
                    <a:pt x="80060" y="279807"/>
                  </a:cubicBezTo>
                  <a:cubicBezTo>
                    <a:pt x="79656" y="283538"/>
                    <a:pt x="80060" y="287269"/>
                    <a:pt x="81275" y="291000"/>
                  </a:cubicBezTo>
                  <a:cubicBezTo>
                    <a:pt x="81275" y="291746"/>
                    <a:pt x="81679" y="293238"/>
                    <a:pt x="81679" y="293984"/>
                  </a:cubicBezTo>
                  <a:cubicBezTo>
                    <a:pt x="81679" y="294730"/>
                    <a:pt x="81679" y="296223"/>
                    <a:pt x="82084" y="296969"/>
                  </a:cubicBezTo>
                  <a:cubicBezTo>
                    <a:pt x="82084" y="297715"/>
                    <a:pt x="82084" y="298461"/>
                    <a:pt x="82489" y="298461"/>
                  </a:cubicBezTo>
                  <a:cubicBezTo>
                    <a:pt x="82894" y="299953"/>
                    <a:pt x="83298" y="302192"/>
                    <a:pt x="84108" y="305177"/>
                  </a:cubicBezTo>
                  <a:cubicBezTo>
                    <a:pt x="84513" y="305923"/>
                    <a:pt x="84917" y="306669"/>
                    <a:pt x="84917" y="308161"/>
                  </a:cubicBezTo>
                  <a:cubicBezTo>
                    <a:pt x="85322" y="311892"/>
                    <a:pt x="86131" y="315623"/>
                    <a:pt x="87346" y="319353"/>
                  </a:cubicBezTo>
                  <a:cubicBezTo>
                    <a:pt x="87750" y="319353"/>
                    <a:pt x="88155" y="320846"/>
                    <a:pt x="88560" y="321592"/>
                  </a:cubicBezTo>
                  <a:cubicBezTo>
                    <a:pt x="88965" y="322338"/>
                    <a:pt x="88560" y="322338"/>
                    <a:pt x="88965" y="322338"/>
                  </a:cubicBezTo>
                  <a:cubicBezTo>
                    <a:pt x="89369" y="322338"/>
                    <a:pt x="89369" y="323830"/>
                    <a:pt x="89369" y="324577"/>
                  </a:cubicBezTo>
                  <a:cubicBezTo>
                    <a:pt x="89369" y="325323"/>
                    <a:pt x="89774" y="326069"/>
                    <a:pt x="89774" y="326815"/>
                  </a:cubicBezTo>
                  <a:cubicBezTo>
                    <a:pt x="90583" y="328307"/>
                    <a:pt x="90988" y="329053"/>
                    <a:pt x="91393" y="330546"/>
                  </a:cubicBezTo>
                  <a:lnTo>
                    <a:pt x="91798" y="331292"/>
                  </a:lnTo>
                  <a:lnTo>
                    <a:pt x="92202" y="332038"/>
                  </a:lnTo>
                  <a:lnTo>
                    <a:pt x="93012" y="333530"/>
                  </a:lnTo>
                  <a:cubicBezTo>
                    <a:pt x="92607" y="333530"/>
                    <a:pt x="92607" y="334276"/>
                    <a:pt x="92202" y="334276"/>
                  </a:cubicBezTo>
                  <a:cubicBezTo>
                    <a:pt x="91798" y="334276"/>
                    <a:pt x="91798" y="335023"/>
                    <a:pt x="91393" y="335023"/>
                  </a:cubicBezTo>
                  <a:cubicBezTo>
                    <a:pt x="90583" y="335769"/>
                    <a:pt x="90179" y="336515"/>
                    <a:pt x="89774" y="338007"/>
                  </a:cubicBezTo>
                  <a:cubicBezTo>
                    <a:pt x="89774" y="338753"/>
                    <a:pt x="89369" y="338753"/>
                    <a:pt x="89369" y="339500"/>
                  </a:cubicBezTo>
                  <a:cubicBezTo>
                    <a:pt x="89369" y="340246"/>
                    <a:pt x="88965" y="340246"/>
                    <a:pt x="88965" y="340246"/>
                  </a:cubicBezTo>
                  <a:cubicBezTo>
                    <a:pt x="88965" y="340246"/>
                    <a:pt x="88560" y="341738"/>
                    <a:pt x="88155" y="342484"/>
                  </a:cubicBezTo>
                  <a:cubicBezTo>
                    <a:pt x="86536" y="343977"/>
                    <a:pt x="85322" y="346215"/>
                    <a:pt x="84108" y="349200"/>
                  </a:cubicBezTo>
                  <a:cubicBezTo>
                    <a:pt x="83703" y="350692"/>
                    <a:pt x="83298" y="351438"/>
                    <a:pt x="82894" y="352930"/>
                  </a:cubicBezTo>
                  <a:lnTo>
                    <a:pt x="82489" y="352930"/>
                  </a:lnTo>
                  <a:cubicBezTo>
                    <a:pt x="81275" y="354423"/>
                    <a:pt x="80060" y="356661"/>
                    <a:pt x="78846" y="358900"/>
                  </a:cubicBezTo>
                  <a:cubicBezTo>
                    <a:pt x="78442" y="360392"/>
                    <a:pt x="77632" y="361138"/>
                    <a:pt x="77227" y="362630"/>
                  </a:cubicBezTo>
                  <a:cubicBezTo>
                    <a:pt x="76418" y="363376"/>
                    <a:pt x="75608" y="364869"/>
                    <a:pt x="74394" y="365615"/>
                  </a:cubicBezTo>
                  <a:cubicBezTo>
                    <a:pt x="73989" y="367107"/>
                    <a:pt x="72775" y="369346"/>
                    <a:pt x="71561" y="372330"/>
                  </a:cubicBezTo>
                  <a:cubicBezTo>
                    <a:pt x="70347" y="373076"/>
                    <a:pt x="69133" y="375315"/>
                    <a:pt x="67919" y="379046"/>
                  </a:cubicBezTo>
                  <a:lnTo>
                    <a:pt x="66300" y="382030"/>
                  </a:lnTo>
                  <a:cubicBezTo>
                    <a:pt x="65085" y="382776"/>
                    <a:pt x="63871" y="385015"/>
                    <a:pt x="63062" y="387253"/>
                  </a:cubicBezTo>
                  <a:cubicBezTo>
                    <a:pt x="62252" y="388746"/>
                    <a:pt x="61848" y="390238"/>
                    <a:pt x="61038" y="392476"/>
                  </a:cubicBezTo>
                  <a:cubicBezTo>
                    <a:pt x="60633" y="393223"/>
                    <a:pt x="60229" y="393223"/>
                    <a:pt x="59824" y="393969"/>
                  </a:cubicBezTo>
                  <a:cubicBezTo>
                    <a:pt x="59419" y="394715"/>
                    <a:pt x="58610" y="396207"/>
                    <a:pt x="58205" y="396207"/>
                  </a:cubicBezTo>
                  <a:lnTo>
                    <a:pt x="56181" y="399938"/>
                  </a:lnTo>
                  <a:cubicBezTo>
                    <a:pt x="55777" y="400684"/>
                    <a:pt x="55372" y="402176"/>
                    <a:pt x="54967" y="402923"/>
                  </a:cubicBezTo>
                  <a:cubicBezTo>
                    <a:pt x="54562" y="403669"/>
                    <a:pt x="54562" y="403669"/>
                    <a:pt x="54158" y="403669"/>
                  </a:cubicBezTo>
                  <a:cubicBezTo>
                    <a:pt x="52539" y="405907"/>
                    <a:pt x="51325" y="408146"/>
                    <a:pt x="50110" y="411130"/>
                  </a:cubicBezTo>
                  <a:cubicBezTo>
                    <a:pt x="49706" y="411876"/>
                    <a:pt x="49706" y="411876"/>
                    <a:pt x="49706" y="412623"/>
                  </a:cubicBezTo>
                  <a:cubicBezTo>
                    <a:pt x="48896" y="413369"/>
                    <a:pt x="48491" y="414115"/>
                    <a:pt x="48087" y="414861"/>
                  </a:cubicBezTo>
                  <a:cubicBezTo>
                    <a:pt x="46872" y="412623"/>
                    <a:pt x="45658" y="410384"/>
                    <a:pt x="44444" y="408892"/>
                  </a:cubicBezTo>
                  <a:lnTo>
                    <a:pt x="44039" y="408146"/>
                  </a:lnTo>
                  <a:cubicBezTo>
                    <a:pt x="44039" y="406653"/>
                    <a:pt x="43635" y="405907"/>
                    <a:pt x="43635" y="404415"/>
                  </a:cubicBezTo>
                  <a:lnTo>
                    <a:pt x="42420" y="399938"/>
                  </a:lnTo>
                  <a:cubicBezTo>
                    <a:pt x="42016" y="399192"/>
                    <a:pt x="42016" y="398446"/>
                    <a:pt x="41611" y="397700"/>
                  </a:cubicBezTo>
                  <a:lnTo>
                    <a:pt x="39587" y="396207"/>
                  </a:lnTo>
                  <a:cubicBezTo>
                    <a:pt x="38778" y="394715"/>
                    <a:pt x="37968" y="393223"/>
                    <a:pt x="36754" y="392476"/>
                  </a:cubicBezTo>
                  <a:cubicBezTo>
                    <a:pt x="36754" y="389492"/>
                    <a:pt x="36349" y="387253"/>
                    <a:pt x="35540" y="385015"/>
                  </a:cubicBezTo>
                  <a:cubicBezTo>
                    <a:pt x="35135" y="382776"/>
                    <a:pt x="34326" y="381284"/>
                    <a:pt x="33516" y="379792"/>
                  </a:cubicBezTo>
                  <a:lnTo>
                    <a:pt x="31897" y="376807"/>
                  </a:lnTo>
                  <a:cubicBezTo>
                    <a:pt x="31493" y="376061"/>
                    <a:pt x="31493" y="376061"/>
                    <a:pt x="31088" y="376061"/>
                  </a:cubicBezTo>
                  <a:cubicBezTo>
                    <a:pt x="31088" y="370838"/>
                    <a:pt x="30278" y="365615"/>
                    <a:pt x="28255" y="361884"/>
                  </a:cubicBezTo>
                  <a:cubicBezTo>
                    <a:pt x="27850" y="361138"/>
                    <a:pt x="27850" y="360392"/>
                    <a:pt x="27041" y="359646"/>
                  </a:cubicBezTo>
                  <a:cubicBezTo>
                    <a:pt x="26636" y="358900"/>
                    <a:pt x="26231" y="358153"/>
                    <a:pt x="26231" y="357407"/>
                  </a:cubicBezTo>
                  <a:cubicBezTo>
                    <a:pt x="26231" y="349200"/>
                    <a:pt x="25017" y="342484"/>
                    <a:pt x="22184" y="337261"/>
                  </a:cubicBezTo>
                  <a:close/>
                  <a:moveTo>
                    <a:pt x="17732" y="216384"/>
                  </a:moveTo>
                  <a:cubicBezTo>
                    <a:pt x="18541" y="214892"/>
                    <a:pt x="18946" y="212654"/>
                    <a:pt x="19351" y="211161"/>
                  </a:cubicBezTo>
                  <a:cubicBezTo>
                    <a:pt x="20160" y="206684"/>
                    <a:pt x="20565" y="201461"/>
                    <a:pt x="20160" y="196984"/>
                  </a:cubicBezTo>
                  <a:cubicBezTo>
                    <a:pt x="20565" y="196238"/>
                    <a:pt x="20565" y="196238"/>
                    <a:pt x="20565" y="195492"/>
                  </a:cubicBezTo>
                  <a:cubicBezTo>
                    <a:pt x="20970" y="194746"/>
                    <a:pt x="21374" y="193254"/>
                    <a:pt x="21779" y="192507"/>
                  </a:cubicBezTo>
                  <a:cubicBezTo>
                    <a:pt x="22993" y="188030"/>
                    <a:pt x="23398" y="182807"/>
                    <a:pt x="23398" y="177584"/>
                  </a:cubicBezTo>
                  <a:cubicBezTo>
                    <a:pt x="25017" y="174600"/>
                    <a:pt x="26231" y="170869"/>
                    <a:pt x="27041" y="167138"/>
                  </a:cubicBezTo>
                  <a:cubicBezTo>
                    <a:pt x="27445" y="164900"/>
                    <a:pt x="27445" y="162661"/>
                    <a:pt x="27850" y="158931"/>
                  </a:cubicBezTo>
                  <a:lnTo>
                    <a:pt x="28255" y="158931"/>
                  </a:lnTo>
                  <a:cubicBezTo>
                    <a:pt x="29874" y="155946"/>
                    <a:pt x="31088" y="152961"/>
                    <a:pt x="31897" y="148484"/>
                  </a:cubicBezTo>
                  <a:cubicBezTo>
                    <a:pt x="32302" y="146246"/>
                    <a:pt x="32707" y="143261"/>
                    <a:pt x="33112" y="141023"/>
                  </a:cubicBezTo>
                  <a:cubicBezTo>
                    <a:pt x="33516" y="141023"/>
                    <a:pt x="33516" y="140277"/>
                    <a:pt x="33516" y="140277"/>
                  </a:cubicBezTo>
                  <a:cubicBezTo>
                    <a:pt x="33516" y="140277"/>
                    <a:pt x="35135" y="138038"/>
                    <a:pt x="35540" y="137292"/>
                  </a:cubicBezTo>
                  <a:cubicBezTo>
                    <a:pt x="37159" y="133561"/>
                    <a:pt x="38373" y="128338"/>
                    <a:pt x="39183" y="123861"/>
                  </a:cubicBezTo>
                  <a:lnTo>
                    <a:pt x="39587" y="123861"/>
                  </a:lnTo>
                  <a:cubicBezTo>
                    <a:pt x="39992" y="123115"/>
                    <a:pt x="40397" y="122369"/>
                    <a:pt x="41206" y="122369"/>
                  </a:cubicBezTo>
                  <a:lnTo>
                    <a:pt x="42016" y="120877"/>
                  </a:lnTo>
                  <a:cubicBezTo>
                    <a:pt x="42420" y="120131"/>
                    <a:pt x="42825" y="119384"/>
                    <a:pt x="43230" y="117892"/>
                  </a:cubicBezTo>
                  <a:cubicBezTo>
                    <a:pt x="43635" y="117146"/>
                    <a:pt x="44039" y="115654"/>
                    <a:pt x="44444" y="114907"/>
                  </a:cubicBezTo>
                  <a:cubicBezTo>
                    <a:pt x="45254" y="112669"/>
                    <a:pt x="46063" y="110431"/>
                    <a:pt x="46468" y="108192"/>
                  </a:cubicBezTo>
                  <a:cubicBezTo>
                    <a:pt x="46872" y="108192"/>
                    <a:pt x="47682" y="107446"/>
                    <a:pt x="48087" y="106700"/>
                  </a:cubicBezTo>
                  <a:cubicBezTo>
                    <a:pt x="48896" y="108938"/>
                    <a:pt x="49301" y="110431"/>
                    <a:pt x="50515" y="111923"/>
                  </a:cubicBezTo>
                  <a:cubicBezTo>
                    <a:pt x="51325" y="113415"/>
                    <a:pt x="52539" y="114907"/>
                    <a:pt x="53348" y="115654"/>
                  </a:cubicBezTo>
                  <a:cubicBezTo>
                    <a:pt x="53753" y="117146"/>
                    <a:pt x="54158" y="118638"/>
                    <a:pt x="54562" y="119384"/>
                  </a:cubicBezTo>
                  <a:lnTo>
                    <a:pt x="56181" y="122369"/>
                  </a:lnTo>
                  <a:cubicBezTo>
                    <a:pt x="56991" y="123115"/>
                    <a:pt x="57396" y="124607"/>
                    <a:pt x="58205" y="125354"/>
                  </a:cubicBezTo>
                  <a:lnTo>
                    <a:pt x="58610" y="126100"/>
                  </a:lnTo>
                  <a:cubicBezTo>
                    <a:pt x="58610" y="126846"/>
                    <a:pt x="59014" y="126846"/>
                    <a:pt x="59014" y="127592"/>
                  </a:cubicBezTo>
                  <a:cubicBezTo>
                    <a:pt x="59824" y="129831"/>
                    <a:pt x="61038" y="132069"/>
                    <a:pt x="62252" y="133561"/>
                  </a:cubicBezTo>
                  <a:cubicBezTo>
                    <a:pt x="62657" y="134308"/>
                    <a:pt x="63062" y="135054"/>
                    <a:pt x="63871" y="135800"/>
                  </a:cubicBezTo>
                  <a:cubicBezTo>
                    <a:pt x="64276" y="137292"/>
                    <a:pt x="65085" y="139531"/>
                    <a:pt x="65490" y="141023"/>
                  </a:cubicBezTo>
                  <a:cubicBezTo>
                    <a:pt x="65895" y="141769"/>
                    <a:pt x="66300" y="141769"/>
                    <a:pt x="67109" y="142515"/>
                  </a:cubicBezTo>
                  <a:cubicBezTo>
                    <a:pt x="67919" y="144007"/>
                    <a:pt x="68323" y="144754"/>
                    <a:pt x="69133" y="145500"/>
                  </a:cubicBezTo>
                  <a:cubicBezTo>
                    <a:pt x="69537" y="146992"/>
                    <a:pt x="70347" y="149231"/>
                    <a:pt x="70752" y="150723"/>
                  </a:cubicBezTo>
                  <a:cubicBezTo>
                    <a:pt x="71561" y="151469"/>
                    <a:pt x="72775" y="152961"/>
                    <a:pt x="73585" y="154454"/>
                  </a:cubicBezTo>
                  <a:cubicBezTo>
                    <a:pt x="73989" y="155200"/>
                    <a:pt x="73989" y="155200"/>
                    <a:pt x="74394" y="155200"/>
                  </a:cubicBezTo>
                  <a:cubicBezTo>
                    <a:pt x="75204" y="158184"/>
                    <a:pt x="76418" y="160423"/>
                    <a:pt x="77632" y="161915"/>
                  </a:cubicBezTo>
                  <a:cubicBezTo>
                    <a:pt x="78442" y="162661"/>
                    <a:pt x="79251" y="163407"/>
                    <a:pt x="79656" y="164900"/>
                  </a:cubicBezTo>
                  <a:cubicBezTo>
                    <a:pt x="80060" y="166392"/>
                    <a:pt x="80465" y="167884"/>
                    <a:pt x="81275" y="168631"/>
                  </a:cubicBezTo>
                  <a:cubicBezTo>
                    <a:pt x="81275" y="168631"/>
                    <a:pt x="81275" y="169377"/>
                    <a:pt x="81679" y="169377"/>
                  </a:cubicBezTo>
                  <a:lnTo>
                    <a:pt x="83298" y="172361"/>
                  </a:lnTo>
                  <a:cubicBezTo>
                    <a:pt x="84108" y="173107"/>
                    <a:pt x="84917" y="174600"/>
                    <a:pt x="85727" y="175346"/>
                  </a:cubicBezTo>
                  <a:cubicBezTo>
                    <a:pt x="86131" y="177584"/>
                    <a:pt x="87346" y="179823"/>
                    <a:pt x="88560" y="182061"/>
                  </a:cubicBezTo>
                  <a:lnTo>
                    <a:pt x="88965" y="182807"/>
                  </a:lnTo>
                  <a:lnTo>
                    <a:pt x="89369" y="183554"/>
                  </a:lnTo>
                  <a:lnTo>
                    <a:pt x="90988" y="185046"/>
                  </a:lnTo>
                  <a:lnTo>
                    <a:pt x="90988" y="185792"/>
                  </a:lnTo>
                  <a:cubicBezTo>
                    <a:pt x="91393" y="186538"/>
                    <a:pt x="91798" y="187284"/>
                    <a:pt x="91798" y="188777"/>
                  </a:cubicBezTo>
                  <a:lnTo>
                    <a:pt x="92202" y="189523"/>
                  </a:lnTo>
                  <a:cubicBezTo>
                    <a:pt x="92202" y="189523"/>
                    <a:pt x="92202" y="190269"/>
                    <a:pt x="91798" y="190269"/>
                  </a:cubicBezTo>
                  <a:cubicBezTo>
                    <a:pt x="91393" y="191015"/>
                    <a:pt x="91393" y="191761"/>
                    <a:pt x="90988" y="193254"/>
                  </a:cubicBezTo>
                  <a:lnTo>
                    <a:pt x="90179" y="196238"/>
                  </a:lnTo>
                  <a:cubicBezTo>
                    <a:pt x="89774" y="196984"/>
                    <a:pt x="89369" y="197731"/>
                    <a:pt x="89369" y="199223"/>
                  </a:cubicBezTo>
                  <a:lnTo>
                    <a:pt x="89369" y="199969"/>
                  </a:lnTo>
                  <a:cubicBezTo>
                    <a:pt x="88965" y="199969"/>
                    <a:pt x="88965" y="200715"/>
                    <a:pt x="88965" y="200715"/>
                  </a:cubicBezTo>
                  <a:lnTo>
                    <a:pt x="88560" y="201461"/>
                  </a:lnTo>
                  <a:cubicBezTo>
                    <a:pt x="87346" y="203700"/>
                    <a:pt x="86536" y="206684"/>
                    <a:pt x="85727" y="209669"/>
                  </a:cubicBezTo>
                  <a:cubicBezTo>
                    <a:pt x="85727" y="210415"/>
                    <a:pt x="85322" y="211907"/>
                    <a:pt x="85322" y="212654"/>
                  </a:cubicBezTo>
                  <a:cubicBezTo>
                    <a:pt x="84513" y="214146"/>
                    <a:pt x="84108" y="215638"/>
                    <a:pt x="83703" y="217877"/>
                  </a:cubicBezTo>
                  <a:cubicBezTo>
                    <a:pt x="83298" y="219369"/>
                    <a:pt x="83298" y="221607"/>
                    <a:pt x="82894" y="223846"/>
                  </a:cubicBezTo>
                  <a:cubicBezTo>
                    <a:pt x="82894" y="224592"/>
                    <a:pt x="82489" y="226084"/>
                    <a:pt x="82489" y="226830"/>
                  </a:cubicBezTo>
                  <a:cubicBezTo>
                    <a:pt x="82084" y="226830"/>
                    <a:pt x="82084" y="226830"/>
                    <a:pt x="82084" y="227577"/>
                  </a:cubicBezTo>
                  <a:cubicBezTo>
                    <a:pt x="82084" y="227577"/>
                    <a:pt x="81679" y="227577"/>
                    <a:pt x="81679" y="228323"/>
                  </a:cubicBezTo>
                  <a:cubicBezTo>
                    <a:pt x="80870" y="231307"/>
                    <a:pt x="80465" y="235038"/>
                    <a:pt x="80060" y="238769"/>
                  </a:cubicBezTo>
                  <a:cubicBezTo>
                    <a:pt x="80060" y="239515"/>
                    <a:pt x="79656" y="241007"/>
                    <a:pt x="79656" y="241754"/>
                  </a:cubicBezTo>
                  <a:cubicBezTo>
                    <a:pt x="78442" y="244738"/>
                    <a:pt x="78037" y="249215"/>
                    <a:pt x="78442" y="252946"/>
                  </a:cubicBezTo>
                  <a:lnTo>
                    <a:pt x="78037" y="252946"/>
                  </a:lnTo>
                  <a:cubicBezTo>
                    <a:pt x="76823" y="252200"/>
                    <a:pt x="75204" y="252200"/>
                    <a:pt x="73989" y="252200"/>
                  </a:cubicBezTo>
                  <a:cubicBezTo>
                    <a:pt x="73180" y="252200"/>
                    <a:pt x="72371" y="252200"/>
                    <a:pt x="71156" y="252946"/>
                  </a:cubicBezTo>
                  <a:lnTo>
                    <a:pt x="70752" y="252946"/>
                  </a:lnTo>
                  <a:cubicBezTo>
                    <a:pt x="69537" y="246977"/>
                    <a:pt x="68323" y="246977"/>
                    <a:pt x="67109" y="246977"/>
                  </a:cubicBezTo>
                  <a:lnTo>
                    <a:pt x="65490" y="246977"/>
                  </a:lnTo>
                  <a:cubicBezTo>
                    <a:pt x="65085" y="246977"/>
                    <a:pt x="63871" y="247723"/>
                    <a:pt x="62657" y="247723"/>
                  </a:cubicBezTo>
                  <a:lnTo>
                    <a:pt x="62252" y="247723"/>
                  </a:lnTo>
                  <a:cubicBezTo>
                    <a:pt x="61443" y="246977"/>
                    <a:pt x="60229" y="246977"/>
                    <a:pt x="59014" y="246977"/>
                  </a:cubicBezTo>
                  <a:lnTo>
                    <a:pt x="58205" y="246977"/>
                  </a:lnTo>
                  <a:cubicBezTo>
                    <a:pt x="57396" y="246977"/>
                    <a:pt x="56991" y="246977"/>
                    <a:pt x="56181" y="247723"/>
                  </a:cubicBezTo>
                  <a:lnTo>
                    <a:pt x="55372" y="247723"/>
                  </a:lnTo>
                  <a:cubicBezTo>
                    <a:pt x="54967" y="247723"/>
                    <a:pt x="54967" y="246977"/>
                    <a:pt x="54562" y="246977"/>
                  </a:cubicBezTo>
                  <a:cubicBezTo>
                    <a:pt x="53348" y="246230"/>
                    <a:pt x="51729" y="246230"/>
                    <a:pt x="50515" y="246977"/>
                  </a:cubicBezTo>
                  <a:cubicBezTo>
                    <a:pt x="49706" y="246977"/>
                    <a:pt x="48896" y="247723"/>
                    <a:pt x="48087" y="247723"/>
                  </a:cubicBezTo>
                  <a:cubicBezTo>
                    <a:pt x="46872" y="246977"/>
                    <a:pt x="45658" y="246977"/>
                    <a:pt x="44444" y="246977"/>
                  </a:cubicBezTo>
                  <a:lnTo>
                    <a:pt x="42016" y="246977"/>
                  </a:lnTo>
                  <a:cubicBezTo>
                    <a:pt x="41611" y="247723"/>
                    <a:pt x="41611" y="247723"/>
                    <a:pt x="41206" y="247723"/>
                  </a:cubicBezTo>
                  <a:lnTo>
                    <a:pt x="40801" y="247723"/>
                  </a:lnTo>
                  <a:cubicBezTo>
                    <a:pt x="40397" y="247723"/>
                    <a:pt x="40397" y="246977"/>
                    <a:pt x="39992" y="246977"/>
                  </a:cubicBezTo>
                  <a:lnTo>
                    <a:pt x="36349" y="246977"/>
                  </a:lnTo>
                  <a:cubicBezTo>
                    <a:pt x="35540" y="246977"/>
                    <a:pt x="35135" y="246977"/>
                    <a:pt x="34326" y="247723"/>
                  </a:cubicBezTo>
                  <a:lnTo>
                    <a:pt x="33516" y="247723"/>
                  </a:lnTo>
                  <a:cubicBezTo>
                    <a:pt x="33112" y="247723"/>
                    <a:pt x="33112" y="246977"/>
                    <a:pt x="32707" y="246977"/>
                  </a:cubicBezTo>
                  <a:lnTo>
                    <a:pt x="27850" y="246977"/>
                  </a:lnTo>
                  <a:cubicBezTo>
                    <a:pt x="27445" y="247723"/>
                    <a:pt x="27041" y="247723"/>
                    <a:pt x="26231" y="247723"/>
                  </a:cubicBezTo>
                  <a:cubicBezTo>
                    <a:pt x="24207" y="246977"/>
                    <a:pt x="22993" y="246977"/>
                    <a:pt x="21779" y="246977"/>
                  </a:cubicBezTo>
                  <a:lnTo>
                    <a:pt x="20565" y="246977"/>
                  </a:lnTo>
                  <a:cubicBezTo>
                    <a:pt x="20160" y="246977"/>
                    <a:pt x="19755" y="246977"/>
                    <a:pt x="18946" y="247723"/>
                  </a:cubicBezTo>
                  <a:lnTo>
                    <a:pt x="17732" y="247723"/>
                  </a:lnTo>
                  <a:cubicBezTo>
                    <a:pt x="17327" y="247723"/>
                    <a:pt x="16922" y="246977"/>
                    <a:pt x="16518" y="246977"/>
                  </a:cubicBezTo>
                  <a:lnTo>
                    <a:pt x="16113" y="246977"/>
                  </a:lnTo>
                  <a:cubicBezTo>
                    <a:pt x="16113" y="243246"/>
                    <a:pt x="15708" y="239515"/>
                    <a:pt x="15708" y="236530"/>
                  </a:cubicBezTo>
                  <a:cubicBezTo>
                    <a:pt x="16113" y="235784"/>
                    <a:pt x="16518" y="235038"/>
                    <a:pt x="16518" y="233546"/>
                  </a:cubicBezTo>
                  <a:cubicBezTo>
                    <a:pt x="18137" y="228323"/>
                    <a:pt x="18137" y="222354"/>
                    <a:pt x="17732" y="216384"/>
                  </a:cubicBezTo>
                  <a:close/>
                  <a:moveTo>
                    <a:pt x="167887" y="168631"/>
                  </a:moveTo>
                  <a:cubicBezTo>
                    <a:pt x="167078" y="167884"/>
                    <a:pt x="166268" y="167884"/>
                    <a:pt x="165459" y="167138"/>
                  </a:cubicBezTo>
                  <a:cubicBezTo>
                    <a:pt x="165054" y="166392"/>
                    <a:pt x="164245" y="165646"/>
                    <a:pt x="163840" y="164900"/>
                  </a:cubicBezTo>
                  <a:cubicBezTo>
                    <a:pt x="163840" y="164154"/>
                    <a:pt x="163435" y="164154"/>
                    <a:pt x="163435" y="164154"/>
                  </a:cubicBezTo>
                  <a:cubicBezTo>
                    <a:pt x="162626" y="159677"/>
                    <a:pt x="161816" y="154454"/>
                    <a:pt x="161412" y="149977"/>
                  </a:cubicBezTo>
                  <a:lnTo>
                    <a:pt x="161816" y="149977"/>
                  </a:lnTo>
                  <a:cubicBezTo>
                    <a:pt x="162626" y="149977"/>
                    <a:pt x="163030" y="150723"/>
                    <a:pt x="163840" y="150723"/>
                  </a:cubicBezTo>
                  <a:lnTo>
                    <a:pt x="165459" y="152215"/>
                  </a:lnTo>
                  <a:cubicBezTo>
                    <a:pt x="168697" y="156692"/>
                    <a:pt x="167078" y="163407"/>
                    <a:pt x="167887" y="168631"/>
                  </a:cubicBezTo>
                  <a:close/>
                  <a:moveTo>
                    <a:pt x="173958" y="175346"/>
                  </a:moveTo>
                  <a:cubicBezTo>
                    <a:pt x="173149" y="174600"/>
                    <a:pt x="171935" y="173854"/>
                    <a:pt x="171125" y="172361"/>
                  </a:cubicBezTo>
                  <a:lnTo>
                    <a:pt x="169506" y="169377"/>
                  </a:lnTo>
                  <a:cubicBezTo>
                    <a:pt x="168697" y="164154"/>
                    <a:pt x="169101" y="158931"/>
                    <a:pt x="168292" y="155200"/>
                  </a:cubicBezTo>
                  <a:lnTo>
                    <a:pt x="168697" y="155200"/>
                  </a:lnTo>
                  <a:cubicBezTo>
                    <a:pt x="169506" y="155946"/>
                    <a:pt x="169911" y="155946"/>
                    <a:pt x="170720" y="156692"/>
                  </a:cubicBezTo>
                  <a:cubicBezTo>
                    <a:pt x="175982" y="161915"/>
                    <a:pt x="173553" y="169377"/>
                    <a:pt x="173958" y="175346"/>
                  </a:cubicBezTo>
                  <a:close/>
                  <a:moveTo>
                    <a:pt x="171530" y="176092"/>
                  </a:moveTo>
                  <a:cubicBezTo>
                    <a:pt x="172339" y="176838"/>
                    <a:pt x="173553" y="177584"/>
                    <a:pt x="174768" y="178331"/>
                  </a:cubicBezTo>
                  <a:cubicBezTo>
                    <a:pt x="174768" y="179077"/>
                    <a:pt x="175172" y="179823"/>
                    <a:pt x="175172" y="180569"/>
                  </a:cubicBezTo>
                  <a:cubicBezTo>
                    <a:pt x="175982" y="182061"/>
                    <a:pt x="177196" y="183554"/>
                    <a:pt x="178006" y="185046"/>
                  </a:cubicBezTo>
                  <a:lnTo>
                    <a:pt x="179624" y="186538"/>
                  </a:lnTo>
                  <a:cubicBezTo>
                    <a:pt x="180839" y="190269"/>
                    <a:pt x="182458" y="194000"/>
                    <a:pt x="184481" y="195492"/>
                  </a:cubicBezTo>
                  <a:lnTo>
                    <a:pt x="184481" y="196984"/>
                  </a:lnTo>
                  <a:cubicBezTo>
                    <a:pt x="184886" y="198477"/>
                    <a:pt x="185291" y="199969"/>
                    <a:pt x="186100" y="201461"/>
                  </a:cubicBezTo>
                  <a:cubicBezTo>
                    <a:pt x="186910" y="202954"/>
                    <a:pt x="187719" y="204446"/>
                    <a:pt x="188933" y="205938"/>
                  </a:cubicBezTo>
                  <a:lnTo>
                    <a:pt x="188933" y="207430"/>
                  </a:lnTo>
                  <a:cubicBezTo>
                    <a:pt x="189338" y="209669"/>
                    <a:pt x="190147" y="212654"/>
                    <a:pt x="190957" y="214146"/>
                  </a:cubicBezTo>
                  <a:lnTo>
                    <a:pt x="191766" y="215638"/>
                  </a:lnTo>
                  <a:cubicBezTo>
                    <a:pt x="191766" y="216384"/>
                    <a:pt x="192171" y="216384"/>
                    <a:pt x="192171" y="216384"/>
                  </a:cubicBezTo>
                  <a:cubicBezTo>
                    <a:pt x="192576" y="220115"/>
                    <a:pt x="192981" y="223100"/>
                    <a:pt x="193790" y="226084"/>
                  </a:cubicBezTo>
                  <a:cubicBezTo>
                    <a:pt x="194195" y="226830"/>
                    <a:pt x="194600" y="227577"/>
                    <a:pt x="194600" y="228323"/>
                  </a:cubicBezTo>
                  <a:cubicBezTo>
                    <a:pt x="194600" y="229815"/>
                    <a:pt x="194600" y="232054"/>
                    <a:pt x="195004" y="233546"/>
                  </a:cubicBezTo>
                  <a:cubicBezTo>
                    <a:pt x="195409" y="235784"/>
                    <a:pt x="195814" y="238023"/>
                    <a:pt x="196623" y="240261"/>
                  </a:cubicBezTo>
                  <a:cubicBezTo>
                    <a:pt x="196218" y="244738"/>
                    <a:pt x="196623" y="248469"/>
                    <a:pt x="197433" y="252946"/>
                  </a:cubicBezTo>
                  <a:cubicBezTo>
                    <a:pt x="197433" y="252946"/>
                    <a:pt x="197433" y="253692"/>
                    <a:pt x="197837" y="253692"/>
                  </a:cubicBezTo>
                  <a:cubicBezTo>
                    <a:pt x="197433" y="253692"/>
                    <a:pt x="197433" y="253692"/>
                    <a:pt x="197433" y="254438"/>
                  </a:cubicBezTo>
                  <a:cubicBezTo>
                    <a:pt x="196623" y="258169"/>
                    <a:pt x="196623" y="261900"/>
                    <a:pt x="197433" y="265630"/>
                  </a:cubicBezTo>
                  <a:lnTo>
                    <a:pt x="197837" y="266377"/>
                  </a:lnTo>
                  <a:cubicBezTo>
                    <a:pt x="197837" y="266377"/>
                    <a:pt x="197433" y="266377"/>
                    <a:pt x="197433" y="267123"/>
                  </a:cubicBezTo>
                  <a:cubicBezTo>
                    <a:pt x="196218" y="270854"/>
                    <a:pt x="196218" y="275330"/>
                    <a:pt x="197028" y="279061"/>
                  </a:cubicBezTo>
                  <a:cubicBezTo>
                    <a:pt x="195814" y="282792"/>
                    <a:pt x="195004" y="287269"/>
                    <a:pt x="195409" y="291746"/>
                  </a:cubicBezTo>
                  <a:cubicBezTo>
                    <a:pt x="195004" y="292492"/>
                    <a:pt x="194600" y="292492"/>
                    <a:pt x="194195" y="293984"/>
                  </a:cubicBezTo>
                  <a:cubicBezTo>
                    <a:pt x="193385" y="296969"/>
                    <a:pt x="192981" y="299953"/>
                    <a:pt x="192981" y="302938"/>
                  </a:cubicBezTo>
                  <a:lnTo>
                    <a:pt x="192171" y="304430"/>
                  </a:lnTo>
                  <a:lnTo>
                    <a:pt x="190957" y="306669"/>
                  </a:lnTo>
                  <a:cubicBezTo>
                    <a:pt x="190147" y="308907"/>
                    <a:pt x="189743" y="311892"/>
                    <a:pt x="189743" y="314130"/>
                  </a:cubicBezTo>
                  <a:cubicBezTo>
                    <a:pt x="189338" y="314130"/>
                    <a:pt x="189338" y="314877"/>
                    <a:pt x="189338" y="314877"/>
                  </a:cubicBezTo>
                  <a:cubicBezTo>
                    <a:pt x="188124" y="316369"/>
                    <a:pt x="187314" y="318607"/>
                    <a:pt x="186505" y="320846"/>
                  </a:cubicBezTo>
                  <a:cubicBezTo>
                    <a:pt x="186100" y="321592"/>
                    <a:pt x="186100" y="323830"/>
                    <a:pt x="185695" y="324577"/>
                  </a:cubicBezTo>
                  <a:lnTo>
                    <a:pt x="185291" y="325323"/>
                  </a:lnTo>
                  <a:cubicBezTo>
                    <a:pt x="183267" y="327561"/>
                    <a:pt x="182053" y="330546"/>
                    <a:pt x="181243" y="334276"/>
                  </a:cubicBezTo>
                  <a:cubicBezTo>
                    <a:pt x="180434" y="335023"/>
                    <a:pt x="179624" y="335769"/>
                    <a:pt x="178410" y="336515"/>
                  </a:cubicBezTo>
                  <a:cubicBezTo>
                    <a:pt x="177196" y="338007"/>
                    <a:pt x="176387" y="340246"/>
                    <a:pt x="175577" y="342484"/>
                  </a:cubicBezTo>
                  <a:lnTo>
                    <a:pt x="175172" y="342484"/>
                  </a:lnTo>
                  <a:cubicBezTo>
                    <a:pt x="173958" y="343230"/>
                    <a:pt x="172339" y="344723"/>
                    <a:pt x="171530" y="346215"/>
                  </a:cubicBezTo>
                  <a:lnTo>
                    <a:pt x="169911" y="349200"/>
                  </a:lnTo>
                  <a:cubicBezTo>
                    <a:pt x="168292" y="349200"/>
                    <a:pt x="167078" y="349946"/>
                    <a:pt x="165864" y="352184"/>
                  </a:cubicBezTo>
                  <a:cubicBezTo>
                    <a:pt x="165054" y="352930"/>
                    <a:pt x="164649" y="353677"/>
                    <a:pt x="164245" y="354423"/>
                  </a:cubicBezTo>
                  <a:lnTo>
                    <a:pt x="163840" y="355169"/>
                  </a:lnTo>
                  <a:cubicBezTo>
                    <a:pt x="163435" y="355169"/>
                    <a:pt x="162626" y="355169"/>
                    <a:pt x="162221" y="355915"/>
                  </a:cubicBezTo>
                  <a:cubicBezTo>
                    <a:pt x="161007" y="355915"/>
                    <a:pt x="160197" y="356661"/>
                    <a:pt x="159388" y="357407"/>
                  </a:cubicBezTo>
                  <a:cubicBezTo>
                    <a:pt x="158578" y="358153"/>
                    <a:pt x="158174" y="358900"/>
                    <a:pt x="157769" y="359646"/>
                  </a:cubicBezTo>
                  <a:cubicBezTo>
                    <a:pt x="156960" y="358900"/>
                    <a:pt x="156150" y="358900"/>
                    <a:pt x="154936" y="359646"/>
                  </a:cubicBezTo>
                  <a:cubicBezTo>
                    <a:pt x="154531" y="359646"/>
                    <a:pt x="153317" y="360392"/>
                    <a:pt x="152912" y="360392"/>
                  </a:cubicBezTo>
                  <a:cubicBezTo>
                    <a:pt x="152103" y="361138"/>
                    <a:pt x="151293" y="361884"/>
                    <a:pt x="150889" y="362630"/>
                  </a:cubicBezTo>
                  <a:cubicBezTo>
                    <a:pt x="149674" y="361884"/>
                    <a:pt x="148055" y="361138"/>
                    <a:pt x="146841" y="361884"/>
                  </a:cubicBezTo>
                  <a:cubicBezTo>
                    <a:pt x="146032" y="361884"/>
                    <a:pt x="144818" y="362630"/>
                    <a:pt x="144008" y="362630"/>
                  </a:cubicBezTo>
                  <a:cubicBezTo>
                    <a:pt x="142794" y="361884"/>
                    <a:pt x="141984" y="361884"/>
                    <a:pt x="140770" y="361884"/>
                  </a:cubicBezTo>
                  <a:lnTo>
                    <a:pt x="139961" y="361884"/>
                  </a:lnTo>
                  <a:cubicBezTo>
                    <a:pt x="139151" y="361884"/>
                    <a:pt x="137937" y="361884"/>
                    <a:pt x="137128" y="362630"/>
                  </a:cubicBezTo>
                  <a:cubicBezTo>
                    <a:pt x="136318" y="361138"/>
                    <a:pt x="135104" y="360392"/>
                    <a:pt x="133890" y="360392"/>
                  </a:cubicBezTo>
                  <a:cubicBezTo>
                    <a:pt x="133485" y="360392"/>
                    <a:pt x="132676" y="359646"/>
                    <a:pt x="132271" y="360392"/>
                  </a:cubicBezTo>
                  <a:lnTo>
                    <a:pt x="130247" y="360392"/>
                  </a:lnTo>
                  <a:lnTo>
                    <a:pt x="129842" y="359646"/>
                  </a:lnTo>
                  <a:cubicBezTo>
                    <a:pt x="129033" y="358153"/>
                    <a:pt x="128224" y="357407"/>
                    <a:pt x="127009" y="357407"/>
                  </a:cubicBezTo>
                  <a:cubicBezTo>
                    <a:pt x="126605" y="357407"/>
                    <a:pt x="125390" y="356661"/>
                    <a:pt x="124581" y="356661"/>
                  </a:cubicBezTo>
                  <a:lnTo>
                    <a:pt x="122557" y="356661"/>
                  </a:lnTo>
                  <a:cubicBezTo>
                    <a:pt x="122153" y="355169"/>
                    <a:pt x="121748" y="354423"/>
                    <a:pt x="120938" y="353677"/>
                  </a:cubicBezTo>
                  <a:lnTo>
                    <a:pt x="119319" y="351438"/>
                  </a:lnTo>
                  <a:cubicBezTo>
                    <a:pt x="118510" y="350692"/>
                    <a:pt x="117296" y="350692"/>
                    <a:pt x="116486" y="350692"/>
                  </a:cubicBezTo>
                  <a:cubicBezTo>
                    <a:pt x="116486" y="350692"/>
                    <a:pt x="116486" y="349946"/>
                    <a:pt x="116082" y="349946"/>
                  </a:cubicBezTo>
                  <a:cubicBezTo>
                    <a:pt x="115272" y="348453"/>
                    <a:pt x="114463" y="346961"/>
                    <a:pt x="113248" y="345469"/>
                  </a:cubicBezTo>
                  <a:cubicBezTo>
                    <a:pt x="112439" y="344723"/>
                    <a:pt x="111225" y="343977"/>
                    <a:pt x="110415" y="343230"/>
                  </a:cubicBezTo>
                  <a:cubicBezTo>
                    <a:pt x="110011" y="342484"/>
                    <a:pt x="110011" y="341738"/>
                    <a:pt x="109201" y="340246"/>
                  </a:cubicBezTo>
                  <a:cubicBezTo>
                    <a:pt x="108392" y="338753"/>
                    <a:pt x="107582" y="337261"/>
                    <a:pt x="106368" y="336515"/>
                  </a:cubicBezTo>
                  <a:lnTo>
                    <a:pt x="104749" y="335023"/>
                  </a:lnTo>
                  <a:cubicBezTo>
                    <a:pt x="104344" y="332038"/>
                    <a:pt x="103130" y="329053"/>
                    <a:pt x="99892" y="326069"/>
                  </a:cubicBezTo>
                  <a:cubicBezTo>
                    <a:pt x="99892" y="325323"/>
                    <a:pt x="99488" y="324577"/>
                    <a:pt x="99488" y="323830"/>
                  </a:cubicBezTo>
                  <a:cubicBezTo>
                    <a:pt x="99083" y="322338"/>
                    <a:pt x="98678" y="320846"/>
                    <a:pt x="97869" y="320100"/>
                  </a:cubicBezTo>
                  <a:lnTo>
                    <a:pt x="95440" y="315623"/>
                  </a:lnTo>
                  <a:cubicBezTo>
                    <a:pt x="95440" y="312638"/>
                    <a:pt x="94631" y="310400"/>
                    <a:pt x="93821" y="308161"/>
                  </a:cubicBezTo>
                  <a:lnTo>
                    <a:pt x="92202" y="305177"/>
                  </a:lnTo>
                  <a:cubicBezTo>
                    <a:pt x="92202" y="301446"/>
                    <a:pt x="91798" y="297715"/>
                    <a:pt x="90583" y="294730"/>
                  </a:cubicBezTo>
                  <a:lnTo>
                    <a:pt x="90179" y="293238"/>
                  </a:lnTo>
                  <a:cubicBezTo>
                    <a:pt x="90583" y="291000"/>
                    <a:pt x="90583" y="289507"/>
                    <a:pt x="90179" y="287269"/>
                  </a:cubicBezTo>
                  <a:cubicBezTo>
                    <a:pt x="89774" y="285030"/>
                    <a:pt x="88965" y="282792"/>
                    <a:pt x="88560" y="280553"/>
                  </a:cubicBezTo>
                  <a:lnTo>
                    <a:pt x="88560" y="279807"/>
                  </a:lnTo>
                  <a:cubicBezTo>
                    <a:pt x="88965" y="277569"/>
                    <a:pt x="88965" y="275330"/>
                    <a:pt x="88560" y="273092"/>
                  </a:cubicBezTo>
                  <a:cubicBezTo>
                    <a:pt x="88560" y="271600"/>
                    <a:pt x="88155" y="270854"/>
                    <a:pt x="88155" y="270107"/>
                  </a:cubicBezTo>
                  <a:cubicBezTo>
                    <a:pt x="88155" y="269361"/>
                    <a:pt x="88155" y="268615"/>
                    <a:pt x="87750" y="267869"/>
                  </a:cubicBezTo>
                  <a:cubicBezTo>
                    <a:pt x="88155" y="267123"/>
                    <a:pt x="88155" y="267123"/>
                    <a:pt x="88155" y="265630"/>
                  </a:cubicBezTo>
                  <a:cubicBezTo>
                    <a:pt x="88560" y="263392"/>
                    <a:pt x="88560" y="261154"/>
                    <a:pt x="88155" y="258915"/>
                  </a:cubicBezTo>
                  <a:cubicBezTo>
                    <a:pt x="88155" y="257423"/>
                    <a:pt x="88155" y="255930"/>
                    <a:pt x="87750" y="254438"/>
                  </a:cubicBezTo>
                  <a:cubicBezTo>
                    <a:pt x="87750" y="253692"/>
                    <a:pt x="88155" y="253692"/>
                    <a:pt x="88155" y="252946"/>
                  </a:cubicBezTo>
                  <a:cubicBezTo>
                    <a:pt x="88965" y="249215"/>
                    <a:pt x="88965" y="245484"/>
                    <a:pt x="88560" y="242500"/>
                  </a:cubicBezTo>
                  <a:lnTo>
                    <a:pt x="88560" y="241754"/>
                  </a:lnTo>
                  <a:cubicBezTo>
                    <a:pt x="89774" y="238023"/>
                    <a:pt x="90179" y="234292"/>
                    <a:pt x="90179" y="229815"/>
                  </a:cubicBezTo>
                  <a:cubicBezTo>
                    <a:pt x="90179" y="229815"/>
                    <a:pt x="90583" y="229815"/>
                    <a:pt x="90583" y="229069"/>
                  </a:cubicBezTo>
                  <a:cubicBezTo>
                    <a:pt x="90988" y="228323"/>
                    <a:pt x="91393" y="227577"/>
                    <a:pt x="91393" y="226830"/>
                  </a:cubicBezTo>
                  <a:cubicBezTo>
                    <a:pt x="92202" y="223846"/>
                    <a:pt x="92607" y="220861"/>
                    <a:pt x="93012" y="217877"/>
                  </a:cubicBezTo>
                  <a:cubicBezTo>
                    <a:pt x="93821" y="216384"/>
                    <a:pt x="94631" y="214892"/>
                    <a:pt x="95036" y="212654"/>
                  </a:cubicBezTo>
                  <a:lnTo>
                    <a:pt x="96250" y="205938"/>
                  </a:lnTo>
                  <a:cubicBezTo>
                    <a:pt x="97464" y="204446"/>
                    <a:pt x="98678" y="202207"/>
                    <a:pt x="99083" y="199223"/>
                  </a:cubicBezTo>
                  <a:cubicBezTo>
                    <a:pt x="99488" y="198477"/>
                    <a:pt x="99892" y="196984"/>
                    <a:pt x="100297" y="195492"/>
                  </a:cubicBezTo>
                  <a:cubicBezTo>
                    <a:pt x="100297" y="195492"/>
                    <a:pt x="100297" y="194746"/>
                    <a:pt x="100702" y="194746"/>
                  </a:cubicBezTo>
                  <a:cubicBezTo>
                    <a:pt x="102725" y="192507"/>
                    <a:pt x="104344" y="189523"/>
                    <a:pt x="105154" y="185046"/>
                  </a:cubicBezTo>
                  <a:cubicBezTo>
                    <a:pt x="105963" y="184300"/>
                    <a:pt x="106773" y="184300"/>
                    <a:pt x="107582" y="182807"/>
                  </a:cubicBezTo>
                  <a:cubicBezTo>
                    <a:pt x="108796" y="181315"/>
                    <a:pt x="109606" y="179823"/>
                    <a:pt x="110011" y="177584"/>
                  </a:cubicBezTo>
                  <a:lnTo>
                    <a:pt x="110415" y="176838"/>
                  </a:lnTo>
                  <a:cubicBezTo>
                    <a:pt x="112034" y="176092"/>
                    <a:pt x="113248" y="175346"/>
                    <a:pt x="114058" y="173107"/>
                  </a:cubicBezTo>
                  <a:cubicBezTo>
                    <a:pt x="114867" y="172361"/>
                    <a:pt x="115677" y="170869"/>
                    <a:pt x="116082" y="170123"/>
                  </a:cubicBezTo>
                  <a:lnTo>
                    <a:pt x="116486" y="170123"/>
                  </a:lnTo>
                  <a:cubicBezTo>
                    <a:pt x="117701" y="169377"/>
                    <a:pt x="118510" y="168631"/>
                    <a:pt x="119724" y="167884"/>
                  </a:cubicBezTo>
                  <a:cubicBezTo>
                    <a:pt x="120129" y="167138"/>
                    <a:pt x="120938" y="166392"/>
                    <a:pt x="121343" y="165646"/>
                  </a:cubicBezTo>
                  <a:lnTo>
                    <a:pt x="121748" y="164900"/>
                  </a:lnTo>
                  <a:cubicBezTo>
                    <a:pt x="122557" y="164900"/>
                    <a:pt x="122962" y="164900"/>
                    <a:pt x="123771" y="164154"/>
                  </a:cubicBezTo>
                  <a:cubicBezTo>
                    <a:pt x="124581" y="164154"/>
                    <a:pt x="125390" y="163407"/>
                    <a:pt x="126200" y="162661"/>
                  </a:cubicBezTo>
                  <a:lnTo>
                    <a:pt x="128628" y="160423"/>
                  </a:lnTo>
                  <a:lnTo>
                    <a:pt x="129033" y="160423"/>
                  </a:lnTo>
                  <a:cubicBezTo>
                    <a:pt x="129842" y="161169"/>
                    <a:pt x="130652" y="161169"/>
                    <a:pt x="131461" y="160423"/>
                  </a:cubicBezTo>
                  <a:cubicBezTo>
                    <a:pt x="131866" y="160423"/>
                    <a:pt x="132676" y="160423"/>
                    <a:pt x="133080" y="159677"/>
                  </a:cubicBezTo>
                  <a:cubicBezTo>
                    <a:pt x="133890" y="158931"/>
                    <a:pt x="134699" y="158184"/>
                    <a:pt x="135509" y="158184"/>
                  </a:cubicBezTo>
                  <a:cubicBezTo>
                    <a:pt x="136723" y="158931"/>
                    <a:pt x="137937" y="158931"/>
                    <a:pt x="139151" y="158931"/>
                  </a:cubicBezTo>
                  <a:cubicBezTo>
                    <a:pt x="139556" y="158184"/>
                    <a:pt x="139556" y="158184"/>
                    <a:pt x="139961" y="158184"/>
                  </a:cubicBezTo>
                  <a:cubicBezTo>
                    <a:pt x="140770" y="158184"/>
                    <a:pt x="141580" y="157438"/>
                    <a:pt x="142389" y="157438"/>
                  </a:cubicBezTo>
                  <a:cubicBezTo>
                    <a:pt x="143603" y="158931"/>
                    <a:pt x="144818" y="158931"/>
                    <a:pt x="146032" y="158184"/>
                  </a:cubicBezTo>
                  <a:cubicBezTo>
                    <a:pt x="146841" y="158184"/>
                    <a:pt x="148055" y="158184"/>
                    <a:pt x="148865" y="157438"/>
                  </a:cubicBezTo>
                  <a:cubicBezTo>
                    <a:pt x="149674" y="158931"/>
                    <a:pt x="150889" y="159677"/>
                    <a:pt x="152103" y="159677"/>
                  </a:cubicBezTo>
                  <a:cubicBezTo>
                    <a:pt x="152507" y="159677"/>
                    <a:pt x="153317" y="160423"/>
                    <a:pt x="154126" y="160423"/>
                  </a:cubicBezTo>
                  <a:cubicBezTo>
                    <a:pt x="154531" y="160423"/>
                    <a:pt x="154936" y="159677"/>
                    <a:pt x="155745" y="159677"/>
                  </a:cubicBezTo>
                  <a:cubicBezTo>
                    <a:pt x="156555" y="161169"/>
                    <a:pt x="157769" y="161915"/>
                    <a:pt x="158578" y="162661"/>
                  </a:cubicBezTo>
                  <a:cubicBezTo>
                    <a:pt x="159388" y="162661"/>
                    <a:pt x="160197" y="163407"/>
                    <a:pt x="161412" y="163407"/>
                  </a:cubicBezTo>
                  <a:lnTo>
                    <a:pt x="162221" y="163407"/>
                  </a:lnTo>
                  <a:lnTo>
                    <a:pt x="163840" y="166392"/>
                  </a:lnTo>
                  <a:lnTo>
                    <a:pt x="165459" y="167884"/>
                  </a:lnTo>
                  <a:cubicBezTo>
                    <a:pt x="166673" y="168631"/>
                    <a:pt x="167483" y="168631"/>
                    <a:pt x="168697" y="168631"/>
                  </a:cubicBezTo>
                  <a:cubicBezTo>
                    <a:pt x="169506" y="173107"/>
                    <a:pt x="170316" y="174600"/>
                    <a:pt x="171530" y="176092"/>
                  </a:cubicBezTo>
                  <a:close/>
                  <a:moveTo>
                    <a:pt x="175577" y="161169"/>
                  </a:moveTo>
                  <a:lnTo>
                    <a:pt x="175982" y="161915"/>
                  </a:lnTo>
                  <a:cubicBezTo>
                    <a:pt x="176791" y="162661"/>
                    <a:pt x="177196" y="163407"/>
                    <a:pt x="177601" y="164154"/>
                  </a:cubicBezTo>
                  <a:cubicBezTo>
                    <a:pt x="182458" y="170123"/>
                    <a:pt x="178815" y="176838"/>
                    <a:pt x="179220" y="183554"/>
                  </a:cubicBezTo>
                  <a:cubicBezTo>
                    <a:pt x="178815" y="182807"/>
                    <a:pt x="178410" y="182807"/>
                    <a:pt x="177601" y="182061"/>
                  </a:cubicBezTo>
                  <a:cubicBezTo>
                    <a:pt x="176791" y="180569"/>
                    <a:pt x="175982" y="179077"/>
                    <a:pt x="175172" y="176838"/>
                  </a:cubicBezTo>
                  <a:cubicBezTo>
                    <a:pt x="175172" y="171615"/>
                    <a:pt x="176387" y="166392"/>
                    <a:pt x="175577" y="161169"/>
                  </a:cubicBezTo>
                  <a:close/>
                  <a:moveTo>
                    <a:pt x="219288" y="108938"/>
                  </a:moveTo>
                  <a:cubicBezTo>
                    <a:pt x="220098" y="109684"/>
                    <a:pt x="220907" y="111177"/>
                    <a:pt x="222526" y="112669"/>
                  </a:cubicBezTo>
                  <a:lnTo>
                    <a:pt x="222526" y="113415"/>
                  </a:lnTo>
                  <a:lnTo>
                    <a:pt x="225359" y="116400"/>
                  </a:lnTo>
                  <a:lnTo>
                    <a:pt x="225764" y="117146"/>
                  </a:lnTo>
                  <a:cubicBezTo>
                    <a:pt x="226169" y="117146"/>
                    <a:pt x="226978" y="117892"/>
                    <a:pt x="227383" y="117892"/>
                  </a:cubicBezTo>
                  <a:lnTo>
                    <a:pt x="226573" y="120131"/>
                  </a:lnTo>
                  <a:lnTo>
                    <a:pt x="225764" y="121623"/>
                  </a:lnTo>
                  <a:cubicBezTo>
                    <a:pt x="225764" y="122369"/>
                    <a:pt x="225359" y="122369"/>
                    <a:pt x="225359" y="122369"/>
                  </a:cubicBezTo>
                  <a:cubicBezTo>
                    <a:pt x="224550" y="123861"/>
                    <a:pt x="223740" y="124607"/>
                    <a:pt x="222526" y="124607"/>
                  </a:cubicBezTo>
                  <a:cubicBezTo>
                    <a:pt x="221312" y="124607"/>
                    <a:pt x="220098" y="123115"/>
                    <a:pt x="219288" y="121623"/>
                  </a:cubicBezTo>
                  <a:cubicBezTo>
                    <a:pt x="218883" y="120877"/>
                    <a:pt x="218074" y="120131"/>
                    <a:pt x="217669" y="119384"/>
                  </a:cubicBezTo>
                  <a:cubicBezTo>
                    <a:pt x="216860" y="117892"/>
                    <a:pt x="215646" y="116400"/>
                    <a:pt x="214431" y="115654"/>
                  </a:cubicBezTo>
                  <a:cubicBezTo>
                    <a:pt x="214027" y="114907"/>
                    <a:pt x="213622" y="114907"/>
                    <a:pt x="213217" y="114907"/>
                  </a:cubicBezTo>
                  <a:cubicBezTo>
                    <a:pt x="215241" y="110431"/>
                    <a:pt x="216455" y="108192"/>
                    <a:pt x="217669" y="108192"/>
                  </a:cubicBezTo>
                  <a:cubicBezTo>
                    <a:pt x="218479" y="108192"/>
                    <a:pt x="218883" y="108938"/>
                    <a:pt x="219288" y="108938"/>
                  </a:cubicBezTo>
                  <a:close/>
                  <a:moveTo>
                    <a:pt x="218883" y="105208"/>
                  </a:moveTo>
                  <a:cubicBezTo>
                    <a:pt x="218883" y="104461"/>
                    <a:pt x="219288" y="104461"/>
                    <a:pt x="219288" y="104461"/>
                  </a:cubicBezTo>
                  <a:cubicBezTo>
                    <a:pt x="220098" y="102223"/>
                    <a:pt x="221312" y="99984"/>
                    <a:pt x="222526" y="99238"/>
                  </a:cubicBezTo>
                  <a:cubicBezTo>
                    <a:pt x="223336" y="98492"/>
                    <a:pt x="224550" y="99238"/>
                    <a:pt x="225359" y="99984"/>
                  </a:cubicBezTo>
                  <a:lnTo>
                    <a:pt x="225764" y="100731"/>
                  </a:lnTo>
                  <a:cubicBezTo>
                    <a:pt x="225764" y="100731"/>
                    <a:pt x="226169" y="101477"/>
                    <a:pt x="226573" y="101477"/>
                  </a:cubicBezTo>
                  <a:cubicBezTo>
                    <a:pt x="226978" y="101477"/>
                    <a:pt x="227383" y="102223"/>
                    <a:pt x="227788" y="102223"/>
                  </a:cubicBezTo>
                  <a:cubicBezTo>
                    <a:pt x="228192" y="102223"/>
                    <a:pt x="228192" y="102969"/>
                    <a:pt x="228192" y="102969"/>
                  </a:cubicBezTo>
                  <a:cubicBezTo>
                    <a:pt x="229406" y="104461"/>
                    <a:pt x="230621" y="105954"/>
                    <a:pt x="231835" y="106700"/>
                  </a:cubicBezTo>
                  <a:cubicBezTo>
                    <a:pt x="232240" y="106700"/>
                    <a:pt x="232240" y="107446"/>
                    <a:pt x="232644" y="107446"/>
                  </a:cubicBezTo>
                  <a:cubicBezTo>
                    <a:pt x="233049" y="107446"/>
                    <a:pt x="232240" y="108938"/>
                    <a:pt x="231835" y="109684"/>
                  </a:cubicBezTo>
                  <a:cubicBezTo>
                    <a:pt x="231025" y="111923"/>
                    <a:pt x="229811" y="112669"/>
                    <a:pt x="228192" y="113415"/>
                  </a:cubicBezTo>
                  <a:cubicBezTo>
                    <a:pt x="227788" y="114161"/>
                    <a:pt x="226978" y="113415"/>
                    <a:pt x="226573" y="113415"/>
                  </a:cubicBezTo>
                  <a:cubicBezTo>
                    <a:pt x="226169" y="113415"/>
                    <a:pt x="226169" y="112669"/>
                    <a:pt x="225764" y="112669"/>
                  </a:cubicBezTo>
                  <a:cubicBezTo>
                    <a:pt x="225359" y="112669"/>
                    <a:pt x="225359" y="112669"/>
                    <a:pt x="225359" y="111923"/>
                  </a:cubicBezTo>
                  <a:cubicBezTo>
                    <a:pt x="224550" y="111177"/>
                    <a:pt x="223740" y="108938"/>
                    <a:pt x="222526" y="108192"/>
                  </a:cubicBezTo>
                  <a:cubicBezTo>
                    <a:pt x="221717" y="107446"/>
                    <a:pt x="220907" y="105954"/>
                    <a:pt x="219693" y="105208"/>
                  </a:cubicBezTo>
                  <a:lnTo>
                    <a:pt x="219288" y="104461"/>
                  </a:lnTo>
                  <a:cubicBezTo>
                    <a:pt x="219288" y="105954"/>
                    <a:pt x="218883" y="105208"/>
                    <a:pt x="218883" y="105208"/>
                  </a:cubicBezTo>
                  <a:close/>
                  <a:moveTo>
                    <a:pt x="217265" y="123115"/>
                  </a:moveTo>
                  <a:cubicBezTo>
                    <a:pt x="217669" y="123115"/>
                    <a:pt x="217669" y="123861"/>
                    <a:pt x="218074" y="123861"/>
                  </a:cubicBezTo>
                  <a:cubicBezTo>
                    <a:pt x="218479" y="124607"/>
                    <a:pt x="218883" y="125354"/>
                    <a:pt x="219693" y="126100"/>
                  </a:cubicBezTo>
                  <a:cubicBezTo>
                    <a:pt x="220502" y="127592"/>
                    <a:pt x="221717" y="128338"/>
                    <a:pt x="222526" y="128338"/>
                  </a:cubicBezTo>
                  <a:cubicBezTo>
                    <a:pt x="221717" y="130577"/>
                    <a:pt x="220907" y="132069"/>
                    <a:pt x="219693" y="133561"/>
                  </a:cubicBezTo>
                  <a:cubicBezTo>
                    <a:pt x="219288" y="134308"/>
                    <a:pt x="218479" y="134308"/>
                    <a:pt x="218074" y="134308"/>
                  </a:cubicBezTo>
                  <a:cubicBezTo>
                    <a:pt x="216050" y="135054"/>
                    <a:pt x="214431" y="132069"/>
                    <a:pt x="213217" y="129831"/>
                  </a:cubicBezTo>
                  <a:cubicBezTo>
                    <a:pt x="212812" y="129084"/>
                    <a:pt x="212408" y="129084"/>
                    <a:pt x="212003" y="128338"/>
                  </a:cubicBezTo>
                  <a:cubicBezTo>
                    <a:pt x="211598" y="127592"/>
                    <a:pt x="210789" y="126846"/>
                    <a:pt x="209979" y="126100"/>
                  </a:cubicBezTo>
                  <a:cubicBezTo>
                    <a:pt x="209575" y="125354"/>
                    <a:pt x="209170" y="125354"/>
                    <a:pt x="208360" y="125354"/>
                  </a:cubicBezTo>
                  <a:cubicBezTo>
                    <a:pt x="209170" y="122369"/>
                    <a:pt x="210384" y="120131"/>
                    <a:pt x="212003" y="118638"/>
                  </a:cubicBezTo>
                  <a:cubicBezTo>
                    <a:pt x="212408" y="117892"/>
                    <a:pt x="212408" y="117892"/>
                    <a:pt x="213217" y="117892"/>
                  </a:cubicBezTo>
                  <a:cubicBezTo>
                    <a:pt x="214027" y="117892"/>
                    <a:pt x="215241" y="120131"/>
                    <a:pt x="217265" y="123115"/>
                  </a:cubicBezTo>
                  <a:close/>
                  <a:moveTo>
                    <a:pt x="209170" y="129084"/>
                  </a:moveTo>
                  <a:cubicBezTo>
                    <a:pt x="210384" y="129831"/>
                    <a:pt x="211194" y="131323"/>
                    <a:pt x="212003" y="132815"/>
                  </a:cubicBezTo>
                  <a:cubicBezTo>
                    <a:pt x="212408" y="133561"/>
                    <a:pt x="212408" y="133561"/>
                    <a:pt x="213217" y="133561"/>
                  </a:cubicBezTo>
                  <a:cubicBezTo>
                    <a:pt x="214431" y="135054"/>
                    <a:pt x="215646" y="136546"/>
                    <a:pt x="216860" y="137292"/>
                  </a:cubicBezTo>
                  <a:cubicBezTo>
                    <a:pt x="215241" y="141023"/>
                    <a:pt x="214027" y="143261"/>
                    <a:pt x="213217" y="144007"/>
                  </a:cubicBezTo>
                  <a:lnTo>
                    <a:pt x="212003" y="144007"/>
                  </a:lnTo>
                  <a:cubicBezTo>
                    <a:pt x="210384" y="144007"/>
                    <a:pt x="209170" y="141023"/>
                    <a:pt x="207146" y="138784"/>
                  </a:cubicBezTo>
                  <a:cubicBezTo>
                    <a:pt x="206742" y="137292"/>
                    <a:pt x="205932" y="136546"/>
                    <a:pt x="205123" y="135800"/>
                  </a:cubicBezTo>
                  <a:cubicBezTo>
                    <a:pt x="204718" y="135800"/>
                    <a:pt x="204718" y="135054"/>
                    <a:pt x="204718" y="135054"/>
                  </a:cubicBezTo>
                  <a:lnTo>
                    <a:pt x="204313" y="134308"/>
                  </a:lnTo>
                  <a:lnTo>
                    <a:pt x="203099" y="134308"/>
                  </a:lnTo>
                  <a:lnTo>
                    <a:pt x="204313" y="132069"/>
                  </a:lnTo>
                  <a:cubicBezTo>
                    <a:pt x="204718" y="131323"/>
                    <a:pt x="205123" y="129831"/>
                    <a:pt x="205527" y="129084"/>
                  </a:cubicBezTo>
                  <a:cubicBezTo>
                    <a:pt x="206337" y="127592"/>
                    <a:pt x="207146" y="126846"/>
                    <a:pt x="207551" y="126846"/>
                  </a:cubicBezTo>
                  <a:cubicBezTo>
                    <a:pt x="207956" y="128338"/>
                    <a:pt x="208360" y="129084"/>
                    <a:pt x="209170" y="129084"/>
                  </a:cubicBezTo>
                  <a:close/>
                  <a:moveTo>
                    <a:pt x="203908" y="138784"/>
                  </a:moveTo>
                  <a:cubicBezTo>
                    <a:pt x="204313" y="139531"/>
                    <a:pt x="205123" y="139531"/>
                    <a:pt x="205527" y="140277"/>
                  </a:cubicBezTo>
                  <a:cubicBezTo>
                    <a:pt x="205932" y="141023"/>
                    <a:pt x="206337" y="141769"/>
                    <a:pt x="207146" y="142515"/>
                  </a:cubicBezTo>
                  <a:cubicBezTo>
                    <a:pt x="207551" y="142515"/>
                    <a:pt x="207551" y="143261"/>
                    <a:pt x="207551" y="143261"/>
                  </a:cubicBezTo>
                  <a:cubicBezTo>
                    <a:pt x="208765" y="144754"/>
                    <a:pt x="210384" y="146246"/>
                    <a:pt x="212003" y="147738"/>
                  </a:cubicBezTo>
                  <a:cubicBezTo>
                    <a:pt x="210789" y="150723"/>
                    <a:pt x="209575" y="152961"/>
                    <a:pt x="207551" y="153707"/>
                  </a:cubicBezTo>
                  <a:cubicBezTo>
                    <a:pt x="206742" y="153707"/>
                    <a:pt x="206337" y="153707"/>
                    <a:pt x="205527" y="152961"/>
                  </a:cubicBezTo>
                  <a:cubicBezTo>
                    <a:pt x="205123" y="152215"/>
                    <a:pt x="204718" y="152215"/>
                    <a:pt x="204313" y="151469"/>
                  </a:cubicBezTo>
                  <a:cubicBezTo>
                    <a:pt x="203504" y="150723"/>
                    <a:pt x="202694" y="149977"/>
                    <a:pt x="202289" y="148484"/>
                  </a:cubicBezTo>
                  <a:cubicBezTo>
                    <a:pt x="201480" y="146992"/>
                    <a:pt x="200671" y="146246"/>
                    <a:pt x="199456" y="145500"/>
                  </a:cubicBezTo>
                  <a:cubicBezTo>
                    <a:pt x="199052" y="145500"/>
                    <a:pt x="199052" y="144754"/>
                    <a:pt x="199052" y="144754"/>
                  </a:cubicBezTo>
                  <a:cubicBezTo>
                    <a:pt x="199052" y="144754"/>
                    <a:pt x="198647" y="144007"/>
                    <a:pt x="197837" y="144007"/>
                  </a:cubicBezTo>
                  <a:cubicBezTo>
                    <a:pt x="198242" y="143261"/>
                    <a:pt x="198647" y="142515"/>
                    <a:pt x="199052" y="141023"/>
                  </a:cubicBezTo>
                  <a:cubicBezTo>
                    <a:pt x="199861" y="138784"/>
                    <a:pt x="201075" y="137292"/>
                    <a:pt x="202289" y="136546"/>
                  </a:cubicBezTo>
                  <a:cubicBezTo>
                    <a:pt x="202694" y="136546"/>
                    <a:pt x="203099" y="136546"/>
                    <a:pt x="203099" y="137292"/>
                  </a:cubicBezTo>
                  <a:cubicBezTo>
                    <a:pt x="203099" y="138038"/>
                    <a:pt x="203504" y="138784"/>
                    <a:pt x="203908" y="138784"/>
                  </a:cubicBezTo>
                  <a:close/>
                  <a:moveTo>
                    <a:pt x="198647" y="148484"/>
                  </a:moveTo>
                  <a:cubicBezTo>
                    <a:pt x="199861" y="149977"/>
                    <a:pt x="200671" y="150723"/>
                    <a:pt x="201480" y="152215"/>
                  </a:cubicBezTo>
                  <a:lnTo>
                    <a:pt x="201885" y="152961"/>
                  </a:lnTo>
                  <a:cubicBezTo>
                    <a:pt x="202289" y="153707"/>
                    <a:pt x="203504" y="154454"/>
                    <a:pt x="203908" y="155200"/>
                  </a:cubicBezTo>
                  <a:cubicBezTo>
                    <a:pt x="204313" y="155946"/>
                    <a:pt x="204718" y="155946"/>
                    <a:pt x="205123" y="155946"/>
                  </a:cubicBezTo>
                  <a:cubicBezTo>
                    <a:pt x="205527" y="156692"/>
                    <a:pt x="205932" y="156692"/>
                    <a:pt x="206337" y="156692"/>
                  </a:cubicBezTo>
                  <a:lnTo>
                    <a:pt x="205123" y="158931"/>
                  </a:lnTo>
                  <a:lnTo>
                    <a:pt x="203908" y="161169"/>
                  </a:lnTo>
                  <a:cubicBezTo>
                    <a:pt x="203504" y="161915"/>
                    <a:pt x="202694" y="162661"/>
                    <a:pt x="201885" y="162661"/>
                  </a:cubicBezTo>
                  <a:cubicBezTo>
                    <a:pt x="200671" y="163407"/>
                    <a:pt x="199861" y="161915"/>
                    <a:pt x="198647" y="161169"/>
                  </a:cubicBezTo>
                  <a:cubicBezTo>
                    <a:pt x="197433" y="160423"/>
                    <a:pt x="197837" y="159677"/>
                    <a:pt x="197028" y="158931"/>
                  </a:cubicBezTo>
                  <a:cubicBezTo>
                    <a:pt x="196218" y="157438"/>
                    <a:pt x="195409" y="156692"/>
                    <a:pt x="194600" y="155946"/>
                  </a:cubicBezTo>
                  <a:cubicBezTo>
                    <a:pt x="194195" y="155200"/>
                    <a:pt x="194195" y="155200"/>
                    <a:pt x="193385" y="155200"/>
                  </a:cubicBezTo>
                  <a:cubicBezTo>
                    <a:pt x="192981" y="154454"/>
                    <a:pt x="192576" y="154454"/>
                    <a:pt x="191766" y="154454"/>
                  </a:cubicBezTo>
                  <a:cubicBezTo>
                    <a:pt x="192171" y="152961"/>
                    <a:pt x="192576" y="152215"/>
                    <a:pt x="193385" y="151469"/>
                  </a:cubicBezTo>
                  <a:cubicBezTo>
                    <a:pt x="193790" y="150723"/>
                    <a:pt x="194195" y="149977"/>
                    <a:pt x="194600" y="149977"/>
                  </a:cubicBezTo>
                  <a:cubicBezTo>
                    <a:pt x="195409" y="148484"/>
                    <a:pt x="196218" y="147738"/>
                    <a:pt x="197028" y="148484"/>
                  </a:cubicBezTo>
                  <a:lnTo>
                    <a:pt x="197433" y="148484"/>
                  </a:lnTo>
                  <a:cubicBezTo>
                    <a:pt x="197837" y="147738"/>
                    <a:pt x="198242" y="148484"/>
                    <a:pt x="198647" y="148484"/>
                  </a:cubicBezTo>
                  <a:close/>
                  <a:moveTo>
                    <a:pt x="193385" y="158184"/>
                  </a:moveTo>
                  <a:lnTo>
                    <a:pt x="193790" y="158931"/>
                  </a:lnTo>
                  <a:cubicBezTo>
                    <a:pt x="193790" y="158931"/>
                    <a:pt x="194600" y="159677"/>
                    <a:pt x="195004" y="159677"/>
                  </a:cubicBezTo>
                  <a:cubicBezTo>
                    <a:pt x="195409" y="160423"/>
                    <a:pt x="195814" y="161169"/>
                    <a:pt x="196218" y="161169"/>
                  </a:cubicBezTo>
                  <a:cubicBezTo>
                    <a:pt x="196623" y="161915"/>
                    <a:pt x="197028" y="161915"/>
                    <a:pt x="197433" y="162661"/>
                  </a:cubicBezTo>
                  <a:cubicBezTo>
                    <a:pt x="197837" y="163407"/>
                    <a:pt x="198242" y="164154"/>
                    <a:pt x="199052" y="164900"/>
                  </a:cubicBezTo>
                  <a:lnTo>
                    <a:pt x="201480" y="166392"/>
                  </a:lnTo>
                  <a:lnTo>
                    <a:pt x="199052" y="170869"/>
                  </a:lnTo>
                  <a:cubicBezTo>
                    <a:pt x="198647" y="171615"/>
                    <a:pt x="198242" y="171615"/>
                    <a:pt x="197433" y="172361"/>
                  </a:cubicBezTo>
                  <a:cubicBezTo>
                    <a:pt x="196623" y="172361"/>
                    <a:pt x="195814" y="172361"/>
                    <a:pt x="195004" y="171615"/>
                  </a:cubicBezTo>
                  <a:cubicBezTo>
                    <a:pt x="194600" y="171615"/>
                    <a:pt x="194600" y="170869"/>
                    <a:pt x="193790" y="170869"/>
                  </a:cubicBezTo>
                  <a:cubicBezTo>
                    <a:pt x="192981" y="170869"/>
                    <a:pt x="192171" y="168631"/>
                    <a:pt x="191766" y="167884"/>
                  </a:cubicBezTo>
                  <a:cubicBezTo>
                    <a:pt x="191362" y="167138"/>
                    <a:pt x="191362" y="167138"/>
                    <a:pt x="190957" y="167138"/>
                  </a:cubicBezTo>
                  <a:cubicBezTo>
                    <a:pt x="190147" y="166392"/>
                    <a:pt x="189743" y="164900"/>
                    <a:pt x="188933" y="164154"/>
                  </a:cubicBezTo>
                  <a:lnTo>
                    <a:pt x="188529" y="164154"/>
                  </a:lnTo>
                  <a:cubicBezTo>
                    <a:pt x="188124" y="163407"/>
                    <a:pt x="187719" y="163407"/>
                    <a:pt x="186910" y="163407"/>
                  </a:cubicBezTo>
                  <a:cubicBezTo>
                    <a:pt x="187314" y="161915"/>
                    <a:pt x="188124" y="161169"/>
                    <a:pt x="188529" y="159677"/>
                  </a:cubicBezTo>
                  <a:cubicBezTo>
                    <a:pt x="189338" y="158184"/>
                    <a:pt x="190147" y="156692"/>
                    <a:pt x="190552" y="156692"/>
                  </a:cubicBezTo>
                  <a:lnTo>
                    <a:pt x="192171" y="156692"/>
                  </a:lnTo>
                  <a:cubicBezTo>
                    <a:pt x="192576" y="157438"/>
                    <a:pt x="192981" y="158184"/>
                    <a:pt x="193385" y="158184"/>
                  </a:cubicBezTo>
                  <a:close/>
                  <a:moveTo>
                    <a:pt x="188124" y="167884"/>
                  </a:moveTo>
                  <a:lnTo>
                    <a:pt x="188933" y="169377"/>
                  </a:lnTo>
                  <a:cubicBezTo>
                    <a:pt x="189743" y="170123"/>
                    <a:pt x="190147" y="170869"/>
                    <a:pt x="190957" y="171615"/>
                  </a:cubicBezTo>
                  <a:lnTo>
                    <a:pt x="190957" y="172361"/>
                  </a:lnTo>
                  <a:cubicBezTo>
                    <a:pt x="191362" y="172361"/>
                    <a:pt x="191362" y="173107"/>
                    <a:pt x="191766" y="173107"/>
                  </a:cubicBezTo>
                  <a:cubicBezTo>
                    <a:pt x="192171" y="173107"/>
                    <a:pt x="193385" y="174600"/>
                    <a:pt x="193790" y="175346"/>
                  </a:cubicBezTo>
                  <a:cubicBezTo>
                    <a:pt x="194195" y="176092"/>
                    <a:pt x="194600" y="176092"/>
                    <a:pt x="195004" y="176092"/>
                  </a:cubicBezTo>
                  <a:cubicBezTo>
                    <a:pt x="195409" y="176092"/>
                    <a:pt x="195409" y="176838"/>
                    <a:pt x="195814" y="176838"/>
                  </a:cubicBezTo>
                  <a:cubicBezTo>
                    <a:pt x="196218" y="176838"/>
                    <a:pt x="195409" y="178331"/>
                    <a:pt x="195004" y="179077"/>
                  </a:cubicBezTo>
                  <a:cubicBezTo>
                    <a:pt x="194600" y="179823"/>
                    <a:pt x="194195" y="180569"/>
                    <a:pt x="193790" y="180569"/>
                  </a:cubicBezTo>
                  <a:cubicBezTo>
                    <a:pt x="193385" y="181315"/>
                    <a:pt x="192576" y="182061"/>
                    <a:pt x="191766" y="182807"/>
                  </a:cubicBezTo>
                  <a:lnTo>
                    <a:pt x="191766" y="182061"/>
                  </a:lnTo>
                  <a:lnTo>
                    <a:pt x="190957" y="180569"/>
                  </a:lnTo>
                  <a:cubicBezTo>
                    <a:pt x="190147" y="179077"/>
                    <a:pt x="189743" y="178331"/>
                    <a:pt x="188933" y="177584"/>
                  </a:cubicBezTo>
                  <a:cubicBezTo>
                    <a:pt x="188529" y="176838"/>
                    <a:pt x="188124" y="176838"/>
                    <a:pt x="187719" y="175346"/>
                  </a:cubicBezTo>
                  <a:cubicBezTo>
                    <a:pt x="187314" y="173854"/>
                    <a:pt x="186910" y="173107"/>
                    <a:pt x="186100" y="172361"/>
                  </a:cubicBezTo>
                  <a:cubicBezTo>
                    <a:pt x="185695" y="171615"/>
                    <a:pt x="185291" y="170869"/>
                    <a:pt x="184481" y="170123"/>
                  </a:cubicBezTo>
                  <a:cubicBezTo>
                    <a:pt x="184481" y="169377"/>
                    <a:pt x="184077" y="169377"/>
                    <a:pt x="184077" y="169377"/>
                  </a:cubicBezTo>
                  <a:lnTo>
                    <a:pt x="184481" y="168631"/>
                  </a:lnTo>
                  <a:cubicBezTo>
                    <a:pt x="184886" y="167884"/>
                    <a:pt x="185291" y="167884"/>
                    <a:pt x="186100" y="167884"/>
                  </a:cubicBezTo>
                  <a:lnTo>
                    <a:pt x="186505" y="167884"/>
                  </a:lnTo>
                  <a:cubicBezTo>
                    <a:pt x="187314" y="167138"/>
                    <a:pt x="187719" y="167884"/>
                    <a:pt x="188124" y="167884"/>
                  </a:cubicBezTo>
                  <a:close/>
                  <a:moveTo>
                    <a:pt x="195004" y="194746"/>
                  </a:moveTo>
                  <a:cubicBezTo>
                    <a:pt x="196623" y="198477"/>
                    <a:pt x="196623" y="202954"/>
                    <a:pt x="195004" y="206684"/>
                  </a:cubicBezTo>
                  <a:cubicBezTo>
                    <a:pt x="194600" y="207430"/>
                    <a:pt x="194195" y="208923"/>
                    <a:pt x="193790" y="209669"/>
                  </a:cubicBezTo>
                  <a:lnTo>
                    <a:pt x="192576" y="214146"/>
                  </a:lnTo>
                  <a:lnTo>
                    <a:pt x="191766" y="212654"/>
                  </a:lnTo>
                  <a:cubicBezTo>
                    <a:pt x="191362" y="211161"/>
                    <a:pt x="191362" y="210415"/>
                    <a:pt x="190957" y="209669"/>
                  </a:cubicBezTo>
                  <a:cubicBezTo>
                    <a:pt x="190552" y="208177"/>
                    <a:pt x="190552" y="206684"/>
                    <a:pt x="190552" y="205192"/>
                  </a:cubicBezTo>
                  <a:cubicBezTo>
                    <a:pt x="190957" y="203700"/>
                    <a:pt x="190957" y="202207"/>
                    <a:pt x="190957" y="200715"/>
                  </a:cubicBezTo>
                  <a:cubicBezTo>
                    <a:pt x="191362" y="199969"/>
                    <a:pt x="191766" y="199223"/>
                    <a:pt x="191766" y="197731"/>
                  </a:cubicBezTo>
                  <a:cubicBezTo>
                    <a:pt x="192576" y="195492"/>
                    <a:pt x="192981" y="192507"/>
                    <a:pt x="193385" y="190269"/>
                  </a:cubicBezTo>
                  <a:lnTo>
                    <a:pt x="193790" y="191015"/>
                  </a:lnTo>
                  <a:lnTo>
                    <a:pt x="193790" y="191761"/>
                  </a:lnTo>
                  <a:cubicBezTo>
                    <a:pt x="194600" y="193254"/>
                    <a:pt x="194600" y="194000"/>
                    <a:pt x="195004" y="194746"/>
                  </a:cubicBezTo>
                  <a:close/>
                  <a:moveTo>
                    <a:pt x="203908" y="242500"/>
                  </a:moveTo>
                  <a:cubicBezTo>
                    <a:pt x="203504" y="243992"/>
                    <a:pt x="202694" y="245484"/>
                    <a:pt x="201885" y="246230"/>
                  </a:cubicBezTo>
                  <a:cubicBezTo>
                    <a:pt x="200671" y="246977"/>
                    <a:pt x="199456" y="248469"/>
                    <a:pt x="198647" y="249961"/>
                  </a:cubicBezTo>
                  <a:cubicBezTo>
                    <a:pt x="198647" y="250707"/>
                    <a:pt x="198242" y="250707"/>
                    <a:pt x="198242" y="250707"/>
                  </a:cubicBezTo>
                  <a:cubicBezTo>
                    <a:pt x="197433" y="247723"/>
                    <a:pt x="197433" y="243992"/>
                    <a:pt x="197837" y="241007"/>
                  </a:cubicBezTo>
                  <a:cubicBezTo>
                    <a:pt x="198242" y="240261"/>
                    <a:pt x="198242" y="240261"/>
                    <a:pt x="198242" y="239515"/>
                  </a:cubicBezTo>
                  <a:cubicBezTo>
                    <a:pt x="199052" y="237277"/>
                    <a:pt x="200671" y="235784"/>
                    <a:pt x="201480" y="233546"/>
                  </a:cubicBezTo>
                  <a:cubicBezTo>
                    <a:pt x="202289" y="232054"/>
                    <a:pt x="202694" y="231307"/>
                    <a:pt x="203099" y="229815"/>
                  </a:cubicBezTo>
                  <a:cubicBezTo>
                    <a:pt x="203099" y="230561"/>
                    <a:pt x="203099" y="230561"/>
                    <a:pt x="203504" y="230561"/>
                  </a:cubicBezTo>
                  <a:lnTo>
                    <a:pt x="203504" y="231307"/>
                  </a:lnTo>
                  <a:cubicBezTo>
                    <a:pt x="205123" y="237277"/>
                    <a:pt x="204718" y="240261"/>
                    <a:pt x="203908" y="242500"/>
                  </a:cubicBezTo>
                  <a:close/>
                  <a:moveTo>
                    <a:pt x="207551" y="258169"/>
                  </a:moveTo>
                  <a:cubicBezTo>
                    <a:pt x="207551" y="257423"/>
                    <a:pt x="207551" y="256677"/>
                    <a:pt x="207146" y="256677"/>
                  </a:cubicBezTo>
                  <a:lnTo>
                    <a:pt x="207146" y="254438"/>
                  </a:lnTo>
                  <a:cubicBezTo>
                    <a:pt x="207551" y="252946"/>
                    <a:pt x="207551" y="252200"/>
                    <a:pt x="207551" y="250707"/>
                  </a:cubicBezTo>
                  <a:cubicBezTo>
                    <a:pt x="212003" y="252200"/>
                    <a:pt x="210384" y="261154"/>
                    <a:pt x="212003" y="268615"/>
                  </a:cubicBezTo>
                  <a:lnTo>
                    <a:pt x="212003" y="269361"/>
                  </a:lnTo>
                  <a:cubicBezTo>
                    <a:pt x="212408" y="270107"/>
                    <a:pt x="212408" y="270854"/>
                    <a:pt x="212408" y="271600"/>
                  </a:cubicBezTo>
                  <a:lnTo>
                    <a:pt x="212003" y="271600"/>
                  </a:lnTo>
                  <a:cubicBezTo>
                    <a:pt x="210384" y="272346"/>
                    <a:pt x="208765" y="272346"/>
                    <a:pt x="207146" y="270854"/>
                  </a:cubicBezTo>
                  <a:lnTo>
                    <a:pt x="206742" y="270854"/>
                  </a:lnTo>
                  <a:cubicBezTo>
                    <a:pt x="207146" y="270107"/>
                    <a:pt x="207146" y="270107"/>
                    <a:pt x="207146" y="269361"/>
                  </a:cubicBezTo>
                  <a:cubicBezTo>
                    <a:pt x="207956" y="265630"/>
                    <a:pt x="207956" y="261900"/>
                    <a:pt x="207551" y="258169"/>
                  </a:cubicBezTo>
                  <a:close/>
                  <a:moveTo>
                    <a:pt x="264213" y="267869"/>
                  </a:moveTo>
                  <a:cubicBezTo>
                    <a:pt x="264213" y="268615"/>
                    <a:pt x="264618" y="270107"/>
                    <a:pt x="264618" y="270854"/>
                  </a:cubicBezTo>
                  <a:lnTo>
                    <a:pt x="262999" y="270854"/>
                  </a:lnTo>
                  <a:cubicBezTo>
                    <a:pt x="260166" y="271600"/>
                    <a:pt x="259357" y="270854"/>
                    <a:pt x="258547" y="268615"/>
                  </a:cubicBezTo>
                  <a:cubicBezTo>
                    <a:pt x="258142" y="267869"/>
                    <a:pt x="258142" y="267869"/>
                    <a:pt x="258142" y="267123"/>
                  </a:cubicBezTo>
                  <a:cubicBezTo>
                    <a:pt x="258142" y="266377"/>
                    <a:pt x="257738" y="264138"/>
                    <a:pt x="257738" y="261900"/>
                  </a:cubicBezTo>
                  <a:cubicBezTo>
                    <a:pt x="257333" y="261154"/>
                    <a:pt x="257333" y="261154"/>
                    <a:pt x="257333" y="260407"/>
                  </a:cubicBezTo>
                  <a:cubicBezTo>
                    <a:pt x="257333" y="257423"/>
                    <a:pt x="256928" y="255184"/>
                    <a:pt x="256524" y="252200"/>
                  </a:cubicBezTo>
                  <a:cubicBezTo>
                    <a:pt x="256119" y="251454"/>
                    <a:pt x="256119" y="250707"/>
                    <a:pt x="256119" y="249961"/>
                  </a:cubicBezTo>
                  <a:lnTo>
                    <a:pt x="256524" y="249961"/>
                  </a:lnTo>
                  <a:cubicBezTo>
                    <a:pt x="256928" y="249961"/>
                    <a:pt x="256928" y="249215"/>
                    <a:pt x="257738" y="249215"/>
                  </a:cubicBezTo>
                  <a:cubicBezTo>
                    <a:pt x="261380" y="249215"/>
                    <a:pt x="262594" y="252200"/>
                    <a:pt x="262999" y="256677"/>
                  </a:cubicBezTo>
                  <a:cubicBezTo>
                    <a:pt x="263404" y="261154"/>
                    <a:pt x="263809" y="264884"/>
                    <a:pt x="264213" y="267869"/>
                  </a:cubicBezTo>
                  <a:close/>
                  <a:moveTo>
                    <a:pt x="263809" y="250707"/>
                  </a:moveTo>
                  <a:lnTo>
                    <a:pt x="264213" y="250707"/>
                  </a:lnTo>
                  <a:cubicBezTo>
                    <a:pt x="264618" y="249961"/>
                    <a:pt x="265023" y="249961"/>
                    <a:pt x="265832" y="249961"/>
                  </a:cubicBezTo>
                  <a:cubicBezTo>
                    <a:pt x="266642" y="249961"/>
                    <a:pt x="267451" y="250707"/>
                    <a:pt x="268665" y="250707"/>
                  </a:cubicBezTo>
                  <a:cubicBezTo>
                    <a:pt x="268665" y="252946"/>
                    <a:pt x="269070" y="254438"/>
                    <a:pt x="269070" y="256677"/>
                  </a:cubicBezTo>
                  <a:cubicBezTo>
                    <a:pt x="269070" y="258915"/>
                    <a:pt x="269475" y="261900"/>
                    <a:pt x="269880" y="264138"/>
                  </a:cubicBezTo>
                  <a:cubicBezTo>
                    <a:pt x="269475" y="265630"/>
                    <a:pt x="269070" y="267123"/>
                    <a:pt x="269070" y="268615"/>
                  </a:cubicBezTo>
                  <a:cubicBezTo>
                    <a:pt x="269070" y="269361"/>
                    <a:pt x="269070" y="270107"/>
                    <a:pt x="268665" y="270854"/>
                  </a:cubicBezTo>
                  <a:cubicBezTo>
                    <a:pt x="267856" y="270854"/>
                    <a:pt x="266642" y="270107"/>
                    <a:pt x="266237" y="268615"/>
                  </a:cubicBezTo>
                  <a:cubicBezTo>
                    <a:pt x="266237" y="267869"/>
                    <a:pt x="265832" y="267869"/>
                    <a:pt x="265832" y="267123"/>
                  </a:cubicBezTo>
                  <a:cubicBezTo>
                    <a:pt x="265832" y="266377"/>
                    <a:pt x="265428" y="263392"/>
                    <a:pt x="265428" y="260407"/>
                  </a:cubicBezTo>
                  <a:lnTo>
                    <a:pt x="264213" y="252946"/>
                  </a:lnTo>
                  <a:cubicBezTo>
                    <a:pt x="264213" y="252200"/>
                    <a:pt x="263809" y="250707"/>
                    <a:pt x="263809" y="250707"/>
                  </a:cubicBezTo>
                  <a:close/>
                  <a:moveTo>
                    <a:pt x="256928" y="267869"/>
                  </a:moveTo>
                  <a:cubicBezTo>
                    <a:pt x="256928" y="268615"/>
                    <a:pt x="257333" y="270107"/>
                    <a:pt x="257333" y="270854"/>
                  </a:cubicBezTo>
                  <a:lnTo>
                    <a:pt x="256928" y="270854"/>
                  </a:lnTo>
                  <a:cubicBezTo>
                    <a:pt x="256524" y="270854"/>
                    <a:pt x="255309" y="271600"/>
                    <a:pt x="255309" y="271600"/>
                  </a:cubicBezTo>
                  <a:cubicBezTo>
                    <a:pt x="252881" y="271600"/>
                    <a:pt x="252071" y="270854"/>
                    <a:pt x="251667" y="268615"/>
                  </a:cubicBezTo>
                  <a:cubicBezTo>
                    <a:pt x="251262" y="267869"/>
                    <a:pt x="251262" y="267869"/>
                    <a:pt x="251262" y="267123"/>
                  </a:cubicBezTo>
                  <a:cubicBezTo>
                    <a:pt x="250857" y="264884"/>
                    <a:pt x="250453" y="262646"/>
                    <a:pt x="250453" y="260407"/>
                  </a:cubicBezTo>
                  <a:cubicBezTo>
                    <a:pt x="250453" y="257423"/>
                    <a:pt x="250048" y="255184"/>
                    <a:pt x="249643" y="252200"/>
                  </a:cubicBezTo>
                  <a:cubicBezTo>
                    <a:pt x="249643" y="251454"/>
                    <a:pt x="249238" y="250707"/>
                    <a:pt x="249238" y="249961"/>
                  </a:cubicBezTo>
                  <a:lnTo>
                    <a:pt x="249643" y="249961"/>
                  </a:lnTo>
                  <a:cubicBezTo>
                    <a:pt x="250453" y="249215"/>
                    <a:pt x="250857" y="249215"/>
                    <a:pt x="251667" y="249215"/>
                  </a:cubicBezTo>
                  <a:cubicBezTo>
                    <a:pt x="253690" y="249961"/>
                    <a:pt x="254905" y="250707"/>
                    <a:pt x="255309" y="252946"/>
                  </a:cubicBezTo>
                  <a:cubicBezTo>
                    <a:pt x="255714" y="255184"/>
                    <a:pt x="255714" y="262646"/>
                    <a:pt x="256928" y="267869"/>
                  </a:cubicBezTo>
                  <a:close/>
                  <a:moveTo>
                    <a:pt x="249238" y="267869"/>
                  </a:moveTo>
                  <a:cubicBezTo>
                    <a:pt x="249643" y="268615"/>
                    <a:pt x="249643" y="270107"/>
                    <a:pt x="249643" y="270854"/>
                  </a:cubicBezTo>
                  <a:lnTo>
                    <a:pt x="249238" y="270854"/>
                  </a:lnTo>
                  <a:cubicBezTo>
                    <a:pt x="248834" y="270854"/>
                    <a:pt x="248429" y="270854"/>
                    <a:pt x="248024" y="271600"/>
                  </a:cubicBezTo>
                  <a:cubicBezTo>
                    <a:pt x="245596" y="271600"/>
                    <a:pt x="244786" y="270854"/>
                    <a:pt x="243977" y="269361"/>
                  </a:cubicBezTo>
                  <a:lnTo>
                    <a:pt x="243977" y="268615"/>
                  </a:lnTo>
                  <a:cubicBezTo>
                    <a:pt x="243977" y="267869"/>
                    <a:pt x="243572" y="267869"/>
                    <a:pt x="243572" y="267123"/>
                  </a:cubicBezTo>
                  <a:cubicBezTo>
                    <a:pt x="243572" y="266377"/>
                    <a:pt x="243167" y="263392"/>
                    <a:pt x="243167" y="260407"/>
                  </a:cubicBezTo>
                  <a:lnTo>
                    <a:pt x="242358" y="252200"/>
                  </a:lnTo>
                  <a:cubicBezTo>
                    <a:pt x="241953" y="251454"/>
                    <a:pt x="241953" y="250707"/>
                    <a:pt x="241548" y="249961"/>
                  </a:cubicBezTo>
                  <a:lnTo>
                    <a:pt x="242358" y="249961"/>
                  </a:lnTo>
                  <a:cubicBezTo>
                    <a:pt x="243167" y="249215"/>
                    <a:pt x="243572" y="249215"/>
                    <a:pt x="244382" y="249961"/>
                  </a:cubicBezTo>
                  <a:cubicBezTo>
                    <a:pt x="246000" y="249215"/>
                    <a:pt x="248024" y="251454"/>
                    <a:pt x="248429" y="255184"/>
                  </a:cubicBezTo>
                  <a:cubicBezTo>
                    <a:pt x="248429" y="259661"/>
                    <a:pt x="248834" y="264138"/>
                    <a:pt x="249238" y="267869"/>
                  </a:cubicBezTo>
                  <a:close/>
                  <a:moveTo>
                    <a:pt x="241953" y="267869"/>
                  </a:moveTo>
                  <a:cubicBezTo>
                    <a:pt x="241953" y="268615"/>
                    <a:pt x="242358" y="270107"/>
                    <a:pt x="242358" y="270854"/>
                  </a:cubicBezTo>
                  <a:lnTo>
                    <a:pt x="240334" y="270854"/>
                  </a:lnTo>
                  <a:cubicBezTo>
                    <a:pt x="239930" y="271600"/>
                    <a:pt x="239930" y="271600"/>
                    <a:pt x="239525" y="271600"/>
                  </a:cubicBezTo>
                  <a:cubicBezTo>
                    <a:pt x="238311" y="271600"/>
                    <a:pt x="237096" y="270854"/>
                    <a:pt x="236287" y="268615"/>
                  </a:cubicBezTo>
                  <a:cubicBezTo>
                    <a:pt x="235882" y="267869"/>
                    <a:pt x="235882" y="267869"/>
                    <a:pt x="235882" y="267123"/>
                  </a:cubicBezTo>
                  <a:cubicBezTo>
                    <a:pt x="235882" y="264884"/>
                    <a:pt x="235477" y="262646"/>
                    <a:pt x="235477" y="260407"/>
                  </a:cubicBezTo>
                  <a:cubicBezTo>
                    <a:pt x="235477" y="258169"/>
                    <a:pt x="235073" y="255930"/>
                    <a:pt x="235073" y="253692"/>
                  </a:cubicBezTo>
                  <a:cubicBezTo>
                    <a:pt x="234668" y="252200"/>
                    <a:pt x="234668" y="251454"/>
                    <a:pt x="234263" y="249961"/>
                  </a:cubicBezTo>
                  <a:lnTo>
                    <a:pt x="235073" y="249961"/>
                  </a:lnTo>
                  <a:cubicBezTo>
                    <a:pt x="236692" y="249215"/>
                    <a:pt x="238715" y="249961"/>
                    <a:pt x="239930" y="252200"/>
                  </a:cubicBezTo>
                  <a:cubicBezTo>
                    <a:pt x="240334" y="252946"/>
                    <a:pt x="240739" y="254438"/>
                    <a:pt x="240739" y="255184"/>
                  </a:cubicBezTo>
                  <a:cubicBezTo>
                    <a:pt x="241144" y="259661"/>
                    <a:pt x="241144" y="264138"/>
                    <a:pt x="241953" y="267869"/>
                  </a:cubicBezTo>
                  <a:close/>
                  <a:moveTo>
                    <a:pt x="234668" y="267869"/>
                  </a:moveTo>
                  <a:cubicBezTo>
                    <a:pt x="234668" y="268615"/>
                    <a:pt x="234668" y="269361"/>
                    <a:pt x="235073" y="269361"/>
                  </a:cubicBezTo>
                  <a:lnTo>
                    <a:pt x="235477" y="270107"/>
                  </a:lnTo>
                  <a:lnTo>
                    <a:pt x="235073" y="270107"/>
                  </a:lnTo>
                  <a:cubicBezTo>
                    <a:pt x="233859" y="270107"/>
                    <a:pt x="233049" y="270854"/>
                    <a:pt x="232240" y="270854"/>
                  </a:cubicBezTo>
                  <a:cubicBezTo>
                    <a:pt x="229811" y="270854"/>
                    <a:pt x="229002" y="269361"/>
                    <a:pt x="228597" y="266377"/>
                  </a:cubicBezTo>
                  <a:cubicBezTo>
                    <a:pt x="228192" y="264138"/>
                    <a:pt x="228192" y="261900"/>
                    <a:pt x="228192" y="259661"/>
                  </a:cubicBezTo>
                  <a:cubicBezTo>
                    <a:pt x="227788" y="256677"/>
                    <a:pt x="227383" y="254438"/>
                    <a:pt x="226978" y="251454"/>
                  </a:cubicBezTo>
                  <a:cubicBezTo>
                    <a:pt x="226978" y="250707"/>
                    <a:pt x="226573" y="249961"/>
                    <a:pt x="226573" y="249215"/>
                  </a:cubicBezTo>
                  <a:lnTo>
                    <a:pt x="226978" y="249215"/>
                  </a:lnTo>
                  <a:cubicBezTo>
                    <a:pt x="227383" y="248469"/>
                    <a:pt x="228192" y="248469"/>
                    <a:pt x="228597" y="248469"/>
                  </a:cubicBezTo>
                  <a:cubicBezTo>
                    <a:pt x="229811" y="248469"/>
                    <a:pt x="231025" y="249215"/>
                    <a:pt x="232240" y="250707"/>
                  </a:cubicBezTo>
                  <a:cubicBezTo>
                    <a:pt x="234263" y="255184"/>
                    <a:pt x="233049" y="261900"/>
                    <a:pt x="234668" y="267869"/>
                  </a:cubicBezTo>
                  <a:close/>
                  <a:moveTo>
                    <a:pt x="226978" y="267869"/>
                  </a:moveTo>
                  <a:cubicBezTo>
                    <a:pt x="226978" y="268615"/>
                    <a:pt x="226978" y="268615"/>
                    <a:pt x="226978" y="267869"/>
                  </a:cubicBezTo>
                  <a:cubicBezTo>
                    <a:pt x="227383" y="269361"/>
                    <a:pt x="227383" y="270107"/>
                    <a:pt x="227788" y="270854"/>
                  </a:cubicBezTo>
                  <a:lnTo>
                    <a:pt x="226169" y="270854"/>
                  </a:lnTo>
                  <a:cubicBezTo>
                    <a:pt x="225764" y="270854"/>
                    <a:pt x="225764" y="270854"/>
                    <a:pt x="225764" y="271600"/>
                  </a:cubicBezTo>
                  <a:cubicBezTo>
                    <a:pt x="224954" y="271600"/>
                    <a:pt x="224145" y="271600"/>
                    <a:pt x="222931" y="270854"/>
                  </a:cubicBezTo>
                  <a:cubicBezTo>
                    <a:pt x="221312" y="270107"/>
                    <a:pt x="221312" y="266377"/>
                    <a:pt x="220502" y="260407"/>
                  </a:cubicBezTo>
                  <a:lnTo>
                    <a:pt x="219693" y="252946"/>
                  </a:lnTo>
                  <a:cubicBezTo>
                    <a:pt x="219288" y="252200"/>
                    <a:pt x="219288" y="251454"/>
                    <a:pt x="219288" y="250707"/>
                  </a:cubicBezTo>
                  <a:lnTo>
                    <a:pt x="219693" y="250707"/>
                  </a:lnTo>
                  <a:cubicBezTo>
                    <a:pt x="220907" y="249961"/>
                    <a:pt x="221717" y="249961"/>
                    <a:pt x="222931" y="250707"/>
                  </a:cubicBezTo>
                  <a:cubicBezTo>
                    <a:pt x="224145" y="250707"/>
                    <a:pt x="225359" y="252946"/>
                    <a:pt x="225764" y="255184"/>
                  </a:cubicBezTo>
                  <a:cubicBezTo>
                    <a:pt x="226169" y="256677"/>
                    <a:pt x="226169" y="258915"/>
                    <a:pt x="226169" y="260407"/>
                  </a:cubicBezTo>
                  <a:cubicBezTo>
                    <a:pt x="226169" y="262646"/>
                    <a:pt x="226573" y="265630"/>
                    <a:pt x="226978" y="267869"/>
                  </a:cubicBezTo>
                  <a:close/>
                  <a:moveTo>
                    <a:pt x="219693" y="267869"/>
                  </a:moveTo>
                  <a:cubicBezTo>
                    <a:pt x="219693" y="269361"/>
                    <a:pt x="220098" y="270107"/>
                    <a:pt x="220098" y="270854"/>
                  </a:cubicBezTo>
                  <a:lnTo>
                    <a:pt x="219693" y="270854"/>
                  </a:lnTo>
                  <a:cubicBezTo>
                    <a:pt x="219288" y="270854"/>
                    <a:pt x="218479" y="270854"/>
                    <a:pt x="218074" y="271600"/>
                  </a:cubicBezTo>
                  <a:cubicBezTo>
                    <a:pt x="213622" y="271600"/>
                    <a:pt x="213622" y="269361"/>
                    <a:pt x="213217" y="262646"/>
                  </a:cubicBezTo>
                  <a:cubicBezTo>
                    <a:pt x="212812" y="261900"/>
                    <a:pt x="212812" y="261900"/>
                    <a:pt x="212812" y="261154"/>
                  </a:cubicBezTo>
                  <a:cubicBezTo>
                    <a:pt x="212812" y="258169"/>
                    <a:pt x="212408" y="255930"/>
                    <a:pt x="212003" y="252946"/>
                  </a:cubicBezTo>
                  <a:cubicBezTo>
                    <a:pt x="211598" y="252200"/>
                    <a:pt x="211598" y="250707"/>
                    <a:pt x="211598" y="250707"/>
                  </a:cubicBezTo>
                  <a:lnTo>
                    <a:pt x="212003" y="250707"/>
                  </a:lnTo>
                  <a:cubicBezTo>
                    <a:pt x="212408" y="250707"/>
                    <a:pt x="212408" y="249961"/>
                    <a:pt x="213217" y="249961"/>
                  </a:cubicBezTo>
                  <a:cubicBezTo>
                    <a:pt x="216050" y="249961"/>
                    <a:pt x="217669" y="252200"/>
                    <a:pt x="218074" y="255184"/>
                  </a:cubicBezTo>
                  <a:cubicBezTo>
                    <a:pt x="218479" y="259661"/>
                    <a:pt x="218883" y="264138"/>
                    <a:pt x="219693" y="267869"/>
                  </a:cubicBezTo>
                  <a:close/>
                  <a:moveTo>
                    <a:pt x="207551" y="273838"/>
                  </a:moveTo>
                  <a:cubicBezTo>
                    <a:pt x="209170" y="274584"/>
                    <a:pt x="210789" y="274584"/>
                    <a:pt x="212408" y="274584"/>
                  </a:cubicBezTo>
                  <a:lnTo>
                    <a:pt x="213622" y="274584"/>
                  </a:lnTo>
                  <a:cubicBezTo>
                    <a:pt x="214027" y="273838"/>
                    <a:pt x="214431" y="273838"/>
                    <a:pt x="214836" y="273838"/>
                  </a:cubicBezTo>
                  <a:cubicBezTo>
                    <a:pt x="216050" y="274584"/>
                    <a:pt x="217265" y="274584"/>
                    <a:pt x="218479" y="274584"/>
                  </a:cubicBezTo>
                  <a:cubicBezTo>
                    <a:pt x="218883" y="274584"/>
                    <a:pt x="219288" y="273838"/>
                    <a:pt x="220098" y="273838"/>
                  </a:cubicBezTo>
                  <a:cubicBezTo>
                    <a:pt x="220502" y="273838"/>
                    <a:pt x="221717" y="273092"/>
                    <a:pt x="222526" y="273092"/>
                  </a:cubicBezTo>
                  <a:cubicBezTo>
                    <a:pt x="223336" y="273092"/>
                    <a:pt x="222931" y="273838"/>
                    <a:pt x="223336" y="273838"/>
                  </a:cubicBezTo>
                  <a:cubicBezTo>
                    <a:pt x="223740" y="273838"/>
                    <a:pt x="224954" y="274584"/>
                    <a:pt x="226169" y="274584"/>
                  </a:cubicBezTo>
                  <a:cubicBezTo>
                    <a:pt x="226573" y="274584"/>
                    <a:pt x="226573" y="274584"/>
                    <a:pt x="226573" y="273838"/>
                  </a:cubicBezTo>
                  <a:lnTo>
                    <a:pt x="227383" y="273838"/>
                  </a:lnTo>
                  <a:cubicBezTo>
                    <a:pt x="227788" y="273838"/>
                    <a:pt x="228597" y="273838"/>
                    <a:pt x="229002" y="273092"/>
                  </a:cubicBezTo>
                  <a:lnTo>
                    <a:pt x="229811" y="273092"/>
                  </a:lnTo>
                  <a:cubicBezTo>
                    <a:pt x="230621" y="273838"/>
                    <a:pt x="231430" y="273838"/>
                    <a:pt x="232644" y="273838"/>
                  </a:cubicBezTo>
                  <a:cubicBezTo>
                    <a:pt x="233049" y="273838"/>
                    <a:pt x="234263" y="273092"/>
                    <a:pt x="235477" y="273092"/>
                  </a:cubicBezTo>
                  <a:cubicBezTo>
                    <a:pt x="236692" y="273092"/>
                    <a:pt x="237096" y="272346"/>
                    <a:pt x="237501" y="272346"/>
                  </a:cubicBezTo>
                  <a:cubicBezTo>
                    <a:pt x="238311" y="273092"/>
                    <a:pt x="239525" y="273092"/>
                    <a:pt x="240334" y="273092"/>
                  </a:cubicBezTo>
                  <a:lnTo>
                    <a:pt x="241144" y="273092"/>
                  </a:lnTo>
                  <a:cubicBezTo>
                    <a:pt x="241548" y="272346"/>
                    <a:pt x="241953" y="272346"/>
                    <a:pt x="242763" y="272346"/>
                  </a:cubicBezTo>
                  <a:cubicBezTo>
                    <a:pt x="243572" y="272346"/>
                    <a:pt x="243977" y="272346"/>
                    <a:pt x="244786" y="271600"/>
                  </a:cubicBezTo>
                  <a:lnTo>
                    <a:pt x="245191" y="271600"/>
                  </a:lnTo>
                  <a:cubicBezTo>
                    <a:pt x="246405" y="272346"/>
                    <a:pt x="247619" y="272346"/>
                    <a:pt x="248834" y="272346"/>
                  </a:cubicBezTo>
                  <a:cubicBezTo>
                    <a:pt x="249238" y="271600"/>
                    <a:pt x="249643" y="271600"/>
                    <a:pt x="250048" y="271600"/>
                  </a:cubicBezTo>
                  <a:cubicBezTo>
                    <a:pt x="250857" y="271600"/>
                    <a:pt x="251262" y="271600"/>
                    <a:pt x="252071" y="270854"/>
                  </a:cubicBezTo>
                  <a:cubicBezTo>
                    <a:pt x="253286" y="271600"/>
                    <a:pt x="254500" y="271600"/>
                    <a:pt x="255714" y="271600"/>
                  </a:cubicBezTo>
                  <a:cubicBezTo>
                    <a:pt x="256119" y="271600"/>
                    <a:pt x="256928" y="270854"/>
                    <a:pt x="257333" y="270854"/>
                  </a:cubicBezTo>
                  <a:lnTo>
                    <a:pt x="258547" y="270854"/>
                  </a:lnTo>
                  <a:cubicBezTo>
                    <a:pt x="258952" y="270107"/>
                    <a:pt x="259357" y="270107"/>
                    <a:pt x="259761" y="270107"/>
                  </a:cubicBezTo>
                  <a:cubicBezTo>
                    <a:pt x="260976" y="270854"/>
                    <a:pt x="262594" y="270854"/>
                    <a:pt x="263809" y="270854"/>
                  </a:cubicBezTo>
                  <a:lnTo>
                    <a:pt x="264213" y="270854"/>
                  </a:lnTo>
                  <a:cubicBezTo>
                    <a:pt x="264618" y="270854"/>
                    <a:pt x="265023" y="270854"/>
                    <a:pt x="265832" y="270107"/>
                  </a:cubicBezTo>
                  <a:lnTo>
                    <a:pt x="266642" y="270107"/>
                  </a:lnTo>
                  <a:cubicBezTo>
                    <a:pt x="267047" y="270854"/>
                    <a:pt x="267856" y="270854"/>
                    <a:pt x="268261" y="270854"/>
                  </a:cubicBezTo>
                  <a:cubicBezTo>
                    <a:pt x="268261" y="273092"/>
                    <a:pt x="268261" y="276077"/>
                    <a:pt x="268665" y="278315"/>
                  </a:cubicBezTo>
                  <a:cubicBezTo>
                    <a:pt x="268665" y="279061"/>
                    <a:pt x="269070" y="280553"/>
                    <a:pt x="269070" y="281300"/>
                  </a:cubicBezTo>
                  <a:cubicBezTo>
                    <a:pt x="269070" y="281300"/>
                    <a:pt x="269070" y="282046"/>
                    <a:pt x="268665" y="282046"/>
                  </a:cubicBezTo>
                  <a:cubicBezTo>
                    <a:pt x="267047" y="288015"/>
                    <a:pt x="266642" y="295477"/>
                    <a:pt x="267451" y="302192"/>
                  </a:cubicBezTo>
                  <a:cubicBezTo>
                    <a:pt x="266642" y="303684"/>
                    <a:pt x="266237" y="305177"/>
                    <a:pt x="265832" y="307415"/>
                  </a:cubicBezTo>
                  <a:cubicBezTo>
                    <a:pt x="265023" y="311892"/>
                    <a:pt x="264618" y="317115"/>
                    <a:pt x="265023" y="322338"/>
                  </a:cubicBezTo>
                  <a:cubicBezTo>
                    <a:pt x="264618" y="322338"/>
                    <a:pt x="264618" y="323084"/>
                    <a:pt x="264618" y="323084"/>
                  </a:cubicBezTo>
                  <a:cubicBezTo>
                    <a:pt x="264213" y="323830"/>
                    <a:pt x="263809" y="325323"/>
                    <a:pt x="263404" y="326069"/>
                  </a:cubicBezTo>
                  <a:cubicBezTo>
                    <a:pt x="262190" y="330546"/>
                    <a:pt x="261785" y="335769"/>
                    <a:pt x="261785" y="340992"/>
                  </a:cubicBezTo>
                  <a:cubicBezTo>
                    <a:pt x="260166" y="343977"/>
                    <a:pt x="258952" y="347707"/>
                    <a:pt x="258142" y="351438"/>
                  </a:cubicBezTo>
                  <a:cubicBezTo>
                    <a:pt x="257333" y="353677"/>
                    <a:pt x="257333" y="356661"/>
                    <a:pt x="257333" y="359646"/>
                  </a:cubicBezTo>
                  <a:lnTo>
                    <a:pt x="256928" y="359646"/>
                  </a:lnTo>
                  <a:cubicBezTo>
                    <a:pt x="256119" y="361138"/>
                    <a:pt x="255714" y="361884"/>
                    <a:pt x="255309" y="363376"/>
                  </a:cubicBezTo>
                  <a:cubicBezTo>
                    <a:pt x="253690" y="367853"/>
                    <a:pt x="252476" y="372330"/>
                    <a:pt x="252071" y="378300"/>
                  </a:cubicBezTo>
                  <a:cubicBezTo>
                    <a:pt x="251667" y="378300"/>
                    <a:pt x="251667" y="379046"/>
                    <a:pt x="251667" y="379046"/>
                  </a:cubicBezTo>
                  <a:cubicBezTo>
                    <a:pt x="251667" y="379046"/>
                    <a:pt x="250048" y="381284"/>
                    <a:pt x="249643" y="382030"/>
                  </a:cubicBezTo>
                  <a:cubicBezTo>
                    <a:pt x="249238" y="382776"/>
                    <a:pt x="248834" y="384269"/>
                    <a:pt x="248429" y="385015"/>
                  </a:cubicBezTo>
                  <a:cubicBezTo>
                    <a:pt x="247215" y="388000"/>
                    <a:pt x="246405" y="391730"/>
                    <a:pt x="246000" y="395461"/>
                  </a:cubicBezTo>
                  <a:lnTo>
                    <a:pt x="243977" y="399938"/>
                  </a:lnTo>
                  <a:cubicBezTo>
                    <a:pt x="243167" y="401430"/>
                    <a:pt x="242358" y="402923"/>
                    <a:pt x="241953" y="404415"/>
                  </a:cubicBezTo>
                  <a:cubicBezTo>
                    <a:pt x="241548" y="405161"/>
                    <a:pt x="241144" y="406653"/>
                    <a:pt x="240334" y="407400"/>
                  </a:cubicBezTo>
                  <a:lnTo>
                    <a:pt x="239525" y="411130"/>
                  </a:lnTo>
                  <a:cubicBezTo>
                    <a:pt x="239120" y="411876"/>
                    <a:pt x="239120" y="414115"/>
                    <a:pt x="238715" y="414861"/>
                  </a:cubicBezTo>
                  <a:cubicBezTo>
                    <a:pt x="237906" y="415607"/>
                    <a:pt x="237501" y="416353"/>
                    <a:pt x="236692" y="416353"/>
                  </a:cubicBezTo>
                  <a:cubicBezTo>
                    <a:pt x="236287" y="414861"/>
                    <a:pt x="235477" y="412623"/>
                    <a:pt x="234668" y="411130"/>
                  </a:cubicBezTo>
                  <a:cubicBezTo>
                    <a:pt x="233859" y="410384"/>
                    <a:pt x="233049" y="408146"/>
                    <a:pt x="231835" y="407400"/>
                  </a:cubicBezTo>
                  <a:cubicBezTo>
                    <a:pt x="230621" y="406653"/>
                    <a:pt x="231430" y="406653"/>
                    <a:pt x="231430" y="406653"/>
                  </a:cubicBezTo>
                  <a:cubicBezTo>
                    <a:pt x="230621" y="403669"/>
                    <a:pt x="229811" y="401430"/>
                    <a:pt x="228597" y="399938"/>
                  </a:cubicBezTo>
                  <a:cubicBezTo>
                    <a:pt x="227788" y="399192"/>
                    <a:pt x="227383" y="398446"/>
                    <a:pt x="226978" y="397700"/>
                  </a:cubicBezTo>
                  <a:lnTo>
                    <a:pt x="226573" y="396953"/>
                  </a:lnTo>
                  <a:cubicBezTo>
                    <a:pt x="226573" y="396207"/>
                    <a:pt x="226573" y="396207"/>
                    <a:pt x="226169" y="396207"/>
                  </a:cubicBezTo>
                  <a:cubicBezTo>
                    <a:pt x="225764" y="396207"/>
                    <a:pt x="225764" y="395461"/>
                    <a:pt x="225764" y="394715"/>
                  </a:cubicBezTo>
                  <a:cubicBezTo>
                    <a:pt x="224954" y="392476"/>
                    <a:pt x="224145" y="390984"/>
                    <a:pt x="222931" y="389492"/>
                  </a:cubicBezTo>
                  <a:cubicBezTo>
                    <a:pt x="222526" y="388746"/>
                    <a:pt x="221717" y="388000"/>
                    <a:pt x="221312" y="387253"/>
                  </a:cubicBezTo>
                  <a:cubicBezTo>
                    <a:pt x="220907" y="385761"/>
                    <a:pt x="220502" y="384269"/>
                    <a:pt x="219693" y="382776"/>
                  </a:cubicBezTo>
                  <a:lnTo>
                    <a:pt x="218074" y="379792"/>
                  </a:lnTo>
                  <a:cubicBezTo>
                    <a:pt x="217265" y="379046"/>
                    <a:pt x="216455" y="377553"/>
                    <a:pt x="215646" y="376807"/>
                  </a:cubicBezTo>
                  <a:cubicBezTo>
                    <a:pt x="215241" y="374569"/>
                    <a:pt x="214027" y="372330"/>
                    <a:pt x="212812" y="370838"/>
                  </a:cubicBezTo>
                  <a:cubicBezTo>
                    <a:pt x="212408" y="370092"/>
                    <a:pt x="212003" y="370092"/>
                    <a:pt x="211598" y="369346"/>
                  </a:cubicBezTo>
                  <a:cubicBezTo>
                    <a:pt x="211194" y="368600"/>
                    <a:pt x="210384" y="367853"/>
                    <a:pt x="209979" y="367107"/>
                  </a:cubicBezTo>
                  <a:cubicBezTo>
                    <a:pt x="209170" y="364869"/>
                    <a:pt x="207956" y="362630"/>
                    <a:pt x="206742" y="360392"/>
                  </a:cubicBezTo>
                  <a:cubicBezTo>
                    <a:pt x="205932" y="358900"/>
                    <a:pt x="205527" y="358153"/>
                    <a:pt x="204718" y="357407"/>
                  </a:cubicBezTo>
                  <a:cubicBezTo>
                    <a:pt x="204313" y="355915"/>
                    <a:pt x="203908" y="355169"/>
                    <a:pt x="203504" y="354423"/>
                  </a:cubicBezTo>
                  <a:cubicBezTo>
                    <a:pt x="202289" y="352184"/>
                    <a:pt x="200671" y="349946"/>
                    <a:pt x="199456" y="347707"/>
                  </a:cubicBezTo>
                  <a:cubicBezTo>
                    <a:pt x="199052" y="346215"/>
                    <a:pt x="198647" y="345469"/>
                    <a:pt x="198242" y="344723"/>
                  </a:cubicBezTo>
                  <a:lnTo>
                    <a:pt x="196623" y="341738"/>
                  </a:lnTo>
                  <a:cubicBezTo>
                    <a:pt x="195814" y="340246"/>
                    <a:pt x="195004" y="339500"/>
                    <a:pt x="194195" y="338753"/>
                  </a:cubicBezTo>
                  <a:lnTo>
                    <a:pt x="193790" y="338007"/>
                  </a:lnTo>
                  <a:cubicBezTo>
                    <a:pt x="193790" y="337261"/>
                    <a:pt x="193385" y="336515"/>
                    <a:pt x="193385" y="335769"/>
                  </a:cubicBezTo>
                  <a:cubicBezTo>
                    <a:pt x="193385" y="335023"/>
                    <a:pt x="193385" y="335023"/>
                    <a:pt x="192981" y="335023"/>
                  </a:cubicBezTo>
                  <a:cubicBezTo>
                    <a:pt x="192981" y="335023"/>
                    <a:pt x="193385" y="335023"/>
                    <a:pt x="193385" y="334276"/>
                  </a:cubicBezTo>
                  <a:cubicBezTo>
                    <a:pt x="193790" y="333530"/>
                    <a:pt x="194195" y="332784"/>
                    <a:pt x="194600" y="331292"/>
                  </a:cubicBezTo>
                  <a:cubicBezTo>
                    <a:pt x="195004" y="330546"/>
                    <a:pt x="195409" y="329800"/>
                    <a:pt x="195409" y="328307"/>
                  </a:cubicBezTo>
                  <a:cubicBezTo>
                    <a:pt x="195814" y="326815"/>
                    <a:pt x="195814" y="326069"/>
                    <a:pt x="196218" y="325323"/>
                  </a:cubicBezTo>
                  <a:lnTo>
                    <a:pt x="196623" y="324577"/>
                  </a:lnTo>
                  <a:cubicBezTo>
                    <a:pt x="197028" y="323084"/>
                    <a:pt x="197837" y="322338"/>
                    <a:pt x="198242" y="320846"/>
                  </a:cubicBezTo>
                  <a:cubicBezTo>
                    <a:pt x="199052" y="319353"/>
                    <a:pt x="199456" y="317861"/>
                    <a:pt x="199456" y="315623"/>
                  </a:cubicBezTo>
                  <a:cubicBezTo>
                    <a:pt x="199861" y="314877"/>
                    <a:pt x="199861" y="313384"/>
                    <a:pt x="199861" y="312638"/>
                  </a:cubicBezTo>
                  <a:cubicBezTo>
                    <a:pt x="200671" y="311892"/>
                    <a:pt x="201075" y="310400"/>
                    <a:pt x="201480" y="308907"/>
                  </a:cubicBezTo>
                  <a:cubicBezTo>
                    <a:pt x="202289" y="306669"/>
                    <a:pt x="202694" y="304430"/>
                    <a:pt x="203099" y="302192"/>
                  </a:cubicBezTo>
                  <a:cubicBezTo>
                    <a:pt x="203099" y="301446"/>
                    <a:pt x="203504" y="299953"/>
                    <a:pt x="203504" y="299207"/>
                  </a:cubicBezTo>
                  <a:cubicBezTo>
                    <a:pt x="203504" y="299207"/>
                    <a:pt x="203908" y="299207"/>
                    <a:pt x="203908" y="298461"/>
                  </a:cubicBezTo>
                  <a:cubicBezTo>
                    <a:pt x="204718" y="296969"/>
                    <a:pt x="205123" y="294730"/>
                    <a:pt x="205123" y="293238"/>
                  </a:cubicBezTo>
                  <a:cubicBezTo>
                    <a:pt x="205527" y="291746"/>
                    <a:pt x="205527" y="290253"/>
                    <a:pt x="205527" y="288015"/>
                  </a:cubicBezTo>
                  <a:lnTo>
                    <a:pt x="205527" y="285030"/>
                  </a:lnTo>
                  <a:cubicBezTo>
                    <a:pt x="207146" y="282046"/>
                    <a:pt x="207551" y="277569"/>
                    <a:pt x="207551" y="273838"/>
                  </a:cubicBezTo>
                  <a:close/>
                  <a:moveTo>
                    <a:pt x="146032" y="482015"/>
                  </a:moveTo>
                  <a:cubicBezTo>
                    <a:pt x="144818" y="482761"/>
                    <a:pt x="143603" y="482761"/>
                    <a:pt x="142389" y="482761"/>
                  </a:cubicBezTo>
                  <a:cubicBezTo>
                    <a:pt x="141580" y="483507"/>
                    <a:pt x="140770" y="483507"/>
                    <a:pt x="139556" y="483507"/>
                  </a:cubicBezTo>
                  <a:cubicBezTo>
                    <a:pt x="139151" y="483507"/>
                    <a:pt x="138747" y="483507"/>
                    <a:pt x="138747" y="484253"/>
                  </a:cubicBezTo>
                  <a:cubicBezTo>
                    <a:pt x="137937" y="484253"/>
                    <a:pt x="137128" y="484999"/>
                    <a:pt x="136723" y="485746"/>
                  </a:cubicBezTo>
                  <a:cubicBezTo>
                    <a:pt x="136318" y="477538"/>
                    <a:pt x="137128" y="475299"/>
                    <a:pt x="138747" y="473061"/>
                  </a:cubicBezTo>
                  <a:cubicBezTo>
                    <a:pt x="139151" y="473061"/>
                    <a:pt x="139556" y="473061"/>
                    <a:pt x="139556" y="472315"/>
                  </a:cubicBezTo>
                  <a:cubicBezTo>
                    <a:pt x="141175" y="471569"/>
                    <a:pt x="143199" y="471569"/>
                    <a:pt x="145627" y="470823"/>
                  </a:cubicBezTo>
                  <a:cubicBezTo>
                    <a:pt x="146032" y="470076"/>
                    <a:pt x="146032" y="470076"/>
                    <a:pt x="146436" y="470076"/>
                  </a:cubicBezTo>
                  <a:cubicBezTo>
                    <a:pt x="146841" y="469330"/>
                    <a:pt x="147246" y="469330"/>
                    <a:pt x="147651" y="469330"/>
                  </a:cubicBezTo>
                  <a:cubicBezTo>
                    <a:pt x="148865" y="479030"/>
                    <a:pt x="148055" y="480523"/>
                    <a:pt x="146032" y="482015"/>
                  </a:cubicBezTo>
                  <a:close/>
                  <a:moveTo>
                    <a:pt x="147651" y="493207"/>
                  </a:moveTo>
                  <a:cubicBezTo>
                    <a:pt x="147246" y="492461"/>
                    <a:pt x="146436" y="492461"/>
                    <a:pt x="146032" y="493207"/>
                  </a:cubicBezTo>
                  <a:cubicBezTo>
                    <a:pt x="144008" y="493207"/>
                    <a:pt x="142389" y="493953"/>
                    <a:pt x="140366" y="495446"/>
                  </a:cubicBezTo>
                  <a:lnTo>
                    <a:pt x="139961" y="494699"/>
                  </a:lnTo>
                  <a:cubicBezTo>
                    <a:pt x="139556" y="494699"/>
                    <a:pt x="139151" y="494699"/>
                    <a:pt x="139151" y="493953"/>
                  </a:cubicBezTo>
                  <a:cubicBezTo>
                    <a:pt x="138747" y="493953"/>
                    <a:pt x="137937" y="493207"/>
                    <a:pt x="137128" y="493207"/>
                  </a:cubicBezTo>
                  <a:cubicBezTo>
                    <a:pt x="137128" y="490969"/>
                    <a:pt x="137937" y="488730"/>
                    <a:pt x="139151" y="487984"/>
                  </a:cubicBezTo>
                  <a:cubicBezTo>
                    <a:pt x="139556" y="487984"/>
                    <a:pt x="139556" y="487238"/>
                    <a:pt x="139961" y="487238"/>
                  </a:cubicBezTo>
                  <a:cubicBezTo>
                    <a:pt x="141580" y="486492"/>
                    <a:pt x="143603" y="486492"/>
                    <a:pt x="146032" y="485746"/>
                  </a:cubicBezTo>
                  <a:cubicBezTo>
                    <a:pt x="146436" y="484999"/>
                    <a:pt x="146436" y="484999"/>
                    <a:pt x="146841" y="484999"/>
                  </a:cubicBezTo>
                  <a:cubicBezTo>
                    <a:pt x="147246" y="484999"/>
                    <a:pt x="147651" y="484253"/>
                    <a:pt x="148055" y="484253"/>
                  </a:cubicBezTo>
                  <a:cubicBezTo>
                    <a:pt x="148460" y="486492"/>
                    <a:pt x="148460" y="490223"/>
                    <a:pt x="147651" y="493207"/>
                  </a:cubicBezTo>
                  <a:close/>
                  <a:moveTo>
                    <a:pt x="117701" y="353677"/>
                  </a:moveTo>
                  <a:cubicBezTo>
                    <a:pt x="118510" y="353677"/>
                    <a:pt x="118915" y="354423"/>
                    <a:pt x="119724" y="354423"/>
                  </a:cubicBezTo>
                  <a:cubicBezTo>
                    <a:pt x="120534" y="355169"/>
                    <a:pt x="120938" y="355915"/>
                    <a:pt x="121343" y="356661"/>
                  </a:cubicBezTo>
                  <a:lnTo>
                    <a:pt x="121748" y="357407"/>
                  </a:lnTo>
                  <a:cubicBezTo>
                    <a:pt x="122962" y="362630"/>
                    <a:pt x="122557" y="367853"/>
                    <a:pt x="123771" y="371584"/>
                  </a:cubicBezTo>
                  <a:lnTo>
                    <a:pt x="123367" y="371584"/>
                  </a:lnTo>
                  <a:cubicBezTo>
                    <a:pt x="122557" y="371584"/>
                    <a:pt x="122153" y="370838"/>
                    <a:pt x="121343" y="370838"/>
                  </a:cubicBezTo>
                  <a:lnTo>
                    <a:pt x="119724" y="369346"/>
                  </a:lnTo>
                  <a:cubicBezTo>
                    <a:pt x="116486" y="365615"/>
                    <a:pt x="118510" y="358153"/>
                    <a:pt x="117701" y="353677"/>
                  </a:cubicBezTo>
                  <a:close/>
                  <a:moveTo>
                    <a:pt x="131057" y="364123"/>
                  </a:moveTo>
                  <a:cubicBezTo>
                    <a:pt x="130652" y="363376"/>
                    <a:pt x="130652" y="363376"/>
                    <a:pt x="130652" y="362630"/>
                  </a:cubicBezTo>
                  <a:lnTo>
                    <a:pt x="133080" y="362630"/>
                  </a:lnTo>
                  <a:cubicBezTo>
                    <a:pt x="133890" y="362630"/>
                    <a:pt x="135104" y="363376"/>
                    <a:pt x="135913" y="364869"/>
                  </a:cubicBezTo>
                  <a:cubicBezTo>
                    <a:pt x="137128" y="368600"/>
                    <a:pt x="138342" y="373076"/>
                    <a:pt x="139556" y="377553"/>
                  </a:cubicBezTo>
                  <a:cubicBezTo>
                    <a:pt x="139961" y="377553"/>
                    <a:pt x="139961" y="378300"/>
                    <a:pt x="139961" y="378300"/>
                  </a:cubicBezTo>
                  <a:lnTo>
                    <a:pt x="139556" y="378300"/>
                  </a:lnTo>
                  <a:cubicBezTo>
                    <a:pt x="135913" y="378300"/>
                    <a:pt x="134295" y="376807"/>
                    <a:pt x="133485" y="373823"/>
                  </a:cubicBezTo>
                  <a:cubicBezTo>
                    <a:pt x="132271" y="370092"/>
                    <a:pt x="131461" y="367107"/>
                    <a:pt x="131057" y="364123"/>
                  </a:cubicBezTo>
                  <a:close/>
                  <a:moveTo>
                    <a:pt x="131866" y="375315"/>
                  </a:moveTo>
                  <a:lnTo>
                    <a:pt x="131461" y="375315"/>
                  </a:lnTo>
                  <a:cubicBezTo>
                    <a:pt x="130652" y="375315"/>
                    <a:pt x="129842" y="375315"/>
                    <a:pt x="129033" y="374569"/>
                  </a:cubicBezTo>
                  <a:cubicBezTo>
                    <a:pt x="128224" y="374569"/>
                    <a:pt x="127009" y="373823"/>
                    <a:pt x="126200" y="372330"/>
                  </a:cubicBezTo>
                  <a:cubicBezTo>
                    <a:pt x="124176" y="368600"/>
                    <a:pt x="124986" y="362630"/>
                    <a:pt x="123771" y="358153"/>
                  </a:cubicBezTo>
                  <a:cubicBezTo>
                    <a:pt x="124581" y="358900"/>
                    <a:pt x="125390" y="358900"/>
                    <a:pt x="126200" y="358900"/>
                  </a:cubicBezTo>
                  <a:cubicBezTo>
                    <a:pt x="127009" y="359646"/>
                    <a:pt x="127819" y="360392"/>
                    <a:pt x="128628" y="361884"/>
                  </a:cubicBezTo>
                  <a:lnTo>
                    <a:pt x="129033" y="362630"/>
                  </a:lnTo>
                  <a:cubicBezTo>
                    <a:pt x="130247" y="366361"/>
                    <a:pt x="130652" y="370838"/>
                    <a:pt x="131461" y="373823"/>
                  </a:cubicBezTo>
                  <a:cubicBezTo>
                    <a:pt x="131057" y="374569"/>
                    <a:pt x="131461" y="375315"/>
                    <a:pt x="131866" y="375315"/>
                  </a:cubicBezTo>
                  <a:close/>
                  <a:moveTo>
                    <a:pt x="137532" y="364123"/>
                  </a:moveTo>
                  <a:lnTo>
                    <a:pt x="139961" y="364123"/>
                  </a:lnTo>
                  <a:cubicBezTo>
                    <a:pt x="140770" y="364123"/>
                    <a:pt x="141984" y="364869"/>
                    <a:pt x="142794" y="365615"/>
                  </a:cubicBezTo>
                  <a:cubicBezTo>
                    <a:pt x="144008" y="367853"/>
                    <a:pt x="145222" y="370838"/>
                    <a:pt x="146436" y="373823"/>
                  </a:cubicBezTo>
                  <a:cubicBezTo>
                    <a:pt x="146841" y="375315"/>
                    <a:pt x="147246" y="376807"/>
                    <a:pt x="148055" y="377553"/>
                  </a:cubicBezTo>
                  <a:cubicBezTo>
                    <a:pt x="147651" y="377553"/>
                    <a:pt x="147651" y="377553"/>
                    <a:pt x="147651" y="378300"/>
                  </a:cubicBezTo>
                  <a:lnTo>
                    <a:pt x="146841" y="378300"/>
                  </a:lnTo>
                  <a:cubicBezTo>
                    <a:pt x="144413" y="379792"/>
                    <a:pt x="141580" y="377553"/>
                    <a:pt x="140770" y="373076"/>
                  </a:cubicBezTo>
                  <a:cubicBezTo>
                    <a:pt x="140366" y="372330"/>
                    <a:pt x="140366" y="371584"/>
                    <a:pt x="139961" y="370092"/>
                  </a:cubicBezTo>
                  <a:cubicBezTo>
                    <a:pt x="138747" y="367853"/>
                    <a:pt x="138342" y="365615"/>
                    <a:pt x="137532" y="364123"/>
                  </a:cubicBezTo>
                  <a:close/>
                  <a:moveTo>
                    <a:pt x="137128" y="380538"/>
                  </a:moveTo>
                  <a:lnTo>
                    <a:pt x="139961" y="380538"/>
                  </a:lnTo>
                  <a:cubicBezTo>
                    <a:pt x="140366" y="380538"/>
                    <a:pt x="141175" y="380538"/>
                    <a:pt x="141580" y="379792"/>
                  </a:cubicBezTo>
                  <a:cubicBezTo>
                    <a:pt x="142794" y="380538"/>
                    <a:pt x="144413" y="381284"/>
                    <a:pt x="146032" y="380538"/>
                  </a:cubicBezTo>
                  <a:cubicBezTo>
                    <a:pt x="146841" y="380538"/>
                    <a:pt x="147246" y="380538"/>
                    <a:pt x="148055" y="379792"/>
                  </a:cubicBezTo>
                  <a:cubicBezTo>
                    <a:pt x="148055" y="382776"/>
                    <a:pt x="147651" y="384269"/>
                    <a:pt x="146841" y="385015"/>
                  </a:cubicBezTo>
                  <a:cubicBezTo>
                    <a:pt x="146032" y="385761"/>
                    <a:pt x="146436" y="385761"/>
                    <a:pt x="146032" y="385761"/>
                  </a:cubicBezTo>
                  <a:lnTo>
                    <a:pt x="145627" y="385761"/>
                  </a:lnTo>
                  <a:cubicBezTo>
                    <a:pt x="144413" y="385761"/>
                    <a:pt x="143603" y="386507"/>
                    <a:pt x="142389" y="386507"/>
                  </a:cubicBezTo>
                  <a:cubicBezTo>
                    <a:pt x="141580" y="386507"/>
                    <a:pt x="140770" y="387253"/>
                    <a:pt x="139556" y="387253"/>
                  </a:cubicBezTo>
                  <a:cubicBezTo>
                    <a:pt x="139151" y="388000"/>
                    <a:pt x="139151" y="388000"/>
                    <a:pt x="138747" y="388000"/>
                  </a:cubicBezTo>
                  <a:cubicBezTo>
                    <a:pt x="138342" y="388746"/>
                    <a:pt x="137128" y="388746"/>
                    <a:pt x="136723" y="389492"/>
                  </a:cubicBezTo>
                  <a:cubicBezTo>
                    <a:pt x="136723" y="386507"/>
                    <a:pt x="136723" y="383523"/>
                    <a:pt x="137128" y="380538"/>
                  </a:cubicBezTo>
                  <a:close/>
                  <a:moveTo>
                    <a:pt x="146841" y="426053"/>
                  </a:moveTo>
                  <a:cubicBezTo>
                    <a:pt x="146436" y="426799"/>
                    <a:pt x="146436" y="426799"/>
                    <a:pt x="146032" y="426799"/>
                  </a:cubicBezTo>
                  <a:lnTo>
                    <a:pt x="145627" y="426799"/>
                  </a:lnTo>
                  <a:cubicBezTo>
                    <a:pt x="144413" y="426799"/>
                    <a:pt x="143603" y="427546"/>
                    <a:pt x="142389" y="427546"/>
                  </a:cubicBezTo>
                  <a:cubicBezTo>
                    <a:pt x="141580" y="427546"/>
                    <a:pt x="140770" y="428292"/>
                    <a:pt x="139556" y="428292"/>
                  </a:cubicBezTo>
                  <a:cubicBezTo>
                    <a:pt x="138342" y="428292"/>
                    <a:pt x="139151" y="429038"/>
                    <a:pt x="138747" y="429038"/>
                  </a:cubicBezTo>
                  <a:cubicBezTo>
                    <a:pt x="138342" y="429038"/>
                    <a:pt x="137128" y="429784"/>
                    <a:pt x="136723" y="430530"/>
                  </a:cubicBezTo>
                  <a:cubicBezTo>
                    <a:pt x="136318" y="423069"/>
                    <a:pt x="137128" y="420084"/>
                    <a:pt x="138747" y="417846"/>
                  </a:cubicBezTo>
                  <a:lnTo>
                    <a:pt x="139556" y="417846"/>
                  </a:lnTo>
                  <a:cubicBezTo>
                    <a:pt x="141175" y="417100"/>
                    <a:pt x="143199" y="417100"/>
                    <a:pt x="145627" y="415607"/>
                  </a:cubicBezTo>
                  <a:cubicBezTo>
                    <a:pt x="146032" y="415607"/>
                    <a:pt x="146032" y="415607"/>
                    <a:pt x="146032" y="414861"/>
                  </a:cubicBezTo>
                  <a:cubicBezTo>
                    <a:pt x="146436" y="414861"/>
                    <a:pt x="146841" y="414115"/>
                    <a:pt x="147651" y="414115"/>
                  </a:cubicBezTo>
                  <a:cubicBezTo>
                    <a:pt x="148460" y="422323"/>
                    <a:pt x="148055" y="425307"/>
                    <a:pt x="146841" y="426053"/>
                  </a:cubicBezTo>
                  <a:close/>
                  <a:moveTo>
                    <a:pt x="146841" y="440230"/>
                  </a:moveTo>
                  <a:cubicBezTo>
                    <a:pt x="146436" y="440230"/>
                    <a:pt x="146436" y="440976"/>
                    <a:pt x="146032" y="440976"/>
                  </a:cubicBezTo>
                  <a:cubicBezTo>
                    <a:pt x="144818" y="441723"/>
                    <a:pt x="143603" y="441723"/>
                    <a:pt x="142389" y="441723"/>
                  </a:cubicBezTo>
                  <a:cubicBezTo>
                    <a:pt x="141580" y="442469"/>
                    <a:pt x="140770" y="442469"/>
                    <a:pt x="139556" y="442469"/>
                  </a:cubicBezTo>
                  <a:lnTo>
                    <a:pt x="138747" y="442469"/>
                  </a:lnTo>
                  <a:cubicBezTo>
                    <a:pt x="137937" y="443215"/>
                    <a:pt x="137532" y="443961"/>
                    <a:pt x="136723" y="444707"/>
                  </a:cubicBezTo>
                  <a:cubicBezTo>
                    <a:pt x="136318" y="436500"/>
                    <a:pt x="137128" y="434261"/>
                    <a:pt x="138747" y="432023"/>
                  </a:cubicBezTo>
                  <a:cubicBezTo>
                    <a:pt x="139151" y="432023"/>
                    <a:pt x="139556" y="432023"/>
                    <a:pt x="139556" y="431276"/>
                  </a:cubicBezTo>
                  <a:cubicBezTo>
                    <a:pt x="141175" y="430530"/>
                    <a:pt x="143199" y="430530"/>
                    <a:pt x="145627" y="429784"/>
                  </a:cubicBezTo>
                  <a:lnTo>
                    <a:pt x="146032" y="429038"/>
                  </a:lnTo>
                  <a:cubicBezTo>
                    <a:pt x="146436" y="429038"/>
                    <a:pt x="146841" y="428292"/>
                    <a:pt x="147651" y="428292"/>
                  </a:cubicBezTo>
                  <a:cubicBezTo>
                    <a:pt x="148460" y="435753"/>
                    <a:pt x="148055" y="438738"/>
                    <a:pt x="146841" y="440230"/>
                  </a:cubicBezTo>
                  <a:close/>
                  <a:moveTo>
                    <a:pt x="146841" y="412623"/>
                  </a:moveTo>
                  <a:cubicBezTo>
                    <a:pt x="146436" y="412623"/>
                    <a:pt x="146032" y="412623"/>
                    <a:pt x="146032" y="413369"/>
                  </a:cubicBezTo>
                  <a:lnTo>
                    <a:pt x="145627" y="413369"/>
                  </a:lnTo>
                  <a:cubicBezTo>
                    <a:pt x="144413" y="414115"/>
                    <a:pt x="143603" y="414115"/>
                    <a:pt x="142389" y="414115"/>
                  </a:cubicBezTo>
                  <a:cubicBezTo>
                    <a:pt x="141580" y="414861"/>
                    <a:pt x="140770" y="414861"/>
                    <a:pt x="139556" y="414861"/>
                  </a:cubicBezTo>
                  <a:lnTo>
                    <a:pt x="138747" y="414861"/>
                  </a:lnTo>
                  <a:cubicBezTo>
                    <a:pt x="138342" y="415607"/>
                    <a:pt x="137128" y="415607"/>
                    <a:pt x="136723" y="416353"/>
                  </a:cubicBezTo>
                  <a:cubicBezTo>
                    <a:pt x="136318" y="408892"/>
                    <a:pt x="137128" y="405907"/>
                    <a:pt x="138747" y="404415"/>
                  </a:cubicBezTo>
                  <a:cubicBezTo>
                    <a:pt x="139151" y="404415"/>
                    <a:pt x="139151" y="403669"/>
                    <a:pt x="139556" y="403669"/>
                  </a:cubicBezTo>
                  <a:cubicBezTo>
                    <a:pt x="141175" y="402923"/>
                    <a:pt x="143199" y="402923"/>
                    <a:pt x="145627" y="401430"/>
                  </a:cubicBezTo>
                  <a:lnTo>
                    <a:pt x="146032" y="401430"/>
                  </a:lnTo>
                  <a:cubicBezTo>
                    <a:pt x="146436" y="400684"/>
                    <a:pt x="146841" y="400684"/>
                    <a:pt x="147651" y="400684"/>
                  </a:cubicBezTo>
                  <a:cubicBezTo>
                    <a:pt x="148460" y="408146"/>
                    <a:pt x="148055" y="411130"/>
                    <a:pt x="146841" y="412623"/>
                  </a:cubicBezTo>
                  <a:close/>
                  <a:moveTo>
                    <a:pt x="146841" y="398446"/>
                  </a:moveTo>
                  <a:cubicBezTo>
                    <a:pt x="146436" y="398446"/>
                    <a:pt x="146436" y="399192"/>
                    <a:pt x="146032" y="399192"/>
                  </a:cubicBezTo>
                  <a:lnTo>
                    <a:pt x="145627" y="399192"/>
                  </a:lnTo>
                  <a:cubicBezTo>
                    <a:pt x="144413" y="399938"/>
                    <a:pt x="143603" y="400684"/>
                    <a:pt x="142389" y="400684"/>
                  </a:cubicBezTo>
                  <a:lnTo>
                    <a:pt x="142389" y="399938"/>
                  </a:lnTo>
                  <a:cubicBezTo>
                    <a:pt x="141580" y="400684"/>
                    <a:pt x="140770" y="400684"/>
                    <a:pt x="139556" y="400684"/>
                  </a:cubicBezTo>
                  <a:cubicBezTo>
                    <a:pt x="139151" y="400684"/>
                    <a:pt x="138747" y="400684"/>
                    <a:pt x="138747" y="401430"/>
                  </a:cubicBezTo>
                  <a:cubicBezTo>
                    <a:pt x="137937" y="401430"/>
                    <a:pt x="137128" y="402176"/>
                    <a:pt x="136723" y="402923"/>
                  </a:cubicBezTo>
                  <a:cubicBezTo>
                    <a:pt x="136318" y="394715"/>
                    <a:pt x="137128" y="392476"/>
                    <a:pt x="138747" y="390238"/>
                  </a:cubicBezTo>
                  <a:cubicBezTo>
                    <a:pt x="139151" y="390238"/>
                    <a:pt x="139556" y="390238"/>
                    <a:pt x="139556" y="389492"/>
                  </a:cubicBezTo>
                  <a:cubicBezTo>
                    <a:pt x="141175" y="388746"/>
                    <a:pt x="143199" y="388746"/>
                    <a:pt x="145627" y="388000"/>
                  </a:cubicBezTo>
                  <a:lnTo>
                    <a:pt x="146032" y="387253"/>
                  </a:lnTo>
                  <a:cubicBezTo>
                    <a:pt x="146436" y="387253"/>
                    <a:pt x="146841" y="386507"/>
                    <a:pt x="147651" y="386507"/>
                  </a:cubicBezTo>
                  <a:cubicBezTo>
                    <a:pt x="148460" y="394715"/>
                    <a:pt x="148055" y="396953"/>
                    <a:pt x="146841" y="398446"/>
                  </a:cubicBezTo>
                  <a:close/>
                  <a:moveTo>
                    <a:pt x="146032" y="467838"/>
                  </a:moveTo>
                  <a:cubicBezTo>
                    <a:pt x="144818" y="468584"/>
                    <a:pt x="143603" y="469330"/>
                    <a:pt x="142389" y="469330"/>
                  </a:cubicBezTo>
                  <a:cubicBezTo>
                    <a:pt x="141580" y="469330"/>
                    <a:pt x="140770" y="470076"/>
                    <a:pt x="139556" y="470076"/>
                  </a:cubicBezTo>
                  <a:cubicBezTo>
                    <a:pt x="138342" y="470076"/>
                    <a:pt x="139151" y="470823"/>
                    <a:pt x="138747" y="470823"/>
                  </a:cubicBezTo>
                  <a:cubicBezTo>
                    <a:pt x="138342" y="470823"/>
                    <a:pt x="137128" y="471569"/>
                    <a:pt x="136723" y="472315"/>
                  </a:cubicBezTo>
                  <a:cubicBezTo>
                    <a:pt x="136318" y="464853"/>
                    <a:pt x="137128" y="461869"/>
                    <a:pt x="138747" y="459630"/>
                  </a:cubicBezTo>
                  <a:lnTo>
                    <a:pt x="139556" y="459630"/>
                  </a:lnTo>
                  <a:cubicBezTo>
                    <a:pt x="141175" y="458884"/>
                    <a:pt x="143199" y="458884"/>
                    <a:pt x="145627" y="457392"/>
                  </a:cubicBezTo>
                  <a:cubicBezTo>
                    <a:pt x="146032" y="457392"/>
                    <a:pt x="146032" y="456646"/>
                    <a:pt x="146436" y="456646"/>
                  </a:cubicBezTo>
                  <a:cubicBezTo>
                    <a:pt x="146841" y="456646"/>
                    <a:pt x="147246" y="455899"/>
                    <a:pt x="147651" y="455899"/>
                  </a:cubicBezTo>
                  <a:cubicBezTo>
                    <a:pt x="148865" y="464853"/>
                    <a:pt x="148055" y="467092"/>
                    <a:pt x="146032" y="467838"/>
                  </a:cubicBezTo>
                  <a:close/>
                  <a:moveTo>
                    <a:pt x="146032" y="454407"/>
                  </a:moveTo>
                  <a:cubicBezTo>
                    <a:pt x="145222" y="455153"/>
                    <a:pt x="144008" y="455153"/>
                    <a:pt x="142389" y="455153"/>
                  </a:cubicBezTo>
                  <a:cubicBezTo>
                    <a:pt x="141580" y="455153"/>
                    <a:pt x="140770" y="455899"/>
                    <a:pt x="139556" y="455899"/>
                  </a:cubicBezTo>
                  <a:lnTo>
                    <a:pt x="138747" y="455899"/>
                  </a:lnTo>
                  <a:cubicBezTo>
                    <a:pt x="138342" y="456646"/>
                    <a:pt x="137128" y="456646"/>
                    <a:pt x="136723" y="457392"/>
                  </a:cubicBezTo>
                  <a:cubicBezTo>
                    <a:pt x="136318" y="449930"/>
                    <a:pt x="137128" y="446946"/>
                    <a:pt x="138747" y="445453"/>
                  </a:cubicBezTo>
                  <a:cubicBezTo>
                    <a:pt x="139151" y="444707"/>
                    <a:pt x="139151" y="444707"/>
                    <a:pt x="139556" y="444707"/>
                  </a:cubicBezTo>
                  <a:cubicBezTo>
                    <a:pt x="141175" y="443961"/>
                    <a:pt x="143199" y="443961"/>
                    <a:pt x="145627" y="442469"/>
                  </a:cubicBezTo>
                  <a:lnTo>
                    <a:pt x="146032" y="442469"/>
                  </a:lnTo>
                  <a:cubicBezTo>
                    <a:pt x="146436" y="441723"/>
                    <a:pt x="146841" y="441723"/>
                    <a:pt x="147651" y="440976"/>
                  </a:cubicBezTo>
                  <a:cubicBezTo>
                    <a:pt x="148865" y="451423"/>
                    <a:pt x="148055" y="453661"/>
                    <a:pt x="146032" y="454407"/>
                  </a:cubicBezTo>
                  <a:close/>
                  <a:moveTo>
                    <a:pt x="146032" y="367853"/>
                  </a:moveTo>
                  <a:cubicBezTo>
                    <a:pt x="145627" y="367107"/>
                    <a:pt x="145222" y="365615"/>
                    <a:pt x="144413" y="364869"/>
                  </a:cubicBezTo>
                  <a:cubicBezTo>
                    <a:pt x="144818" y="364869"/>
                    <a:pt x="145222" y="364123"/>
                    <a:pt x="146032" y="364123"/>
                  </a:cubicBezTo>
                  <a:cubicBezTo>
                    <a:pt x="147246" y="363376"/>
                    <a:pt x="148460" y="364123"/>
                    <a:pt x="149674" y="364869"/>
                  </a:cubicBezTo>
                  <a:cubicBezTo>
                    <a:pt x="150484" y="366361"/>
                    <a:pt x="151293" y="367853"/>
                    <a:pt x="152103" y="370092"/>
                  </a:cubicBezTo>
                  <a:cubicBezTo>
                    <a:pt x="152507" y="371584"/>
                    <a:pt x="153317" y="373076"/>
                    <a:pt x="154126" y="373823"/>
                  </a:cubicBezTo>
                  <a:lnTo>
                    <a:pt x="155341" y="376061"/>
                  </a:lnTo>
                  <a:lnTo>
                    <a:pt x="154936" y="375315"/>
                  </a:lnTo>
                  <a:cubicBezTo>
                    <a:pt x="154531" y="375315"/>
                    <a:pt x="154531" y="375315"/>
                    <a:pt x="154531" y="376061"/>
                  </a:cubicBezTo>
                  <a:cubicBezTo>
                    <a:pt x="153722" y="376061"/>
                    <a:pt x="152912" y="376807"/>
                    <a:pt x="152507" y="376807"/>
                  </a:cubicBezTo>
                  <a:cubicBezTo>
                    <a:pt x="148055" y="377553"/>
                    <a:pt x="147246" y="371584"/>
                    <a:pt x="146032" y="367853"/>
                  </a:cubicBezTo>
                  <a:close/>
                  <a:moveTo>
                    <a:pt x="201885" y="286523"/>
                  </a:moveTo>
                  <a:cubicBezTo>
                    <a:pt x="201075" y="287269"/>
                    <a:pt x="199861" y="288015"/>
                    <a:pt x="198647" y="288015"/>
                  </a:cubicBezTo>
                  <a:cubicBezTo>
                    <a:pt x="198242" y="288015"/>
                    <a:pt x="197837" y="288761"/>
                    <a:pt x="197028" y="288761"/>
                  </a:cubicBezTo>
                  <a:cubicBezTo>
                    <a:pt x="196218" y="288761"/>
                    <a:pt x="196623" y="289507"/>
                    <a:pt x="196218" y="289507"/>
                  </a:cubicBezTo>
                  <a:cubicBezTo>
                    <a:pt x="196218" y="287269"/>
                    <a:pt x="196623" y="285030"/>
                    <a:pt x="197028" y="282792"/>
                  </a:cubicBezTo>
                  <a:cubicBezTo>
                    <a:pt x="197433" y="282046"/>
                    <a:pt x="197433" y="281300"/>
                    <a:pt x="197837" y="280553"/>
                  </a:cubicBezTo>
                  <a:lnTo>
                    <a:pt x="198242" y="279807"/>
                  </a:lnTo>
                  <a:cubicBezTo>
                    <a:pt x="199052" y="278315"/>
                    <a:pt x="200266" y="277569"/>
                    <a:pt x="201480" y="276823"/>
                  </a:cubicBezTo>
                  <a:cubicBezTo>
                    <a:pt x="202289" y="276823"/>
                    <a:pt x="202694" y="276077"/>
                    <a:pt x="203504" y="276077"/>
                  </a:cubicBezTo>
                  <a:cubicBezTo>
                    <a:pt x="203908" y="275330"/>
                    <a:pt x="204313" y="275330"/>
                    <a:pt x="204718" y="274584"/>
                  </a:cubicBezTo>
                  <a:lnTo>
                    <a:pt x="205123" y="274584"/>
                  </a:lnTo>
                  <a:lnTo>
                    <a:pt x="205123" y="275330"/>
                  </a:lnTo>
                  <a:cubicBezTo>
                    <a:pt x="205123" y="276823"/>
                    <a:pt x="205123" y="278315"/>
                    <a:pt x="204718" y="280553"/>
                  </a:cubicBezTo>
                  <a:cubicBezTo>
                    <a:pt x="204718" y="282046"/>
                    <a:pt x="204313" y="283538"/>
                    <a:pt x="203504" y="285030"/>
                  </a:cubicBezTo>
                  <a:cubicBezTo>
                    <a:pt x="203504" y="285777"/>
                    <a:pt x="202694" y="286523"/>
                    <a:pt x="201885" y="286523"/>
                  </a:cubicBezTo>
                  <a:close/>
                  <a:moveTo>
                    <a:pt x="197433" y="292492"/>
                  </a:moveTo>
                  <a:cubicBezTo>
                    <a:pt x="197837" y="291746"/>
                    <a:pt x="198242" y="291746"/>
                    <a:pt x="199052" y="291746"/>
                  </a:cubicBezTo>
                  <a:cubicBezTo>
                    <a:pt x="199861" y="291746"/>
                    <a:pt x="201480" y="291000"/>
                    <a:pt x="202289" y="290253"/>
                  </a:cubicBezTo>
                  <a:cubicBezTo>
                    <a:pt x="203099" y="290253"/>
                    <a:pt x="203504" y="289507"/>
                    <a:pt x="204313" y="289507"/>
                  </a:cubicBezTo>
                  <a:lnTo>
                    <a:pt x="204313" y="291746"/>
                  </a:lnTo>
                  <a:cubicBezTo>
                    <a:pt x="203908" y="294730"/>
                    <a:pt x="203504" y="296969"/>
                    <a:pt x="202289" y="299207"/>
                  </a:cubicBezTo>
                  <a:cubicBezTo>
                    <a:pt x="201480" y="300700"/>
                    <a:pt x="200266" y="301446"/>
                    <a:pt x="199052" y="301446"/>
                  </a:cubicBezTo>
                  <a:cubicBezTo>
                    <a:pt x="198647" y="301446"/>
                    <a:pt x="198242" y="301446"/>
                    <a:pt x="197433" y="302192"/>
                  </a:cubicBezTo>
                  <a:cubicBezTo>
                    <a:pt x="196623" y="302192"/>
                    <a:pt x="195814" y="302192"/>
                    <a:pt x="195004" y="302938"/>
                  </a:cubicBezTo>
                  <a:lnTo>
                    <a:pt x="194195" y="302938"/>
                  </a:lnTo>
                  <a:cubicBezTo>
                    <a:pt x="194600" y="301446"/>
                    <a:pt x="194600" y="299953"/>
                    <a:pt x="195004" y="298461"/>
                  </a:cubicBezTo>
                  <a:cubicBezTo>
                    <a:pt x="195004" y="296969"/>
                    <a:pt x="195814" y="295477"/>
                    <a:pt x="196623" y="294730"/>
                  </a:cubicBezTo>
                  <a:cubicBezTo>
                    <a:pt x="196623" y="293238"/>
                    <a:pt x="197028" y="292492"/>
                    <a:pt x="197433" y="292492"/>
                  </a:cubicBezTo>
                  <a:close/>
                  <a:moveTo>
                    <a:pt x="195004" y="304430"/>
                  </a:moveTo>
                  <a:cubicBezTo>
                    <a:pt x="195814" y="303684"/>
                    <a:pt x="196623" y="303684"/>
                    <a:pt x="197433" y="303684"/>
                  </a:cubicBezTo>
                  <a:lnTo>
                    <a:pt x="199052" y="303684"/>
                  </a:lnTo>
                  <a:cubicBezTo>
                    <a:pt x="199861" y="303684"/>
                    <a:pt x="201075" y="302938"/>
                    <a:pt x="201885" y="302938"/>
                  </a:cubicBezTo>
                  <a:lnTo>
                    <a:pt x="201885" y="303684"/>
                  </a:lnTo>
                  <a:cubicBezTo>
                    <a:pt x="201480" y="307415"/>
                    <a:pt x="200671" y="310400"/>
                    <a:pt x="199052" y="312638"/>
                  </a:cubicBezTo>
                  <a:cubicBezTo>
                    <a:pt x="198647" y="312638"/>
                    <a:pt x="198242" y="313384"/>
                    <a:pt x="197433" y="313384"/>
                  </a:cubicBezTo>
                  <a:cubicBezTo>
                    <a:pt x="196623" y="314130"/>
                    <a:pt x="195814" y="314130"/>
                    <a:pt x="195004" y="314130"/>
                  </a:cubicBezTo>
                  <a:cubicBezTo>
                    <a:pt x="194600" y="314130"/>
                    <a:pt x="194195" y="314130"/>
                    <a:pt x="193790" y="313384"/>
                  </a:cubicBezTo>
                  <a:lnTo>
                    <a:pt x="191766" y="313384"/>
                  </a:lnTo>
                  <a:lnTo>
                    <a:pt x="191362" y="314130"/>
                  </a:lnTo>
                  <a:cubicBezTo>
                    <a:pt x="191362" y="312638"/>
                    <a:pt x="191766" y="311892"/>
                    <a:pt x="191766" y="311146"/>
                  </a:cubicBezTo>
                  <a:cubicBezTo>
                    <a:pt x="192171" y="308907"/>
                    <a:pt x="192981" y="307415"/>
                    <a:pt x="193790" y="305923"/>
                  </a:cubicBezTo>
                  <a:cubicBezTo>
                    <a:pt x="194600" y="305177"/>
                    <a:pt x="194600" y="304430"/>
                    <a:pt x="195004" y="304430"/>
                  </a:cubicBezTo>
                  <a:close/>
                  <a:moveTo>
                    <a:pt x="191766" y="316369"/>
                  </a:moveTo>
                  <a:cubicBezTo>
                    <a:pt x="192576" y="315623"/>
                    <a:pt x="192981" y="315623"/>
                    <a:pt x="193790" y="315623"/>
                  </a:cubicBezTo>
                  <a:lnTo>
                    <a:pt x="197433" y="315623"/>
                  </a:lnTo>
                  <a:cubicBezTo>
                    <a:pt x="197837" y="315623"/>
                    <a:pt x="198242" y="315623"/>
                    <a:pt x="198647" y="314877"/>
                  </a:cubicBezTo>
                  <a:cubicBezTo>
                    <a:pt x="199052" y="314130"/>
                    <a:pt x="198647" y="315623"/>
                    <a:pt x="198242" y="315623"/>
                  </a:cubicBezTo>
                  <a:cubicBezTo>
                    <a:pt x="197837" y="317115"/>
                    <a:pt x="197837" y="317861"/>
                    <a:pt x="197433" y="319353"/>
                  </a:cubicBezTo>
                  <a:cubicBezTo>
                    <a:pt x="197028" y="321592"/>
                    <a:pt x="196218" y="323084"/>
                    <a:pt x="195004" y="323830"/>
                  </a:cubicBezTo>
                  <a:cubicBezTo>
                    <a:pt x="194600" y="323830"/>
                    <a:pt x="194600" y="324577"/>
                    <a:pt x="193790" y="324577"/>
                  </a:cubicBezTo>
                  <a:lnTo>
                    <a:pt x="191766" y="324577"/>
                  </a:lnTo>
                  <a:cubicBezTo>
                    <a:pt x="191362" y="324577"/>
                    <a:pt x="190957" y="324577"/>
                    <a:pt x="190957" y="323830"/>
                  </a:cubicBezTo>
                  <a:cubicBezTo>
                    <a:pt x="190552" y="323830"/>
                    <a:pt x="189743" y="323084"/>
                    <a:pt x="188933" y="323084"/>
                  </a:cubicBezTo>
                  <a:lnTo>
                    <a:pt x="187314" y="323084"/>
                  </a:lnTo>
                  <a:cubicBezTo>
                    <a:pt x="187719" y="320846"/>
                    <a:pt x="188529" y="319353"/>
                    <a:pt x="188933" y="317861"/>
                  </a:cubicBezTo>
                  <a:cubicBezTo>
                    <a:pt x="189338" y="317115"/>
                    <a:pt x="190147" y="316369"/>
                    <a:pt x="190552" y="316369"/>
                  </a:cubicBezTo>
                  <a:lnTo>
                    <a:pt x="190957" y="315623"/>
                  </a:lnTo>
                  <a:lnTo>
                    <a:pt x="191766" y="315623"/>
                  </a:lnTo>
                  <a:close/>
                  <a:moveTo>
                    <a:pt x="188933" y="327561"/>
                  </a:moveTo>
                  <a:cubicBezTo>
                    <a:pt x="189743" y="328307"/>
                    <a:pt x="190147" y="328307"/>
                    <a:pt x="190957" y="328307"/>
                  </a:cubicBezTo>
                  <a:cubicBezTo>
                    <a:pt x="191362" y="328307"/>
                    <a:pt x="191766" y="328307"/>
                    <a:pt x="191766" y="329053"/>
                  </a:cubicBezTo>
                  <a:lnTo>
                    <a:pt x="194600" y="329053"/>
                  </a:lnTo>
                  <a:cubicBezTo>
                    <a:pt x="194195" y="329053"/>
                    <a:pt x="194195" y="329800"/>
                    <a:pt x="194195" y="329800"/>
                  </a:cubicBezTo>
                  <a:lnTo>
                    <a:pt x="193790" y="329800"/>
                  </a:lnTo>
                  <a:cubicBezTo>
                    <a:pt x="193385" y="332038"/>
                    <a:pt x="192576" y="333530"/>
                    <a:pt x="191766" y="335023"/>
                  </a:cubicBezTo>
                  <a:cubicBezTo>
                    <a:pt x="191362" y="335023"/>
                    <a:pt x="191362" y="335769"/>
                    <a:pt x="190957" y="335769"/>
                  </a:cubicBezTo>
                  <a:cubicBezTo>
                    <a:pt x="190552" y="336515"/>
                    <a:pt x="189743" y="337261"/>
                    <a:pt x="188933" y="336515"/>
                  </a:cubicBezTo>
                  <a:cubicBezTo>
                    <a:pt x="188124" y="336515"/>
                    <a:pt x="187314" y="335769"/>
                    <a:pt x="186100" y="335769"/>
                  </a:cubicBezTo>
                  <a:cubicBezTo>
                    <a:pt x="185695" y="335769"/>
                    <a:pt x="185291" y="335023"/>
                    <a:pt x="184481" y="335023"/>
                  </a:cubicBezTo>
                  <a:cubicBezTo>
                    <a:pt x="183672" y="334276"/>
                    <a:pt x="182862" y="334276"/>
                    <a:pt x="182053" y="334276"/>
                  </a:cubicBezTo>
                  <a:cubicBezTo>
                    <a:pt x="182862" y="332784"/>
                    <a:pt x="183672" y="331292"/>
                    <a:pt x="184481" y="329053"/>
                  </a:cubicBezTo>
                  <a:cubicBezTo>
                    <a:pt x="184886" y="328307"/>
                    <a:pt x="185291" y="328307"/>
                    <a:pt x="186100" y="327561"/>
                  </a:cubicBezTo>
                  <a:close/>
                  <a:moveTo>
                    <a:pt x="219288" y="393223"/>
                  </a:moveTo>
                  <a:cubicBezTo>
                    <a:pt x="218883" y="394715"/>
                    <a:pt x="218479" y="396207"/>
                    <a:pt x="217669" y="397700"/>
                  </a:cubicBezTo>
                  <a:cubicBezTo>
                    <a:pt x="216455" y="399938"/>
                    <a:pt x="215646" y="402176"/>
                    <a:pt x="214836" y="405161"/>
                  </a:cubicBezTo>
                  <a:cubicBezTo>
                    <a:pt x="214431" y="405907"/>
                    <a:pt x="214431" y="406653"/>
                    <a:pt x="214431" y="408146"/>
                  </a:cubicBezTo>
                  <a:cubicBezTo>
                    <a:pt x="214027" y="407400"/>
                    <a:pt x="213217" y="406653"/>
                    <a:pt x="212812" y="405161"/>
                  </a:cubicBezTo>
                  <a:cubicBezTo>
                    <a:pt x="212408" y="404415"/>
                    <a:pt x="212003" y="404415"/>
                    <a:pt x="211598" y="403669"/>
                  </a:cubicBezTo>
                  <a:cubicBezTo>
                    <a:pt x="210789" y="402176"/>
                    <a:pt x="210384" y="399938"/>
                    <a:pt x="210789" y="398446"/>
                  </a:cubicBezTo>
                  <a:cubicBezTo>
                    <a:pt x="210789" y="397700"/>
                    <a:pt x="211194" y="397700"/>
                    <a:pt x="211194" y="396953"/>
                  </a:cubicBezTo>
                  <a:cubicBezTo>
                    <a:pt x="211194" y="396207"/>
                    <a:pt x="211598" y="396207"/>
                    <a:pt x="211598" y="396207"/>
                  </a:cubicBezTo>
                  <a:cubicBezTo>
                    <a:pt x="212003" y="394715"/>
                    <a:pt x="212408" y="393969"/>
                    <a:pt x="212812" y="393223"/>
                  </a:cubicBezTo>
                  <a:lnTo>
                    <a:pt x="213217" y="392476"/>
                  </a:lnTo>
                  <a:cubicBezTo>
                    <a:pt x="214431" y="390238"/>
                    <a:pt x="215646" y="386507"/>
                    <a:pt x="216050" y="383523"/>
                  </a:cubicBezTo>
                  <a:cubicBezTo>
                    <a:pt x="216455" y="384269"/>
                    <a:pt x="217265" y="385015"/>
                    <a:pt x="217669" y="386507"/>
                  </a:cubicBezTo>
                  <a:cubicBezTo>
                    <a:pt x="218074" y="388000"/>
                    <a:pt x="218883" y="389492"/>
                    <a:pt x="219288" y="390238"/>
                  </a:cubicBezTo>
                  <a:cubicBezTo>
                    <a:pt x="219693" y="390238"/>
                    <a:pt x="219693" y="391730"/>
                    <a:pt x="219288" y="393223"/>
                  </a:cubicBezTo>
                  <a:close/>
                  <a:moveTo>
                    <a:pt x="221312" y="391730"/>
                  </a:moveTo>
                  <a:cubicBezTo>
                    <a:pt x="221717" y="392476"/>
                    <a:pt x="222121" y="392476"/>
                    <a:pt x="222526" y="393223"/>
                  </a:cubicBezTo>
                  <a:cubicBezTo>
                    <a:pt x="226169" y="399938"/>
                    <a:pt x="224550" y="403669"/>
                    <a:pt x="222526" y="408892"/>
                  </a:cubicBezTo>
                  <a:cubicBezTo>
                    <a:pt x="221717" y="410384"/>
                    <a:pt x="220907" y="412623"/>
                    <a:pt x="220098" y="414861"/>
                  </a:cubicBezTo>
                  <a:cubicBezTo>
                    <a:pt x="219693" y="415607"/>
                    <a:pt x="219693" y="416353"/>
                    <a:pt x="219693" y="417846"/>
                  </a:cubicBezTo>
                  <a:lnTo>
                    <a:pt x="219288" y="417100"/>
                  </a:lnTo>
                  <a:cubicBezTo>
                    <a:pt x="218883" y="416353"/>
                    <a:pt x="218074" y="415607"/>
                    <a:pt x="217669" y="414115"/>
                  </a:cubicBezTo>
                  <a:cubicBezTo>
                    <a:pt x="216050" y="411130"/>
                    <a:pt x="215646" y="409638"/>
                    <a:pt x="216050" y="408146"/>
                  </a:cubicBezTo>
                  <a:cubicBezTo>
                    <a:pt x="216455" y="406653"/>
                    <a:pt x="216455" y="406653"/>
                    <a:pt x="216455" y="405907"/>
                  </a:cubicBezTo>
                  <a:cubicBezTo>
                    <a:pt x="216860" y="404415"/>
                    <a:pt x="217265" y="403669"/>
                    <a:pt x="217669" y="402923"/>
                  </a:cubicBezTo>
                  <a:cubicBezTo>
                    <a:pt x="217669" y="402176"/>
                    <a:pt x="218074" y="402176"/>
                    <a:pt x="218074" y="400684"/>
                  </a:cubicBezTo>
                  <a:lnTo>
                    <a:pt x="218883" y="399192"/>
                  </a:lnTo>
                  <a:cubicBezTo>
                    <a:pt x="220502" y="396953"/>
                    <a:pt x="221312" y="394715"/>
                    <a:pt x="221312" y="391730"/>
                  </a:cubicBezTo>
                  <a:close/>
                  <a:moveTo>
                    <a:pt x="213217" y="387253"/>
                  </a:moveTo>
                  <a:cubicBezTo>
                    <a:pt x="212812" y="388000"/>
                    <a:pt x="212408" y="389492"/>
                    <a:pt x="212003" y="390238"/>
                  </a:cubicBezTo>
                  <a:cubicBezTo>
                    <a:pt x="211194" y="391730"/>
                    <a:pt x="210384" y="393969"/>
                    <a:pt x="209979" y="396207"/>
                  </a:cubicBezTo>
                  <a:cubicBezTo>
                    <a:pt x="209575" y="396953"/>
                    <a:pt x="209575" y="397700"/>
                    <a:pt x="209575" y="399192"/>
                  </a:cubicBezTo>
                  <a:cubicBezTo>
                    <a:pt x="208765" y="398446"/>
                    <a:pt x="208360" y="396953"/>
                    <a:pt x="207551" y="396207"/>
                  </a:cubicBezTo>
                  <a:cubicBezTo>
                    <a:pt x="205932" y="393223"/>
                    <a:pt x="205932" y="391730"/>
                    <a:pt x="205932" y="389492"/>
                  </a:cubicBezTo>
                  <a:cubicBezTo>
                    <a:pt x="205932" y="388746"/>
                    <a:pt x="206337" y="388746"/>
                    <a:pt x="206337" y="388000"/>
                  </a:cubicBezTo>
                  <a:cubicBezTo>
                    <a:pt x="206337" y="387253"/>
                    <a:pt x="207146" y="385761"/>
                    <a:pt x="207551" y="385015"/>
                  </a:cubicBezTo>
                  <a:cubicBezTo>
                    <a:pt x="207956" y="384269"/>
                    <a:pt x="207956" y="383523"/>
                    <a:pt x="208360" y="382776"/>
                  </a:cubicBezTo>
                  <a:cubicBezTo>
                    <a:pt x="209575" y="380538"/>
                    <a:pt x="210789" y="376807"/>
                    <a:pt x="211194" y="373823"/>
                  </a:cubicBezTo>
                  <a:cubicBezTo>
                    <a:pt x="211598" y="374569"/>
                    <a:pt x="211598" y="374569"/>
                    <a:pt x="212003" y="374569"/>
                  </a:cubicBezTo>
                  <a:cubicBezTo>
                    <a:pt x="212408" y="374569"/>
                    <a:pt x="212812" y="376061"/>
                    <a:pt x="213217" y="376807"/>
                  </a:cubicBezTo>
                  <a:cubicBezTo>
                    <a:pt x="214836" y="379046"/>
                    <a:pt x="214836" y="383523"/>
                    <a:pt x="213217" y="387253"/>
                  </a:cubicBezTo>
                  <a:close/>
                  <a:moveTo>
                    <a:pt x="207146" y="378300"/>
                  </a:moveTo>
                  <a:cubicBezTo>
                    <a:pt x="206742" y="379792"/>
                    <a:pt x="205527" y="381284"/>
                    <a:pt x="205123" y="383523"/>
                  </a:cubicBezTo>
                  <a:cubicBezTo>
                    <a:pt x="204718" y="385761"/>
                    <a:pt x="204718" y="385015"/>
                    <a:pt x="204718" y="385761"/>
                  </a:cubicBezTo>
                  <a:cubicBezTo>
                    <a:pt x="204313" y="386507"/>
                    <a:pt x="204313" y="388000"/>
                    <a:pt x="204313" y="388746"/>
                  </a:cubicBezTo>
                  <a:cubicBezTo>
                    <a:pt x="203504" y="387253"/>
                    <a:pt x="202694" y="386507"/>
                    <a:pt x="202289" y="385761"/>
                  </a:cubicBezTo>
                  <a:cubicBezTo>
                    <a:pt x="199456" y="381284"/>
                    <a:pt x="200671" y="379046"/>
                    <a:pt x="202289" y="374569"/>
                  </a:cubicBezTo>
                  <a:cubicBezTo>
                    <a:pt x="202694" y="373823"/>
                    <a:pt x="202694" y="373076"/>
                    <a:pt x="203099" y="372330"/>
                  </a:cubicBezTo>
                  <a:cubicBezTo>
                    <a:pt x="203504" y="371584"/>
                    <a:pt x="203908" y="370092"/>
                    <a:pt x="204313" y="369346"/>
                  </a:cubicBezTo>
                  <a:lnTo>
                    <a:pt x="205527" y="364869"/>
                  </a:lnTo>
                  <a:cubicBezTo>
                    <a:pt x="205932" y="364123"/>
                    <a:pt x="205932" y="363376"/>
                    <a:pt x="205932" y="362630"/>
                  </a:cubicBezTo>
                  <a:cubicBezTo>
                    <a:pt x="206742" y="363376"/>
                    <a:pt x="207146" y="364123"/>
                    <a:pt x="207551" y="365615"/>
                  </a:cubicBezTo>
                  <a:cubicBezTo>
                    <a:pt x="209979" y="370838"/>
                    <a:pt x="209170" y="373823"/>
                    <a:pt x="207146" y="378300"/>
                  </a:cubicBezTo>
                  <a:close/>
                  <a:moveTo>
                    <a:pt x="201885" y="368600"/>
                  </a:moveTo>
                  <a:cubicBezTo>
                    <a:pt x="200671" y="370838"/>
                    <a:pt x="199861" y="373823"/>
                    <a:pt x="199052" y="376061"/>
                  </a:cubicBezTo>
                  <a:cubicBezTo>
                    <a:pt x="199052" y="376807"/>
                    <a:pt x="198647" y="377553"/>
                    <a:pt x="198647" y="378300"/>
                  </a:cubicBezTo>
                  <a:lnTo>
                    <a:pt x="198647" y="379046"/>
                  </a:lnTo>
                  <a:cubicBezTo>
                    <a:pt x="198242" y="378300"/>
                    <a:pt x="197837" y="377553"/>
                    <a:pt x="197028" y="376807"/>
                  </a:cubicBezTo>
                  <a:cubicBezTo>
                    <a:pt x="193385" y="370838"/>
                    <a:pt x="194600" y="369346"/>
                    <a:pt x="197028" y="362630"/>
                  </a:cubicBezTo>
                  <a:lnTo>
                    <a:pt x="197433" y="362630"/>
                  </a:lnTo>
                  <a:cubicBezTo>
                    <a:pt x="197837" y="361884"/>
                    <a:pt x="198242" y="360392"/>
                    <a:pt x="198647" y="359646"/>
                  </a:cubicBezTo>
                  <a:cubicBezTo>
                    <a:pt x="199456" y="358153"/>
                    <a:pt x="199861" y="355915"/>
                    <a:pt x="200266" y="352930"/>
                  </a:cubicBezTo>
                  <a:cubicBezTo>
                    <a:pt x="201075" y="353677"/>
                    <a:pt x="201480" y="355169"/>
                    <a:pt x="201885" y="355915"/>
                  </a:cubicBezTo>
                  <a:cubicBezTo>
                    <a:pt x="204718" y="361138"/>
                    <a:pt x="203908" y="364123"/>
                    <a:pt x="201885" y="368600"/>
                  </a:cubicBezTo>
                  <a:close/>
                  <a:moveTo>
                    <a:pt x="197433" y="356661"/>
                  </a:moveTo>
                  <a:lnTo>
                    <a:pt x="195004" y="363376"/>
                  </a:lnTo>
                  <a:cubicBezTo>
                    <a:pt x="194600" y="364123"/>
                    <a:pt x="194195" y="364869"/>
                    <a:pt x="193790" y="366361"/>
                  </a:cubicBezTo>
                  <a:cubicBezTo>
                    <a:pt x="193385" y="367107"/>
                    <a:pt x="193385" y="367853"/>
                    <a:pt x="193385" y="368600"/>
                  </a:cubicBezTo>
                  <a:cubicBezTo>
                    <a:pt x="192576" y="367853"/>
                    <a:pt x="192171" y="367107"/>
                    <a:pt x="191766" y="366361"/>
                  </a:cubicBezTo>
                  <a:lnTo>
                    <a:pt x="190957" y="364869"/>
                  </a:lnTo>
                  <a:cubicBezTo>
                    <a:pt x="189338" y="361138"/>
                    <a:pt x="189338" y="359646"/>
                    <a:pt x="190957" y="355169"/>
                  </a:cubicBezTo>
                  <a:lnTo>
                    <a:pt x="191766" y="353677"/>
                  </a:lnTo>
                  <a:cubicBezTo>
                    <a:pt x="191766" y="352930"/>
                    <a:pt x="192171" y="352930"/>
                    <a:pt x="192171" y="352184"/>
                  </a:cubicBezTo>
                  <a:cubicBezTo>
                    <a:pt x="192981" y="350692"/>
                    <a:pt x="193385" y="349200"/>
                    <a:pt x="193790" y="347707"/>
                  </a:cubicBezTo>
                  <a:cubicBezTo>
                    <a:pt x="194195" y="346961"/>
                    <a:pt x="194600" y="345469"/>
                    <a:pt x="195004" y="343977"/>
                  </a:cubicBezTo>
                  <a:lnTo>
                    <a:pt x="195004" y="343230"/>
                  </a:lnTo>
                  <a:lnTo>
                    <a:pt x="197433" y="347707"/>
                  </a:lnTo>
                  <a:cubicBezTo>
                    <a:pt x="198647" y="349200"/>
                    <a:pt x="199052" y="353677"/>
                    <a:pt x="197433" y="356661"/>
                  </a:cubicBezTo>
                  <a:close/>
                  <a:moveTo>
                    <a:pt x="191766" y="348453"/>
                  </a:moveTo>
                  <a:lnTo>
                    <a:pt x="190957" y="349946"/>
                  </a:lnTo>
                  <a:cubicBezTo>
                    <a:pt x="190552" y="351438"/>
                    <a:pt x="189338" y="353677"/>
                    <a:pt x="188933" y="355169"/>
                  </a:cubicBezTo>
                  <a:cubicBezTo>
                    <a:pt x="188529" y="356661"/>
                    <a:pt x="188529" y="355915"/>
                    <a:pt x="188529" y="356661"/>
                  </a:cubicBezTo>
                  <a:cubicBezTo>
                    <a:pt x="188529" y="357407"/>
                    <a:pt x="188124" y="358153"/>
                    <a:pt x="188124" y="358900"/>
                  </a:cubicBezTo>
                  <a:lnTo>
                    <a:pt x="186505" y="355915"/>
                  </a:lnTo>
                  <a:lnTo>
                    <a:pt x="184886" y="352930"/>
                  </a:lnTo>
                  <a:cubicBezTo>
                    <a:pt x="184886" y="352184"/>
                    <a:pt x="184886" y="352184"/>
                    <a:pt x="184481" y="352184"/>
                  </a:cubicBezTo>
                  <a:cubicBezTo>
                    <a:pt x="184886" y="352184"/>
                    <a:pt x="184886" y="352184"/>
                    <a:pt x="184886" y="351438"/>
                  </a:cubicBezTo>
                  <a:lnTo>
                    <a:pt x="185291" y="351438"/>
                  </a:lnTo>
                  <a:cubicBezTo>
                    <a:pt x="185291" y="350692"/>
                    <a:pt x="185695" y="349946"/>
                    <a:pt x="186100" y="349200"/>
                  </a:cubicBezTo>
                  <a:lnTo>
                    <a:pt x="186505" y="348453"/>
                  </a:lnTo>
                  <a:cubicBezTo>
                    <a:pt x="187719" y="347707"/>
                    <a:pt x="188529" y="346215"/>
                    <a:pt x="189338" y="344723"/>
                  </a:cubicBezTo>
                  <a:lnTo>
                    <a:pt x="191362" y="340992"/>
                  </a:lnTo>
                  <a:lnTo>
                    <a:pt x="191362" y="340246"/>
                  </a:lnTo>
                  <a:lnTo>
                    <a:pt x="192171" y="338753"/>
                  </a:lnTo>
                  <a:cubicBezTo>
                    <a:pt x="192171" y="338007"/>
                    <a:pt x="192576" y="338007"/>
                    <a:pt x="192576" y="338007"/>
                  </a:cubicBezTo>
                  <a:cubicBezTo>
                    <a:pt x="193385" y="340992"/>
                    <a:pt x="193385" y="345469"/>
                    <a:pt x="191766" y="348453"/>
                  </a:cubicBezTo>
                  <a:close/>
                  <a:moveTo>
                    <a:pt x="184886" y="338007"/>
                  </a:moveTo>
                  <a:cubicBezTo>
                    <a:pt x="185291" y="338007"/>
                    <a:pt x="185695" y="338007"/>
                    <a:pt x="186505" y="338753"/>
                  </a:cubicBezTo>
                  <a:cubicBezTo>
                    <a:pt x="187314" y="339500"/>
                    <a:pt x="188124" y="339500"/>
                    <a:pt x="189338" y="339500"/>
                  </a:cubicBezTo>
                  <a:lnTo>
                    <a:pt x="189743" y="339500"/>
                  </a:lnTo>
                  <a:lnTo>
                    <a:pt x="189338" y="340246"/>
                  </a:lnTo>
                  <a:lnTo>
                    <a:pt x="188933" y="340246"/>
                  </a:lnTo>
                  <a:cubicBezTo>
                    <a:pt x="188124" y="342484"/>
                    <a:pt x="187314" y="343977"/>
                    <a:pt x="186100" y="345469"/>
                  </a:cubicBezTo>
                  <a:cubicBezTo>
                    <a:pt x="185695" y="346215"/>
                    <a:pt x="185291" y="346215"/>
                    <a:pt x="184481" y="346215"/>
                  </a:cubicBezTo>
                  <a:cubicBezTo>
                    <a:pt x="182053" y="346961"/>
                    <a:pt x="180029" y="343230"/>
                    <a:pt x="177601" y="342484"/>
                  </a:cubicBezTo>
                  <a:cubicBezTo>
                    <a:pt x="177196" y="342484"/>
                    <a:pt x="177196" y="341738"/>
                    <a:pt x="176791" y="341738"/>
                  </a:cubicBezTo>
                  <a:lnTo>
                    <a:pt x="177601" y="340246"/>
                  </a:lnTo>
                  <a:cubicBezTo>
                    <a:pt x="178410" y="338753"/>
                    <a:pt x="179624" y="337261"/>
                    <a:pt x="180839" y="336515"/>
                  </a:cubicBezTo>
                  <a:cubicBezTo>
                    <a:pt x="182458" y="337261"/>
                    <a:pt x="183672" y="337261"/>
                    <a:pt x="184886" y="338007"/>
                  </a:cubicBezTo>
                  <a:close/>
                  <a:moveTo>
                    <a:pt x="178006" y="346215"/>
                  </a:moveTo>
                  <a:cubicBezTo>
                    <a:pt x="180029" y="346961"/>
                    <a:pt x="181648" y="349200"/>
                    <a:pt x="183672" y="349200"/>
                  </a:cubicBezTo>
                  <a:cubicBezTo>
                    <a:pt x="183672" y="349200"/>
                    <a:pt x="183672" y="349946"/>
                    <a:pt x="183267" y="349946"/>
                  </a:cubicBezTo>
                  <a:cubicBezTo>
                    <a:pt x="182053" y="352930"/>
                    <a:pt x="180029" y="355169"/>
                    <a:pt x="178006" y="355169"/>
                  </a:cubicBezTo>
                  <a:cubicBezTo>
                    <a:pt x="177196" y="354423"/>
                    <a:pt x="175982" y="353677"/>
                    <a:pt x="175172" y="352930"/>
                  </a:cubicBezTo>
                  <a:cubicBezTo>
                    <a:pt x="173958" y="351438"/>
                    <a:pt x="172744" y="349946"/>
                    <a:pt x="171530" y="349200"/>
                  </a:cubicBezTo>
                  <a:cubicBezTo>
                    <a:pt x="173149" y="346215"/>
                    <a:pt x="174363" y="344723"/>
                    <a:pt x="175172" y="344723"/>
                  </a:cubicBezTo>
                  <a:lnTo>
                    <a:pt x="175577" y="344723"/>
                  </a:lnTo>
                  <a:cubicBezTo>
                    <a:pt x="176387" y="345469"/>
                    <a:pt x="177196" y="346215"/>
                    <a:pt x="178006" y="346215"/>
                  </a:cubicBezTo>
                  <a:close/>
                  <a:moveTo>
                    <a:pt x="175172" y="357407"/>
                  </a:moveTo>
                  <a:cubicBezTo>
                    <a:pt x="175982" y="358153"/>
                    <a:pt x="176387" y="358153"/>
                    <a:pt x="177196" y="358153"/>
                  </a:cubicBezTo>
                  <a:cubicBezTo>
                    <a:pt x="177196" y="358900"/>
                    <a:pt x="176791" y="358900"/>
                    <a:pt x="176791" y="358900"/>
                  </a:cubicBezTo>
                  <a:lnTo>
                    <a:pt x="175172" y="361138"/>
                  </a:lnTo>
                  <a:cubicBezTo>
                    <a:pt x="173958" y="362630"/>
                    <a:pt x="172744" y="363376"/>
                    <a:pt x="171530" y="363376"/>
                  </a:cubicBezTo>
                  <a:cubicBezTo>
                    <a:pt x="169101" y="362630"/>
                    <a:pt x="167887" y="358153"/>
                    <a:pt x="165864" y="356661"/>
                  </a:cubicBezTo>
                  <a:lnTo>
                    <a:pt x="165459" y="355915"/>
                  </a:lnTo>
                  <a:cubicBezTo>
                    <a:pt x="165459" y="355915"/>
                    <a:pt x="165459" y="355169"/>
                    <a:pt x="165864" y="355169"/>
                  </a:cubicBezTo>
                  <a:cubicBezTo>
                    <a:pt x="167078" y="352930"/>
                    <a:pt x="168697" y="352184"/>
                    <a:pt x="170316" y="352184"/>
                  </a:cubicBezTo>
                  <a:cubicBezTo>
                    <a:pt x="170720" y="352184"/>
                    <a:pt x="171530" y="352930"/>
                    <a:pt x="171935" y="352930"/>
                  </a:cubicBezTo>
                  <a:cubicBezTo>
                    <a:pt x="172744" y="354423"/>
                    <a:pt x="173958" y="356661"/>
                    <a:pt x="175172" y="357407"/>
                  </a:cubicBezTo>
                  <a:close/>
                  <a:moveTo>
                    <a:pt x="165459" y="360392"/>
                  </a:moveTo>
                  <a:cubicBezTo>
                    <a:pt x="167078" y="362630"/>
                    <a:pt x="168697" y="364869"/>
                    <a:pt x="170316" y="366361"/>
                  </a:cubicBezTo>
                  <a:cubicBezTo>
                    <a:pt x="169911" y="366361"/>
                    <a:pt x="169911" y="366361"/>
                    <a:pt x="169911" y="367107"/>
                  </a:cubicBezTo>
                  <a:cubicBezTo>
                    <a:pt x="168697" y="368600"/>
                    <a:pt x="167078" y="370092"/>
                    <a:pt x="165459" y="370092"/>
                  </a:cubicBezTo>
                  <a:cubicBezTo>
                    <a:pt x="165054" y="370092"/>
                    <a:pt x="164245" y="370092"/>
                    <a:pt x="163840" y="369346"/>
                  </a:cubicBezTo>
                  <a:cubicBezTo>
                    <a:pt x="163030" y="368600"/>
                    <a:pt x="162221" y="367107"/>
                    <a:pt x="161412" y="365615"/>
                  </a:cubicBezTo>
                  <a:cubicBezTo>
                    <a:pt x="160602" y="364123"/>
                    <a:pt x="159793" y="362630"/>
                    <a:pt x="158578" y="361138"/>
                  </a:cubicBezTo>
                  <a:lnTo>
                    <a:pt x="158578" y="360392"/>
                  </a:lnTo>
                  <a:cubicBezTo>
                    <a:pt x="159388" y="359646"/>
                    <a:pt x="160602" y="358900"/>
                    <a:pt x="161412" y="358153"/>
                  </a:cubicBezTo>
                  <a:lnTo>
                    <a:pt x="163435" y="358153"/>
                  </a:lnTo>
                  <a:cubicBezTo>
                    <a:pt x="163435" y="358153"/>
                    <a:pt x="163840" y="358153"/>
                    <a:pt x="163840" y="358900"/>
                  </a:cubicBezTo>
                  <a:close/>
                  <a:moveTo>
                    <a:pt x="161412" y="369346"/>
                  </a:moveTo>
                  <a:cubicBezTo>
                    <a:pt x="161816" y="370092"/>
                    <a:pt x="162221" y="370838"/>
                    <a:pt x="163030" y="371584"/>
                  </a:cubicBezTo>
                  <a:cubicBezTo>
                    <a:pt x="163030" y="371584"/>
                    <a:pt x="163030" y="372330"/>
                    <a:pt x="162626" y="372330"/>
                  </a:cubicBezTo>
                  <a:cubicBezTo>
                    <a:pt x="162221" y="373076"/>
                    <a:pt x="161816" y="373076"/>
                    <a:pt x="161412" y="373076"/>
                  </a:cubicBezTo>
                  <a:cubicBezTo>
                    <a:pt x="160602" y="373823"/>
                    <a:pt x="159388" y="373823"/>
                    <a:pt x="158578" y="373823"/>
                  </a:cubicBezTo>
                  <a:cubicBezTo>
                    <a:pt x="156555" y="373823"/>
                    <a:pt x="154936" y="371584"/>
                    <a:pt x="154126" y="367853"/>
                  </a:cubicBezTo>
                  <a:cubicBezTo>
                    <a:pt x="153722" y="367107"/>
                    <a:pt x="152912" y="364869"/>
                    <a:pt x="152103" y="363376"/>
                  </a:cubicBezTo>
                  <a:lnTo>
                    <a:pt x="151698" y="362630"/>
                  </a:lnTo>
                  <a:lnTo>
                    <a:pt x="152103" y="361884"/>
                  </a:lnTo>
                  <a:cubicBezTo>
                    <a:pt x="152912" y="361884"/>
                    <a:pt x="153317" y="361138"/>
                    <a:pt x="154126" y="361138"/>
                  </a:cubicBezTo>
                  <a:cubicBezTo>
                    <a:pt x="154936" y="361138"/>
                    <a:pt x="155745" y="361138"/>
                    <a:pt x="156960" y="361884"/>
                  </a:cubicBezTo>
                  <a:cubicBezTo>
                    <a:pt x="157364" y="362630"/>
                    <a:pt x="158174" y="363376"/>
                    <a:pt x="158578" y="364123"/>
                  </a:cubicBezTo>
                  <a:cubicBezTo>
                    <a:pt x="159793" y="365615"/>
                    <a:pt x="160602" y="367107"/>
                    <a:pt x="161412" y="369346"/>
                  </a:cubicBezTo>
                  <a:close/>
                  <a:moveTo>
                    <a:pt x="149270" y="480523"/>
                  </a:moveTo>
                  <a:cubicBezTo>
                    <a:pt x="150079" y="476046"/>
                    <a:pt x="150079" y="471569"/>
                    <a:pt x="149270" y="467092"/>
                  </a:cubicBezTo>
                  <a:cubicBezTo>
                    <a:pt x="150079" y="462615"/>
                    <a:pt x="150079" y="457392"/>
                    <a:pt x="149270" y="452915"/>
                  </a:cubicBezTo>
                  <a:cubicBezTo>
                    <a:pt x="150079" y="448438"/>
                    <a:pt x="150079" y="443215"/>
                    <a:pt x="149270" y="438738"/>
                  </a:cubicBezTo>
                  <a:cubicBezTo>
                    <a:pt x="150079" y="434261"/>
                    <a:pt x="150079" y="429784"/>
                    <a:pt x="149270" y="425307"/>
                  </a:cubicBezTo>
                  <a:cubicBezTo>
                    <a:pt x="150079" y="420830"/>
                    <a:pt x="150079" y="415607"/>
                    <a:pt x="149270" y="411130"/>
                  </a:cubicBezTo>
                  <a:cubicBezTo>
                    <a:pt x="150079" y="406653"/>
                    <a:pt x="150079" y="401430"/>
                    <a:pt x="149270" y="396953"/>
                  </a:cubicBezTo>
                  <a:cubicBezTo>
                    <a:pt x="150079" y="392476"/>
                    <a:pt x="150079" y="388000"/>
                    <a:pt x="149270" y="383523"/>
                  </a:cubicBezTo>
                  <a:cubicBezTo>
                    <a:pt x="149674" y="382030"/>
                    <a:pt x="149674" y="380538"/>
                    <a:pt x="149674" y="378300"/>
                  </a:cubicBezTo>
                  <a:cubicBezTo>
                    <a:pt x="150484" y="379046"/>
                    <a:pt x="151293" y="379046"/>
                    <a:pt x="152103" y="378300"/>
                  </a:cubicBezTo>
                  <a:cubicBezTo>
                    <a:pt x="152912" y="378300"/>
                    <a:pt x="153317" y="378300"/>
                    <a:pt x="154126" y="377553"/>
                  </a:cubicBezTo>
                  <a:cubicBezTo>
                    <a:pt x="154936" y="377553"/>
                    <a:pt x="155341" y="376807"/>
                    <a:pt x="155745" y="376807"/>
                  </a:cubicBezTo>
                  <a:cubicBezTo>
                    <a:pt x="156150" y="376807"/>
                    <a:pt x="156960" y="376061"/>
                    <a:pt x="157364" y="376061"/>
                  </a:cubicBezTo>
                  <a:lnTo>
                    <a:pt x="158174" y="376061"/>
                  </a:lnTo>
                  <a:cubicBezTo>
                    <a:pt x="158983" y="376061"/>
                    <a:pt x="160197" y="376061"/>
                    <a:pt x="161007" y="375315"/>
                  </a:cubicBezTo>
                  <a:cubicBezTo>
                    <a:pt x="161816" y="374569"/>
                    <a:pt x="162626" y="374569"/>
                    <a:pt x="163435" y="373823"/>
                  </a:cubicBezTo>
                  <a:cubicBezTo>
                    <a:pt x="163840" y="373076"/>
                    <a:pt x="164649" y="372330"/>
                    <a:pt x="165054" y="372330"/>
                  </a:cubicBezTo>
                  <a:cubicBezTo>
                    <a:pt x="167078" y="372330"/>
                    <a:pt x="169101" y="370838"/>
                    <a:pt x="170720" y="367853"/>
                  </a:cubicBezTo>
                  <a:cubicBezTo>
                    <a:pt x="171125" y="367107"/>
                    <a:pt x="171530" y="366361"/>
                    <a:pt x="172339" y="366361"/>
                  </a:cubicBezTo>
                  <a:lnTo>
                    <a:pt x="174768" y="364869"/>
                  </a:lnTo>
                  <a:cubicBezTo>
                    <a:pt x="175982" y="364123"/>
                    <a:pt x="176791" y="362630"/>
                    <a:pt x="177601" y="361138"/>
                  </a:cubicBezTo>
                  <a:cubicBezTo>
                    <a:pt x="177601" y="361138"/>
                    <a:pt x="178006" y="361138"/>
                    <a:pt x="178006" y="360392"/>
                  </a:cubicBezTo>
                  <a:cubicBezTo>
                    <a:pt x="178410" y="359646"/>
                    <a:pt x="178815" y="359646"/>
                    <a:pt x="179624" y="358153"/>
                  </a:cubicBezTo>
                  <a:cubicBezTo>
                    <a:pt x="180839" y="357407"/>
                    <a:pt x="182053" y="355915"/>
                    <a:pt x="183267" y="354423"/>
                  </a:cubicBezTo>
                  <a:cubicBezTo>
                    <a:pt x="183672" y="355169"/>
                    <a:pt x="184077" y="356661"/>
                    <a:pt x="184886" y="358153"/>
                  </a:cubicBezTo>
                  <a:cubicBezTo>
                    <a:pt x="185291" y="358900"/>
                    <a:pt x="186100" y="359646"/>
                    <a:pt x="186505" y="360392"/>
                  </a:cubicBezTo>
                  <a:cubicBezTo>
                    <a:pt x="187314" y="361138"/>
                    <a:pt x="188124" y="361884"/>
                    <a:pt x="188529" y="363376"/>
                  </a:cubicBezTo>
                  <a:cubicBezTo>
                    <a:pt x="188933" y="364123"/>
                    <a:pt x="188933" y="364123"/>
                    <a:pt x="188933" y="365615"/>
                  </a:cubicBezTo>
                  <a:cubicBezTo>
                    <a:pt x="189338" y="367107"/>
                    <a:pt x="190147" y="368600"/>
                    <a:pt x="190957" y="369346"/>
                  </a:cubicBezTo>
                  <a:cubicBezTo>
                    <a:pt x="191362" y="370092"/>
                    <a:pt x="191362" y="370092"/>
                    <a:pt x="191766" y="370092"/>
                  </a:cubicBezTo>
                  <a:lnTo>
                    <a:pt x="193385" y="373076"/>
                  </a:lnTo>
                  <a:lnTo>
                    <a:pt x="193790" y="373823"/>
                  </a:lnTo>
                  <a:cubicBezTo>
                    <a:pt x="194195" y="374569"/>
                    <a:pt x="194600" y="376061"/>
                    <a:pt x="195004" y="376807"/>
                  </a:cubicBezTo>
                  <a:lnTo>
                    <a:pt x="197433" y="381284"/>
                  </a:lnTo>
                  <a:cubicBezTo>
                    <a:pt x="197837" y="382030"/>
                    <a:pt x="198242" y="382030"/>
                    <a:pt x="199052" y="382776"/>
                  </a:cubicBezTo>
                  <a:lnTo>
                    <a:pt x="199456" y="382776"/>
                  </a:lnTo>
                  <a:cubicBezTo>
                    <a:pt x="199861" y="385761"/>
                    <a:pt x="201075" y="388000"/>
                    <a:pt x="202289" y="389492"/>
                  </a:cubicBezTo>
                  <a:cubicBezTo>
                    <a:pt x="203099" y="390238"/>
                    <a:pt x="203504" y="391730"/>
                    <a:pt x="204313" y="392476"/>
                  </a:cubicBezTo>
                  <a:lnTo>
                    <a:pt x="204718" y="393223"/>
                  </a:lnTo>
                  <a:cubicBezTo>
                    <a:pt x="204718" y="393969"/>
                    <a:pt x="205123" y="394715"/>
                    <a:pt x="205527" y="396207"/>
                  </a:cubicBezTo>
                  <a:cubicBezTo>
                    <a:pt x="205932" y="397700"/>
                    <a:pt x="206742" y="399192"/>
                    <a:pt x="207551" y="399938"/>
                  </a:cubicBezTo>
                  <a:cubicBezTo>
                    <a:pt x="208360" y="401430"/>
                    <a:pt x="209170" y="402176"/>
                    <a:pt x="209979" y="402923"/>
                  </a:cubicBezTo>
                  <a:cubicBezTo>
                    <a:pt x="210384" y="405161"/>
                    <a:pt x="211194" y="406653"/>
                    <a:pt x="212408" y="408146"/>
                  </a:cubicBezTo>
                  <a:cubicBezTo>
                    <a:pt x="212812" y="408892"/>
                    <a:pt x="213217" y="409638"/>
                    <a:pt x="213622" y="409638"/>
                  </a:cubicBezTo>
                  <a:cubicBezTo>
                    <a:pt x="214027" y="410384"/>
                    <a:pt x="214836" y="411130"/>
                    <a:pt x="215241" y="412623"/>
                  </a:cubicBezTo>
                  <a:cubicBezTo>
                    <a:pt x="216050" y="415607"/>
                    <a:pt x="216860" y="417846"/>
                    <a:pt x="218479" y="419338"/>
                  </a:cubicBezTo>
                  <a:cubicBezTo>
                    <a:pt x="218883" y="420084"/>
                    <a:pt x="219288" y="420830"/>
                    <a:pt x="220098" y="421576"/>
                  </a:cubicBezTo>
                  <a:cubicBezTo>
                    <a:pt x="220098" y="422323"/>
                    <a:pt x="220502" y="422323"/>
                    <a:pt x="220502" y="422323"/>
                  </a:cubicBezTo>
                  <a:cubicBezTo>
                    <a:pt x="220907" y="424561"/>
                    <a:pt x="222121" y="426799"/>
                    <a:pt x="223336" y="428292"/>
                  </a:cubicBezTo>
                  <a:cubicBezTo>
                    <a:pt x="224145" y="429784"/>
                    <a:pt x="224954" y="430530"/>
                    <a:pt x="226169" y="432023"/>
                  </a:cubicBezTo>
                  <a:lnTo>
                    <a:pt x="226169" y="432769"/>
                  </a:lnTo>
                  <a:cubicBezTo>
                    <a:pt x="226573" y="433515"/>
                    <a:pt x="226573" y="433515"/>
                    <a:pt x="226573" y="434261"/>
                  </a:cubicBezTo>
                  <a:cubicBezTo>
                    <a:pt x="226573" y="435007"/>
                    <a:pt x="226978" y="435007"/>
                    <a:pt x="226978" y="435007"/>
                  </a:cubicBezTo>
                  <a:lnTo>
                    <a:pt x="226573" y="435753"/>
                  </a:lnTo>
                  <a:lnTo>
                    <a:pt x="226169" y="436500"/>
                  </a:lnTo>
                  <a:cubicBezTo>
                    <a:pt x="224954" y="438738"/>
                    <a:pt x="224145" y="440230"/>
                    <a:pt x="223336" y="443215"/>
                  </a:cubicBezTo>
                  <a:cubicBezTo>
                    <a:pt x="222121" y="443961"/>
                    <a:pt x="221312" y="444707"/>
                    <a:pt x="220098" y="445453"/>
                  </a:cubicBezTo>
                  <a:cubicBezTo>
                    <a:pt x="219693" y="446199"/>
                    <a:pt x="218883" y="446946"/>
                    <a:pt x="218479" y="447692"/>
                  </a:cubicBezTo>
                  <a:cubicBezTo>
                    <a:pt x="216860" y="449930"/>
                    <a:pt x="215646" y="452915"/>
                    <a:pt x="214431" y="455899"/>
                  </a:cubicBezTo>
                  <a:lnTo>
                    <a:pt x="213622" y="455899"/>
                  </a:lnTo>
                  <a:cubicBezTo>
                    <a:pt x="213217" y="455899"/>
                    <a:pt x="212812" y="456646"/>
                    <a:pt x="212408" y="456646"/>
                  </a:cubicBezTo>
                  <a:cubicBezTo>
                    <a:pt x="210789" y="457392"/>
                    <a:pt x="209170" y="458884"/>
                    <a:pt x="207551" y="461869"/>
                  </a:cubicBezTo>
                  <a:lnTo>
                    <a:pt x="205527" y="465599"/>
                  </a:lnTo>
                  <a:cubicBezTo>
                    <a:pt x="205123" y="465599"/>
                    <a:pt x="205123" y="466346"/>
                    <a:pt x="204718" y="467092"/>
                  </a:cubicBezTo>
                  <a:lnTo>
                    <a:pt x="204313" y="467092"/>
                  </a:lnTo>
                  <a:cubicBezTo>
                    <a:pt x="203504" y="467092"/>
                    <a:pt x="203099" y="467092"/>
                    <a:pt x="202289" y="467838"/>
                  </a:cubicBezTo>
                  <a:cubicBezTo>
                    <a:pt x="201075" y="468584"/>
                    <a:pt x="200266" y="469330"/>
                    <a:pt x="199052" y="470076"/>
                  </a:cubicBezTo>
                  <a:cubicBezTo>
                    <a:pt x="198647" y="470823"/>
                    <a:pt x="197837" y="471569"/>
                    <a:pt x="197433" y="472315"/>
                  </a:cubicBezTo>
                  <a:cubicBezTo>
                    <a:pt x="197028" y="473061"/>
                    <a:pt x="195814" y="474553"/>
                    <a:pt x="195004" y="475299"/>
                  </a:cubicBezTo>
                  <a:lnTo>
                    <a:pt x="194600" y="476046"/>
                  </a:lnTo>
                  <a:cubicBezTo>
                    <a:pt x="194195" y="476046"/>
                    <a:pt x="194195" y="476046"/>
                    <a:pt x="194195" y="475299"/>
                  </a:cubicBezTo>
                  <a:cubicBezTo>
                    <a:pt x="193790" y="475299"/>
                    <a:pt x="192981" y="476046"/>
                    <a:pt x="192171" y="476046"/>
                  </a:cubicBezTo>
                  <a:cubicBezTo>
                    <a:pt x="191362" y="476046"/>
                    <a:pt x="191766" y="476792"/>
                    <a:pt x="191362" y="476792"/>
                  </a:cubicBezTo>
                  <a:cubicBezTo>
                    <a:pt x="190552" y="476792"/>
                    <a:pt x="190147" y="477538"/>
                    <a:pt x="189338" y="477538"/>
                  </a:cubicBezTo>
                  <a:cubicBezTo>
                    <a:pt x="188529" y="478284"/>
                    <a:pt x="187719" y="479030"/>
                    <a:pt x="186505" y="480523"/>
                  </a:cubicBezTo>
                  <a:cubicBezTo>
                    <a:pt x="186100" y="481269"/>
                    <a:pt x="185695" y="482015"/>
                    <a:pt x="184886" y="482761"/>
                  </a:cubicBezTo>
                  <a:lnTo>
                    <a:pt x="184481" y="483507"/>
                  </a:lnTo>
                  <a:cubicBezTo>
                    <a:pt x="182458" y="482761"/>
                    <a:pt x="180434" y="483507"/>
                    <a:pt x="178410" y="484253"/>
                  </a:cubicBezTo>
                  <a:cubicBezTo>
                    <a:pt x="177601" y="484999"/>
                    <a:pt x="176387" y="485746"/>
                    <a:pt x="175577" y="487238"/>
                  </a:cubicBezTo>
                  <a:cubicBezTo>
                    <a:pt x="175172" y="487984"/>
                    <a:pt x="174363" y="488730"/>
                    <a:pt x="173958" y="489476"/>
                  </a:cubicBezTo>
                  <a:cubicBezTo>
                    <a:pt x="173149" y="488730"/>
                    <a:pt x="172744" y="488730"/>
                    <a:pt x="171935" y="488730"/>
                  </a:cubicBezTo>
                  <a:cubicBezTo>
                    <a:pt x="169911" y="488730"/>
                    <a:pt x="167887" y="489476"/>
                    <a:pt x="166268" y="491715"/>
                  </a:cubicBezTo>
                  <a:cubicBezTo>
                    <a:pt x="165459" y="491715"/>
                    <a:pt x="165054" y="492461"/>
                    <a:pt x="164649" y="492461"/>
                  </a:cubicBezTo>
                  <a:cubicBezTo>
                    <a:pt x="164245" y="493207"/>
                    <a:pt x="163840" y="493207"/>
                    <a:pt x="163435" y="493207"/>
                  </a:cubicBezTo>
                  <a:cubicBezTo>
                    <a:pt x="163030" y="493207"/>
                    <a:pt x="162626" y="492461"/>
                    <a:pt x="162221" y="492461"/>
                  </a:cubicBezTo>
                  <a:cubicBezTo>
                    <a:pt x="161412" y="491715"/>
                    <a:pt x="160197" y="491715"/>
                    <a:pt x="159388" y="491715"/>
                  </a:cubicBezTo>
                  <a:cubicBezTo>
                    <a:pt x="158174" y="492461"/>
                    <a:pt x="156960" y="492461"/>
                    <a:pt x="154936" y="493207"/>
                  </a:cubicBezTo>
                  <a:cubicBezTo>
                    <a:pt x="154531" y="493953"/>
                    <a:pt x="153317" y="493953"/>
                    <a:pt x="152912" y="494699"/>
                  </a:cubicBezTo>
                  <a:cubicBezTo>
                    <a:pt x="152507" y="495446"/>
                    <a:pt x="152507" y="494699"/>
                    <a:pt x="152507" y="495446"/>
                  </a:cubicBezTo>
                  <a:cubicBezTo>
                    <a:pt x="150889" y="493953"/>
                    <a:pt x="150484" y="493207"/>
                    <a:pt x="149674" y="493207"/>
                  </a:cubicBezTo>
                  <a:cubicBezTo>
                    <a:pt x="150079" y="488730"/>
                    <a:pt x="150079" y="484253"/>
                    <a:pt x="149270" y="480523"/>
                  </a:cubicBezTo>
                  <a:close/>
                  <a:moveTo>
                    <a:pt x="225764" y="423069"/>
                  </a:moveTo>
                  <a:cubicBezTo>
                    <a:pt x="225764" y="423815"/>
                    <a:pt x="225764" y="423815"/>
                    <a:pt x="225359" y="423815"/>
                  </a:cubicBezTo>
                  <a:cubicBezTo>
                    <a:pt x="224954" y="423815"/>
                    <a:pt x="225359" y="424561"/>
                    <a:pt x="224954" y="424561"/>
                  </a:cubicBezTo>
                  <a:cubicBezTo>
                    <a:pt x="224954" y="425307"/>
                    <a:pt x="224954" y="426053"/>
                    <a:pt x="224550" y="426053"/>
                  </a:cubicBezTo>
                  <a:lnTo>
                    <a:pt x="222121" y="421576"/>
                  </a:lnTo>
                  <a:cubicBezTo>
                    <a:pt x="220907" y="420084"/>
                    <a:pt x="220502" y="418592"/>
                    <a:pt x="220907" y="416353"/>
                  </a:cubicBezTo>
                  <a:cubicBezTo>
                    <a:pt x="221312" y="414115"/>
                    <a:pt x="221312" y="414861"/>
                    <a:pt x="221312" y="414115"/>
                  </a:cubicBezTo>
                  <a:cubicBezTo>
                    <a:pt x="221312" y="413369"/>
                    <a:pt x="221717" y="413369"/>
                    <a:pt x="221717" y="412623"/>
                  </a:cubicBezTo>
                  <a:cubicBezTo>
                    <a:pt x="222121" y="411130"/>
                    <a:pt x="222526" y="410384"/>
                    <a:pt x="222931" y="408892"/>
                  </a:cubicBezTo>
                  <a:lnTo>
                    <a:pt x="223740" y="408892"/>
                  </a:lnTo>
                  <a:cubicBezTo>
                    <a:pt x="224145" y="407400"/>
                    <a:pt x="224550" y="406653"/>
                    <a:pt x="224954" y="405161"/>
                  </a:cubicBezTo>
                  <a:cubicBezTo>
                    <a:pt x="225359" y="404415"/>
                    <a:pt x="225359" y="404415"/>
                    <a:pt x="225359" y="403669"/>
                  </a:cubicBezTo>
                  <a:cubicBezTo>
                    <a:pt x="225764" y="402923"/>
                    <a:pt x="226169" y="401430"/>
                    <a:pt x="226169" y="399938"/>
                  </a:cubicBezTo>
                  <a:cubicBezTo>
                    <a:pt x="226978" y="400684"/>
                    <a:pt x="227383" y="402176"/>
                    <a:pt x="227788" y="402923"/>
                  </a:cubicBezTo>
                  <a:cubicBezTo>
                    <a:pt x="229811" y="405907"/>
                    <a:pt x="229811" y="411130"/>
                    <a:pt x="228597" y="414861"/>
                  </a:cubicBezTo>
                  <a:cubicBezTo>
                    <a:pt x="228597" y="415607"/>
                    <a:pt x="228192" y="415607"/>
                    <a:pt x="227788" y="416353"/>
                  </a:cubicBezTo>
                  <a:cubicBezTo>
                    <a:pt x="227383" y="417846"/>
                    <a:pt x="226573" y="418592"/>
                    <a:pt x="226169" y="420084"/>
                  </a:cubicBezTo>
                  <a:cubicBezTo>
                    <a:pt x="226573" y="421576"/>
                    <a:pt x="226169" y="422323"/>
                    <a:pt x="225764" y="423069"/>
                  </a:cubicBezTo>
                  <a:close/>
                  <a:moveTo>
                    <a:pt x="226573" y="427546"/>
                  </a:moveTo>
                  <a:cubicBezTo>
                    <a:pt x="226978" y="426799"/>
                    <a:pt x="226978" y="426053"/>
                    <a:pt x="226978" y="425307"/>
                  </a:cubicBezTo>
                  <a:cubicBezTo>
                    <a:pt x="227383" y="424561"/>
                    <a:pt x="227788" y="423069"/>
                    <a:pt x="228192" y="422323"/>
                  </a:cubicBezTo>
                  <a:cubicBezTo>
                    <a:pt x="228597" y="421576"/>
                    <a:pt x="229002" y="420830"/>
                    <a:pt x="229002" y="420084"/>
                  </a:cubicBezTo>
                  <a:cubicBezTo>
                    <a:pt x="230216" y="417846"/>
                    <a:pt x="231025" y="414861"/>
                    <a:pt x="231430" y="411876"/>
                  </a:cubicBezTo>
                  <a:lnTo>
                    <a:pt x="231430" y="411130"/>
                  </a:lnTo>
                  <a:cubicBezTo>
                    <a:pt x="232644" y="412623"/>
                    <a:pt x="233454" y="414115"/>
                    <a:pt x="234263" y="416353"/>
                  </a:cubicBezTo>
                  <a:cubicBezTo>
                    <a:pt x="234668" y="417100"/>
                    <a:pt x="234668" y="417846"/>
                    <a:pt x="234668" y="418592"/>
                  </a:cubicBezTo>
                  <a:cubicBezTo>
                    <a:pt x="234263" y="419338"/>
                    <a:pt x="234263" y="419338"/>
                    <a:pt x="234263" y="420084"/>
                  </a:cubicBezTo>
                  <a:cubicBezTo>
                    <a:pt x="233454" y="422323"/>
                    <a:pt x="232240" y="423815"/>
                    <a:pt x="231430" y="426053"/>
                  </a:cubicBezTo>
                  <a:lnTo>
                    <a:pt x="230621" y="429038"/>
                  </a:lnTo>
                  <a:cubicBezTo>
                    <a:pt x="229811" y="429038"/>
                    <a:pt x="228597" y="429784"/>
                    <a:pt x="227788" y="431276"/>
                  </a:cubicBezTo>
                  <a:cubicBezTo>
                    <a:pt x="227383" y="431276"/>
                    <a:pt x="227383" y="432023"/>
                    <a:pt x="226978" y="432023"/>
                  </a:cubicBezTo>
                  <a:cubicBezTo>
                    <a:pt x="226573" y="431276"/>
                    <a:pt x="226573" y="429784"/>
                    <a:pt x="226169" y="429038"/>
                  </a:cubicBezTo>
                  <a:close/>
                  <a:moveTo>
                    <a:pt x="205123" y="270107"/>
                  </a:moveTo>
                  <a:lnTo>
                    <a:pt x="203908" y="272346"/>
                  </a:lnTo>
                  <a:cubicBezTo>
                    <a:pt x="203504" y="273092"/>
                    <a:pt x="202694" y="273838"/>
                    <a:pt x="201885" y="273838"/>
                  </a:cubicBezTo>
                  <a:cubicBezTo>
                    <a:pt x="200671" y="274584"/>
                    <a:pt x="199861" y="275330"/>
                    <a:pt x="198647" y="276077"/>
                  </a:cubicBezTo>
                  <a:lnTo>
                    <a:pt x="198242" y="276823"/>
                  </a:lnTo>
                  <a:cubicBezTo>
                    <a:pt x="197837" y="273838"/>
                    <a:pt x="198242" y="270854"/>
                    <a:pt x="198647" y="267869"/>
                  </a:cubicBezTo>
                  <a:lnTo>
                    <a:pt x="199052" y="267123"/>
                  </a:lnTo>
                  <a:cubicBezTo>
                    <a:pt x="199861" y="265630"/>
                    <a:pt x="201075" y="264138"/>
                    <a:pt x="201885" y="263392"/>
                  </a:cubicBezTo>
                  <a:cubicBezTo>
                    <a:pt x="202289" y="262646"/>
                    <a:pt x="203504" y="261900"/>
                    <a:pt x="203908" y="261154"/>
                  </a:cubicBezTo>
                  <a:cubicBezTo>
                    <a:pt x="204313" y="260407"/>
                    <a:pt x="204718" y="260407"/>
                    <a:pt x="205123" y="259661"/>
                  </a:cubicBezTo>
                  <a:cubicBezTo>
                    <a:pt x="205527" y="259661"/>
                    <a:pt x="205527" y="258915"/>
                    <a:pt x="205527" y="258915"/>
                  </a:cubicBezTo>
                  <a:lnTo>
                    <a:pt x="205932" y="259661"/>
                  </a:lnTo>
                  <a:cubicBezTo>
                    <a:pt x="206337" y="263392"/>
                    <a:pt x="206337" y="267123"/>
                    <a:pt x="205123" y="270107"/>
                  </a:cubicBezTo>
                  <a:close/>
                  <a:moveTo>
                    <a:pt x="205123" y="255930"/>
                  </a:moveTo>
                  <a:lnTo>
                    <a:pt x="203908" y="258169"/>
                  </a:lnTo>
                  <a:cubicBezTo>
                    <a:pt x="203504" y="258915"/>
                    <a:pt x="202694" y="259661"/>
                    <a:pt x="201885" y="260407"/>
                  </a:cubicBezTo>
                  <a:cubicBezTo>
                    <a:pt x="200671" y="261154"/>
                    <a:pt x="199456" y="262646"/>
                    <a:pt x="198647" y="264138"/>
                  </a:cubicBezTo>
                  <a:cubicBezTo>
                    <a:pt x="198242" y="261154"/>
                    <a:pt x="198242" y="258915"/>
                    <a:pt x="198647" y="255930"/>
                  </a:cubicBezTo>
                  <a:cubicBezTo>
                    <a:pt x="198647" y="255184"/>
                    <a:pt x="199052" y="255184"/>
                    <a:pt x="199052" y="254438"/>
                  </a:cubicBezTo>
                  <a:cubicBezTo>
                    <a:pt x="199861" y="252946"/>
                    <a:pt x="201075" y="251454"/>
                    <a:pt x="201885" y="249961"/>
                  </a:cubicBezTo>
                  <a:cubicBezTo>
                    <a:pt x="202289" y="249215"/>
                    <a:pt x="203099" y="247723"/>
                    <a:pt x="203908" y="246977"/>
                  </a:cubicBezTo>
                  <a:cubicBezTo>
                    <a:pt x="204313" y="246230"/>
                    <a:pt x="204718" y="245484"/>
                    <a:pt x="205123" y="243992"/>
                  </a:cubicBezTo>
                  <a:lnTo>
                    <a:pt x="205527" y="244738"/>
                  </a:lnTo>
                  <a:cubicBezTo>
                    <a:pt x="205932" y="249215"/>
                    <a:pt x="205932" y="252946"/>
                    <a:pt x="205123" y="255930"/>
                  </a:cubicBezTo>
                  <a:close/>
                  <a:moveTo>
                    <a:pt x="201885" y="229069"/>
                  </a:moveTo>
                  <a:cubicBezTo>
                    <a:pt x="201075" y="231307"/>
                    <a:pt x="199861" y="233546"/>
                    <a:pt x="198647" y="235038"/>
                  </a:cubicBezTo>
                  <a:lnTo>
                    <a:pt x="197028" y="238023"/>
                  </a:lnTo>
                  <a:cubicBezTo>
                    <a:pt x="196218" y="235038"/>
                    <a:pt x="195814" y="232054"/>
                    <a:pt x="196218" y="229069"/>
                  </a:cubicBezTo>
                  <a:lnTo>
                    <a:pt x="197028" y="226084"/>
                  </a:lnTo>
                  <a:cubicBezTo>
                    <a:pt x="197433" y="225338"/>
                    <a:pt x="197837" y="223846"/>
                    <a:pt x="198647" y="223100"/>
                  </a:cubicBezTo>
                  <a:cubicBezTo>
                    <a:pt x="199456" y="221607"/>
                    <a:pt x="200266" y="219369"/>
                    <a:pt x="201075" y="217130"/>
                  </a:cubicBezTo>
                  <a:lnTo>
                    <a:pt x="201480" y="217877"/>
                  </a:lnTo>
                  <a:cubicBezTo>
                    <a:pt x="201885" y="218623"/>
                    <a:pt x="201885" y="219369"/>
                    <a:pt x="201885" y="220861"/>
                  </a:cubicBezTo>
                  <a:cubicBezTo>
                    <a:pt x="203099" y="222354"/>
                    <a:pt x="203099" y="226084"/>
                    <a:pt x="201885" y="229069"/>
                  </a:cubicBezTo>
                  <a:close/>
                  <a:moveTo>
                    <a:pt x="198647" y="217877"/>
                  </a:moveTo>
                  <a:cubicBezTo>
                    <a:pt x="198242" y="219369"/>
                    <a:pt x="197837" y="220115"/>
                    <a:pt x="197028" y="220861"/>
                  </a:cubicBezTo>
                  <a:cubicBezTo>
                    <a:pt x="196218" y="222354"/>
                    <a:pt x="195409" y="223846"/>
                    <a:pt x="195004" y="226084"/>
                  </a:cubicBezTo>
                  <a:cubicBezTo>
                    <a:pt x="195004" y="225338"/>
                    <a:pt x="194600" y="225338"/>
                    <a:pt x="194600" y="224592"/>
                  </a:cubicBezTo>
                  <a:lnTo>
                    <a:pt x="193385" y="220115"/>
                  </a:lnTo>
                  <a:lnTo>
                    <a:pt x="193385" y="216384"/>
                  </a:lnTo>
                  <a:cubicBezTo>
                    <a:pt x="193790" y="214892"/>
                    <a:pt x="194195" y="213400"/>
                    <a:pt x="194600" y="212654"/>
                  </a:cubicBezTo>
                  <a:cubicBezTo>
                    <a:pt x="195409" y="209669"/>
                    <a:pt x="196218" y="207430"/>
                    <a:pt x="197028" y="205192"/>
                  </a:cubicBezTo>
                  <a:cubicBezTo>
                    <a:pt x="197433" y="204446"/>
                    <a:pt x="197433" y="204446"/>
                    <a:pt x="197433" y="203700"/>
                  </a:cubicBezTo>
                  <a:lnTo>
                    <a:pt x="197837" y="204446"/>
                  </a:lnTo>
                  <a:cubicBezTo>
                    <a:pt x="197837" y="204446"/>
                    <a:pt x="198242" y="205938"/>
                    <a:pt x="198647" y="206684"/>
                  </a:cubicBezTo>
                  <a:cubicBezTo>
                    <a:pt x="200266" y="209669"/>
                    <a:pt x="200266" y="214146"/>
                    <a:pt x="198647" y="217877"/>
                  </a:cubicBezTo>
                  <a:close/>
                  <a:moveTo>
                    <a:pt x="188933" y="202207"/>
                  </a:moveTo>
                  <a:cubicBezTo>
                    <a:pt x="187719" y="200715"/>
                    <a:pt x="186910" y="197731"/>
                    <a:pt x="186100" y="195492"/>
                  </a:cubicBezTo>
                  <a:lnTo>
                    <a:pt x="186100" y="193254"/>
                  </a:lnTo>
                  <a:cubicBezTo>
                    <a:pt x="186505" y="188030"/>
                    <a:pt x="187719" y="184300"/>
                    <a:pt x="187719" y="180569"/>
                  </a:cubicBezTo>
                  <a:cubicBezTo>
                    <a:pt x="188124" y="180569"/>
                    <a:pt x="188124" y="180569"/>
                    <a:pt x="188124" y="181315"/>
                  </a:cubicBezTo>
                  <a:cubicBezTo>
                    <a:pt x="188124" y="181315"/>
                    <a:pt x="188529" y="181315"/>
                    <a:pt x="188529" y="182061"/>
                  </a:cubicBezTo>
                  <a:cubicBezTo>
                    <a:pt x="189338" y="183554"/>
                    <a:pt x="190147" y="185046"/>
                    <a:pt x="190552" y="186538"/>
                  </a:cubicBezTo>
                  <a:cubicBezTo>
                    <a:pt x="191362" y="188777"/>
                    <a:pt x="191362" y="192507"/>
                    <a:pt x="190552" y="195492"/>
                  </a:cubicBezTo>
                  <a:cubicBezTo>
                    <a:pt x="190147" y="196984"/>
                    <a:pt x="189338" y="199223"/>
                    <a:pt x="188933" y="202207"/>
                  </a:cubicBezTo>
                  <a:close/>
                  <a:moveTo>
                    <a:pt x="184886" y="173854"/>
                  </a:moveTo>
                  <a:cubicBezTo>
                    <a:pt x="185695" y="175346"/>
                    <a:pt x="186100" y="176838"/>
                    <a:pt x="186505" y="179077"/>
                  </a:cubicBezTo>
                  <a:cubicBezTo>
                    <a:pt x="186910" y="179823"/>
                    <a:pt x="186910" y="181315"/>
                    <a:pt x="186505" y="182061"/>
                  </a:cubicBezTo>
                  <a:cubicBezTo>
                    <a:pt x="186100" y="184300"/>
                    <a:pt x="185695" y="187284"/>
                    <a:pt x="184886" y="189523"/>
                  </a:cubicBezTo>
                  <a:cubicBezTo>
                    <a:pt x="184886" y="190269"/>
                    <a:pt x="184481" y="191761"/>
                    <a:pt x="184481" y="192507"/>
                  </a:cubicBezTo>
                  <a:cubicBezTo>
                    <a:pt x="182862" y="191015"/>
                    <a:pt x="182053" y="188030"/>
                    <a:pt x="181243" y="185046"/>
                  </a:cubicBezTo>
                  <a:cubicBezTo>
                    <a:pt x="180839" y="179823"/>
                    <a:pt x="182458" y="174600"/>
                    <a:pt x="182053" y="170123"/>
                  </a:cubicBezTo>
                  <a:lnTo>
                    <a:pt x="182458" y="170869"/>
                  </a:lnTo>
                  <a:cubicBezTo>
                    <a:pt x="183672" y="171615"/>
                    <a:pt x="184077" y="172361"/>
                    <a:pt x="184886" y="173854"/>
                  </a:cubicBezTo>
                  <a:close/>
                  <a:moveTo>
                    <a:pt x="111225" y="346215"/>
                  </a:moveTo>
                  <a:cubicBezTo>
                    <a:pt x="112034" y="346961"/>
                    <a:pt x="112844" y="347707"/>
                    <a:pt x="113653" y="349200"/>
                  </a:cubicBezTo>
                  <a:cubicBezTo>
                    <a:pt x="114463" y="349946"/>
                    <a:pt x="114867" y="351438"/>
                    <a:pt x="115272" y="352184"/>
                  </a:cubicBezTo>
                  <a:cubicBezTo>
                    <a:pt x="116082" y="357407"/>
                    <a:pt x="115677" y="362630"/>
                    <a:pt x="116082" y="366361"/>
                  </a:cubicBezTo>
                  <a:lnTo>
                    <a:pt x="115677" y="366361"/>
                  </a:lnTo>
                  <a:cubicBezTo>
                    <a:pt x="114867" y="365615"/>
                    <a:pt x="114058" y="365615"/>
                    <a:pt x="113248" y="364869"/>
                  </a:cubicBezTo>
                  <a:cubicBezTo>
                    <a:pt x="109201" y="360392"/>
                    <a:pt x="112034" y="352930"/>
                    <a:pt x="111225" y="346215"/>
                  </a:cubicBezTo>
                  <a:close/>
                  <a:moveTo>
                    <a:pt x="109606" y="360392"/>
                  </a:moveTo>
                  <a:lnTo>
                    <a:pt x="109201" y="359646"/>
                  </a:lnTo>
                  <a:cubicBezTo>
                    <a:pt x="108392" y="358900"/>
                    <a:pt x="107582" y="358153"/>
                    <a:pt x="107178" y="357407"/>
                  </a:cubicBezTo>
                  <a:cubicBezTo>
                    <a:pt x="102725" y="351438"/>
                    <a:pt x="105963" y="344723"/>
                    <a:pt x="105963" y="338753"/>
                  </a:cubicBezTo>
                  <a:cubicBezTo>
                    <a:pt x="106368" y="338753"/>
                    <a:pt x="106368" y="339500"/>
                    <a:pt x="107178" y="339500"/>
                  </a:cubicBezTo>
                  <a:cubicBezTo>
                    <a:pt x="108392" y="340992"/>
                    <a:pt x="109201" y="342484"/>
                    <a:pt x="109606" y="344723"/>
                  </a:cubicBezTo>
                  <a:cubicBezTo>
                    <a:pt x="110011" y="350692"/>
                    <a:pt x="109201" y="355915"/>
                    <a:pt x="109606" y="360392"/>
                  </a:cubicBezTo>
                  <a:close/>
                  <a:moveTo>
                    <a:pt x="65490" y="411876"/>
                  </a:moveTo>
                  <a:cubicBezTo>
                    <a:pt x="64276" y="411130"/>
                    <a:pt x="63062" y="410384"/>
                    <a:pt x="62252" y="408892"/>
                  </a:cubicBezTo>
                  <a:cubicBezTo>
                    <a:pt x="61443" y="407400"/>
                    <a:pt x="60229" y="405907"/>
                    <a:pt x="59014" y="404415"/>
                  </a:cubicBezTo>
                  <a:cubicBezTo>
                    <a:pt x="58610" y="404415"/>
                    <a:pt x="58610" y="404415"/>
                    <a:pt x="58610" y="403669"/>
                  </a:cubicBezTo>
                  <a:cubicBezTo>
                    <a:pt x="58610" y="402923"/>
                    <a:pt x="58205" y="403669"/>
                    <a:pt x="58205" y="402923"/>
                  </a:cubicBezTo>
                  <a:cubicBezTo>
                    <a:pt x="57800" y="402923"/>
                    <a:pt x="57396" y="402923"/>
                    <a:pt x="57396" y="402176"/>
                  </a:cubicBezTo>
                  <a:lnTo>
                    <a:pt x="58205" y="400684"/>
                  </a:lnTo>
                  <a:cubicBezTo>
                    <a:pt x="58610" y="399938"/>
                    <a:pt x="58610" y="399192"/>
                    <a:pt x="59014" y="399192"/>
                  </a:cubicBezTo>
                  <a:cubicBezTo>
                    <a:pt x="60229" y="396207"/>
                    <a:pt x="61443" y="395461"/>
                    <a:pt x="62252" y="396207"/>
                  </a:cubicBezTo>
                  <a:cubicBezTo>
                    <a:pt x="63062" y="396953"/>
                    <a:pt x="62657" y="396953"/>
                    <a:pt x="63466" y="396953"/>
                  </a:cubicBezTo>
                  <a:cubicBezTo>
                    <a:pt x="64276" y="396953"/>
                    <a:pt x="64681" y="398446"/>
                    <a:pt x="65490" y="399938"/>
                  </a:cubicBezTo>
                  <a:lnTo>
                    <a:pt x="65895" y="400684"/>
                  </a:lnTo>
                  <a:cubicBezTo>
                    <a:pt x="65895" y="400684"/>
                    <a:pt x="66300" y="401430"/>
                    <a:pt x="66704" y="401430"/>
                  </a:cubicBezTo>
                  <a:cubicBezTo>
                    <a:pt x="67919" y="403669"/>
                    <a:pt x="69133" y="405161"/>
                    <a:pt x="70347" y="405907"/>
                  </a:cubicBezTo>
                  <a:lnTo>
                    <a:pt x="70752" y="405907"/>
                  </a:lnTo>
                  <a:lnTo>
                    <a:pt x="70347" y="406653"/>
                  </a:lnTo>
                  <a:cubicBezTo>
                    <a:pt x="69537" y="408892"/>
                    <a:pt x="67919" y="411130"/>
                    <a:pt x="66704" y="411876"/>
                  </a:cubicBezTo>
                  <a:cubicBezTo>
                    <a:pt x="66704" y="412623"/>
                    <a:pt x="65895" y="412623"/>
                    <a:pt x="65490" y="411876"/>
                  </a:cubicBezTo>
                  <a:close/>
                  <a:moveTo>
                    <a:pt x="66300" y="415607"/>
                  </a:moveTo>
                  <a:lnTo>
                    <a:pt x="65895" y="416353"/>
                  </a:lnTo>
                  <a:cubicBezTo>
                    <a:pt x="65085" y="418592"/>
                    <a:pt x="63871" y="420084"/>
                    <a:pt x="62657" y="421576"/>
                  </a:cubicBezTo>
                  <a:cubicBezTo>
                    <a:pt x="61443" y="422323"/>
                    <a:pt x="60229" y="422323"/>
                    <a:pt x="59419" y="420830"/>
                  </a:cubicBezTo>
                  <a:cubicBezTo>
                    <a:pt x="59014" y="420084"/>
                    <a:pt x="59014" y="420084"/>
                    <a:pt x="58610" y="420084"/>
                  </a:cubicBezTo>
                  <a:cubicBezTo>
                    <a:pt x="58205" y="419338"/>
                    <a:pt x="57396" y="417846"/>
                    <a:pt x="56586" y="417100"/>
                  </a:cubicBezTo>
                  <a:cubicBezTo>
                    <a:pt x="56181" y="416353"/>
                    <a:pt x="55372" y="415607"/>
                    <a:pt x="54967" y="414115"/>
                  </a:cubicBezTo>
                  <a:cubicBezTo>
                    <a:pt x="54562" y="412623"/>
                    <a:pt x="54562" y="413369"/>
                    <a:pt x="54158" y="413369"/>
                  </a:cubicBezTo>
                  <a:cubicBezTo>
                    <a:pt x="53753" y="412623"/>
                    <a:pt x="52943" y="412623"/>
                    <a:pt x="52539" y="412623"/>
                  </a:cubicBezTo>
                  <a:cubicBezTo>
                    <a:pt x="53348" y="410384"/>
                    <a:pt x="54158" y="408892"/>
                    <a:pt x="55372" y="407400"/>
                  </a:cubicBezTo>
                  <a:cubicBezTo>
                    <a:pt x="55777" y="406653"/>
                    <a:pt x="56586" y="405907"/>
                    <a:pt x="56991" y="405907"/>
                  </a:cubicBezTo>
                  <a:lnTo>
                    <a:pt x="57800" y="405907"/>
                  </a:lnTo>
                  <a:cubicBezTo>
                    <a:pt x="58205" y="406653"/>
                    <a:pt x="58205" y="406653"/>
                    <a:pt x="58610" y="406653"/>
                  </a:cubicBezTo>
                  <a:lnTo>
                    <a:pt x="59014" y="406653"/>
                  </a:lnTo>
                  <a:cubicBezTo>
                    <a:pt x="59419" y="407400"/>
                    <a:pt x="59419" y="407400"/>
                    <a:pt x="59824" y="407400"/>
                  </a:cubicBezTo>
                  <a:cubicBezTo>
                    <a:pt x="60229" y="407400"/>
                    <a:pt x="61038" y="408892"/>
                    <a:pt x="61443" y="410384"/>
                  </a:cubicBezTo>
                  <a:cubicBezTo>
                    <a:pt x="61848" y="411130"/>
                    <a:pt x="62657" y="411130"/>
                    <a:pt x="63062" y="411876"/>
                  </a:cubicBezTo>
                  <a:cubicBezTo>
                    <a:pt x="63871" y="413369"/>
                    <a:pt x="65085" y="414115"/>
                    <a:pt x="66300" y="414861"/>
                  </a:cubicBezTo>
                  <a:close/>
                  <a:moveTo>
                    <a:pt x="70752" y="402176"/>
                  </a:moveTo>
                  <a:cubicBezTo>
                    <a:pt x="69537" y="401430"/>
                    <a:pt x="67919" y="399938"/>
                    <a:pt x="67109" y="397700"/>
                  </a:cubicBezTo>
                  <a:cubicBezTo>
                    <a:pt x="66704" y="396953"/>
                    <a:pt x="66300" y="396207"/>
                    <a:pt x="65490" y="395461"/>
                  </a:cubicBezTo>
                  <a:cubicBezTo>
                    <a:pt x="65085" y="394715"/>
                    <a:pt x="64681" y="393969"/>
                    <a:pt x="63871" y="393969"/>
                  </a:cubicBezTo>
                  <a:cubicBezTo>
                    <a:pt x="63466" y="393223"/>
                    <a:pt x="63062" y="393223"/>
                    <a:pt x="62252" y="393223"/>
                  </a:cubicBezTo>
                  <a:cubicBezTo>
                    <a:pt x="63062" y="390984"/>
                    <a:pt x="64276" y="389492"/>
                    <a:pt x="65085" y="387253"/>
                  </a:cubicBezTo>
                  <a:cubicBezTo>
                    <a:pt x="65490" y="386507"/>
                    <a:pt x="65895" y="386507"/>
                    <a:pt x="66704" y="386507"/>
                  </a:cubicBezTo>
                  <a:lnTo>
                    <a:pt x="67109" y="386507"/>
                  </a:lnTo>
                  <a:cubicBezTo>
                    <a:pt x="67514" y="387253"/>
                    <a:pt x="67919" y="387253"/>
                    <a:pt x="68323" y="387253"/>
                  </a:cubicBezTo>
                  <a:cubicBezTo>
                    <a:pt x="68728" y="387253"/>
                    <a:pt x="69537" y="388746"/>
                    <a:pt x="70347" y="390238"/>
                  </a:cubicBezTo>
                  <a:cubicBezTo>
                    <a:pt x="71156" y="391730"/>
                    <a:pt x="70752" y="390984"/>
                    <a:pt x="71156" y="390984"/>
                  </a:cubicBezTo>
                  <a:lnTo>
                    <a:pt x="72775" y="393969"/>
                  </a:lnTo>
                  <a:cubicBezTo>
                    <a:pt x="73585" y="395461"/>
                    <a:pt x="74799" y="396207"/>
                    <a:pt x="76013" y="396953"/>
                  </a:cubicBezTo>
                  <a:cubicBezTo>
                    <a:pt x="75204" y="399192"/>
                    <a:pt x="73989" y="400684"/>
                    <a:pt x="72775" y="402176"/>
                  </a:cubicBezTo>
                  <a:cubicBezTo>
                    <a:pt x="72775" y="402923"/>
                    <a:pt x="71561" y="402923"/>
                    <a:pt x="70752" y="402176"/>
                  </a:cubicBezTo>
                  <a:close/>
                  <a:moveTo>
                    <a:pt x="73585" y="390238"/>
                  </a:moveTo>
                  <a:cubicBezTo>
                    <a:pt x="72775" y="388746"/>
                    <a:pt x="71966" y="387253"/>
                    <a:pt x="70752" y="386507"/>
                  </a:cubicBezTo>
                  <a:cubicBezTo>
                    <a:pt x="70347" y="385761"/>
                    <a:pt x="69942" y="385015"/>
                    <a:pt x="69133" y="385015"/>
                  </a:cubicBezTo>
                  <a:cubicBezTo>
                    <a:pt x="68728" y="384269"/>
                    <a:pt x="68323" y="384269"/>
                    <a:pt x="67514" y="384269"/>
                  </a:cubicBezTo>
                  <a:cubicBezTo>
                    <a:pt x="68323" y="382030"/>
                    <a:pt x="69133" y="379792"/>
                    <a:pt x="70347" y="378300"/>
                  </a:cubicBezTo>
                  <a:cubicBezTo>
                    <a:pt x="71156" y="377553"/>
                    <a:pt x="71966" y="377553"/>
                    <a:pt x="72371" y="377553"/>
                  </a:cubicBezTo>
                  <a:cubicBezTo>
                    <a:pt x="72775" y="377553"/>
                    <a:pt x="72775" y="377553"/>
                    <a:pt x="72775" y="378300"/>
                  </a:cubicBezTo>
                  <a:cubicBezTo>
                    <a:pt x="73180" y="378300"/>
                    <a:pt x="73180" y="378300"/>
                    <a:pt x="73180" y="379046"/>
                  </a:cubicBezTo>
                  <a:cubicBezTo>
                    <a:pt x="74394" y="379792"/>
                    <a:pt x="75204" y="380538"/>
                    <a:pt x="76013" y="382030"/>
                  </a:cubicBezTo>
                  <a:cubicBezTo>
                    <a:pt x="76013" y="382776"/>
                    <a:pt x="76418" y="382776"/>
                    <a:pt x="76418" y="382776"/>
                  </a:cubicBezTo>
                  <a:cubicBezTo>
                    <a:pt x="77632" y="384269"/>
                    <a:pt x="78442" y="385761"/>
                    <a:pt x="80060" y="386507"/>
                  </a:cubicBezTo>
                  <a:lnTo>
                    <a:pt x="80465" y="386507"/>
                  </a:lnTo>
                  <a:cubicBezTo>
                    <a:pt x="80465" y="387253"/>
                    <a:pt x="80870" y="387253"/>
                    <a:pt x="80870" y="387253"/>
                  </a:cubicBezTo>
                  <a:cubicBezTo>
                    <a:pt x="80870" y="387253"/>
                    <a:pt x="80465" y="388000"/>
                    <a:pt x="80465" y="388746"/>
                  </a:cubicBezTo>
                  <a:lnTo>
                    <a:pt x="80060" y="388746"/>
                  </a:lnTo>
                  <a:cubicBezTo>
                    <a:pt x="78442" y="391730"/>
                    <a:pt x="77632" y="393223"/>
                    <a:pt x="76418" y="393223"/>
                  </a:cubicBezTo>
                  <a:cubicBezTo>
                    <a:pt x="76013" y="393223"/>
                    <a:pt x="74394" y="392476"/>
                    <a:pt x="73585" y="390238"/>
                  </a:cubicBezTo>
                  <a:close/>
                  <a:moveTo>
                    <a:pt x="81275" y="382776"/>
                  </a:moveTo>
                  <a:cubicBezTo>
                    <a:pt x="79656" y="381284"/>
                    <a:pt x="78442" y="379792"/>
                    <a:pt x="77632" y="377553"/>
                  </a:cubicBezTo>
                  <a:cubicBezTo>
                    <a:pt x="76823" y="376061"/>
                    <a:pt x="75608" y="375315"/>
                    <a:pt x="74799" y="374569"/>
                  </a:cubicBezTo>
                  <a:cubicBezTo>
                    <a:pt x="74394" y="373823"/>
                    <a:pt x="74394" y="373823"/>
                    <a:pt x="73585" y="373823"/>
                  </a:cubicBezTo>
                  <a:lnTo>
                    <a:pt x="73180" y="373823"/>
                  </a:lnTo>
                  <a:lnTo>
                    <a:pt x="73585" y="373076"/>
                  </a:lnTo>
                  <a:cubicBezTo>
                    <a:pt x="75204" y="369346"/>
                    <a:pt x="76418" y="367853"/>
                    <a:pt x="77632" y="367853"/>
                  </a:cubicBezTo>
                  <a:cubicBezTo>
                    <a:pt x="78846" y="367853"/>
                    <a:pt x="79656" y="368600"/>
                    <a:pt x="81275" y="370838"/>
                  </a:cubicBezTo>
                  <a:cubicBezTo>
                    <a:pt x="81275" y="370838"/>
                    <a:pt x="81275" y="371584"/>
                    <a:pt x="81679" y="371584"/>
                  </a:cubicBezTo>
                  <a:cubicBezTo>
                    <a:pt x="82084" y="372330"/>
                    <a:pt x="82084" y="372330"/>
                    <a:pt x="82489" y="372330"/>
                  </a:cubicBezTo>
                  <a:lnTo>
                    <a:pt x="82894" y="373076"/>
                  </a:lnTo>
                  <a:cubicBezTo>
                    <a:pt x="84108" y="374569"/>
                    <a:pt x="85727" y="376061"/>
                    <a:pt x="87346" y="377553"/>
                  </a:cubicBezTo>
                  <a:cubicBezTo>
                    <a:pt x="85727" y="381284"/>
                    <a:pt x="84108" y="383523"/>
                    <a:pt x="82894" y="383523"/>
                  </a:cubicBezTo>
                  <a:cubicBezTo>
                    <a:pt x="81679" y="383523"/>
                    <a:pt x="81679" y="382776"/>
                    <a:pt x="81275" y="382776"/>
                  </a:cubicBezTo>
                  <a:close/>
                  <a:moveTo>
                    <a:pt x="82894" y="368600"/>
                  </a:moveTo>
                  <a:cubicBezTo>
                    <a:pt x="82084" y="367853"/>
                    <a:pt x="82084" y="367107"/>
                    <a:pt x="81275" y="366361"/>
                  </a:cubicBezTo>
                  <a:lnTo>
                    <a:pt x="80870" y="366361"/>
                  </a:lnTo>
                  <a:cubicBezTo>
                    <a:pt x="80465" y="365615"/>
                    <a:pt x="80060" y="364869"/>
                    <a:pt x="79251" y="364869"/>
                  </a:cubicBezTo>
                  <a:cubicBezTo>
                    <a:pt x="78846" y="364869"/>
                    <a:pt x="78846" y="364123"/>
                    <a:pt x="78037" y="364123"/>
                  </a:cubicBezTo>
                  <a:cubicBezTo>
                    <a:pt x="78846" y="361884"/>
                    <a:pt x="79656" y="360392"/>
                    <a:pt x="80870" y="358900"/>
                  </a:cubicBezTo>
                  <a:lnTo>
                    <a:pt x="81275" y="358900"/>
                  </a:lnTo>
                  <a:cubicBezTo>
                    <a:pt x="81679" y="358153"/>
                    <a:pt x="82084" y="357407"/>
                    <a:pt x="82894" y="357407"/>
                  </a:cubicBezTo>
                  <a:cubicBezTo>
                    <a:pt x="84108" y="357407"/>
                    <a:pt x="85727" y="359646"/>
                    <a:pt x="87750" y="362630"/>
                  </a:cubicBezTo>
                  <a:lnTo>
                    <a:pt x="88155" y="363376"/>
                  </a:lnTo>
                  <a:cubicBezTo>
                    <a:pt x="88155" y="363376"/>
                    <a:pt x="88560" y="363376"/>
                    <a:pt x="88560" y="364123"/>
                  </a:cubicBezTo>
                  <a:cubicBezTo>
                    <a:pt x="88965" y="364123"/>
                    <a:pt x="88965" y="364123"/>
                    <a:pt x="88965" y="364869"/>
                  </a:cubicBezTo>
                  <a:cubicBezTo>
                    <a:pt x="89369" y="365615"/>
                    <a:pt x="90179" y="366361"/>
                    <a:pt x="90583" y="367107"/>
                  </a:cubicBezTo>
                  <a:cubicBezTo>
                    <a:pt x="90988" y="367853"/>
                    <a:pt x="90988" y="367853"/>
                    <a:pt x="91393" y="367853"/>
                  </a:cubicBezTo>
                  <a:cubicBezTo>
                    <a:pt x="91798" y="367853"/>
                    <a:pt x="92202" y="368600"/>
                    <a:pt x="92607" y="368600"/>
                  </a:cubicBezTo>
                  <a:cubicBezTo>
                    <a:pt x="93012" y="368600"/>
                    <a:pt x="91798" y="370092"/>
                    <a:pt x="91393" y="370838"/>
                  </a:cubicBezTo>
                  <a:cubicBezTo>
                    <a:pt x="90988" y="371584"/>
                    <a:pt x="90988" y="372330"/>
                    <a:pt x="90583" y="372330"/>
                  </a:cubicBezTo>
                  <a:cubicBezTo>
                    <a:pt x="90179" y="373076"/>
                    <a:pt x="89369" y="373823"/>
                    <a:pt x="88965" y="374569"/>
                  </a:cubicBezTo>
                  <a:lnTo>
                    <a:pt x="88155" y="374569"/>
                  </a:lnTo>
                  <a:cubicBezTo>
                    <a:pt x="85727" y="373076"/>
                    <a:pt x="84108" y="371584"/>
                    <a:pt x="82894" y="368600"/>
                  </a:cubicBezTo>
                  <a:close/>
                  <a:moveTo>
                    <a:pt x="91393" y="363376"/>
                  </a:moveTo>
                  <a:cubicBezTo>
                    <a:pt x="90988" y="362630"/>
                    <a:pt x="90988" y="362630"/>
                    <a:pt x="90583" y="362630"/>
                  </a:cubicBezTo>
                  <a:cubicBezTo>
                    <a:pt x="90179" y="362630"/>
                    <a:pt x="89369" y="361138"/>
                    <a:pt x="88965" y="360392"/>
                  </a:cubicBezTo>
                  <a:lnTo>
                    <a:pt x="88560" y="359646"/>
                  </a:lnTo>
                  <a:lnTo>
                    <a:pt x="88155" y="358900"/>
                  </a:lnTo>
                  <a:cubicBezTo>
                    <a:pt x="87346" y="357407"/>
                    <a:pt x="86131" y="356661"/>
                    <a:pt x="85322" y="355915"/>
                  </a:cubicBezTo>
                  <a:cubicBezTo>
                    <a:pt x="84917" y="355915"/>
                    <a:pt x="84917" y="355169"/>
                    <a:pt x="84108" y="355169"/>
                  </a:cubicBezTo>
                  <a:cubicBezTo>
                    <a:pt x="85727" y="350692"/>
                    <a:pt x="86941" y="349200"/>
                    <a:pt x="88155" y="348453"/>
                  </a:cubicBezTo>
                  <a:cubicBezTo>
                    <a:pt x="88155" y="348453"/>
                    <a:pt x="88155" y="347707"/>
                    <a:pt x="88560" y="347707"/>
                  </a:cubicBezTo>
                  <a:lnTo>
                    <a:pt x="88965" y="347707"/>
                  </a:lnTo>
                  <a:lnTo>
                    <a:pt x="90583" y="349200"/>
                  </a:lnTo>
                  <a:cubicBezTo>
                    <a:pt x="90988" y="349946"/>
                    <a:pt x="90988" y="349946"/>
                    <a:pt x="91393" y="349946"/>
                  </a:cubicBezTo>
                  <a:cubicBezTo>
                    <a:pt x="91798" y="350692"/>
                    <a:pt x="92607" y="351438"/>
                    <a:pt x="93012" y="352184"/>
                  </a:cubicBezTo>
                  <a:cubicBezTo>
                    <a:pt x="93417" y="352930"/>
                    <a:pt x="94226" y="353677"/>
                    <a:pt x="95036" y="355169"/>
                  </a:cubicBezTo>
                  <a:cubicBezTo>
                    <a:pt x="95845" y="356661"/>
                    <a:pt x="97059" y="357407"/>
                    <a:pt x="97869" y="357407"/>
                  </a:cubicBezTo>
                  <a:cubicBezTo>
                    <a:pt x="96654" y="360392"/>
                    <a:pt x="95845" y="362630"/>
                    <a:pt x="95036" y="362630"/>
                  </a:cubicBezTo>
                  <a:cubicBezTo>
                    <a:pt x="93821" y="364123"/>
                    <a:pt x="92202" y="364123"/>
                    <a:pt x="91393" y="363376"/>
                  </a:cubicBezTo>
                  <a:close/>
                  <a:moveTo>
                    <a:pt x="94631" y="350692"/>
                  </a:moveTo>
                  <a:lnTo>
                    <a:pt x="90988" y="346215"/>
                  </a:lnTo>
                  <a:cubicBezTo>
                    <a:pt x="90583" y="345469"/>
                    <a:pt x="90583" y="345469"/>
                    <a:pt x="90179" y="345469"/>
                  </a:cubicBezTo>
                  <a:cubicBezTo>
                    <a:pt x="89774" y="344723"/>
                    <a:pt x="89369" y="344723"/>
                    <a:pt x="88560" y="344723"/>
                  </a:cubicBezTo>
                  <a:lnTo>
                    <a:pt x="90179" y="341738"/>
                  </a:lnTo>
                  <a:lnTo>
                    <a:pt x="90988" y="340246"/>
                  </a:lnTo>
                  <a:cubicBezTo>
                    <a:pt x="91393" y="339500"/>
                    <a:pt x="92202" y="338753"/>
                    <a:pt x="92607" y="338007"/>
                  </a:cubicBezTo>
                  <a:cubicBezTo>
                    <a:pt x="93012" y="339500"/>
                    <a:pt x="93417" y="340992"/>
                    <a:pt x="94226" y="341738"/>
                  </a:cubicBezTo>
                  <a:cubicBezTo>
                    <a:pt x="94631" y="343230"/>
                    <a:pt x="95036" y="343977"/>
                    <a:pt x="95845" y="344723"/>
                  </a:cubicBezTo>
                  <a:cubicBezTo>
                    <a:pt x="96250" y="345469"/>
                    <a:pt x="96654" y="345469"/>
                    <a:pt x="97464" y="346961"/>
                  </a:cubicBezTo>
                  <a:cubicBezTo>
                    <a:pt x="97869" y="348453"/>
                    <a:pt x="98273" y="349200"/>
                    <a:pt x="98678" y="349946"/>
                  </a:cubicBezTo>
                  <a:cubicBezTo>
                    <a:pt x="99083" y="350692"/>
                    <a:pt x="99892" y="351438"/>
                    <a:pt x="100297" y="352184"/>
                  </a:cubicBezTo>
                  <a:cubicBezTo>
                    <a:pt x="100297" y="352184"/>
                    <a:pt x="100702" y="352184"/>
                    <a:pt x="100702" y="352930"/>
                  </a:cubicBezTo>
                  <a:lnTo>
                    <a:pt x="100297" y="353677"/>
                  </a:lnTo>
                  <a:cubicBezTo>
                    <a:pt x="99892" y="354423"/>
                    <a:pt x="99488" y="354423"/>
                    <a:pt x="98678" y="354423"/>
                  </a:cubicBezTo>
                  <a:cubicBezTo>
                    <a:pt x="97464" y="354423"/>
                    <a:pt x="95845" y="352930"/>
                    <a:pt x="94631" y="350692"/>
                  </a:cubicBezTo>
                  <a:close/>
                  <a:moveTo>
                    <a:pt x="80870" y="289507"/>
                  </a:moveTo>
                  <a:cubicBezTo>
                    <a:pt x="80060" y="286523"/>
                    <a:pt x="80060" y="282792"/>
                    <a:pt x="80870" y="279807"/>
                  </a:cubicBezTo>
                  <a:cubicBezTo>
                    <a:pt x="80870" y="279061"/>
                    <a:pt x="80870" y="279061"/>
                    <a:pt x="81275" y="279061"/>
                  </a:cubicBezTo>
                  <a:cubicBezTo>
                    <a:pt x="81679" y="277569"/>
                    <a:pt x="82084" y="276823"/>
                    <a:pt x="82894" y="276077"/>
                  </a:cubicBezTo>
                  <a:cubicBezTo>
                    <a:pt x="84513" y="274584"/>
                    <a:pt x="85727" y="273092"/>
                    <a:pt x="86941" y="270854"/>
                  </a:cubicBezTo>
                  <a:cubicBezTo>
                    <a:pt x="87346" y="273838"/>
                    <a:pt x="87346" y="276823"/>
                    <a:pt x="86941" y="279807"/>
                  </a:cubicBezTo>
                  <a:cubicBezTo>
                    <a:pt x="85727" y="282792"/>
                    <a:pt x="84513" y="285777"/>
                    <a:pt x="82894" y="288015"/>
                  </a:cubicBezTo>
                  <a:cubicBezTo>
                    <a:pt x="82084" y="289507"/>
                    <a:pt x="82084" y="290253"/>
                    <a:pt x="81679" y="291746"/>
                  </a:cubicBezTo>
                  <a:lnTo>
                    <a:pt x="81275" y="291000"/>
                  </a:lnTo>
                  <a:lnTo>
                    <a:pt x="80870" y="289507"/>
                  </a:lnTo>
                  <a:cubicBezTo>
                    <a:pt x="81275" y="290253"/>
                    <a:pt x="81275" y="290253"/>
                    <a:pt x="80870" y="289507"/>
                  </a:cubicBezTo>
                  <a:close/>
                  <a:moveTo>
                    <a:pt x="80870" y="263392"/>
                  </a:moveTo>
                  <a:cubicBezTo>
                    <a:pt x="81679" y="262646"/>
                    <a:pt x="82084" y="261900"/>
                    <a:pt x="82489" y="261154"/>
                  </a:cubicBezTo>
                  <a:cubicBezTo>
                    <a:pt x="83703" y="260407"/>
                    <a:pt x="85322" y="258915"/>
                    <a:pt x="86131" y="257423"/>
                  </a:cubicBezTo>
                  <a:cubicBezTo>
                    <a:pt x="86536" y="262646"/>
                    <a:pt x="86536" y="264884"/>
                    <a:pt x="85727" y="267123"/>
                  </a:cubicBezTo>
                  <a:cubicBezTo>
                    <a:pt x="84917" y="269361"/>
                    <a:pt x="83703" y="270854"/>
                    <a:pt x="82489" y="272346"/>
                  </a:cubicBezTo>
                  <a:cubicBezTo>
                    <a:pt x="82084" y="273092"/>
                    <a:pt x="81275" y="273838"/>
                    <a:pt x="80870" y="274584"/>
                  </a:cubicBezTo>
                  <a:cubicBezTo>
                    <a:pt x="80870" y="274584"/>
                    <a:pt x="80870" y="275330"/>
                    <a:pt x="80465" y="275330"/>
                  </a:cubicBezTo>
                  <a:cubicBezTo>
                    <a:pt x="80060" y="276077"/>
                    <a:pt x="79656" y="276077"/>
                    <a:pt x="79251" y="277569"/>
                  </a:cubicBezTo>
                  <a:lnTo>
                    <a:pt x="79251" y="276823"/>
                  </a:lnTo>
                  <a:cubicBezTo>
                    <a:pt x="78846" y="269361"/>
                    <a:pt x="79656" y="265630"/>
                    <a:pt x="80870" y="263392"/>
                  </a:cubicBezTo>
                  <a:close/>
                  <a:moveTo>
                    <a:pt x="80870" y="249961"/>
                  </a:moveTo>
                  <a:cubicBezTo>
                    <a:pt x="81679" y="249215"/>
                    <a:pt x="82084" y="248469"/>
                    <a:pt x="82489" y="248469"/>
                  </a:cubicBezTo>
                  <a:cubicBezTo>
                    <a:pt x="84108" y="247723"/>
                    <a:pt x="85322" y="246977"/>
                    <a:pt x="86941" y="245484"/>
                  </a:cubicBezTo>
                  <a:cubicBezTo>
                    <a:pt x="86941" y="250707"/>
                    <a:pt x="86536" y="252946"/>
                    <a:pt x="85727" y="254438"/>
                  </a:cubicBezTo>
                  <a:cubicBezTo>
                    <a:pt x="84917" y="256677"/>
                    <a:pt x="83703" y="258169"/>
                    <a:pt x="82489" y="258915"/>
                  </a:cubicBezTo>
                  <a:cubicBezTo>
                    <a:pt x="82084" y="259661"/>
                    <a:pt x="81275" y="259661"/>
                    <a:pt x="80870" y="260407"/>
                  </a:cubicBezTo>
                  <a:lnTo>
                    <a:pt x="80465" y="260407"/>
                  </a:lnTo>
                  <a:cubicBezTo>
                    <a:pt x="80060" y="261154"/>
                    <a:pt x="79251" y="261900"/>
                    <a:pt x="78846" y="263392"/>
                  </a:cubicBezTo>
                  <a:lnTo>
                    <a:pt x="78846" y="261900"/>
                  </a:lnTo>
                  <a:cubicBezTo>
                    <a:pt x="78442" y="257423"/>
                    <a:pt x="79251" y="252946"/>
                    <a:pt x="80870" y="249961"/>
                  </a:cubicBezTo>
                  <a:close/>
                  <a:moveTo>
                    <a:pt x="65490" y="128338"/>
                  </a:moveTo>
                  <a:cubicBezTo>
                    <a:pt x="65895" y="127592"/>
                    <a:pt x="66300" y="126100"/>
                    <a:pt x="67109" y="124607"/>
                  </a:cubicBezTo>
                  <a:cubicBezTo>
                    <a:pt x="67919" y="123115"/>
                    <a:pt x="67514" y="123861"/>
                    <a:pt x="67514" y="122369"/>
                  </a:cubicBezTo>
                  <a:lnTo>
                    <a:pt x="67919" y="122369"/>
                  </a:lnTo>
                  <a:cubicBezTo>
                    <a:pt x="69133" y="119384"/>
                    <a:pt x="69942" y="116400"/>
                    <a:pt x="70752" y="113415"/>
                  </a:cubicBezTo>
                  <a:cubicBezTo>
                    <a:pt x="70752" y="113415"/>
                    <a:pt x="71156" y="113415"/>
                    <a:pt x="71156" y="114161"/>
                  </a:cubicBezTo>
                  <a:cubicBezTo>
                    <a:pt x="72371" y="115654"/>
                    <a:pt x="73180" y="117892"/>
                    <a:pt x="73989" y="120131"/>
                  </a:cubicBezTo>
                  <a:cubicBezTo>
                    <a:pt x="74394" y="121623"/>
                    <a:pt x="74394" y="123861"/>
                    <a:pt x="73989" y="125354"/>
                  </a:cubicBezTo>
                  <a:cubicBezTo>
                    <a:pt x="73180" y="127592"/>
                    <a:pt x="72371" y="130577"/>
                    <a:pt x="71156" y="132069"/>
                  </a:cubicBezTo>
                  <a:cubicBezTo>
                    <a:pt x="70752" y="133561"/>
                    <a:pt x="69942" y="135054"/>
                    <a:pt x="69537" y="136546"/>
                  </a:cubicBezTo>
                  <a:cubicBezTo>
                    <a:pt x="69133" y="137292"/>
                    <a:pt x="69133" y="138038"/>
                    <a:pt x="69133" y="139531"/>
                  </a:cubicBezTo>
                  <a:cubicBezTo>
                    <a:pt x="68728" y="138784"/>
                    <a:pt x="67514" y="137292"/>
                    <a:pt x="67514" y="136546"/>
                  </a:cubicBezTo>
                  <a:cubicBezTo>
                    <a:pt x="66704" y="135800"/>
                    <a:pt x="66300" y="135054"/>
                    <a:pt x="65895" y="133561"/>
                  </a:cubicBezTo>
                  <a:cubicBezTo>
                    <a:pt x="65085" y="132069"/>
                    <a:pt x="65085" y="129831"/>
                    <a:pt x="65490" y="128338"/>
                  </a:cubicBezTo>
                  <a:close/>
                  <a:moveTo>
                    <a:pt x="64276" y="127592"/>
                  </a:moveTo>
                  <a:cubicBezTo>
                    <a:pt x="63871" y="128338"/>
                    <a:pt x="63871" y="129084"/>
                    <a:pt x="63871" y="129831"/>
                  </a:cubicBezTo>
                  <a:cubicBezTo>
                    <a:pt x="63871" y="130577"/>
                    <a:pt x="63062" y="129084"/>
                    <a:pt x="62657" y="128338"/>
                  </a:cubicBezTo>
                  <a:cubicBezTo>
                    <a:pt x="59014" y="121623"/>
                    <a:pt x="59824" y="120131"/>
                    <a:pt x="62657" y="113415"/>
                  </a:cubicBezTo>
                  <a:cubicBezTo>
                    <a:pt x="63871" y="111177"/>
                    <a:pt x="65085" y="107446"/>
                    <a:pt x="65490" y="104461"/>
                  </a:cubicBezTo>
                  <a:lnTo>
                    <a:pt x="65895" y="105208"/>
                  </a:lnTo>
                  <a:cubicBezTo>
                    <a:pt x="66300" y="105954"/>
                    <a:pt x="66704" y="106700"/>
                    <a:pt x="67514" y="107446"/>
                  </a:cubicBezTo>
                  <a:cubicBezTo>
                    <a:pt x="69537" y="110431"/>
                    <a:pt x="69537" y="116400"/>
                    <a:pt x="67919" y="120131"/>
                  </a:cubicBezTo>
                  <a:lnTo>
                    <a:pt x="67514" y="120877"/>
                  </a:lnTo>
                  <a:cubicBezTo>
                    <a:pt x="67109" y="121623"/>
                    <a:pt x="66704" y="123115"/>
                    <a:pt x="65895" y="123861"/>
                  </a:cubicBezTo>
                  <a:cubicBezTo>
                    <a:pt x="65085" y="123861"/>
                    <a:pt x="64276" y="126100"/>
                    <a:pt x="64276" y="127592"/>
                  </a:cubicBezTo>
                  <a:close/>
                  <a:moveTo>
                    <a:pt x="70752" y="138038"/>
                  </a:moveTo>
                  <a:cubicBezTo>
                    <a:pt x="71156" y="138038"/>
                    <a:pt x="71156" y="138038"/>
                    <a:pt x="70752" y="138038"/>
                  </a:cubicBezTo>
                  <a:cubicBezTo>
                    <a:pt x="71156" y="136546"/>
                    <a:pt x="72371" y="135054"/>
                    <a:pt x="73180" y="132069"/>
                  </a:cubicBezTo>
                  <a:lnTo>
                    <a:pt x="73585" y="131323"/>
                  </a:lnTo>
                  <a:cubicBezTo>
                    <a:pt x="74799" y="129084"/>
                    <a:pt x="75608" y="126100"/>
                    <a:pt x="76013" y="123115"/>
                  </a:cubicBezTo>
                  <a:cubicBezTo>
                    <a:pt x="76823" y="123861"/>
                    <a:pt x="77227" y="125354"/>
                    <a:pt x="77632" y="126100"/>
                  </a:cubicBezTo>
                  <a:cubicBezTo>
                    <a:pt x="80465" y="131323"/>
                    <a:pt x="79251" y="135054"/>
                    <a:pt x="77632" y="138784"/>
                  </a:cubicBezTo>
                  <a:cubicBezTo>
                    <a:pt x="76823" y="141023"/>
                    <a:pt x="75608" y="144007"/>
                    <a:pt x="74799" y="146246"/>
                  </a:cubicBezTo>
                  <a:cubicBezTo>
                    <a:pt x="74394" y="146992"/>
                    <a:pt x="74394" y="147738"/>
                    <a:pt x="74394" y="149231"/>
                  </a:cubicBezTo>
                  <a:cubicBezTo>
                    <a:pt x="73989" y="149231"/>
                    <a:pt x="73989" y="148484"/>
                    <a:pt x="73585" y="148484"/>
                  </a:cubicBezTo>
                  <a:lnTo>
                    <a:pt x="70752" y="143261"/>
                  </a:lnTo>
                  <a:cubicBezTo>
                    <a:pt x="70347" y="142515"/>
                    <a:pt x="70347" y="141023"/>
                    <a:pt x="70347" y="140277"/>
                  </a:cubicBezTo>
                  <a:cubicBezTo>
                    <a:pt x="70752" y="139531"/>
                    <a:pt x="70752" y="138784"/>
                    <a:pt x="70752" y="138038"/>
                  </a:cubicBezTo>
                  <a:close/>
                  <a:moveTo>
                    <a:pt x="76013" y="149231"/>
                  </a:moveTo>
                  <a:cubicBezTo>
                    <a:pt x="76418" y="148484"/>
                    <a:pt x="76418" y="148484"/>
                    <a:pt x="76418" y="146992"/>
                  </a:cubicBezTo>
                  <a:cubicBezTo>
                    <a:pt x="76823" y="146246"/>
                    <a:pt x="77227" y="144754"/>
                    <a:pt x="77632" y="144007"/>
                  </a:cubicBezTo>
                  <a:lnTo>
                    <a:pt x="78442" y="142515"/>
                  </a:lnTo>
                  <a:cubicBezTo>
                    <a:pt x="79251" y="139531"/>
                    <a:pt x="80465" y="136546"/>
                    <a:pt x="81275" y="133561"/>
                  </a:cubicBezTo>
                  <a:lnTo>
                    <a:pt x="81275" y="132815"/>
                  </a:lnTo>
                  <a:cubicBezTo>
                    <a:pt x="81275" y="132815"/>
                    <a:pt x="81679" y="132815"/>
                    <a:pt x="81679" y="133561"/>
                  </a:cubicBezTo>
                  <a:cubicBezTo>
                    <a:pt x="82084" y="134308"/>
                    <a:pt x="82894" y="135054"/>
                    <a:pt x="83298" y="135800"/>
                  </a:cubicBezTo>
                  <a:cubicBezTo>
                    <a:pt x="86131" y="141023"/>
                    <a:pt x="84917" y="144754"/>
                    <a:pt x="83298" y="149231"/>
                  </a:cubicBezTo>
                  <a:lnTo>
                    <a:pt x="81679" y="152215"/>
                  </a:lnTo>
                  <a:cubicBezTo>
                    <a:pt x="81679" y="152215"/>
                    <a:pt x="81679" y="152961"/>
                    <a:pt x="81275" y="152961"/>
                  </a:cubicBezTo>
                  <a:lnTo>
                    <a:pt x="80465" y="155946"/>
                  </a:lnTo>
                  <a:cubicBezTo>
                    <a:pt x="80060" y="156692"/>
                    <a:pt x="80060" y="157438"/>
                    <a:pt x="80060" y="158931"/>
                  </a:cubicBezTo>
                  <a:cubicBezTo>
                    <a:pt x="79251" y="158184"/>
                    <a:pt x="78442" y="156692"/>
                    <a:pt x="78037" y="155946"/>
                  </a:cubicBezTo>
                  <a:cubicBezTo>
                    <a:pt x="76013" y="152961"/>
                    <a:pt x="75608" y="151469"/>
                    <a:pt x="76013" y="149231"/>
                  </a:cubicBezTo>
                  <a:close/>
                  <a:moveTo>
                    <a:pt x="81275" y="158931"/>
                  </a:moveTo>
                  <a:cubicBezTo>
                    <a:pt x="81275" y="158184"/>
                    <a:pt x="81679" y="158184"/>
                    <a:pt x="81679" y="157438"/>
                  </a:cubicBezTo>
                  <a:cubicBezTo>
                    <a:pt x="82084" y="155946"/>
                    <a:pt x="82489" y="155200"/>
                    <a:pt x="82894" y="154454"/>
                  </a:cubicBezTo>
                  <a:cubicBezTo>
                    <a:pt x="83298" y="153707"/>
                    <a:pt x="83298" y="152961"/>
                    <a:pt x="83703" y="152215"/>
                  </a:cubicBezTo>
                  <a:cubicBezTo>
                    <a:pt x="84917" y="149231"/>
                    <a:pt x="86131" y="146246"/>
                    <a:pt x="86536" y="142515"/>
                  </a:cubicBezTo>
                  <a:lnTo>
                    <a:pt x="87750" y="144754"/>
                  </a:lnTo>
                  <a:cubicBezTo>
                    <a:pt x="87750" y="145500"/>
                    <a:pt x="88155" y="145500"/>
                    <a:pt x="88155" y="145500"/>
                  </a:cubicBezTo>
                  <a:lnTo>
                    <a:pt x="88560" y="146246"/>
                  </a:lnTo>
                  <a:cubicBezTo>
                    <a:pt x="90179" y="149231"/>
                    <a:pt x="90179" y="153707"/>
                    <a:pt x="88560" y="156692"/>
                  </a:cubicBezTo>
                  <a:cubicBezTo>
                    <a:pt x="88560" y="157438"/>
                    <a:pt x="88155" y="157438"/>
                    <a:pt x="88155" y="157438"/>
                  </a:cubicBezTo>
                  <a:cubicBezTo>
                    <a:pt x="88155" y="157438"/>
                    <a:pt x="87750" y="158184"/>
                    <a:pt x="87750" y="158931"/>
                  </a:cubicBezTo>
                  <a:cubicBezTo>
                    <a:pt x="86941" y="160423"/>
                    <a:pt x="86131" y="162661"/>
                    <a:pt x="85322" y="164900"/>
                  </a:cubicBezTo>
                  <a:cubicBezTo>
                    <a:pt x="84917" y="165646"/>
                    <a:pt x="84917" y="167138"/>
                    <a:pt x="84917" y="167884"/>
                  </a:cubicBezTo>
                  <a:cubicBezTo>
                    <a:pt x="84108" y="166392"/>
                    <a:pt x="83298" y="165646"/>
                    <a:pt x="82894" y="164900"/>
                  </a:cubicBezTo>
                  <a:cubicBezTo>
                    <a:pt x="82489" y="164154"/>
                    <a:pt x="81275" y="161915"/>
                    <a:pt x="81275" y="161169"/>
                  </a:cubicBezTo>
                  <a:cubicBezTo>
                    <a:pt x="81275" y="161169"/>
                    <a:pt x="80870" y="159677"/>
                    <a:pt x="81275" y="158931"/>
                  </a:cubicBezTo>
                  <a:close/>
                  <a:moveTo>
                    <a:pt x="86536" y="168631"/>
                  </a:moveTo>
                  <a:cubicBezTo>
                    <a:pt x="86536" y="167884"/>
                    <a:pt x="86941" y="167884"/>
                    <a:pt x="86941" y="167138"/>
                  </a:cubicBezTo>
                  <a:cubicBezTo>
                    <a:pt x="86941" y="166392"/>
                    <a:pt x="87346" y="165646"/>
                    <a:pt x="87750" y="164900"/>
                  </a:cubicBezTo>
                  <a:cubicBezTo>
                    <a:pt x="87750" y="164154"/>
                    <a:pt x="88155" y="164154"/>
                    <a:pt x="88155" y="163407"/>
                  </a:cubicBezTo>
                  <a:cubicBezTo>
                    <a:pt x="88155" y="162661"/>
                    <a:pt x="88560" y="162661"/>
                    <a:pt x="88560" y="162661"/>
                  </a:cubicBezTo>
                  <a:lnTo>
                    <a:pt x="88965" y="161915"/>
                  </a:lnTo>
                  <a:cubicBezTo>
                    <a:pt x="89369" y="161169"/>
                    <a:pt x="89774" y="158931"/>
                    <a:pt x="90583" y="158184"/>
                  </a:cubicBezTo>
                  <a:lnTo>
                    <a:pt x="91393" y="155200"/>
                  </a:lnTo>
                  <a:cubicBezTo>
                    <a:pt x="91798" y="154454"/>
                    <a:pt x="91798" y="153707"/>
                    <a:pt x="91798" y="152961"/>
                  </a:cubicBezTo>
                  <a:cubicBezTo>
                    <a:pt x="93012" y="154454"/>
                    <a:pt x="93821" y="156692"/>
                    <a:pt x="94631" y="158931"/>
                  </a:cubicBezTo>
                  <a:cubicBezTo>
                    <a:pt x="95036" y="161169"/>
                    <a:pt x="95036" y="162661"/>
                    <a:pt x="94631" y="164900"/>
                  </a:cubicBezTo>
                  <a:cubicBezTo>
                    <a:pt x="93821" y="167884"/>
                    <a:pt x="92202" y="170123"/>
                    <a:pt x="90988" y="173854"/>
                  </a:cubicBezTo>
                  <a:cubicBezTo>
                    <a:pt x="90583" y="174600"/>
                    <a:pt x="90583" y="175346"/>
                    <a:pt x="90583" y="176838"/>
                  </a:cubicBezTo>
                  <a:cubicBezTo>
                    <a:pt x="90583" y="178331"/>
                    <a:pt x="90179" y="177584"/>
                    <a:pt x="90179" y="177584"/>
                  </a:cubicBezTo>
                  <a:lnTo>
                    <a:pt x="90179" y="178331"/>
                  </a:lnTo>
                  <a:cubicBezTo>
                    <a:pt x="89774" y="177584"/>
                    <a:pt x="89369" y="176838"/>
                    <a:pt x="88560" y="176092"/>
                  </a:cubicBezTo>
                  <a:cubicBezTo>
                    <a:pt x="88560" y="175346"/>
                    <a:pt x="88155" y="175346"/>
                    <a:pt x="88155" y="175346"/>
                  </a:cubicBezTo>
                  <a:lnTo>
                    <a:pt x="87750" y="174600"/>
                  </a:lnTo>
                  <a:cubicBezTo>
                    <a:pt x="86536" y="172361"/>
                    <a:pt x="86131" y="170123"/>
                    <a:pt x="86536" y="168631"/>
                  </a:cubicBezTo>
                  <a:close/>
                  <a:moveTo>
                    <a:pt x="91798" y="178331"/>
                  </a:moveTo>
                  <a:cubicBezTo>
                    <a:pt x="91798" y="177584"/>
                    <a:pt x="92202" y="177584"/>
                    <a:pt x="92202" y="176838"/>
                  </a:cubicBezTo>
                  <a:cubicBezTo>
                    <a:pt x="92202" y="176092"/>
                    <a:pt x="93417" y="173854"/>
                    <a:pt x="94226" y="171615"/>
                  </a:cubicBezTo>
                  <a:lnTo>
                    <a:pt x="94631" y="170869"/>
                  </a:lnTo>
                  <a:cubicBezTo>
                    <a:pt x="95440" y="168631"/>
                    <a:pt x="96250" y="165646"/>
                    <a:pt x="97059" y="162661"/>
                  </a:cubicBezTo>
                  <a:cubicBezTo>
                    <a:pt x="97869" y="163407"/>
                    <a:pt x="98273" y="164900"/>
                    <a:pt x="98678" y="165646"/>
                  </a:cubicBezTo>
                  <a:lnTo>
                    <a:pt x="100297" y="168631"/>
                  </a:lnTo>
                  <a:lnTo>
                    <a:pt x="100297" y="170123"/>
                  </a:lnTo>
                  <a:cubicBezTo>
                    <a:pt x="99892" y="170869"/>
                    <a:pt x="99488" y="171615"/>
                    <a:pt x="99083" y="173107"/>
                  </a:cubicBezTo>
                  <a:lnTo>
                    <a:pt x="98678" y="173107"/>
                  </a:lnTo>
                  <a:cubicBezTo>
                    <a:pt x="97059" y="174600"/>
                    <a:pt x="95845" y="177584"/>
                    <a:pt x="94631" y="179823"/>
                  </a:cubicBezTo>
                  <a:lnTo>
                    <a:pt x="94226" y="180569"/>
                  </a:lnTo>
                  <a:lnTo>
                    <a:pt x="93417" y="183554"/>
                  </a:lnTo>
                  <a:cubicBezTo>
                    <a:pt x="93012" y="185046"/>
                    <a:pt x="93012" y="183554"/>
                    <a:pt x="93012" y="184300"/>
                  </a:cubicBezTo>
                  <a:cubicBezTo>
                    <a:pt x="91798" y="183554"/>
                    <a:pt x="91393" y="180569"/>
                    <a:pt x="91798" y="178331"/>
                  </a:cubicBezTo>
                  <a:close/>
                  <a:moveTo>
                    <a:pt x="123771" y="157438"/>
                  </a:moveTo>
                  <a:lnTo>
                    <a:pt x="126200" y="161915"/>
                  </a:lnTo>
                  <a:cubicBezTo>
                    <a:pt x="126605" y="161915"/>
                    <a:pt x="126605" y="162661"/>
                    <a:pt x="126605" y="162661"/>
                  </a:cubicBezTo>
                  <a:lnTo>
                    <a:pt x="126200" y="162661"/>
                  </a:lnTo>
                  <a:lnTo>
                    <a:pt x="123771" y="164900"/>
                  </a:lnTo>
                  <a:lnTo>
                    <a:pt x="121748" y="164900"/>
                  </a:lnTo>
                  <a:cubicBezTo>
                    <a:pt x="121343" y="164900"/>
                    <a:pt x="121343" y="164900"/>
                    <a:pt x="121343" y="164154"/>
                  </a:cubicBezTo>
                  <a:lnTo>
                    <a:pt x="119724" y="162661"/>
                  </a:lnTo>
                  <a:cubicBezTo>
                    <a:pt x="118915" y="161169"/>
                    <a:pt x="117701" y="159677"/>
                    <a:pt x="116486" y="158184"/>
                  </a:cubicBezTo>
                  <a:cubicBezTo>
                    <a:pt x="116082" y="157438"/>
                    <a:pt x="115677" y="156692"/>
                    <a:pt x="114867" y="156692"/>
                  </a:cubicBezTo>
                  <a:cubicBezTo>
                    <a:pt x="115272" y="156692"/>
                    <a:pt x="115272" y="155946"/>
                    <a:pt x="115272" y="155946"/>
                  </a:cubicBezTo>
                  <a:cubicBezTo>
                    <a:pt x="115272" y="155946"/>
                    <a:pt x="115677" y="155200"/>
                    <a:pt x="116082" y="155200"/>
                  </a:cubicBezTo>
                  <a:cubicBezTo>
                    <a:pt x="116891" y="154454"/>
                    <a:pt x="118105" y="153707"/>
                    <a:pt x="119319" y="153707"/>
                  </a:cubicBezTo>
                  <a:cubicBezTo>
                    <a:pt x="119724" y="153707"/>
                    <a:pt x="120534" y="153707"/>
                    <a:pt x="120938" y="154454"/>
                  </a:cubicBezTo>
                  <a:cubicBezTo>
                    <a:pt x="122153" y="154454"/>
                    <a:pt x="123367" y="155200"/>
                    <a:pt x="123771" y="157438"/>
                  </a:cubicBezTo>
                  <a:close/>
                  <a:moveTo>
                    <a:pt x="122153" y="150723"/>
                  </a:moveTo>
                  <a:lnTo>
                    <a:pt x="122557" y="149977"/>
                  </a:lnTo>
                  <a:cubicBezTo>
                    <a:pt x="122962" y="149231"/>
                    <a:pt x="123367" y="149231"/>
                    <a:pt x="123771" y="149231"/>
                  </a:cubicBezTo>
                  <a:cubicBezTo>
                    <a:pt x="124581" y="148484"/>
                    <a:pt x="125390" y="148484"/>
                    <a:pt x="126200" y="148484"/>
                  </a:cubicBezTo>
                  <a:cubicBezTo>
                    <a:pt x="127009" y="147738"/>
                    <a:pt x="128224" y="148484"/>
                    <a:pt x="129033" y="149231"/>
                  </a:cubicBezTo>
                  <a:cubicBezTo>
                    <a:pt x="130247" y="149977"/>
                    <a:pt x="131057" y="151469"/>
                    <a:pt x="131461" y="153707"/>
                  </a:cubicBezTo>
                  <a:cubicBezTo>
                    <a:pt x="131866" y="154454"/>
                    <a:pt x="132676" y="156692"/>
                    <a:pt x="133080" y="157438"/>
                  </a:cubicBezTo>
                  <a:lnTo>
                    <a:pt x="133485" y="158184"/>
                  </a:lnTo>
                  <a:lnTo>
                    <a:pt x="133080" y="158931"/>
                  </a:lnTo>
                  <a:cubicBezTo>
                    <a:pt x="132676" y="159677"/>
                    <a:pt x="131866" y="159677"/>
                    <a:pt x="131461" y="159677"/>
                  </a:cubicBezTo>
                  <a:lnTo>
                    <a:pt x="129033" y="159677"/>
                  </a:lnTo>
                  <a:cubicBezTo>
                    <a:pt x="129033" y="159677"/>
                    <a:pt x="128628" y="159677"/>
                    <a:pt x="128628" y="158931"/>
                  </a:cubicBezTo>
                  <a:cubicBezTo>
                    <a:pt x="127819" y="158184"/>
                    <a:pt x="127009" y="157438"/>
                    <a:pt x="126200" y="155946"/>
                  </a:cubicBezTo>
                  <a:lnTo>
                    <a:pt x="123771" y="151469"/>
                  </a:lnTo>
                  <a:cubicBezTo>
                    <a:pt x="123367" y="151469"/>
                    <a:pt x="122557" y="150723"/>
                    <a:pt x="122153" y="150723"/>
                  </a:cubicBezTo>
                  <a:close/>
                  <a:moveTo>
                    <a:pt x="116486" y="161169"/>
                  </a:moveTo>
                  <a:cubicBezTo>
                    <a:pt x="117296" y="162661"/>
                    <a:pt x="118510" y="164154"/>
                    <a:pt x="119724" y="165646"/>
                  </a:cubicBezTo>
                  <a:lnTo>
                    <a:pt x="120129" y="166392"/>
                  </a:lnTo>
                  <a:lnTo>
                    <a:pt x="119724" y="167138"/>
                  </a:lnTo>
                  <a:cubicBezTo>
                    <a:pt x="118915" y="168631"/>
                    <a:pt x="117701" y="169377"/>
                    <a:pt x="116486" y="170123"/>
                  </a:cubicBezTo>
                  <a:lnTo>
                    <a:pt x="115677" y="170123"/>
                  </a:lnTo>
                  <a:cubicBezTo>
                    <a:pt x="114867" y="170123"/>
                    <a:pt x="114463" y="169377"/>
                    <a:pt x="114058" y="169377"/>
                  </a:cubicBezTo>
                  <a:cubicBezTo>
                    <a:pt x="112439" y="168631"/>
                    <a:pt x="111225" y="166392"/>
                    <a:pt x="110011" y="165646"/>
                  </a:cubicBezTo>
                  <a:cubicBezTo>
                    <a:pt x="109606" y="164900"/>
                    <a:pt x="108796" y="164900"/>
                    <a:pt x="108392" y="164900"/>
                  </a:cubicBezTo>
                  <a:lnTo>
                    <a:pt x="108796" y="164154"/>
                  </a:lnTo>
                  <a:cubicBezTo>
                    <a:pt x="109201" y="163407"/>
                    <a:pt x="109606" y="163407"/>
                    <a:pt x="110011" y="162661"/>
                  </a:cubicBezTo>
                  <a:cubicBezTo>
                    <a:pt x="111225" y="161169"/>
                    <a:pt x="112844" y="160423"/>
                    <a:pt x="114058" y="161169"/>
                  </a:cubicBezTo>
                  <a:cubicBezTo>
                    <a:pt x="114867" y="159677"/>
                    <a:pt x="115677" y="159677"/>
                    <a:pt x="116486" y="161169"/>
                  </a:cubicBezTo>
                  <a:close/>
                  <a:moveTo>
                    <a:pt x="109606" y="168631"/>
                  </a:moveTo>
                  <a:cubicBezTo>
                    <a:pt x="110820" y="170123"/>
                    <a:pt x="112439" y="171615"/>
                    <a:pt x="113653" y="172361"/>
                  </a:cubicBezTo>
                  <a:cubicBezTo>
                    <a:pt x="112844" y="174600"/>
                    <a:pt x="111225" y="176092"/>
                    <a:pt x="109606" y="176838"/>
                  </a:cubicBezTo>
                  <a:lnTo>
                    <a:pt x="109201" y="176838"/>
                  </a:lnTo>
                  <a:cubicBezTo>
                    <a:pt x="108392" y="176838"/>
                    <a:pt x="107582" y="176092"/>
                    <a:pt x="106773" y="176092"/>
                  </a:cubicBezTo>
                  <a:cubicBezTo>
                    <a:pt x="104749" y="175346"/>
                    <a:pt x="103130" y="173107"/>
                    <a:pt x="101107" y="173107"/>
                  </a:cubicBezTo>
                  <a:cubicBezTo>
                    <a:pt x="101511" y="173107"/>
                    <a:pt x="101511" y="172361"/>
                    <a:pt x="101511" y="172361"/>
                  </a:cubicBezTo>
                  <a:cubicBezTo>
                    <a:pt x="102725" y="169377"/>
                    <a:pt x="104344" y="167138"/>
                    <a:pt x="106368" y="167138"/>
                  </a:cubicBezTo>
                  <a:cubicBezTo>
                    <a:pt x="107987" y="166392"/>
                    <a:pt x="108796" y="167138"/>
                    <a:pt x="109606" y="168631"/>
                  </a:cubicBezTo>
                  <a:close/>
                  <a:moveTo>
                    <a:pt x="107178" y="179077"/>
                  </a:moveTo>
                  <a:cubicBezTo>
                    <a:pt x="107582" y="179077"/>
                    <a:pt x="107582" y="179823"/>
                    <a:pt x="108392" y="179823"/>
                  </a:cubicBezTo>
                  <a:lnTo>
                    <a:pt x="107178" y="182061"/>
                  </a:lnTo>
                  <a:cubicBezTo>
                    <a:pt x="106368" y="183554"/>
                    <a:pt x="105154" y="185046"/>
                    <a:pt x="103940" y="185046"/>
                  </a:cubicBezTo>
                  <a:cubicBezTo>
                    <a:pt x="102725" y="185046"/>
                    <a:pt x="101511" y="184300"/>
                    <a:pt x="100297" y="184300"/>
                  </a:cubicBezTo>
                  <a:cubicBezTo>
                    <a:pt x="99892" y="184300"/>
                    <a:pt x="99488" y="183554"/>
                    <a:pt x="98678" y="183554"/>
                  </a:cubicBezTo>
                  <a:cubicBezTo>
                    <a:pt x="97869" y="182807"/>
                    <a:pt x="96654" y="182807"/>
                    <a:pt x="95845" y="182807"/>
                  </a:cubicBezTo>
                  <a:lnTo>
                    <a:pt x="96250" y="182061"/>
                  </a:lnTo>
                  <a:cubicBezTo>
                    <a:pt x="97059" y="179823"/>
                    <a:pt x="97869" y="178331"/>
                    <a:pt x="99083" y="176838"/>
                  </a:cubicBezTo>
                  <a:cubicBezTo>
                    <a:pt x="99488" y="176092"/>
                    <a:pt x="99892" y="176092"/>
                    <a:pt x="100702" y="176092"/>
                  </a:cubicBezTo>
                  <a:cubicBezTo>
                    <a:pt x="102725" y="173854"/>
                    <a:pt x="104749" y="177584"/>
                    <a:pt x="107178" y="179077"/>
                  </a:cubicBezTo>
                  <a:close/>
                  <a:moveTo>
                    <a:pt x="95036" y="186538"/>
                  </a:moveTo>
                  <a:cubicBezTo>
                    <a:pt x="96250" y="185792"/>
                    <a:pt x="97869" y="185792"/>
                    <a:pt x="99083" y="187284"/>
                  </a:cubicBezTo>
                  <a:cubicBezTo>
                    <a:pt x="99488" y="187284"/>
                    <a:pt x="99892" y="188030"/>
                    <a:pt x="100702" y="188030"/>
                  </a:cubicBezTo>
                  <a:cubicBezTo>
                    <a:pt x="101511" y="188777"/>
                    <a:pt x="102321" y="188777"/>
                    <a:pt x="103130" y="188777"/>
                  </a:cubicBezTo>
                  <a:cubicBezTo>
                    <a:pt x="102321" y="191015"/>
                    <a:pt x="101511" y="192507"/>
                    <a:pt x="100702" y="194000"/>
                  </a:cubicBezTo>
                  <a:cubicBezTo>
                    <a:pt x="100297" y="194746"/>
                    <a:pt x="99892" y="194746"/>
                    <a:pt x="99488" y="194746"/>
                  </a:cubicBezTo>
                  <a:lnTo>
                    <a:pt x="99083" y="194746"/>
                  </a:lnTo>
                  <a:cubicBezTo>
                    <a:pt x="97869" y="194746"/>
                    <a:pt x="96250" y="194746"/>
                    <a:pt x="95036" y="194000"/>
                  </a:cubicBezTo>
                  <a:cubicBezTo>
                    <a:pt x="93821" y="193254"/>
                    <a:pt x="92607" y="193254"/>
                    <a:pt x="91393" y="193254"/>
                  </a:cubicBezTo>
                  <a:lnTo>
                    <a:pt x="90988" y="193254"/>
                  </a:lnTo>
                  <a:cubicBezTo>
                    <a:pt x="90988" y="193254"/>
                    <a:pt x="90988" y="192507"/>
                    <a:pt x="91393" y="192507"/>
                  </a:cubicBezTo>
                  <a:lnTo>
                    <a:pt x="91393" y="191761"/>
                  </a:lnTo>
                  <a:cubicBezTo>
                    <a:pt x="92202" y="189523"/>
                    <a:pt x="93417" y="187284"/>
                    <a:pt x="95036" y="186538"/>
                  </a:cubicBezTo>
                  <a:close/>
                  <a:moveTo>
                    <a:pt x="91393" y="196984"/>
                  </a:moveTo>
                  <a:cubicBezTo>
                    <a:pt x="92607" y="196984"/>
                    <a:pt x="93821" y="196984"/>
                    <a:pt x="95036" y="197731"/>
                  </a:cubicBezTo>
                  <a:cubicBezTo>
                    <a:pt x="96250" y="198477"/>
                    <a:pt x="97464" y="198477"/>
                    <a:pt x="98678" y="198477"/>
                  </a:cubicBezTo>
                  <a:cubicBezTo>
                    <a:pt x="97464" y="202954"/>
                    <a:pt x="96250" y="205192"/>
                    <a:pt x="95036" y="205192"/>
                  </a:cubicBezTo>
                  <a:lnTo>
                    <a:pt x="95036" y="205938"/>
                  </a:lnTo>
                  <a:cubicBezTo>
                    <a:pt x="93821" y="206684"/>
                    <a:pt x="92607" y="206684"/>
                    <a:pt x="91393" y="206684"/>
                  </a:cubicBezTo>
                  <a:lnTo>
                    <a:pt x="87750" y="206684"/>
                  </a:lnTo>
                  <a:cubicBezTo>
                    <a:pt x="87346" y="206684"/>
                    <a:pt x="86941" y="206684"/>
                    <a:pt x="86536" y="207430"/>
                  </a:cubicBezTo>
                  <a:lnTo>
                    <a:pt x="86941" y="206684"/>
                  </a:lnTo>
                  <a:lnTo>
                    <a:pt x="87750" y="202954"/>
                  </a:lnTo>
                  <a:cubicBezTo>
                    <a:pt x="87750" y="202207"/>
                    <a:pt x="87750" y="202207"/>
                    <a:pt x="88155" y="202207"/>
                  </a:cubicBezTo>
                  <a:cubicBezTo>
                    <a:pt x="88560" y="201461"/>
                    <a:pt x="88560" y="201461"/>
                    <a:pt x="88560" y="200715"/>
                  </a:cubicBezTo>
                  <a:cubicBezTo>
                    <a:pt x="88965" y="199969"/>
                    <a:pt x="89774" y="199223"/>
                    <a:pt x="90179" y="198477"/>
                  </a:cubicBezTo>
                  <a:cubicBezTo>
                    <a:pt x="90583" y="196984"/>
                    <a:pt x="90988" y="196984"/>
                    <a:pt x="91393" y="196984"/>
                  </a:cubicBezTo>
                  <a:close/>
                  <a:moveTo>
                    <a:pt x="87750" y="209669"/>
                  </a:moveTo>
                  <a:cubicBezTo>
                    <a:pt x="88155" y="209669"/>
                    <a:pt x="88560" y="208923"/>
                    <a:pt x="88560" y="208923"/>
                  </a:cubicBezTo>
                  <a:lnTo>
                    <a:pt x="90179" y="208923"/>
                  </a:lnTo>
                  <a:cubicBezTo>
                    <a:pt x="90583" y="209669"/>
                    <a:pt x="90583" y="209669"/>
                    <a:pt x="90988" y="209669"/>
                  </a:cubicBezTo>
                  <a:cubicBezTo>
                    <a:pt x="91798" y="209669"/>
                    <a:pt x="93012" y="209669"/>
                    <a:pt x="93821" y="208923"/>
                  </a:cubicBezTo>
                  <a:cubicBezTo>
                    <a:pt x="93417" y="211907"/>
                    <a:pt x="92607" y="214892"/>
                    <a:pt x="90988" y="217130"/>
                  </a:cubicBezTo>
                  <a:lnTo>
                    <a:pt x="90583" y="217130"/>
                  </a:lnTo>
                  <a:cubicBezTo>
                    <a:pt x="90179" y="217130"/>
                    <a:pt x="90179" y="217877"/>
                    <a:pt x="89774" y="217877"/>
                  </a:cubicBezTo>
                  <a:cubicBezTo>
                    <a:pt x="89369" y="218623"/>
                    <a:pt x="88560" y="218623"/>
                    <a:pt x="88155" y="218623"/>
                  </a:cubicBezTo>
                  <a:lnTo>
                    <a:pt x="87750" y="218623"/>
                  </a:lnTo>
                  <a:cubicBezTo>
                    <a:pt x="87750" y="218623"/>
                    <a:pt x="87750" y="219369"/>
                    <a:pt x="87346" y="219369"/>
                  </a:cubicBezTo>
                  <a:cubicBezTo>
                    <a:pt x="85727" y="219369"/>
                    <a:pt x="84513" y="220115"/>
                    <a:pt x="82894" y="220861"/>
                  </a:cubicBezTo>
                  <a:cubicBezTo>
                    <a:pt x="82894" y="220115"/>
                    <a:pt x="82894" y="220115"/>
                    <a:pt x="83298" y="220115"/>
                  </a:cubicBezTo>
                  <a:cubicBezTo>
                    <a:pt x="84513" y="211907"/>
                    <a:pt x="86131" y="209669"/>
                    <a:pt x="87750" y="209669"/>
                  </a:cubicBezTo>
                  <a:close/>
                  <a:moveTo>
                    <a:pt x="87750" y="221607"/>
                  </a:moveTo>
                  <a:cubicBezTo>
                    <a:pt x="88155" y="221607"/>
                    <a:pt x="88560" y="220861"/>
                    <a:pt x="88560" y="220861"/>
                  </a:cubicBezTo>
                  <a:lnTo>
                    <a:pt x="90179" y="220861"/>
                  </a:lnTo>
                  <a:lnTo>
                    <a:pt x="90583" y="220115"/>
                  </a:lnTo>
                  <a:cubicBezTo>
                    <a:pt x="90583" y="221607"/>
                    <a:pt x="90179" y="223100"/>
                    <a:pt x="90179" y="224592"/>
                  </a:cubicBezTo>
                  <a:cubicBezTo>
                    <a:pt x="89774" y="226830"/>
                    <a:pt x="89369" y="227577"/>
                    <a:pt x="88560" y="228323"/>
                  </a:cubicBezTo>
                  <a:cubicBezTo>
                    <a:pt x="88560" y="228323"/>
                    <a:pt x="88560" y="229069"/>
                    <a:pt x="88155" y="229069"/>
                  </a:cubicBezTo>
                  <a:cubicBezTo>
                    <a:pt x="87750" y="229069"/>
                    <a:pt x="87750" y="229069"/>
                    <a:pt x="87750" y="229815"/>
                  </a:cubicBezTo>
                  <a:lnTo>
                    <a:pt x="87346" y="229815"/>
                  </a:lnTo>
                  <a:cubicBezTo>
                    <a:pt x="85727" y="230561"/>
                    <a:pt x="84108" y="232054"/>
                    <a:pt x="82489" y="232800"/>
                  </a:cubicBezTo>
                  <a:cubicBezTo>
                    <a:pt x="82084" y="233546"/>
                    <a:pt x="81275" y="233546"/>
                    <a:pt x="80870" y="233546"/>
                  </a:cubicBezTo>
                  <a:lnTo>
                    <a:pt x="80465" y="234292"/>
                  </a:lnTo>
                  <a:lnTo>
                    <a:pt x="80465" y="233546"/>
                  </a:lnTo>
                  <a:cubicBezTo>
                    <a:pt x="80465" y="232800"/>
                    <a:pt x="80870" y="232800"/>
                    <a:pt x="80870" y="232054"/>
                  </a:cubicBezTo>
                  <a:cubicBezTo>
                    <a:pt x="80870" y="229815"/>
                    <a:pt x="81679" y="226830"/>
                    <a:pt x="82489" y="225338"/>
                  </a:cubicBezTo>
                  <a:cubicBezTo>
                    <a:pt x="84108" y="222354"/>
                    <a:pt x="86131" y="220861"/>
                    <a:pt x="87750" y="221607"/>
                  </a:cubicBezTo>
                  <a:close/>
                  <a:moveTo>
                    <a:pt x="81679" y="238023"/>
                  </a:moveTo>
                  <a:cubicBezTo>
                    <a:pt x="82084" y="237277"/>
                    <a:pt x="82489" y="236530"/>
                    <a:pt x="83298" y="235784"/>
                  </a:cubicBezTo>
                  <a:cubicBezTo>
                    <a:pt x="84917" y="235038"/>
                    <a:pt x="86536" y="235038"/>
                    <a:pt x="88155" y="233546"/>
                  </a:cubicBezTo>
                  <a:cubicBezTo>
                    <a:pt x="88155" y="233546"/>
                    <a:pt x="88560" y="233546"/>
                    <a:pt x="88560" y="232800"/>
                  </a:cubicBezTo>
                  <a:lnTo>
                    <a:pt x="88965" y="232800"/>
                  </a:lnTo>
                  <a:cubicBezTo>
                    <a:pt x="88965" y="234292"/>
                    <a:pt x="88965" y="235784"/>
                    <a:pt x="88560" y="238023"/>
                  </a:cubicBezTo>
                  <a:cubicBezTo>
                    <a:pt x="88560" y="238769"/>
                    <a:pt x="88155" y="239515"/>
                    <a:pt x="88155" y="240261"/>
                  </a:cubicBezTo>
                  <a:lnTo>
                    <a:pt x="87346" y="241754"/>
                  </a:lnTo>
                  <a:cubicBezTo>
                    <a:pt x="86131" y="243246"/>
                    <a:pt x="84917" y="244738"/>
                    <a:pt x="83298" y="245484"/>
                  </a:cubicBezTo>
                  <a:cubicBezTo>
                    <a:pt x="82894" y="246230"/>
                    <a:pt x="82489" y="246230"/>
                    <a:pt x="81679" y="246230"/>
                  </a:cubicBezTo>
                  <a:lnTo>
                    <a:pt x="81275" y="246977"/>
                  </a:lnTo>
                  <a:cubicBezTo>
                    <a:pt x="80870" y="246977"/>
                    <a:pt x="80465" y="247723"/>
                    <a:pt x="79656" y="247723"/>
                  </a:cubicBezTo>
                  <a:lnTo>
                    <a:pt x="79656" y="246977"/>
                  </a:lnTo>
                  <a:cubicBezTo>
                    <a:pt x="79656" y="243992"/>
                    <a:pt x="80060" y="240261"/>
                    <a:pt x="81679" y="238023"/>
                  </a:cubicBezTo>
                  <a:close/>
                  <a:moveTo>
                    <a:pt x="82894" y="293984"/>
                  </a:moveTo>
                  <a:cubicBezTo>
                    <a:pt x="83703" y="290253"/>
                    <a:pt x="86536" y="288015"/>
                    <a:pt x="87750" y="285030"/>
                  </a:cubicBezTo>
                  <a:lnTo>
                    <a:pt x="87750" y="284284"/>
                  </a:lnTo>
                  <a:cubicBezTo>
                    <a:pt x="88155" y="285030"/>
                    <a:pt x="88155" y="285030"/>
                    <a:pt x="88155" y="285777"/>
                  </a:cubicBezTo>
                  <a:cubicBezTo>
                    <a:pt x="88560" y="286523"/>
                    <a:pt x="88560" y="287269"/>
                    <a:pt x="88560" y="288761"/>
                  </a:cubicBezTo>
                  <a:cubicBezTo>
                    <a:pt x="88965" y="290253"/>
                    <a:pt x="88965" y="292492"/>
                    <a:pt x="88965" y="293984"/>
                  </a:cubicBezTo>
                  <a:lnTo>
                    <a:pt x="88560" y="293984"/>
                  </a:lnTo>
                  <a:cubicBezTo>
                    <a:pt x="88560" y="294730"/>
                    <a:pt x="88155" y="294730"/>
                    <a:pt x="88155" y="295477"/>
                  </a:cubicBezTo>
                  <a:cubicBezTo>
                    <a:pt x="88155" y="296223"/>
                    <a:pt x="87750" y="296223"/>
                    <a:pt x="87750" y="296969"/>
                  </a:cubicBezTo>
                  <a:cubicBezTo>
                    <a:pt x="86536" y="299207"/>
                    <a:pt x="85322" y="302192"/>
                    <a:pt x="84108" y="305923"/>
                  </a:cubicBezTo>
                  <a:cubicBezTo>
                    <a:pt x="83703" y="305923"/>
                    <a:pt x="83703" y="305177"/>
                    <a:pt x="83703" y="305177"/>
                  </a:cubicBezTo>
                  <a:cubicBezTo>
                    <a:pt x="83298" y="303684"/>
                    <a:pt x="83298" y="302192"/>
                    <a:pt x="82894" y="300700"/>
                  </a:cubicBezTo>
                  <a:cubicBezTo>
                    <a:pt x="82489" y="298461"/>
                    <a:pt x="82489" y="296223"/>
                    <a:pt x="82894" y="293984"/>
                  </a:cubicBezTo>
                  <a:close/>
                  <a:moveTo>
                    <a:pt x="87750" y="301446"/>
                  </a:moveTo>
                  <a:lnTo>
                    <a:pt x="88155" y="300700"/>
                  </a:lnTo>
                  <a:cubicBezTo>
                    <a:pt x="88560" y="300700"/>
                    <a:pt x="88560" y="299953"/>
                    <a:pt x="88560" y="299953"/>
                  </a:cubicBezTo>
                  <a:cubicBezTo>
                    <a:pt x="88965" y="299207"/>
                    <a:pt x="89369" y="298461"/>
                    <a:pt x="89774" y="296969"/>
                  </a:cubicBezTo>
                  <a:cubicBezTo>
                    <a:pt x="90179" y="296969"/>
                    <a:pt x="90179" y="297715"/>
                    <a:pt x="90179" y="297715"/>
                  </a:cubicBezTo>
                  <a:cubicBezTo>
                    <a:pt x="90179" y="297715"/>
                    <a:pt x="90988" y="300700"/>
                    <a:pt x="90988" y="302192"/>
                  </a:cubicBezTo>
                  <a:cubicBezTo>
                    <a:pt x="91393" y="302938"/>
                    <a:pt x="91393" y="304430"/>
                    <a:pt x="91393" y="305177"/>
                  </a:cubicBezTo>
                  <a:lnTo>
                    <a:pt x="90988" y="305923"/>
                  </a:lnTo>
                  <a:cubicBezTo>
                    <a:pt x="90583" y="307415"/>
                    <a:pt x="90583" y="308161"/>
                    <a:pt x="90179" y="309653"/>
                  </a:cubicBezTo>
                  <a:lnTo>
                    <a:pt x="88560" y="314877"/>
                  </a:lnTo>
                  <a:cubicBezTo>
                    <a:pt x="88560" y="315623"/>
                    <a:pt x="88155" y="315623"/>
                    <a:pt x="88155" y="316369"/>
                  </a:cubicBezTo>
                  <a:cubicBezTo>
                    <a:pt x="88155" y="317115"/>
                    <a:pt x="87750" y="317861"/>
                    <a:pt x="87750" y="318607"/>
                  </a:cubicBezTo>
                  <a:cubicBezTo>
                    <a:pt x="87750" y="319353"/>
                    <a:pt x="87750" y="319353"/>
                    <a:pt x="87346" y="319353"/>
                  </a:cubicBezTo>
                  <a:cubicBezTo>
                    <a:pt x="86941" y="319353"/>
                    <a:pt x="86941" y="318607"/>
                    <a:pt x="86941" y="318607"/>
                  </a:cubicBezTo>
                  <a:cubicBezTo>
                    <a:pt x="84513" y="314877"/>
                    <a:pt x="84108" y="308161"/>
                    <a:pt x="86131" y="303684"/>
                  </a:cubicBezTo>
                  <a:cubicBezTo>
                    <a:pt x="86941" y="302938"/>
                    <a:pt x="87346" y="302192"/>
                    <a:pt x="87750" y="301446"/>
                  </a:cubicBezTo>
                  <a:close/>
                  <a:moveTo>
                    <a:pt x="90583" y="315623"/>
                  </a:moveTo>
                  <a:cubicBezTo>
                    <a:pt x="90988" y="314877"/>
                    <a:pt x="90988" y="314130"/>
                    <a:pt x="91393" y="312638"/>
                  </a:cubicBezTo>
                  <a:cubicBezTo>
                    <a:pt x="92202" y="311146"/>
                    <a:pt x="92607" y="309653"/>
                    <a:pt x="93012" y="308161"/>
                  </a:cubicBezTo>
                  <a:cubicBezTo>
                    <a:pt x="93821" y="309653"/>
                    <a:pt x="94631" y="311892"/>
                    <a:pt x="95036" y="314130"/>
                  </a:cubicBezTo>
                  <a:lnTo>
                    <a:pt x="95036" y="317861"/>
                  </a:lnTo>
                  <a:cubicBezTo>
                    <a:pt x="94226" y="323084"/>
                    <a:pt x="92607" y="326815"/>
                    <a:pt x="92202" y="330546"/>
                  </a:cubicBezTo>
                  <a:cubicBezTo>
                    <a:pt x="92202" y="329800"/>
                    <a:pt x="91798" y="329800"/>
                    <a:pt x="91798" y="329800"/>
                  </a:cubicBezTo>
                  <a:cubicBezTo>
                    <a:pt x="91798" y="329800"/>
                    <a:pt x="91393" y="329800"/>
                    <a:pt x="91393" y="329053"/>
                  </a:cubicBezTo>
                  <a:cubicBezTo>
                    <a:pt x="90988" y="328307"/>
                    <a:pt x="90583" y="327561"/>
                    <a:pt x="90583" y="326815"/>
                  </a:cubicBezTo>
                  <a:cubicBezTo>
                    <a:pt x="88965" y="324577"/>
                    <a:pt x="88560" y="318607"/>
                    <a:pt x="90583" y="315623"/>
                  </a:cubicBezTo>
                  <a:close/>
                  <a:moveTo>
                    <a:pt x="96250" y="320100"/>
                  </a:moveTo>
                  <a:cubicBezTo>
                    <a:pt x="97869" y="323084"/>
                    <a:pt x="99083" y="325323"/>
                    <a:pt x="99083" y="326815"/>
                  </a:cubicBezTo>
                  <a:lnTo>
                    <a:pt x="99488" y="327561"/>
                  </a:lnTo>
                  <a:cubicBezTo>
                    <a:pt x="99488" y="328307"/>
                    <a:pt x="99083" y="328307"/>
                    <a:pt x="99083" y="329053"/>
                  </a:cubicBezTo>
                  <a:cubicBezTo>
                    <a:pt x="98678" y="334276"/>
                    <a:pt x="97464" y="338007"/>
                    <a:pt x="97464" y="342484"/>
                  </a:cubicBezTo>
                  <a:lnTo>
                    <a:pt x="97059" y="341738"/>
                  </a:lnTo>
                  <a:cubicBezTo>
                    <a:pt x="96250" y="340992"/>
                    <a:pt x="95845" y="339500"/>
                    <a:pt x="95440" y="338007"/>
                  </a:cubicBezTo>
                  <a:cubicBezTo>
                    <a:pt x="93821" y="335023"/>
                    <a:pt x="93821" y="329800"/>
                    <a:pt x="95440" y="326815"/>
                  </a:cubicBezTo>
                  <a:cubicBezTo>
                    <a:pt x="95845" y="324577"/>
                    <a:pt x="96250" y="322338"/>
                    <a:pt x="96250" y="320100"/>
                  </a:cubicBezTo>
                  <a:close/>
                  <a:moveTo>
                    <a:pt x="100297" y="347707"/>
                  </a:moveTo>
                  <a:cubicBezTo>
                    <a:pt x="99488" y="346961"/>
                    <a:pt x="99083" y="344723"/>
                    <a:pt x="98678" y="343230"/>
                  </a:cubicBezTo>
                  <a:lnTo>
                    <a:pt x="98678" y="340246"/>
                  </a:lnTo>
                  <a:cubicBezTo>
                    <a:pt x="99083" y="338007"/>
                    <a:pt x="99488" y="335769"/>
                    <a:pt x="100297" y="333530"/>
                  </a:cubicBezTo>
                  <a:cubicBezTo>
                    <a:pt x="100297" y="332038"/>
                    <a:pt x="100702" y="330546"/>
                    <a:pt x="100702" y="329800"/>
                  </a:cubicBezTo>
                  <a:cubicBezTo>
                    <a:pt x="102321" y="331292"/>
                    <a:pt x="103535" y="333530"/>
                    <a:pt x="103940" y="336515"/>
                  </a:cubicBezTo>
                  <a:cubicBezTo>
                    <a:pt x="104344" y="341738"/>
                    <a:pt x="102725" y="346961"/>
                    <a:pt x="103130" y="351438"/>
                  </a:cubicBezTo>
                  <a:cubicBezTo>
                    <a:pt x="103130" y="350692"/>
                    <a:pt x="102725" y="350692"/>
                    <a:pt x="102321" y="350692"/>
                  </a:cubicBezTo>
                  <a:cubicBezTo>
                    <a:pt x="101511" y="350692"/>
                    <a:pt x="100702" y="349200"/>
                    <a:pt x="100297" y="347707"/>
                  </a:cubicBezTo>
                  <a:close/>
                  <a:moveTo>
                    <a:pt x="139151" y="122369"/>
                  </a:moveTo>
                  <a:cubicBezTo>
                    <a:pt x="139556" y="121623"/>
                    <a:pt x="139556" y="121623"/>
                    <a:pt x="139961" y="121623"/>
                  </a:cubicBezTo>
                  <a:cubicBezTo>
                    <a:pt x="141580" y="120877"/>
                    <a:pt x="143603" y="120877"/>
                    <a:pt x="146032" y="119384"/>
                  </a:cubicBezTo>
                  <a:cubicBezTo>
                    <a:pt x="146436" y="119384"/>
                    <a:pt x="146841" y="119384"/>
                    <a:pt x="146841" y="118638"/>
                  </a:cubicBezTo>
                  <a:cubicBezTo>
                    <a:pt x="147246" y="118638"/>
                    <a:pt x="147651" y="117892"/>
                    <a:pt x="148055" y="117892"/>
                  </a:cubicBezTo>
                  <a:cubicBezTo>
                    <a:pt x="148460" y="126846"/>
                    <a:pt x="148055" y="129084"/>
                    <a:pt x="146032" y="130577"/>
                  </a:cubicBezTo>
                  <a:cubicBezTo>
                    <a:pt x="145222" y="131323"/>
                    <a:pt x="144008" y="131323"/>
                    <a:pt x="142389" y="131323"/>
                  </a:cubicBezTo>
                  <a:cubicBezTo>
                    <a:pt x="140770" y="131323"/>
                    <a:pt x="140770" y="132069"/>
                    <a:pt x="139556" y="132069"/>
                  </a:cubicBezTo>
                  <a:cubicBezTo>
                    <a:pt x="139151" y="132815"/>
                    <a:pt x="139151" y="132815"/>
                    <a:pt x="138747" y="132815"/>
                  </a:cubicBezTo>
                  <a:cubicBezTo>
                    <a:pt x="138342" y="133561"/>
                    <a:pt x="137128" y="133561"/>
                    <a:pt x="136723" y="134308"/>
                  </a:cubicBezTo>
                  <a:cubicBezTo>
                    <a:pt x="136318" y="126100"/>
                    <a:pt x="137128" y="123115"/>
                    <a:pt x="139151" y="122369"/>
                  </a:cubicBezTo>
                  <a:close/>
                  <a:moveTo>
                    <a:pt x="139151" y="108192"/>
                  </a:moveTo>
                  <a:cubicBezTo>
                    <a:pt x="139556" y="108192"/>
                    <a:pt x="139556" y="107446"/>
                    <a:pt x="139961" y="107446"/>
                  </a:cubicBezTo>
                  <a:cubicBezTo>
                    <a:pt x="141580" y="106700"/>
                    <a:pt x="143603" y="106700"/>
                    <a:pt x="146032" y="105954"/>
                  </a:cubicBezTo>
                  <a:cubicBezTo>
                    <a:pt x="146436" y="105208"/>
                    <a:pt x="146436" y="105208"/>
                    <a:pt x="146841" y="105208"/>
                  </a:cubicBezTo>
                  <a:cubicBezTo>
                    <a:pt x="147246" y="105208"/>
                    <a:pt x="147651" y="104461"/>
                    <a:pt x="148055" y="104461"/>
                  </a:cubicBezTo>
                  <a:cubicBezTo>
                    <a:pt x="148460" y="113415"/>
                    <a:pt x="148055" y="114907"/>
                    <a:pt x="146032" y="116400"/>
                  </a:cubicBezTo>
                  <a:cubicBezTo>
                    <a:pt x="145222" y="117146"/>
                    <a:pt x="144008" y="117146"/>
                    <a:pt x="142389" y="117146"/>
                  </a:cubicBezTo>
                  <a:cubicBezTo>
                    <a:pt x="140770" y="117146"/>
                    <a:pt x="140770" y="117892"/>
                    <a:pt x="139556" y="117892"/>
                  </a:cubicBezTo>
                  <a:lnTo>
                    <a:pt x="138747" y="117892"/>
                  </a:lnTo>
                  <a:cubicBezTo>
                    <a:pt x="137937" y="118638"/>
                    <a:pt x="137532" y="119384"/>
                    <a:pt x="136723" y="120131"/>
                  </a:cubicBezTo>
                  <a:cubicBezTo>
                    <a:pt x="136318" y="112669"/>
                    <a:pt x="137128" y="109684"/>
                    <a:pt x="139151" y="108192"/>
                  </a:cubicBezTo>
                  <a:close/>
                  <a:moveTo>
                    <a:pt x="139151" y="135800"/>
                  </a:moveTo>
                  <a:lnTo>
                    <a:pt x="139961" y="135800"/>
                  </a:lnTo>
                  <a:cubicBezTo>
                    <a:pt x="141580" y="135054"/>
                    <a:pt x="143603" y="135054"/>
                    <a:pt x="146032" y="133561"/>
                  </a:cubicBezTo>
                  <a:cubicBezTo>
                    <a:pt x="146436" y="133561"/>
                    <a:pt x="146436" y="132815"/>
                    <a:pt x="146841" y="132815"/>
                  </a:cubicBezTo>
                  <a:cubicBezTo>
                    <a:pt x="147246" y="132815"/>
                    <a:pt x="147651" y="132069"/>
                    <a:pt x="148055" y="132069"/>
                  </a:cubicBezTo>
                  <a:cubicBezTo>
                    <a:pt x="148460" y="135054"/>
                    <a:pt x="148460" y="138784"/>
                    <a:pt x="147651" y="141769"/>
                  </a:cubicBezTo>
                  <a:lnTo>
                    <a:pt x="145222" y="141769"/>
                  </a:lnTo>
                  <a:cubicBezTo>
                    <a:pt x="144818" y="141769"/>
                    <a:pt x="144008" y="142515"/>
                    <a:pt x="143603" y="142515"/>
                  </a:cubicBezTo>
                  <a:cubicBezTo>
                    <a:pt x="142389" y="141769"/>
                    <a:pt x="141175" y="141769"/>
                    <a:pt x="139961" y="141769"/>
                  </a:cubicBezTo>
                  <a:cubicBezTo>
                    <a:pt x="139556" y="142515"/>
                    <a:pt x="139556" y="142515"/>
                    <a:pt x="139151" y="142515"/>
                  </a:cubicBezTo>
                  <a:cubicBezTo>
                    <a:pt x="138747" y="142515"/>
                    <a:pt x="137937" y="142515"/>
                    <a:pt x="137532" y="143261"/>
                  </a:cubicBezTo>
                  <a:lnTo>
                    <a:pt x="137128" y="143261"/>
                  </a:lnTo>
                  <a:cubicBezTo>
                    <a:pt x="136723" y="139531"/>
                    <a:pt x="137532" y="136546"/>
                    <a:pt x="139151" y="135800"/>
                  </a:cubicBezTo>
                  <a:close/>
                  <a:moveTo>
                    <a:pt x="138342" y="144754"/>
                  </a:moveTo>
                  <a:cubicBezTo>
                    <a:pt x="138747" y="144007"/>
                    <a:pt x="138747" y="144007"/>
                    <a:pt x="139151" y="144007"/>
                  </a:cubicBezTo>
                  <a:lnTo>
                    <a:pt x="139961" y="144007"/>
                  </a:lnTo>
                  <a:cubicBezTo>
                    <a:pt x="142794" y="143261"/>
                    <a:pt x="145222" y="146246"/>
                    <a:pt x="146032" y="150723"/>
                  </a:cubicBezTo>
                  <a:cubicBezTo>
                    <a:pt x="146436" y="152961"/>
                    <a:pt x="146841" y="155946"/>
                    <a:pt x="147651" y="157438"/>
                  </a:cubicBezTo>
                  <a:lnTo>
                    <a:pt x="145627" y="157438"/>
                  </a:lnTo>
                  <a:cubicBezTo>
                    <a:pt x="144413" y="157438"/>
                    <a:pt x="143199" y="156692"/>
                    <a:pt x="141984" y="155946"/>
                  </a:cubicBezTo>
                  <a:cubicBezTo>
                    <a:pt x="140770" y="153707"/>
                    <a:pt x="139961" y="151469"/>
                    <a:pt x="139151" y="149231"/>
                  </a:cubicBezTo>
                  <a:lnTo>
                    <a:pt x="138342" y="147738"/>
                  </a:lnTo>
                  <a:cubicBezTo>
                    <a:pt x="137937" y="146246"/>
                    <a:pt x="137532" y="145500"/>
                    <a:pt x="136723" y="144754"/>
                  </a:cubicBezTo>
                  <a:close/>
                  <a:moveTo>
                    <a:pt x="161412" y="163407"/>
                  </a:moveTo>
                  <a:cubicBezTo>
                    <a:pt x="160602" y="163407"/>
                    <a:pt x="159388" y="162661"/>
                    <a:pt x="158578" y="162661"/>
                  </a:cubicBezTo>
                  <a:cubicBezTo>
                    <a:pt x="157769" y="161915"/>
                    <a:pt x="157364" y="161169"/>
                    <a:pt x="156960" y="159677"/>
                  </a:cubicBezTo>
                  <a:cubicBezTo>
                    <a:pt x="155745" y="155946"/>
                    <a:pt x="154936" y="152215"/>
                    <a:pt x="154126" y="147738"/>
                  </a:cubicBezTo>
                  <a:cubicBezTo>
                    <a:pt x="153722" y="146992"/>
                    <a:pt x="153722" y="146992"/>
                    <a:pt x="153722" y="146246"/>
                  </a:cubicBezTo>
                  <a:lnTo>
                    <a:pt x="154126" y="146246"/>
                  </a:lnTo>
                  <a:cubicBezTo>
                    <a:pt x="155745" y="146246"/>
                    <a:pt x="157364" y="146992"/>
                    <a:pt x="158578" y="148484"/>
                  </a:cubicBezTo>
                  <a:cubicBezTo>
                    <a:pt x="161007" y="152215"/>
                    <a:pt x="160197" y="158931"/>
                    <a:pt x="161412" y="163407"/>
                  </a:cubicBezTo>
                  <a:close/>
                  <a:moveTo>
                    <a:pt x="154126" y="158184"/>
                  </a:moveTo>
                  <a:cubicBezTo>
                    <a:pt x="154126" y="158931"/>
                    <a:pt x="154531" y="158931"/>
                    <a:pt x="154531" y="159677"/>
                  </a:cubicBezTo>
                  <a:lnTo>
                    <a:pt x="152103" y="159677"/>
                  </a:lnTo>
                  <a:cubicBezTo>
                    <a:pt x="151293" y="159677"/>
                    <a:pt x="150484" y="158931"/>
                    <a:pt x="149674" y="157438"/>
                  </a:cubicBezTo>
                  <a:cubicBezTo>
                    <a:pt x="147651" y="153707"/>
                    <a:pt x="147246" y="148484"/>
                    <a:pt x="146032" y="144754"/>
                  </a:cubicBezTo>
                  <a:lnTo>
                    <a:pt x="145627" y="144007"/>
                  </a:lnTo>
                  <a:lnTo>
                    <a:pt x="146032" y="143261"/>
                  </a:lnTo>
                  <a:lnTo>
                    <a:pt x="146436" y="143261"/>
                  </a:lnTo>
                  <a:cubicBezTo>
                    <a:pt x="148460" y="142515"/>
                    <a:pt x="150889" y="144007"/>
                    <a:pt x="152103" y="146992"/>
                  </a:cubicBezTo>
                  <a:cubicBezTo>
                    <a:pt x="153317" y="150723"/>
                    <a:pt x="153317" y="155200"/>
                    <a:pt x="154126" y="158184"/>
                  </a:cubicBezTo>
                  <a:close/>
                  <a:moveTo>
                    <a:pt x="146032" y="102223"/>
                  </a:moveTo>
                  <a:cubicBezTo>
                    <a:pt x="144818" y="102969"/>
                    <a:pt x="143603" y="102969"/>
                    <a:pt x="142389" y="102969"/>
                  </a:cubicBezTo>
                  <a:cubicBezTo>
                    <a:pt x="141580" y="103715"/>
                    <a:pt x="140770" y="103715"/>
                    <a:pt x="139556" y="103715"/>
                  </a:cubicBezTo>
                  <a:cubicBezTo>
                    <a:pt x="139151" y="103715"/>
                    <a:pt x="138747" y="103715"/>
                    <a:pt x="138747" y="104461"/>
                  </a:cubicBezTo>
                  <a:cubicBezTo>
                    <a:pt x="137937" y="104461"/>
                    <a:pt x="137128" y="105208"/>
                    <a:pt x="136723" y="105954"/>
                  </a:cubicBezTo>
                  <a:cubicBezTo>
                    <a:pt x="136318" y="97746"/>
                    <a:pt x="137128" y="95508"/>
                    <a:pt x="138747" y="93269"/>
                  </a:cubicBezTo>
                  <a:cubicBezTo>
                    <a:pt x="139151" y="93269"/>
                    <a:pt x="139556" y="93269"/>
                    <a:pt x="139556" y="92523"/>
                  </a:cubicBezTo>
                  <a:cubicBezTo>
                    <a:pt x="141175" y="91777"/>
                    <a:pt x="143199" y="91777"/>
                    <a:pt x="145627" y="91031"/>
                  </a:cubicBezTo>
                  <a:lnTo>
                    <a:pt x="146032" y="90284"/>
                  </a:lnTo>
                  <a:cubicBezTo>
                    <a:pt x="146436" y="90284"/>
                    <a:pt x="146841" y="89538"/>
                    <a:pt x="147651" y="89538"/>
                  </a:cubicBezTo>
                  <a:cubicBezTo>
                    <a:pt x="148865" y="99238"/>
                    <a:pt x="148055" y="101477"/>
                    <a:pt x="146032" y="102223"/>
                  </a:cubicBezTo>
                  <a:close/>
                  <a:moveTo>
                    <a:pt x="139151" y="67154"/>
                  </a:moveTo>
                  <a:cubicBezTo>
                    <a:pt x="139556" y="67154"/>
                    <a:pt x="139556" y="66408"/>
                    <a:pt x="139961" y="66408"/>
                  </a:cubicBezTo>
                  <a:cubicBezTo>
                    <a:pt x="141580" y="65661"/>
                    <a:pt x="143603" y="65661"/>
                    <a:pt x="146032" y="64915"/>
                  </a:cubicBezTo>
                  <a:cubicBezTo>
                    <a:pt x="146032" y="64169"/>
                    <a:pt x="146436" y="64169"/>
                    <a:pt x="146436" y="64169"/>
                  </a:cubicBezTo>
                  <a:cubicBezTo>
                    <a:pt x="146436" y="64169"/>
                    <a:pt x="147246" y="63423"/>
                    <a:pt x="148055" y="63423"/>
                  </a:cubicBezTo>
                  <a:cubicBezTo>
                    <a:pt x="148460" y="70138"/>
                    <a:pt x="148055" y="73123"/>
                    <a:pt x="146841" y="74615"/>
                  </a:cubicBezTo>
                  <a:cubicBezTo>
                    <a:pt x="146436" y="74615"/>
                    <a:pt x="146436" y="75361"/>
                    <a:pt x="146032" y="75361"/>
                  </a:cubicBezTo>
                  <a:lnTo>
                    <a:pt x="145627" y="75361"/>
                  </a:lnTo>
                  <a:cubicBezTo>
                    <a:pt x="144413" y="76108"/>
                    <a:pt x="143603" y="76108"/>
                    <a:pt x="142389" y="76108"/>
                  </a:cubicBezTo>
                  <a:cubicBezTo>
                    <a:pt x="141580" y="76854"/>
                    <a:pt x="140770" y="76854"/>
                    <a:pt x="139556" y="76854"/>
                  </a:cubicBezTo>
                  <a:lnTo>
                    <a:pt x="138747" y="76854"/>
                  </a:lnTo>
                  <a:cubicBezTo>
                    <a:pt x="137937" y="77600"/>
                    <a:pt x="137532" y="78346"/>
                    <a:pt x="136723" y="79092"/>
                  </a:cubicBezTo>
                  <a:cubicBezTo>
                    <a:pt x="136318" y="70884"/>
                    <a:pt x="137128" y="68646"/>
                    <a:pt x="139151" y="67154"/>
                  </a:cubicBezTo>
                  <a:close/>
                  <a:moveTo>
                    <a:pt x="139151" y="52977"/>
                  </a:moveTo>
                  <a:lnTo>
                    <a:pt x="139961" y="52977"/>
                  </a:lnTo>
                  <a:cubicBezTo>
                    <a:pt x="141580" y="52231"/>
                    <a:pt x="143603" y="52231"/>
                    <a:pt x="146032" y="50738"/>
                  </a:cubicBezTo>
                  <a:cubicBezTo>
                    <a:pt x="146436" y="50738"/>
                    <a:pt x="146436" y="50738"/>
                    <a:pt x="146436" y="49992"/>
                  </a:cubicBezTo>
                  <a:cubicBezTo>
                    <a:pt x="146841" y="49992"/>
                    <a:pt x="147246" y="49246"/>
                    <a:pt x="148055" y="49246"/>
                  </a:cubicBezTo>
                  <a:cubicBezTo>
                    <a:pt x="148460" y="55961"/>
                    <a:pt x="148055" y="58946"/>
                    <a:pt x="146841" y="60438"/>
                  </a:cubicBezTo>
                  <a:cubicBezTo>
                    <a:pt x="146436" y="61184"/>
                    <a:pt x="146436" y="61184"/>
                    <a:pt x="146032" y="61184"/>
                  </a:cubicBezTo>
                  <a:lnTo>
                    <a:pt x="145627" y="61184"/>
                  </a:lnTo>
                  <a:cubicBezTo>
                    <a:pt x="144413" y="61931"/>
                    <a:pt x="143603" y="62677"/>
                    <a:pt x="142389" y="62677"/>
                  </a:cubicBezTo>
                  <a:cubicBezTo>
                    <a:pt x="141580" y="62677"/>
                    <a:pt x="140770" y="62677"/>
                    <a:pt x="139556" y="63423"/>
                  </a:cubicBezTo>
                  <a:cubicBezTo>
                    <a:pt x="139151" y="63423"/>
                    <a:pt x="138747" y="63423"/>
                    <a:pt x="138747" y="64169"/>
                  </a:cubicBezTo>
                  <a:cubicBezTo>
                    <a:pt x="137937" y="64169"/>
                    <a:pt x="137128" y="64915"/>
                    <a:pt x="136723" y="65661"/>
                  </a:cubicBezTo>
                  <a:cubicBezTo>
                    <a:pt x="136318" y="57454"/>
                    <a:pt x="137128" y="54469"/>
                    <a:pt x="139151" y="52977"/>
                  </a:cubicBezTo>
                  <a:close/>
                  <a:moveTo>
                    <a:pt x="139151" y="80584"/>
                  </a:moveTo>
                  <a:cubicBezTo>
                    <a:pt x="139556" y="79838"/>
                    <a:pt x="139556" y="79838"/>
                    <a:pt x="139961" y="79838"/>
                  </a:cubicBezTo>
                  <a:cubicBezTo>
                    <a:pt x="141580" y="79092"/>
                    <a:pt x="143603" y="79092"/>
                    <a:pt x="146032" y="77600"/>
                  </a:cubicBezTo>
                  <a:lnTo>
                    <a:pt x="146841" y="77600"/>
                  </a:lnTo>
                  <a:cubicBezTo>
                    <a:pt x="147246" y="76854"/>
                    <a:pt x="147651" y="76854"/>
                    <a:pt x="148460" y="76108"/>
                  </a:cubicBezTo>
                  <a:cubicBezTo>
                    <a:pt x="148865" y="83569"/>
                    <a:pt x="148460" y="86554"/>
                    <a:pt x="147246" y="87300"/>
                  </a:cubicBezTo>
                  <a:cubicBezTo>
                    <a:pt x="146841" y="88046"/>
                    <a:pt x="146841" y="88046"/>
                    <a:pt x="146436" y="88046"/>
                  </a:cubicBezTo>
                  <a:cubicBezTo>
                    <a:pt x="145222" y="88046"/>
                    <a:pt x="144008" y="88792"/>
                    <a:pt x="142794" y="88792"/>
                  </a:cubicBezTo>
                  <a:cubicBezTo>
                    <a:pt x="141984" y="88792"/>
                    <a:pt x="141175" y="89538"/>
                    <a:pt x="139961" y="89538"/>
                  </a:cubicBezTo>
                  <a:cubicBezTo>
                    <a:pt x="139556" y="90284"/>
                    <a:pt x="139556" y="90284"/>
                    <a:pt x="139151" y="90284"/>
                  </a:cubicBezTo>
                  <a:cubicBezTo>
                    <a:pt x="138747" y="91031"/>
                    <a:pt x="137532" y="91031"/>
                    <a:pt x="137128" y="91777"/>
                  </a:cubicBezTo>
                  <a:cubicBezTo>
                    <a:pt x="136318" y="85061"/>
                    <a:pt x="137128" y="82077"/>
                    <a:pt x="139151" y="80584"/>
                  </a:cubicBezTo>
                  <a:close/>
                  <a:moveTo>
                    <a:pt x="146841" y="46261"/>
                  </a:moveTo>
                  <a:cubicBezTo>
                    <a:pt x="146436" y="47008"/>
                    <a:pt x="146436" y="47008"/>
                    <a:pt x="146032" y="47008"/>
                  </a:cubicBezTo>
                  <a:lnTo>
                    <a:pt x="145627" y="47008"/>
                  </a:lnTo>
                  <a:cubicBezTo>
                    <a:pt x="144413" y="47754"/>
                    <a:pt x="143603" y="47754"/>
                    <a:pt x="142389" y="47754"/>
                  </a:cubicBezTo>
                  <a:cubicBezTo>
                    <a:pt x="141580" y="47754"/>
                    <a:pt x="140770" y="48500"/>
                    <a:pt x="139556" y="48500"/>
                  </a:cubicBezTo>
                  <a:cubicBezTo>
                    <a:pt x="139151" y="49246"/>
                    <a:pt x="139151" y="49246"/>
                    <a:pt x="138747" y="49246"/>
                  </a:cubicBezTo>
                  <a:cubicBezTo>
                    <a:pt x="138342" y="49992"/>
                    <a:pt x="137128" y="49992"/>
                    <a:pt x="136723" y="50738"/>
                  </a:cubicBezTo>
                  <a:cubicBezTo>
                    <a:pt x="136318" y="43277"/>
                    <a:pt x="137128" y="40292"/>
                    <a:pt x="138747" y="38800"/>
                  </a:cubicBezTo>
                  <a:cubicBezTo>
                    <a:pt x="139151" y="38054"/>
                    <a:pt x="139151" y="38054"/>
                    <a:pt x="139556" y="38054"/>
                  </a:cubicBezTo>
                  <a:cubicBezTo>
                    <a:pt x="141175" y="37308"/>
                    <a:pt x="143199" y="37308"/>
                    <a:pt x="145627" y="35815"/>
                  </a:cubicBezTo>
                  <a:lnTo>
                    <a:pt x="146032" y="35815"/>
                  </a:lnTo>
                  <a:cubicBezTo>
                    <a:pt x="146436" y="35069"/>
                    <a:pt x="146841" y="34323"/>
                    <a:pt x="147651" y="34323"/>
                  </a:cubicBezTo>
                  <a:cubicBezTo>
                    <a:pt x="148460" y="42531"/>
                    <a:pt x="148055" y="45515"/>
                    <a:pt x="146841" y="46261"/>
                  </a:cubicBezTo>
                  <a:close/>
                  <a:moveTo>
                    <a:pt x="146841" y="32831"/>
                  </a:moveTo>
                  <a:cubicBezTo>
                    <a:pt x="146436" y="32831"/>
                    <a:pt x="146436" y="33577"/>
                    <a:pt x="146032" y="33577"/>
                  </a:cubicBezTo>
                  <a:cubicBezTo>
                    <a:pt x="145627" y="33577"/>
                    <a:pt x="144008" y="34323"/>
                    <a:pt x="142389" y="34323"/>
                  </a:cubicBezTo>
                  <a:cubicBezTo>
                    <a:pt x="140770" y="34323"/>
                    <a:pt x="140770" y="35069"/>
                    <a:pt x="139556" y="35069"/>
                  </a:cubicBezTo>
                  <a:lnTo>
                    <a:pt x="138747" y="35069"/>
                  </a:lnTo>
                  <a:cubicBezTo>
                    <a:pt x="137937" y="35815"/>
                    <a:pt x="137532" y="36561"/>
                    <a:pt x="136723" y="37308"/>
                  </a:cubicBezTo>
                  <a:cubicBezTo>
                    <a:pt x="136318" y="34323"/>
                    <a:pt x="136318" y="31338"/>
                    <a:pt x="137128" y="28354"/>
                  </a:cubicBezTo>
                  <a:cubicBezTo>
                    <a:pt x="137532" y="28354"/>
                    <a:pt x="138342" y="28354"/>
                    <a:pt x="138747" y="27608"/>
                  </a:cubicBezTo>
                  <a:lnTo>
                    <a:pt x="139556" y="27608"/>
                  </a:lnTo>
                  <a:cubicBezTo>
                    <a:pt x="141175" y="26861"/>
                    <a:pt x="142794" y="26861"/>
                    <a:pt x="144413" y="26115"/>
                  </a:cubicBezTo>
                  <a:cubicBezTo>
                    <a:pt x="144818" y="26115"/>
                    <a:pt x="145222" y="26861"/>
                    <a:pt x="146032" y="26861"/>
                  </a:cubicBezTo>
                  <a:cubicBezTo>
                    <a:pt x="146841" y="27608"/>
                    <a:pt x="147246" y="27608"/>
                    <a:pt x="148055" y="27608"/>
                  </a:cubicBezTo>
                  <a:cubicBezTo>
                    <a:pt x="148055" y="30592"/>
                    <a:pt x="147651" y="32085"/>
                    <a:pt x="146841" y="32831"/>
                  </a:cubicBezTo>
                  <a:close/>
                  <a:moveTo>
                    <a:pt x="139151" y="153707"/>
                  </a:moveTo>
                  <a:cubicBezTo>
                    <a:pt x="139556" y="154454"/>
                    <a:pt x="139961" y="155200"/>
                    <a:pt x="139961" y="155946"/>
                  </a:cubicBezTo>
                  <a:cubicBezTo>
                    <a:pt x="139961" y="156692"/>
                    <a:pt x="140366" y="156692"/>
                    <a:pt x="140366" y="157438"/>
                  </a:cubicBezTo>
                  <a:cubicBezTo>
                    <a:pt x="139961" y="157438"/>
                    <a:pt x="139961" y="157438"/>
                    <a:pt x="139961" y="158184"/>
                  </a:cubicBezTo>
                  <a:lnTo>
                    <a:pt x="139151" y="158184"/>
                  </a:lnTo>
                  <a:cubicBezTo>
                    <a:pt x="137937" y="158931"/>
                    <a:pt x="136723" y="158184"/>
                    <a:pt x="135509" y="157438"/>
                  </a:cubicBezTo>
                  <a:cubicBezTo>
                    <a:pt x="134295" y="155946"/>
                    <a:pt x="133485" y="154454"/>
                    <a:pt x="132676" y="152215"/>
                  </a:cubicBezTo>
                  <a:cubicBezTo>
                    <a:pt x="132271" y="150723"/>
                    <a:pt x="131461" y="149977"/>
                    <a:pt x="131057" y="148484"/>
                  </a:cubicBezTo>
                  <a:cubicBezTo>
                    <a:pt x="130652" y="147738"/>
                    <a:pt x="130247" y="146992"/>
                    <a:pt x="129438" y="146246"/>
                  </a:cubicBezTo>
                  <a:cubicBezTo>
                    <a:pt x="129842" y="146246"/>
                    <a:pt x="129842" y="146246"/>
                    <a:pt x="129842" y="145500"/>
                  </a:cubicBezTo>
                  <a:cubicBezTo>
                    <a:pt x="130247" y="145500"/>
                    <a:pt x="130652" y="145500"/>
                    <a:pt x="130652" y="144754"/>
                  </a:cubicBezTo>
                  <a:cubicBezTo>
                    <a:pt x="131057" y="144754"/>
                    <a:pt x="131866" y="144007"/>
                    <a:pt x="132271" y="144007"/>
                  </a:cubicBezTo>
                  <a:cubicBezTo>
                    <a:pt x="136723" y="144754"/>
                    <a:pt x="137937" y="149231"/>
                    <a:pt x="139151" y="153707"/>
                  </a:cubicBezTo>
                  <a:close/>
                  <a:moveTo>
                    <a:pt x="135509" y="41785"/>
                  </a:moveTo>
                  <a:cubicBezTo>
                    <a:pt x="134699" y="46261"/>
                    <a:pt x="134699" y="51484"/>
                    <a:pt x="135509" y="55961"/>
                  </a:cubicBezTo>
                  <a:cubicBezTo>
                    <a:pt x="134699" y="60438"/>
                    <a:pt x="134699" y="64915"/>
                    <a:pt x="135509" y="69392"/>
                  </a:cubicBezTo>
                  <a:cubicBezTo>
                    <a:pt x="134699" y="73869"/>
                    <a:pt x="134699" y="79092"/>
                    <a:pt x="135509" y="83569"/>
                  </a:cubicBezTo>
                  <a:cubicBezTo>
                    <a:pt x="134699" y="88046"/>
                    <a:pt x="134699" y="92523"/>
                    <a:pt x="135509" y="97000"/>
                  </a:cubicBezTo>
                  <a:cubicBezTo>
                    <a:pt x="135104" y="101477"/>
                    <a:pt x="135104" y="106700"/>
                    <a:pt x="135509" y="111177"/>
                  </a:cubicBezTo>
                  <a:cubicBezTo>
                    <a:pt x="134699" y="115654"/>
                    <a:pt x="134699" y="120877"/>
                    <a:pt x="135509" y="125354"/>
                  </a:cubicBezTo>
                  <a:cubicBezTo>
                    <a:pt x="134699" y="129831"/>
                    <a:pt x="134699" y="135054"/>
                    <a:pt x="135509" y="139531"/>
                  </a:cubicBezTo>
                  <a:cubicBezTo>
                    <a:pt x="135104" y="140277"/>
                    <a:pt x="135104" y="142515"/>
                    <a:pt x="135104" y="144007"/>
                  </a:cubicBezTo>
                  <a:lnTo>
                    <a:pt x="133080" y="144007"/>
                  </a:lnTo>
                  <a:cubicBezTo>
                    <a:pt x="132676" y="144007"/>
                    <a:pt x="131866" y="144007"/>
                    <a:pt x="131461" y="144754"/>
                  </a:cubicBezTo>
                  <a:cubicBezTo>
                    <a:pt x="130652" y="144754"/>
                    <a:pt x="130247" y="145500"/>
                    <a:pt x="129438" y="145500"/>
                  </a:cubicBezTo>
                  <a:lnTo>
                    <a:pt x="129033" y="145500"/>
                  </a:lnTo>
                  <a:cubicBezTo>
                    <a:pt x="128628" y="146246"/>
                    <a:pt x="128224" y="146246"/>
                    <a:pt x="127819" y="146246"/>
                  </a:cubicBezTo>
                  <a:lnTo>
                    <a:pt x="126200" y="146246"/>
                  </a:lnTo>
                  <a:cubicBezTo>
                    <a:pt x="125390" y="146246"/>
                    <a:pt x="124581" y="146992"/>
                    <a:pt x="123771" y="146992"/>
                  </a:cubicBezTo>
                  <a:lnTo>
                    <a:pt x="120938" y="148484"/>
                  </a:lnTo>
                  <a:lnTo>
                    <a:pt x="120938" y="149231"/>
                  </a:lnTo>
                  <a:cubicBezTo>
                    <a:pt x="120534" y="149231"/>
                    <a:pt x="120129" y="149977"/>
                    <a:pt x="119319" y="149977"/>
                  </a:cubicBezTo>
                  <a:lnTo>
                    <a:pt x="118915" y="149977"/>
                  </a:lnTo>
                  <a:cubicBezTo>
                    <a:pt x="117701" y="149977"/>
                    <a:pt x="116891" y="150723"/>
                    <a:pt x="115677" y="151469"/>
                  </a:cubicBezTo>
                  <a:cubicBezTo>
                    <a:pt x="115272" y="152215"/>
                    <a:pt x="114058" y="152961"/>
                    <a:pt x="112844" y="154454"/>
                  </a:cubicBezTo>
                  <a:cubicBezTo>
                    <a:pt x="112439" y="155200"/>
                    <a:pt x="112034" y="155200"/>
                    <a:pt x="111630" y="156692"/>
                  </a:cubicBezTo>
                  <a:cubicBezTo>
                    <a:pt x="110415" y="156692"/>
                    <a:pt x="109606" y="157438"/>
                    <a:pt x="108796" y="158184"/>
                  </a:cubicBezTo>
                  <a:cubicBezTo>
                    <a:pt x="107987" y="158931"/>
                    <a:pt x="106773" y="160423"/>
                    <a:pt x="105963" y="161915"/>
                  </a:cubicBezTo>
                  <a:lnTo>
                    <a:pt x="105559" y="161915"/>
                  </a:lnTo>
                  <a:cubicBezTo>
                    <a:pt x="105559" y="162661"/>
                    <a:pt x="105154" y="163407"/>
                    <a:pt x="104344" y="164154"/>
                  </a:cubicBezTo>
                  <a:cubicBezTo>
                    <a:pt x="102725" y="164900"/>
                    <a:pt x="101511" y="166392"/>
                    <a:pt x="100702" y="168631"/>
                  </a:cubicBezTo>
                  <a:cubicBezTo>
                    <a:pt x="100297" y="167138"/>
                    <a:pt x="99892" y="165646"/>
                    <a:pt x="99083" y="164154"/>
                  </a:cubicBezTo>
                  <a:cubicBezTo>
                    <a:pt x="98678" y="163407"/>
                    <a:pt x="98273" y="162661"/>
                    <a:pt x="97464" y="161915"/>
                  </a:cubicBezTo>
                  <a:cubicBezTo>
                    <a:pt x="97059" y="161169"/>
                    <a:pt x="95845" y="159677"/>
                    <a:pt x="95036" y="158184"/>
                  </a:cubicBezTo>
                  <a:cubicBezTo>
                    <a:pt x="94631" y="156692"/>
                    <a:pt x="93821" y="155200"/>
                    <a:pt x="93417" y="153707"/>
                  </a:cubicBezTo>
                  <a:cubicBezTo>
                    <a:pt x="92607" y="152215"/>
                    <a:pt x="91393" y="150723"/>
                    <a:pt x="89774" y="148484"/>
                  </a:cubicBezTo>
                  <a:cubicBezTo>
                    <a:pt x="89369" y="147738"/>
                    <a:pt x="88965" y="146992"/>
                    <a:pt x="88965" y="145500"/>
                  </a:cubicBezTo>
                  <a:lnTo>
                    <a:pt x="87346" y="142515"/>
                  </a:lnTo>
                  <a:cubicBezTo>
                    <a:pt x="87346" y="141769"/>
                    <a:pt x="86941" y="141769"/>
                    <a:pt x="86941" y="141769"/>
                  </a:cubicBezTo>
                  <a:cubicBezTo>
                    <a:pt x="86941" y="141023"/>
                    <a:pt x="86536" y="141023"/>
                    <a:pt x="86536" y="141023"/>
                  </a:cubicBezTo>
                  <a:cubicBezTo>
                    <a:pt x="85727" y="140277"/>
                    <a:pt x="85322" y="139531"/>
                    <a:pt x="84917" y="138784"/>
                  </a:cubicBezTo>
                  <a:cubicBezTo>
                    <a:pt x="84108" y="135800"/>
                    <a:pt x="82894" y="133561"/>
                    <a:pt x="81679" y="132069"/>
                  </a:cubicBezTo>
                  <a:lnTo>
                    <a:pt x="80060" y="129084"/>
                  </a:lnTo>
                  <a:lnTo>
                    <a:pt x="79656" y="129084"/>
                  </a:lnTo>
                  <a:lnTo>
                    <a:pt x="79251" y="128338"/>
                  </a:lnTo>
                  <a:cubicBezTo>
                    <a:pt x="78442" y="125354"/>
                    <a:pt x="77227" y="123115"/>
                    <a:pt x="76013" y="121623"/>
                  </a:cubicBezTo>
                  <a:cubicBezTo>
                    <a:pt x="75204" y="120877"/>
                    <a:pt x="74394" y="120131"/>
                    <a:pt x="73585" y="118638"/>
                  </a:cubicBezTo>
                  <a:cubicBezTo>
                    <a:pt x="73180" y="117146"/>
                    <a:pt x="72775" y="114907"/>
                    <a:pt x="71966" y="113415"/>
                  </a:cubicBezTo>
                  <a:cubicBezTo>
                    <a:pt x="71156" y="111923"/>
                    <a:pt x="70347" y="111177"/>
                    <a:pt x="69133" y="109684"/>
                  </a:cubicBezTo>
                  <a:cubicBezTo>
                    <a:pt x="68728" y="108938"/>
                    <a:pt x="68728" y="108938"/>
                    <a:pt x="68323" y="108938"/>
                  </a:cubicBezTo>
                  <a:cubicBezTo>
                    <a:pt x="67514" y="105954"/>
                    <a:pt x="66704" y="103715"/>
                    <a:pt x="65490" y="102223"/>
                  </a:cubicBezTo>
                  <a:cubicBezTo>
                    <a:pt x="65085" y="101477"/>
                    <a:pt x="64681" y="101477"/>
                    <a:pt x="63871" y="100731"/>
                  </a:cubicBezTo>
                  <a:lnTo>
                    <a:pt x="63062" y="99238"/>
                  </a:lnTo>
                  <a:cubicBezTo>
                    <a:pt x="62657" y="97000"/>
                    <a:pt x="61848" y="95508"/>
                    <a:pt x="60633" y="94015"/>
                  </a:cubicBezTo>
                  <a:cubicBezTo>
                    <a:pt x="59824" y="93269"/>
                    <a:pt x="59014" y="91031"/>
                    <a:pt x="57800" y="89538"/>
                  </a:cubicBezTo>
                  <a:cubicBezTo>
                    <a:pt x="57800" y="88792"/>
                    <a:pt x="57396" y="88792"/>
                    <a:pt x="57396" y="88792"/>
                  </a:cubicBezTo>
                  <a:lnTo>
                    <a:pt x="56991" y="88046"/>
                  </a:lnTo>
                  <a:lnTo>
                    <a:pt x="57396" y="87300"/>
                  </a:lnTo>
                  <a:cubicBezTo>
                    <a:pt x="58610" y="85061"/>
                    <a:pt x="59419" y="82077"/>
                    <a:pt x="60229" y="79092"/>
                  </a:cubicBezTo>
                  <a:lnTo>
                    <a:pt x="60633" y="79092"/>
                  </a:lnTo>
                  <a:cubicBezTo>
                    <a:pt x="61848" y="78346"/>
                    <a:pt x="62657" y="77600"/>
                    <a:pt x="63871" y="76854"/>
                  </a:cubicBezTo>
                  <a:cubicBezTo>
                    <a:pt x="64276" y="76108"/>
                    <a:pt x="64681" y="76108"/>
                    <a:pt x="65490" y="75361"/>
                  </a:cubicBezTo>
                  <a:cubicBezTo>
                    <a:pt x="66704" y="73123"/>
                    <a:pt x="67919" y="70884"/>
                    <a:pt x="69133" y="67900"/>
                  </a:cubicBezTo>
                  <a:lnTo>
                    <a:pt x="69537" y="67154"/>
                  </a:lnTo>
                  <a:cubicBezTo>
                    <a:pt x="70347" y="66408"/>
                    <a:pt x="71156" y="66408"/>
                    <a:pt x="71966" y="66408"/>
                  </a:cubicBezTo>
                  <a:cubicBezTo>
                    <a:pt x="73585" y="65661"/>
                    <a:pt x="74799" y="64169"/>
                    <a:pt x="76013" y="61931"/>
                  </a:cubicBezTo>
                  <a:cubicBezTo>
                    <a:pt x="76823" y="60438"/>
                    <a:pt x="78037" y="58946"/>
                    <a:pt x="79251" y="56708"/>
                  </a:cubicBezTo>
                  <a:lnTo>
                    <a:pt x="79656" y="56708"/>
                  </a:lnTo>
                  <a:cubicBezTo>
                    <a:pt x="80060" y="55961"/>
                    <a:pt x="80465" y="55961"/>
                    <a:pt x="81275" y="55961"/>
                  </a:cubicBezTo>
                  <a:cubicBezTo>
                    <a:pt x="82894" y="55215"/>
                    <a:pt x="84513" y="53723"/>
                    <a:pt x="86131" y="51484"/>
                  </a:cubicBezTo>
                  <a:cubicBezTo>
                    <a:pt x="86131" y="50738"/>
                    <a:pt x="86536" y="50738"/>
                    <a:pt x="86536" y="50738"/>
                  </a:cubicBezTo>
                  <a:cubicBezTo>
                    <a:pt x="86941" y="50738"/>
                    <a:pt x="86941" y="50738"/>
                    <a:pt x="86941" y="49992"/>
                  </a:cubicBezTo>
                  <a:cubicBezTo>
                    <a:pt x="87346" y="49246"/>
                    <a:pt x="88155" y="48500"/>
                    <a:pt x="88560" y="47008"/>
                  </a:cubicBezTo>
                  <a:lnTo>
                    <a:pt x="89369" y="47008"/>
                  </a:lnTo>
                  <a:cubicBezTo>
                    <a:pt x="90583" y="47008"/>
                    <a:pt x="91798" y="46261"/>
                    <a:pt x="93012" y="46261"/>
                  </a:cubicBezTo>
                  <a:cubicBezTo>
                    <a:pt x="94631" y="44769"/>
                    <a:pt x="95845" y="44023"/>
                    <a:pt x="97059" y="41785"/>
                  </a:cubicBezTo>
                  <a:cubicBezTo>
                    <a:pt x="97464" y="41038"/>
                    <a:pt x="97869" y="41038"/>
                    <a:pt x="98678" y="40292"/>
                  </a:cubicBezTo>
                  <a:lnTo>
                    <a:pt x="99083" y="39546"/>
                  </a:lnTo>
                  <a:cubicBezTo>
                    <a:pt x="101107" y="40292"/>
                    <a:pt x="103535" y="39546"/>
                    <a:pt x="105559" y="38054"/>
                  </a:cubicBezTo>
                  <a:cubicBezTo>
                    <a:pt x="106368" y="37308"/>
                    <a:pt x="107178" y="36561"/>
                    <a:pt x="108392" y="35069"/>
                  </a:cubicBezTo>
                  <a:lnTo>
                    <a:pt x="110011" y="33577"/>
                  </a:lnTo>
                  <a:cubicBezTo>
                    <a:pt x="110820" y="33577"/>
                    <a:pt x="111630" y="34323"/>
                    <a:pt x="112439" y="34323"/>
                  </a:cubicBezTo>
                  <a:cubicBezTo>
                    <a:pt x="113248" y="34323"/>
                    <a:pt x="114058" y="33577"/>
                    <a:pt x="115272" y="33577"/>
                  </a:cubicBezTo>
                  <a:cubicBezTo>
                    <a:pt x="116486" y="32831"/>
                    <a:pt x="117296" y="32085"/>
                    <a:pt x="118510" y="31338"/>
                  </a:cubicBezTo>
                  <a:cubicBezTo>
                    <a:pt x="119319" y="31338"/>
                    <a:pt x="119724" y="30592"/>
                    <a:pt x="120129" y="30592"/>
                  </a:cubicBezTo>
                  <a:cubicBezTo>
                    <a:pt x="120534" y="29846"/>
                    <a:pt x="120534" y="29846"/>
                    <a:pt x="121343" y="29846"/>
                  </a:cubicBezTo>
                  <a:cubicBezTo>
                    <a:pt x="121748" y="30592"/>
                    <a:pt x="122153" y="30592"/>
                    <a:pt x="122962" y="30592"/>
                  </a:cubicBezTo>
                  <a:cubicBezTo>
                    <a:pt x="123771" y="31338"/>
                    <a:pt x="124581" y="31338"/>
                    <a:pt x="125390" y="31338"/>
                  </a:cubicBezTo>
                  <a:cubicBezTo>
                    <a:pt x="126200" y="31338"/>
                    <a:pt x="127009" y="30592"/>
                    <a:pt x="128224" y="30592"/>
                  </a:cubicBezTo>
                  <a:cubicBezTo>
                    <a:pt x="129033" y="29846"/>
                    <a:pt x="129842" y="29100"/>
                    <a:pt x="130652" y="29100"/>
                  </a:cubicBezTo>
                  <a:cubicBezTo>
                    <a:pt x="131461" y="29100"/>
                    <a:pt x="131866" y="28354"/>
                    <a:pt x="132271" y="28354"/>
                  </a:cubicBezTo>
                  <a:lnTo>
                    <a:pt x="132676" y="28354"/>
                  </a:lnTo>
                  <a:cubicBezTo>
                    <a:pt x="133485" y="29100"/>
                    <a:pt x="133890" y="29100"/>
                    <a:pt x="134699" y="29100"/>
                  </a:cubicBezTo>
                  <a:cubicBezTo>
                    <a:pt x="135104" y="32831"/>
                    <a:pt x="135104" y="37308"/>
                    <a:pt x="135509" y="41785"/>
                  </a:cubicBezTo>
                  <a:close/>
                  <a:moveTo>
                    <a:pt x="59014" y="98492"/>
                  </a:moveTo>
                  <a:cubicBezTo>
                    <a:pt x="59419" y="97000"/>
                    <a:pt x="59419" y="95508"/>
                    <a:pt x="59824" y="94015"/>
                  </a:cubicBezTo>
                  <a:lnTo>
                    <a:pt x="62252" y="98492"/>
                  </a:lnTo>
                  <a:cubicBezTo>
                    <a:pt x="63466" y="100731"/>
                    <a:pt x="63466" y="105208"/>
                    <a:pt x="62252" y="107446"/>
                  </a:cubicBezTo>
                  <a:cubicBezTo>
                    <a:pt x="61038" y="110431"/>
                    <a:pt x="59824" y="113415"/>
                    <a:pt x="59014" y="116400"/>
                  </a:cubicBezTo>
                  <a:cubicBezTo>
                    <a:pt x="58610" y="116400"/>
                    <a:pt x="58610" y="117146"/>
                    <a:pt x="58610" y="117146"/>
                  </a:cubicBezTo>
                  <a:cubicBezTo>
                    <a:pt x="58205" y="117892"/>
                    <a:pt x="58205" y="118638"/>
                    <a:pt x="58205" y="119384"/>
                  </a:cubicBezTo>
                  <a:cubicBezTo>
                    <a:pt x="57396" y="117892"/>
                    <a:pt x="56586" y="117146"/>
                    <a:pt x="56181" y="116400"/>
                  </a:cubicBezTo>
                  <a:cubicBezTo>
                    <a:pt x="53753" y="111923"/>
                    <a:pt x="54562" y="109684"/>
                    <a:pt x="56181" y="105208"/>
                  </a:cubicBezTo>
                  <a:cubicBezTo>
                    <a:pt x="56586" y="104461"/>
                    <a:pt x="56586" y="103715"/>
                    <a:pt x="56991" y="102969"/>
                  </a:cubicBezTo>
                  <a:cubicBezTo>
                    <a:pt x="57396" y="102223"/>
                    <a:pt x="57800" y="101477"/>
                    <a:pt x="58205" y="99984"/>
                  </a:cubicBezTo>
                  <a:cubicBezTo>
                    <a:pt x="58610" y="98492"/>
                    <a:pt x="59014" y="99238"/>
                    <a:pt x="59014" y="98492"/>
                  </a:cubicBezTo>
                  <a:close/>
                  <a:moveTo>
                    <a:pt x="56181" y="99984"/>
                  </a:moveTo>
                  <a:cubicBezTo>
                    <a:pt x="55777" y="100731"/>
                    <a:pt x="54967" y="102969"/>
                    <a:pt x="54562" y="103715"/>
                  </a:cubicBezTo>
                  <a:cubicBezTo>
                    <a:pt x="54158" y="104461"/>
                    <a:pt x="53753" y="106700"/>
                    <a:pt x="53348" y="108192"/>
                  </a:cubicBezTo>
                  <a:cubicBezTo>
                    <a:pt x="52943" y="109684"/>
                    <a:pt x="52943" y="108938"/>
                    <a:pt x="52943" y="110431"/>
                  </a:cubicBezTo>
                  <a:cubicBezTo>
                    <a:pt x="52134" y="108938"/>
                    <a:pt x="50920" y="107446"/>
                    <a:pt x="50110" y="105208"/>
                  </a:cubicBezTo>
                  <a:cubicBezTo>
                    <a:pt x="49706" y="105208"/>
                    <a:pt x="49706" y="104461"/>
                    <a:pt x="49706" y="102969"/>
                  </a:cubicBezTo>
                  <a:cubicBezTo>
                    <a:pt x="49706" y="101477"/>
                    <a:pt x="50110" y="102223"/>
                    <a:pt x="50515" y="102223"/>
                  </a:cubicBezTo>
                  <a:cubicBezTo>
                    <a:pt x="51729" y="99238"/>
                    <a:pt x="52943" y="96254"/>
                    <a:pt x="54158" y="92523"/>
                  </a:cubicBezTo>
                  <a:lnTo>
                    <a:pt x="54562" y="91777"/>
                  </a:lnTo>
                  <a:lnTo>
                    <a:pt x="56181" y="90284"/>
                  </a:lnTo>
                  <a:cubicBezTo>
                    <a:pt x="56586" y="89538"/>
                    <a:pt x="56586" y="89538"/>
                    <a:pt x="57396" y="89538"/>
                  </a:cubicBezTo>
                  <a:cubicBezTo>
                    <a:pt x="59014" y="93269"/>
                    <a:pt x="57800" y="96254"/>
                    <a:pt x="56181" y="99984"/>
                  </a:cubicBezTo>
                  <a:close/>
                  <a:moveTo>
                    <a:pt x="78037" y="263392"/>
                  </a:moveTo>
                  <a:cubicBezTo>
                    <a:pt x="78037" y="264138"/>
                    <a:pt x="78037" y="265630"/>
                    <a:pt x="78442" y="266377"/>
                  </a:cubicBezTo>
                  <a:cubicBezTo>
                    <a:pt x="78037" y="267869"/>
                    <a:pt x="78037" y="270107"/>
                    <a:pt x="78037" y="271600"/>
                  </a:cubicBezTo>
                  <a:cubicBezTo>
                    <a:pt x="78037" y="271600"/>
                    <a:pt x="77632" y="271600"/>
                    <a:pt x="77632" y="270854"/>
                  </a:cubicBezTo>
                  <a:cubicBezTo>
                    <a:pt x="76418" y="270854"/>
                    <a:pt x="75608" y="270107"/>
                    <a:pt x="75204" y="268615"/>
                  </a:cubicBezTo>
                  <a:cubicBezTo>
                    <a:pt x="74799" y="267123"/>
                    <a:pt x="74799" y="267869"/>
                    <a:pt x="74799" y="267123"/>
                  </a:cubicBezTo>
                  <a:cubicBezTo>
                    <a:pt x="74799" y="264884"/>
                    <a:pt x="74394" y="262646"/>
                    <a:pt x="74394" y="260407"/>
                  </a:cubicBezTo>
                  <a:cubicBezTo>
                    <a:pt x="74394" y="258915"/>
                    <a:pt x="73989" y="256677"/>
                    <a:pt x="73989" y="255184"/>
                  </a:cubicBezTo>
                  <a:cubicBezTo>
                    <a:pt x="73989" y="253692"/>
                    <a:pt x="73585" y="251454"/>
                    <a:pt x="73180" y="249961"/>
                  </a:cubicBezTo>
                  <a:lnTo>
                    <a:pt x="73989" y="249961"/>
                  </a:lnTo>
                  <a:cubicBezTo>
                    <a:pt x="75204" y="249215"/>
                    <a:pt x="76823" y="249961"/>
                    <a:pt x="78037" y="250707"/>
                  </a:cubicBezTo>
                  <a:lnTo>
                    <a:pt x="78442" y="251454"/>
                  </a:lnTo>
                  <a:cubicBezTo>
                    <a:pt x="77632" y="255930"/>
                    <a:pt x="77632" y="259661"/>
                    <a:pt x="78037" y="263392"/>
                  </a:cubicBezTo>
                  <a:close/>
                  <a:moveTo>
                    <a:pt x="58610" y="252946"/>
                  </a:moveTo>
                  <a:cubicBezTo>
                    <a:pt x="58205" y="252200"/>
                    <a:pt x="58205" y="251454"/>
                    <a:pt x="58205" y="250707"/>
                  </a:cubicBezTo>
                  <a:lnTo>
                    <a:pt x="58610" y="250707"/>
                  </a:lnTo>
                  <a:cubicBezTo>
                    <a:pt x="59014" y="250707"/>
                    <a:pt x="59014" y="249961"/>
                    <a:pt x="59419" y="249961"/>
                  </a:cubicBezTo>
                  <a:cubicBezTo>
                    <a:pt x="60633" y="249961"/>
                    <a:pt x="61443" y="249961"/>
                    <a:pt x="62657" y="250707"/>
                  </a:cubicBezTo>
                  <a:cubicBezTo>
                    <a:pt x="65895" y="253692"/>
                    <a:pt x="64681" y="261154"/>
                    <a:pt x="65895" y="267869"/>
                  </a:cubicBezTo>
                  <a:cubicBezTo>
                    <a:pt x="66300" y="268615"/>
                    <a:pt x="66300" y="270107"/>
                    <a:pt x="66704" y="270854"/>
                  </a:cubicBezTo>
                  <a:lnTo>
                    <a:pt x="65895" y="270854"/>
                  </a:lnTo>
                  <a:cubicBezTo>
                    <a:pt x="64681" y="271600"/>
                    <a:pt x="63871" y="271600"/>
                    <a:pt x="62657" y="270854"/>
                  </a:cubicBezTo>
                  <a:cubicBezTo>
                    <a:pt x="61848" y="270854"/>
                    <a:pt x="60633" y="270107"/>
                    <a:pt x="60229" y="268615"/>
                  </a:cubicBezTo>
                  <a:cubicBezTo>
                    <a:pt x="60229" y="267869"/>
                    <a:pt x="60229" y="267123"/>
                    <a:pt x="59824" y="267123"/>
                  </a:cubicBezTo>
                  <a:cubicBezTo>
                    <a:pt x="59419" y="265630"/>
                    <a:pt x="59419" y="263392"/>
                    <a:pt x="59419" y="260407"/>
                  </a:cubicBezTo>
                  <a:lnTo>
                    <a:pt x="59419" y="258915"/>
                  </a:lnTo>
                  <a:close/>
                  <a:moveTo>
                    <a:pt x="43230" y="252946"/>
                  </a:moveTo>
                  <a:cubicBezTo>
                    <a:pt x="43230" y="252200"/>
                    <a:pt x="42825" y="251454"/>
                    <a:pt x="42825" y="250707"/>
                  </a:cubicBezTo>
                  <a:lnTo>
                    <a:pt x="43230" y="250707"/>
                  </a:lnTo>
                  <a:cubicBezTo>
                    <a:pt x="43635" y="250707"/>
                    <a:pt x="44039" y="249961"/>
                    <a:pt x="44444" y="249961"/>
                  </a:cubicBezTo>
                  <a:cubicBezTo>
                    <a:pt x="50920" y="249961"/>
                    <a:pt x="49301" y="258169"/>
                    <a:pt x="50515" y="265630"/>
                  </a:cubicBezTo>
                  <a:cubicBezTo>
                    <a:pt x="50515" y="266377"/>
                    <a:pt x="50515" y="267123"/>
                    <a:pt x="50920" y="268615"/>
                  </a:cubicBezTo>
                  <a:cubicBezTo>
                    <a:pt x="51325" y="269361"/>
                    <a:pt x="51325" y="270107"/>
                    <a:pt x="51325" y="271600"/>
                  </a:cubicBezTo>
                  <a:lnTo>
                    <a:pt x="50515" y="271600"/>
                  </a:lnTo>
                  <a:cubicBezTo>
                    <a:pt x="47277" y="272346"/>
                    <a:pt x="46063" y="271600"/>
                    <a:pt x="45254" y="269361"/>
                  </a:cubicBezTo>
                  <a:cubicBezTo>
                    <a:pt x="45254" y="268615"/>
                    <a:pt x="44849" y="268615"/>
                    <a:pt x="44849" y="267869"/>
                  </a:cubicBezTo>
                  <a:cubicBezTo>
                    <a:pt x="44849" y="267123"/>
                    <a:pt x="44444" y="264884"/>
                    <a:pt x="44444" y="263392"/>
                  </a:cubicBezTo>
                  <a:lnTo>
                    <a:pt x="44444" y="261154"/>
                  </a:lnTo>
                  <a:cubicBezTo>
                    <a:pt x="44039" y="258169"/>
                    <a:pt x="43635" y="255184"/>
                    <a:pt x="43230" y="252946"/>
                  </a:cubicBezTo>
                  <a:close/>
                  <a:moveTo>
                    <a:pt x="20970" y="252946"/>
                  </a:moveTo>
                  <a:cubicBezTo>
                    <a:pt x="20970" y="252200"/>
                    <a:pt x="20565" y="251454"/>
                    <a:pt x="20565" y="250707"/>
                  </a:cubicBezTo>
                  <a:lnTo>
                    <a:pt x="20970" y="250707"/>
                  </a:lnTo>
                  <a:cubicBezTo>
                    <a:pt x="21374" y="250707"/>
                    <a:pt x="21779" y="249961"/>
                    <a:pt x="22184" y="249961"/>
                  </a:cubicBezTo>
                  <a:cubicBezTo>
                    <a:pt x="25826" y="249961"/>
                    <a:pt x="27041" y="252946"/>
                    <a:pt x="27445" y="256677"/>
                  </a:cubicBezTo>
                  <a:lnTo>
                    <a:pt x="28660" y="267869"/>
                  </a:lnTo>
                  <a:lnTo>
                    <a:pt x="28660" y="268615"/>
                  </a:lnTo>
                  <a:cubicBezTo>
                    <a:pt x="29064" y="269361"/>
                    <a:pt x="29064" y="270107"/>
                    <a:pt x="29064" y="270854"/>
                  </a:cubicBezTo>
                  <a:lnTo>
                    <a:pt x="27445" y="270854"/>
                  </a:lnTo>
                  <a:cubicBezTo>
                    <a:pt x="22993" y="271600"/>
                    <a:pt x="22993" y="269361"/>
                    <a:pt x="22184" y="261900"/>
                  </a:cubicBezTo>
                  <a:lnTo>
                    <a:pt x="22184" y="261154"/>
                  </a:lnTo>
                  <a:cubicBezTo>
                    <a:pt x="21779" y="258169"/>
                    <a:pt x="21374" y="255184"/>
                    <a:pt x="20970" y="252946"/>
                  </a:cubicBezTo>
                  <a:close/>
                  <a:moveTo>
                    <a:pt x="28660" y="252946"/>
                  </a:moveTo>
                  <a:cubicBezTo>
                    <a:pt x="28660" y="252200"/>
                    <a:pt x="28255" y="251454"/>
                    <a:pt x="28255" y="250707"/>
                  </a:cubicBezTo>
                  <a:lnTo>
                    <a:pt x="28660" y="250707"/>
                  </a:lnTo>
                  <a:cubicBezTo>
                    <a:pt x="29874" y="249961"/>
                    <a:pt x="31088" y="250707"/>
                    <a:pt x="32302" y="251454"/>
                  </a:cubicBezTo>
                  <a:cubicBezTo>
                    <a:pt x="33112" y="251454"/>
                    <a:pt x="33516" y="252200"/>
                    <a:pt x="33921" y="252946"/>
                  </a:cubicBezTo>
                  <a:cubicBezTo>
                    <a:pt x="35540" y="256677"/>
                    <a:pt x="34731" y="263392"/>
                    <a:pt x="35945" y="268615"/>
                  </a:cubicBezTo>
                  <a:lnTo>
                    <a:pt x="35945" y="269361"/>
                  </a:lnTo>
                  <a:cubicBezTo>
                    <a:pt x="36349" y="270107"/>
                    <a:pt x="36349" y="270854"/>
                    <a:pt x="36349" y="271600"/>
                  </a:cubicBezTo>
                  <a:lnTo>
                    <a:pt x="35945" y="271600"/>
                  </a:lnTo>
                  <a:cubicBezTo>
                    <a:pt x="35135" y="271600"/>
                    <a:pt x="34326" y="272346"/>
                    <a:pt x="33921" y="272346"/>
                  </a:cubicBezTo>
                  <a:cubicBezTo>
                    <a:pt x="33516" y="272346"/>
                    <a:pt x="32707" y="272346"/>
                    <a:pt x="32302" y="271600"/>
                  </a:cubicBezTo>
                  <a:cubicBezTo>
                    <a:pt x="29874" y="270854"/>
                    <a:pt x="29874" y="267869"/>
                    <a:pt x="29469" y="261154"/>
                  </a:cubicBezTo>
                  <a:cubicBezTo>
                    <a:pt x="29469" y="258169"/>
                    <a:pt x="29064" y="255184"/>
                    <a:pt x="28660" y="252946"/>
                  </a:cubicBezTo>
                  <a:close/>
                  <a:moveTo>
                    <a:pt x="35945" y="252946"/>
                  </a:moveTo>
                  <a:cubicBezTo>
                    <a:pt x="35540" y="252200"/>
                    <a:pt x="35540" y="251454"/>
                    <a:pt x="35540" y="250707"/>
                  </a:cubicBezTo>
                  <a:lnTo>
                    <a:pt x="35945" y="250707"/>
                  </a:lnTo>
                  <a:cubicBezTo>
                    <a:pt x="37159" y="249961"/>
                    <a:pt x="38373" y="250707"/>
                    <a:pt x="39587" y="251454"/>
                  </a:cubicBezTo>
                  <a:cubicBezTo>
                    <a:pt x="39992" y="251454"/>
                    <a:pt x="40397" y="252200"/>
                    <a:pt x="41206" y="252200"/>
                  </a:cubicBezTo>
                  <a:cubicBezTo>
                    <a:pt x="41611" y="252946"/>
                    <a:pt x="41611" y="254438"/>
                    <a:pt x="42016" y="255184"/>
                  </a:cubicBezTo>
                  <a:cubicBezTo>
                    <a:pt x="42420" y="258915"/>
                    <a:pt x="42420" y="264138"/>
                    <a:pt x="43230" y="268615"/>
                  </a:cubicBezTo>
                  <a:cubicBezTo>
                    <a:pt x="43635" y="269361"/>
                    <a:pt x="43635" y="270854"/>
                    <a:pt x="44039" y="271600"/>
                  </a:cubicBezTo>
                  <a:lnTo>
                    <a:pt x="43230" y="271600"/>
                  </a:lnTo>
                  <a:cubicBezTo>
                    <a:pt x="42825" y="271600"/>
                    <a:pt x="42420" y="271600"/>
                    <a:pt x="42016" y="272346"/>
                  </a:cubicBezTo>
                  <a:lnTo>
                    <a:pt x="41206" y="272346"/>
                  </a:lnTo>
                  <a:cubicBezTo>
                    <a:pt x="40801" y="272346"/>
                    <a:pt x="40397" y="272346"/>
                    <a:pt x="39587" y="271600"/>
                  </a:cubicBezTo>
                  <a:cubicBezTo>
                    <a:pt x="37159" y="270854"/>
                    <a:pt x="37159" y="267869"/>
                    <a:pt x="36754" y="261154"/>
                  </a:cubicBezTo>
                  <a:cubicBezTo>
                    <a:pt x="36754" y="258169"/>
                    <a:pt x="36349" y="255184"/>
                    <a:pt x="35945" y="252946"/>
                  </a:cubicBezTo>
                  <a:close/>
                  <a:moveTo>
                    <a:pt x="50515" y="250707"/>
                  </a:moveTo>
                  <a:cubicBezTo>
                    <a:pt x="51729" y="249215"/>
                    <a:pt x="53348" y="249961"/>
                    <a:pt x="54562" y="250707"/>
                  </a:cubicBezTo>
                  <a:cubicBezTo>
                    <a:pt x="55372" y="250707"/>
                    <a:pt x="55777" y="251454"/>
                    <a:pt x="56181" y="252946"/>
                  </a:cubicBezTo>
                  <a:cubicBezTo>
                    <a:pt x="57800" y="256677"/>
                    <a:pt x="56991" y="262646"/>
                    <a:pt x="58205" y="267869"/>
                  </a:cubicBezTo>
                  <a:cubicBezTo>
                    <a:pt x="58205" y="268615"/>
                    <a:pt x="58610" y="270107"/>
                    <a:pt x="58610" y="270854"/>
                  </a:cubicBezTo>
                  <a:lnTo>
                    <a:pt x="58205" y="270854"/>
                  </a:lnTo>
                  <a:cubicBezTo>
                    <a:pt x="57396" y="270854"/>
                    <a:pt x="56586" y="271600"/>
                    <a:pt x="56181" y="271600"/>
                  </a:cubicBezTo>
                  <a:cubicBezTo>
                    <a:pt x="55777" y="271600"/>
                    <a:pt x="54967" y="271600"/>
                    <a:pt x="54562" y="270854"/>
                  </a:cubicBezTo>
                  <a:cubicBezTo>
                    <a:pt x="53753" y="270854"/>
                    <a:pt x="52943" y="270107"/>
                    <a:pt x="52943" y="268615"/>
                  </a:cubicBezTo>
                  <a:cubicBezTo>
                    <a:pt x="52539" y="267869"/>
                    <a:pt x="52539" y="267869"/>
                    <a:pt x="52539" y="267123"/>
                  </a:cubicBezTo>
                  <a:cubicBezTo>
                    <a:pt x="52539" y="264884"/>
                    <a:pt x="52134" y="262646"/>
                    <a:pt x="52134" y="260407"/>
                  </a:cubicBezTo>
                  <a:cubicBezTo>
                    <a:pt x="51729" y="257423"/>
                    <a:pt x="51325" y="253692"/>
                    <a:pt x="50515" y="250707"/>
                  </a:cubicBezTo>
                  <a:close/>
                  <a:moveTo>
                    <a:pt x="65895" y="252946"/>
                  </a:moveTo>
                  <a:cubicBezTo>
                    <a:pt x="65895" y="252200"/>
                    <a:pt x="65490" y="251454"/>
                    <a:pt x="65490" y="250707"/>
                  </a:cubicBezTo>
                  <a:lnTo>
                    <a:pt x="65895" y="250707"/>
                  </a:lnTo>
                  <a:cubicBezTo>
                    <a:pt x="66300" y="249961"/>
                    <a:pt x="66704" y="249961"/>
                    <a:pt x="67514" y="249961"/>
                  </a:cubicBezTo>
                  <a:cubicBezTo>
                    <a:pt x="69133" y="249215"/>
                    <a:pt x="70347" y="250707"/>
                    <a:pt x="71156" y="252946"/>
                  </a:cubicBezTo>
                  <a:cubicBezTo>
                    <a:pt x="72775" y="255930"/>
                    <a:pt x="72371" y="262646"/>
                    <a:pt x="73585" y="268615"/>
                  </a:cubicBezTo>
                  <a:cubicBezTo>
                    <a:pt x="73585" y="269361"/>
                    <a:pt x="73989" y="269361"/>
                    <a:pt x="73989" y="270854"/>
                  </a:cubicBezTo>
                  <a:cubicBezTo>
                    <a:pt x="73989" y="270854"/>
                    <a:pt x="74394" y="270854"/>
                    <a:pt x="74394" y="271600"/>
                  </a:cubicBezTo>
                  <a:lnTo>
                    <a:pt x="73989" y="271600"/>
                  </a:lnTo>
                  <a:cubicBezTo>
                    <a:pt x="73180" y="271600"/>
                    <a:pt x="72371" y="272346"/>
                    <a:pt x="71156" y="272346"/>
                  </a:cubicBezTo>
                  <a:cubicBezTo>
                    <a:pt x="69942" y="272346"/>
                    <a:pt x="68728" y="271600"/>
                    <a:pt x="67919" y="269361"/>
                  </a:cubicBezTo>
                  <a:cubicBezTo>
                    <a:pt x="67919" y="268615"/>
                    <a:pt x="67514" y="268615"/>
                    <a:pt x="67514" y="267869"/>
                  </a:cubicBezTo>
                  <a:cubicBezTo>
                    <a:pt x="67109" y="267123"/>
                    <a:pt x="67109" y="265630"/>
                    <a:pt x="67109" y="264884"/>
                  </a:cubicBezTo>
                  <a:cubicBezTo>
                    <a:pt x="66704" y="264138"/>
                    <a:pt x="66704" y="262646"/>
                    <a:pt x="66704" y="261900"/>
                  </a:cubicBezTo>
                  <a:cubicBezTo>
                    <a:pt x="66704" y="258169"/>
                    <a:pt x="66300" y="255184"/>
                    <a:pt x="65895" y="252946"/>
                  </a:cubicBezTo>
                  <a:close/>
                  <a:moveTo>
                    <a:pt x="16518" y="250707"/>
                  </a:moveTo>
                  <a:lnTo>
                    <a:pt x="16922" y="250707"/>
                  </a:lnTo>
                  <a:cubicBezTo>
                    <a:pt x="17732" y="251454"/>
                    <a:pt x="18541" y="252946"/>
                    <a:pt x="19351" y="254438"/>
                  </a:cubicBezTo>
                  <a:cubicBezTo>
                    <a:pt x="20160" y="258169"/>
                    <a:pt x="19755" y="263392"/>
                    <a:pt x="20970" y="268615"/>
                  </a:cubicBezTo>
                  <a:cubicBezTo>
                    <a:pt x="20970" y="268615"/>
                    <a:pt x="20970" y="269361"/>
                    <a:pt x="21374" y="269361"/>
                  </a:cubicBezTo>
                  <a:cubicBezTo>
                    <a:pt x="21374" y="270107"/>
                    <a:pt x="21779" y="270854"/>
                    <a:pt x="21779" y="271600"/>
                  </a:cubicBezTo>
                  <a:lnTo>
                    <a:pt x="20970" y="271600"/>
                  </a:lnTo>
                  <a:cubicBezTo>
                    <a:pt x="20565" y="271600"/>
                    <a:pt x="19755" y="271600"/>
                    <a:pt x="19351" y="272346"/>
                  </a:cubicBezTo>
                  <a:cubicBezTo>
                    <a:pt x="18541" y="272346"/>
                    <a:pt x="17732" y="272346"/>
                    <a:pt x="16922" y="271600"/>
                  </a:cubicBezTo>
                  <a:lnTo>
                    <a:pt x="16518" y="271600"/>
                  </a:lnTo>
                  <a:cubicBezTo>
                    <a:pt x="16922" y="267123"/>
                    <a:pt x="16518" y="261900"/>
                    <a:pt x="15303" y="257423"/>
                  </a:cubicBezTo>
                  <a:cubicBezTo>
                    <a:pt x="16113" y="255184"/>
                    <a:pt x="16518" y="252946"/>
                    <a:pt x="16518" y="250707"/>
                  </a:cubicBezTo>
                  <a:close/>
                  <a:moveTo>
                    <a:pt x="65490" y="464107"/>
                  </a:moveTo>
                  <a:lnTo>
                    <a:pt x="65490" y="476046"/>
                  </a:lnTo>
                  <a:lnTo>
                    <a:pt x="65085" y="476046"/>
                  </a:lnTo>
                  <a:cubicBezTo>
                    <a:pt x="64276" y="475299"/>
                    <a:pt x="63062" y="474553"/>
                    <a:pt x="62252" y="473061"/>
                  </a:cubicBezTo>
                  <a:cubicBezTo>
                    <a:pt x="60633" y="471569"/>
                    <a:pt x="59824" y="469330"/>
                    <a:pt x="59014" y="466346"/>
                  </a:cubicBezTo>
                  <a:cubicBezTo>
                    <a:pt x="58205" y="461869"/>
                    <a:pt x="58205" y="457392"/>
                    <a:pt x="59014" y="453661"/>
                  </a:cubicBezTo>
                  <a:cubicBezTo>
                    <a:pt x="59419" y="450676"/>
                    <a:pt x="59824" y="446946"/>
                    <a:pt x="59419" y="443961"/>
                  </a:cubicBezTo>
                  <a:cubicBezTo>
                    <a:pt x="60229" y="444707"/>
                    <a:pt x="61443" y="445453"/>
                    <a:pt x="62252" y="446946"/>
                  </a:cubicBezTo>
                  <a:cubicBezTo>
                    <a:pt x="63466" y="448438"/>
                    <a:pt x="64681" y="451423"/>
                    <a:pt x="65490" y="453661"/>
                  </a:cubicBezTo>
                  <a:lnTo>
                    <a:pt x="65490" y="454407"/>
                  </a:lnTo>
                  <a:cubicBezTo>
                    <a:pt x="65895" y="457392"/>
                    <a:pt x="65895" y="460376"/>
                    <a:pt x="65490" y="464107"/>
                  </a:cubicBezTo>
                  <a:close/>
                  <a:moveTo>
                    <a:pt x="76013" y="487238"/>
                  </a:moveTo>
                  <a:lnTo>
                    <a:pt x="73585" y="485746"/>
                  </a:lnTo>
                  <a:lnTo>
                    <a:pt x="70752" y="482761"/>
                  </a:lnTo>
                  <a:cubicBezTo>
                    <a:pt x="65895" y="475299"/>
                    <a:pt x="69537" y="464853"/>
                    <a:pt x="68728" y="455899"/>
                  </a:cubicBezTo>
                  <a:cubicBezTo>
                    <a:pt x="69537" y="456646"/>
                    <a:pt x="69942" y="457392"/>
                    <a:pt x="70752" y="458138"/>
                  </a:cubicBezTo>
                  <a:cubicBezTo>
                    <a:pt x="71561" y="458884"/>
                    <a:pt x="72775" y="460376"/>
                    <a:pt x="73585" y="461123"/>
                  </a:cubicBezTo>
                  <a:cubicBezTo>
                    <a:pt x="74394" y="461869"/>
                    <a:pt x="74799" y="463361"/>
                    <a:pt x="75204" y="464107"/>
                  </a:cubicBezTo>
                  <a:cubicBezTo>
                    <a:pt x="76013" y="472315"/>
                    <a:pt x="74799" y="480523"/>
                    <a:pt x="76013" y="487238"/>
                  </a:cubicBezTo>
                  <a:close/>
                  <a:moveTo>
                    <a:pt x="86536" y="496938"/>
                  </a:moveTo>
                  <a:cubicBezTo>
                    <a:pt x="85322" y="496192"/>
                    <a:pt x="84108" y="495446"/>
                    <a:pt x="82894" y="493953"/>
                  </a:cubicBezTo>
                  <a:cubicBezTo>
                    <a:pt x="82489" y="493207"/>
                    <a:pt x="81679" y="493207"/>
                    <a:pt x="81275" y="492461"/>
                  </a:cubicBezTo>
                  <a:cubicBezTo>
                    <a:pt x="80870" y="492461"/>
                    <a:pt x="80870" y="492461"/>
                    <a:pt x="80870" y="491715"/>
                  </a:cubicBezTo>
                  <a:cubicBezTo>
                    <a:pt x="76013" y="484999"/>
                    <a:pt x="79251" y="474553"/>
                    <a:pt x="78037" y="466346"/>
                  </a:cubicBezTo>
                  <a:cubicBezTo>
                    <a:pt x="79251" y="467092"/>
                    <a:pt x="80060" y="467838"/>
                    <a:pt x="80870" y="468584"/>
                  </a:cubicBezTo>
                  <a:lnTo>
                    <a:pt x="81275" y="468584"/>
                  </a:lnTo>
                  <a:cubicBezTo>
                    <a:pt x="81679" y="469330"/>
                    <a:pt x="82489" y="469330"/>
                    <a:pt x="82894" y="470076"/>
                  </a:cubicBezTo>
                  <a:cubicBezTo>
                    <a:pt x="83703" y="470823"/>
                    <a:pt x="84513" y="472315"/>
                    <a:pt x="84917" y="473807"/>
                  </a:cubicBezTo>
                  <a:cubicBezTo>
                    <a:pt x="86536" y="482015"/>
                    <a:pt x="85727" y="490969"/>
                    <a:pt x="86536" y="496938"/>
                  </a:cubicBezTo>
                  <a:close/>
                  <a:moveTo>
                    <a:pt x="87750" y="471569"/>
                  </a:moveTo>
                  <a:lnTo>
                    <a:pt x="86941" y="471569"/>
                  </a:lnTo>
                  <a:cubicBezTo>
                    <a:pt x="85727" y="468584"/>
                    <a:pt x="84513" y="467092"/>
                    <a:pt x="82894" y="464853"/>
                  </a:cubicBezTo>
                  <a:cubicBezTo>
                    <a:pt x="82489" y="464107"/>
                    <a:pt x="82084" y="464107"/>
                    <a:pt x="81275" y="464107"/>
                  </a:cubicBezTo>
                  <a:lnTo>
                    <a:pt x="80870" y="464107"/>
                  </a:lnTo>
                  <a:lnTo>
                    <a:pt x="77227" y="461869"/>
                  </a:lnTo>
                  <a:lnTo>
                    <a:pt x="76823" y="461869"/>
                  </a:lnTo>
                  <a:cubicBezTo>
                    <a:pt x="76013" y="458884"/>
                    <a:pt x="74394" y="456646"/>
                    <a:pt x="73180" y="455153"/>
                  </a:cubicBezTo>
                  <a:cubicBezTo>
                    <a:pt x="72371" y="454407"/>
                    <a:pt x="71561" y="453661"/>
                    <a:pt x="70347" y="452915"/>
                  </a:cubicBezTo>
                  <a:cubicBezTo>
                    <a:pt x="69537" y="452169"/>
                    <a:pt x="68323" y="451423"/>
                    <a:pt x="67514" y="450676"/>
                  </a:cubicBezTo>
                  <a:lnTo>
                    <a:pt x="66704" y="447692"/>
                  </a:lnTo>
                  <a:lnTo>
                    <a:pt x="65085" y="444707"/>
                  </a:lnTo>
                  <a:cubicBezTo>
                    <a:pt x="64276" y="443215"/>
                    <a:pt x="63466" y="441723"/>
                    <a:pt x="61848" y="440230"/>
                  </a:cubicBezTo>
                  <a:cubicBezTo>
                    <a:pt x="60633" y="439484"/>
                    <a:pt x="59824" y="438738"/>
                    <a:pt x="58610" y="437246"/>
                  </a:cubicBezTo>
                  <a:lnTo>
                    <a:pt x="58610" y="436500"/>
                  </a:lnTo>
                  <a:lnTo>
                    <a:pt x="57800" y="433515"/>
                  </a:lnTo>
                  <a:cubicBezTo>
                    <a:pt x="58205" y="433515"/>
                    <a:pt x="58205" y="432769"/>
                    <a:pt x="58610" y="432769"/>
                  </a:cubicBezTo>
                  <a:cubicBezTo>
                    <a:pt x="59824" y="430530"/>
                    <a:pt x="61038" y="428292"/>
                    <a:pt x="61848" y="426053"/>
                  </a:cubicBezTo>
                  <a:lnTo>
                    <a:pt x="62657" y="424561"/>
                  </a:lnTo>
                  <a:cubicBezTo>
                    <a:pt x="63466" y="423815"/>
                    <a:pt x="64276" y="422323"/>
                    <a:pt x="65085" y="420830"/>
                  </a:cubicBezTo>
                  <a:cubicBezTo>
                    <a:pt x="65490" y="420084"/>
                    <a:pt x="65895" y="419338"/>
                    <a:pt x="66704" y="418592"/>
                  </a:cubicBezTo>
                  <a:cubicBezTo>
                    <a:pt x="67109" y="417100"/>
                    <a:pt x="67514" y="415607"/>
                    <a:pt x="68323" y="414861"/>
                  </a:cubicBezTo>
                  <a:cubicBezTo>
                    <a:pt x="69133" y="414115"/>
                    <a:pt x="69942" y="412623"/>
                    <a:pt x="70752" y="411130"/>
                  </a:cubicBezTo>
                  <a:cubicBezTo>
                    <a:pt x="71966" y="409638"/>
                    <a:pt x="72775" y="407400"/>
                    <a:pt x="73585" y="405161"/>
                  </a:cubicBezTo>
                  <a:cubicBezTo>
                    <a:pt x="73989" y="405161"/>
                    <a:pt x="73989" y="405161"/>
                    <a:pt x="73989" y="404415"/>
                  </a:cubicBezTo>
                  <a:cubicBezTo>
                    <a:pt x="75608" y="402923"/>
                    <a:pt x="76823" y="401430"/>
                    <a:pt x="77632" y="398446"/>
                  </a:cubicBezTo>
                  <a:cubicBezTo>
                    <a:pt x="78037" y="396953"/>
                    <a:pt x="78846" y="396207"/>
                    <a:pt x="79251" y="394715"/>
                  </a:cubicBezTo>
                  <a:cubicBezTo>
                    <a:pt x="80060" y="393969"/>
                    <a:pt x="80870" y="393223"/>
                    <a:pt x="81275" y="392476"/>
                  </a:cubicBezTo>
                  <a:cubicBezTo>
                    <a:pt x="81275" y="392476"/>
                    <a:pt x="81275" y="391730"/>
                    <a:pt x="81679" y="391730"/>
                  </a:cubicBezTo>
                  <a:lnTo>
                    <a:pt x="83298" y="388746"/>
                  </a:lnTo>
                  <a:cubicBezTo>
                    <a:pt x="84108" y="388000"/>
                    <a:pt x="84513" y="386507"/>
                    <a:pt x="84917" y="385015"/>
                  </a:cubicBezTo>
                  <a:cubicBezTo>
                    <a:pt x="86131" y="384269"/>
                    <a:pt x="87346" y="382030"/>
                    <a:pt x="88155" y="380538"/>
                  </a:cubicBezTo>
                  <a:cubicBezTo>
                    <a:pt x="88155" y="379792"/>
                    <a:pt x="88560" y="379792"/>
                    <a:pt x="88560" y="379792"/>
                  </a:cubicBezTo>
                  <a:cubicBezTo>
                    <a:pt x="88560" y="379792"/>
                    <a:pt x="88965" y="379046"/>
                    <a:pt x="88965" y="378300"/>
                  </a:cubicBezTo>
                  <a:lnTo>
                    <a:pt x="90179" y="376061"/>
                  </a:lnTo>
                  <a:lnTo>
                    <a:pt x="90583" y="375315"/>
                  </a:lnTo>
                  <a:lnTo>
                    <a:pt x="91393" y="373823"/>
                  </a:lnTo>
                  <a:cubicBezTo>
                    <a:pt x="92607" y="373076"/>
                    <a:pt x="93417" y="370092"/>
                    <a:pt x="95036" y="367107"/>
                  </a:cubicBezTo>
                  <a:lnTo>
                    <a:pt x="95036" y="366361"/>
                  </a:lnTo>
                  <a:lnTo>
                    <a:pt x="95440" y="366361"/>
                  </a:lnTo>
                  <a:cubicBezTo>
                    <a:pt x="97059" y="364869"/>
                    <a:pt x="98273" y="362630"/>
                    <a:pt x="99083" y="359646"/>
                  </a:cubicBezTo>
                  <a:cubicBezTo>
                    <a:pt x="99488" y="358900"/>
                    <a:pt x="99892" y="357407"/>
                    <a:pt x="100702" y="356661"/>
                  </a:cubicBezTo>
                  <a:cubicBezTo>
                    <a:pt x="101511" y="355915"/>
                    <a:pt x="101916" y="355169"/>
                    <a:pt x="102321" y="353677"/>
                  </a:cubicBezTo>
                  <a:cubicBezTo>
                    <a:pt x="102321" y="353677"/>
                    <a:pt x="102321" y="354423"/>
                    <a:pt x="102725" y="354423"/>
                  </a:cubicBezTo>
                  <a:cubicBezTo>
                    <a:pt x="103130" y="354423"/>
                    <a:pt x="103535" y="355169"/>
                    <a:pt x="104344" y="355915"/>
                  </a:cubicBezTo>
                  <a:cubicBezTo>
                    <a:pt x="105154" y="358153"/>
                    <a:pt x="106368" y="359646"/>
                    <a:pt x="107582" y="361138"/>
                  </a:cubicBezTo>
                  <a:cubicBezTo>
                    <a:pt x="108392" y="361884"/>
                    <a:pt x="108796" y="362630"/>
                    <a:pt x="109606" y="363376"/>
                  </a:cubicBezTo>
                  <a:cubicBezTo>
                    <a:pt x="110011" y="363376"/>
                    <a:pt x="110011" y="363376"/>
                    <a:pt x="110011" y="364123"/>
                  </a:cubicBezTo>
                  <a:cubicBezTo>
                    <a:pt x="110415" y="364123"/>
                    <a:pt x="110415" y="364869"/>
                    <a:pt x="110820" y="364869"/>
                  </a:cubicBezTo>
                  <a:cubicBezTo>
                    <a:pt x="111630" y="366361"/>
                    <a:pt x="112844" y="367853"/>
                    <a:pt x="114058" y="369346"/>
                  </a:cubicBezTo>
                  <a:cubicBezTo>
                    <a:pt x="114867" y="370092"/>
                    <a:pt x="115677" y="370838"/>
                    <a:pt x="116891" y="370838"/>
                  </a:cubicBezTo>
                  <a:cubicBezTo>
                    <a:pt x="117296" y="370838"/>
                    <a:pt x="117701" y="370838"/>
                    <a:pt x="118510" y="371584"/>
                  </a:cubicBezTo>
                  <a:cubicBezTo>
                    <a:pt x="118915" y="372330"/>
                    <a:pt x="119724" y="373076"/>
                    <a:pt x="120129" y="373823"/>
                  </a:cubicBezTo>
                  <a:cubicBezTo>
                    <a:pt x="120534" y="374569"/>
                    <a:pt x="121343" y="374569"/>
                    <a:pt x="121748" y="374569"/>
                  </a:cubicBezTo>
                  <a:cubicBezTo>
                    <a:pt x="122557" y="375315"/>
                    <a:pt x="123367" y="376061"/>
                    <a:pt x="124581" y="376061"/>
                  </a:cubicBezTo>
                  <a:lnTo>
                    <a:pt x="126200" y="376061"/>
                  </a:lnTo>
                  <a:lnTo>
                    <a:pt x="126605" y="376807"/>
                  </a:lnTo>
                  <a:cubicBezTo>
                    <a:pt x="127414" y="377553"/>
                    <a:pt x="128224" y="378300"/>
                    <a:pt x="129438" y="378300"/>
                  </a:cubicBezTo>
                  <a:cubicBezTo>
                    <a:pt x="129842" y="378300"/>
                    <a:pt x="131057" y="379046"/>
                    <a:pt x="131866" y="379046"/>
                  </a:cubicBezTo>
                  <a:lnTo>
                    <a:pt x="134295" y="379046"/>
                  </a:lnTo>
                  <a:cubicBezTo>
                    <a:pt x="135104" y="379792"/>
                    <a:pt x="135509" y="379792"/>
                    <a:pt x="136318" y="379792"/>
                  </a:cubicBezTo>
                  <a:cubicBezTo>
                    <a:pt x="135913" y="384269"/>
                    <a:pt x="135913" y="388746"/>
                    <a:pt x="136318" y="393223"/>
                  </a:cubicBezTo>
                  <a:cubicBezTo>
                    <a:pt x="135913" y="397700"/>
                    <a:pt x="135913" y="402923"/>
                    <a:pt x="136318" y="407400"/>
                  </a:cubicBezTo>
                  <a:cubicBezTo>
                    <a:pt x="135509" y="411876"/>
                    <a:pt x="135509" y="417100"/>
                    <a:pt x="136318" y="421576"/>
                  </a:cubicBezTo>
                  <a:cubicBezTo>
                    <a:pt x="135509" y="426053"/>
                    <a:pt x="135509" y="430530"/>
                    <a:pt x="136318" y="435007"/>
                  </a:cubicBezTo>
                  <a:cubicBezTo>
                    <a:pt x="135913" y="439484"/>
                    <a:pt x="135913" y="444707"/>
                    <a:pt x="136318" y="449184"/>
                  </a:cubicBezTo>
                  <a:cubicBezTo>
                    <a:pt x="135509" y="453661"/>
                    <a:pt x="135509" y="458884"/>
                    <a:pt x="136318" y="463361"/>
                  </a:cubicBezTo>
                  <a:cubicBezTo>
                    <a:pt x="135509" y="467838"/>
                    <a:pt x="135509" y="472315"/>
                    <a:pt x="136318" y="476792"/>
                  </a:cubicBezTo>
                  <a:cubicBezTo>
                    <a:pt x="135913" y="481269"/>
                    <a:pt x="135913" y="486492"/>
                    <a:pt x="136318" y="490969"/>
                  </a:cubicBezTo>
                  <a:cubicBezTo>
                    <a:pt x="135913" y="491715"/>
                    <a:pt x="135913" y="492461"/>
                    <a:pt x="135913" y="493953"/>
                  </a:cubicBezTo>
                  <a:lnTo>
                    <a:pt x="133485" y="493953"/>
                  </a:lnTo>
                  <a:cubicBezTo>
                    <a:pt x="132271" y="493953"/>
                    <a:pt x="131057" y="494699"/>
                    <a:pt x="129842" y="494699"/>
                  </a:cubicBezTo>
                  <a:cubicBezTo>
                    <a:pt x="129438" y="494699"/>
                    <a:pt x="129438" y="493953"/>
                    <a:pt x="129438" y="493953"/>
                  </a:cubicBezTo>
                  <a:cubicBezTo>
                    <a:pt x="128628" y="493207"/>
                    <a:pt x="127819" y="492461"/>
                    <a:pt x="126605" y="492461"/>
                  </a:cubicBezTo>
                  <a:cubicBezTo>
                    <a:pt x="125795" y="491715"/>
                    <a:pt x="124986" y="491715"/>
                    <a:pt x="124176" y="491715"/>
                  </a:cubicBezTo>
                  <a:lnTo>
                    <a:pt x="119724" y="491715"/>
                  </a:lnTo>
                  <a:cubicBezTo>
                    <a:pt x="119319" y="492461"/>
                    <a:pt x="119319" y="492461"/>
                    <a:pt x="118915" y="492461"/>
                  </a:cubicBezTo>
                  <a:cubicBezTo>
                    <a:pt x="118105" y="491715"/>
                    <a:pt x="117296" y="490223"/>
                    <a:pt x="116486" y="489476"/>
                  </a:cubicBezTo>
                  <a:cubicBezTo>
                    <a:pt x="115677" y="488730"/>
                    <a:pt x="114867" y="487984"/>
                    <a:pt x="113653" y="487984"/>
                  </a:cubicBezTo>
                  <a:cubicBezTo>
                    <a:pt x="112439" y="487984"/>
                    <a:pt x="111225" y="487238"/>
                    <a:pt x="109606" y="487238"/>
                  </a:cubicBezTo>
                  <a:lnTo>
                    <a:pt x="107582" y="487238"/>
                  </a:lnTo>
                  <a:cubicBezTo>
                    <a:pt x="107582" y="486492"/>
                    <a:pt x="107178" y="486492"/>
                    <a:pt x="107178" y="485746"/>
                  </a:cubicBezTo>
                  <a:cubicBezTo>
                    <a:pt x="105154" y="483507"/>
                    <a:pt x="102725" y="482015"/>
                    <a:pt x="100297" y="481269"/>
                  </a:cubicBezTo>
                  <a:cubicBezTo>
                    <a:pt x="99892" y="481269"/>
                    <a:pt x="99488" y="481269"/>
                    <a:pt x="98678" y="480523"/>
                  </a:cubicBezTo>
                  <a:lnTo>
                    <a:pt x="97059" y="480523"/>
                  </a:lnTo>
                  <a:cubicBezTo>
                    <a:pt x="96250" y="479030"/>
                    <a:pt x="95440" y="477538"/>
                    <a:pt x="94631" y="476792"/>
                  </a:cubicBezTo>
                  <a:cubicBezTo>
                    <a:pt x="93417" y="475299"/>
                    <a:pt x="92202" y="474553"/>
                    <a:pt x="90988" y="473807"/>
                  </a:cubicBezTo>
                  <a:cubicBezTo>
                    <a:pt x="90583" y="473807"/>
                    <a:pt x="90583" y="473061"/>
                    <a:pt x="90179" y="473061"/>
                  </a:cubicBezTo>
                  <a:cubicBezTo>
                    <a:pt x="89774" y="473061"/>
                    <a:pt x="88965" y="472315"/>
                    <a:pt x="88560" y="472315"/>
                  </a:cubicBezTo>
                  <a:lnTo>
                    <a:pt x="87750" y="471569"/>
                  </a:lnTo>
                  <a:cubicBezTo>
                    <a:pt x="88155" y="471569"/>
                    <a:pt x="87750" y="471569"/>
                    <a:pt x="87750" y="471569"/>
                  </a:cubicBezTo>
                  <a:close/>
                  <a:moveTo>
                    <a:pt x="97869" y="505146"/>
                  </a:moveTo>
                  <a:cubicBezTo>
                    <a:pt x="96654" y="504399"/>
                    <a:pt x="95440" y="504399"/>
                    <a:pt x="94631" y="503653"/>
                  </a:cubicBezTo>
                  <a:cubicBezTo>
                    <a:pt x="93417" y="502907"/>
                    <a:pt x="92202" y="501415"/>
                    <a:pt x="90988" y="499923"/>
                  </a:cubicBezTo>
                  <a:lnTo>
                    <a:pt x="90179" y="498430"/>
                  </a:lnTo>
                  <a:cubicBezTo>
                    <a:pt x="88965" y="493207"/>
                    <a:pt x="88560" y="487238"/>
                    <a:pt x="88560" y="481269"/>
                  </a:cubicBezTo>
                  <a:cubicBezTo>
                    <a:pt x="88560" y="479776"/>
                    <a:pt x="88560" y="478284"/>
                    <a:pt x="88155" y="476792"/>
                  </a:cubicBezTo>
                  <a:lnTo>
                    <a:pt x="88560" y="476792"/>
                  </a:lnTo>
                  <a:cubicBezTo>
                    <a:pt x="88965" y="477538"/>
                    <a:pt x="89774" y="477538"/>
                    <a:pt x="90179" y="477538"/>
                  </a:cubicBezTo>
                  <a:cubicBezTo>
                    <a:pt x="90583" y="477538"/>
                    <a:pt x="90988" y="477538"/>
                    <a:pt x="90988" y="478284"/>
                  </a:cubicBezTo>
                  <a:cubicBezTo>
                    <a:pt x="92202" y="479030"/>
                    <a:pt x="93417" y="480523"/>
                    <a:pt x="94631" y="482015"/>
                  </a:cubicBezTo>
                  <a:lnTo>
                    <a:pt x="95036" y="482761"/>
                  </a:lnTo>
                  <a:cubicBezTo>
                    <a:pt x="97059" y="490223"/>
                    <a:pt x="96654" y="498430"/>
                    <a:pt x="97869" y="505146"/>
                  </a:cubicBezTo>
                  <a:close/>
                  <a:moveTo>
                    <a:pt x="110011" y="511861"/>
                  </a:moveTo>
                  <a:lnTo>
                    <a:pt x="109606" y="511861"/>
                  </a:lnTo>
                  <a:cubicBezTo>
                    <a:pt x="108796" y="511115"/>
                    <a:pt x="107582" y="511115"/>
                    <a:pt x="106773" y="511115"/>
                  </a:cubicBezTo>
                  <a:cubicBezTo>
                    <a:pt x="103130" y="510369"/>
                    <a:pt x="100702" y="505892"/>
                    <a:pt x="99892" y="499176"/>
                  </a:cubicBezTo>
                  <a:cubicBezTo>
                    <a:pt x="99488" y="494699"/>
                    <a:pt x="99083" y="490223"/>
                    <a:pt x="98678" y="486492"/>
                  </a:cubicBezTo>
                  <a:cubicBezTo>
                    <a:pt x="98678" y="485746"/>
                    <a:pt x="98678" y="484999"/>
                    <a:pt x="98273" y="484999"/>
                  </a:cubicBezTo>
                  <a:cubicBezTo>
                    <a:pt x="98678" y="484999"/>
                    <a:pt x="98678" y="484999"/>
                    <a:pt x="98678" y="485746"/>
                  </a:cubicBezTo>
                  <a:lnTo>
                    <a:pt x="100297" y="485746"/>
                  </a:lnTo>
                  <a:cubicBezTo>
                    <a:pt x="102321" y="485746"/>
                    <a:pt x="104344" y="487984"/>
                    <a:pt x="105963" y="490969"/>
                  </a:cubicBezTo>
                  <a:cubicBezTo>
                    <a:pt x="106368" y="492461"/>
                    <a:pt x="106773" y="493207"/>
                    <a:pt x="107178" y="494699"/>
                  </a:cubicBezTo>
                  <a:cubicBezTo>
                    <a:pt x="108392" y="500669"/>
                    <a:pt x="108796" y="506638"/>
                    <a:pt x="110011" y="511115"/>
                  </a:cubicBezTo>
                  <a:lnTo>
                    <a:pt x="110011" y="511861"/>
                  </a:lnTo>
                  <a:lnTo>
                    <a:pt x="109606" y="511115"/>
                  </a:lnTo>
                  <a:close/>
                  <a:moveTo>
                    <a:pt x="122153" y="515592"/>
                  </a:moveTo>
                  <a:lnTo>
                    <a:pt x="121748" y="515592"/>
                  </a:lnTo>
                  <a:cubicBezTo>
                    <a:pt x="121343" y="515592"/>
                    <a:pt x="120534" y="515592"/>
                    <a:pt x="120129" y="514846"/>
                  </a:cubicBezTo>
                  <a:cubicBezTo>
                    <a:pt x="118915" y="514846"/>
                    <a:pt x="118105" y="514099"/>
                    <a:pt x="116891" y="514099"/>
                  </a:cubicBezTo>
                  <a:cubicBezTo>
                    <a:pt x="116082" y="513353"/>
                    <a:pt x="115272" y="512607"/>
                    <a:pt x="114058" y="511115"/>
                  </a:cubicBezTo>
                  <a:cubicBezTo>
                    <a:pt x="111225" y="505892"/>
                    <a:pt x="111630" y="497684"/>
                    <a:pt x="110011" y="490969"/>
                  </a:cubicBezTo>
                  <a:cubicBezTo>
                    <a:pt x="110011" y="490223"/>
                    <a:pt x="110011" y="490223"/>
                    <a:pt x="109606" y="490223"/>
                  </a:cubicBezTo>
                  <a:lnTo>
                    <a:pt x="110011" y="490223"/>
                  </a:lnTo>
                  <a:cubicBezTo>
                    <a:pt x="111225" y="490223"/>
                    <a:pt x="112844" y="490223"/>
                    <a:pt x="114058" y="490969"/>
                  </a:cubicBezTo>
                  <a:cubicBezTo>
                    <a:pt x="114867" y="491715"/>
                    <a:pt x="115677" y="492461"/>
                    <a:pt x="116891" y="493207"/>
                  </a:cubicBezTo>
                  <a:lnTo>
                    <a:pt x="117296" y="493953"/>
                  </a:lnTo>
                  <a:cubicBezTo>
                    <a:pt x="118510" y="496938"/>
                    <a:pt x="119319" y="500669"/>
                    <a:pt x="120129" y="504399"/>
                  </a:cubicBezTo>
                  <a:cubicBezTo>
                    <a:pt x="120534" y="507384"/>
                    <a:pt x="121343" y="509622"/>
                    <a:pt x="121748" y="511861"/>
                  </a:cubicBezTo>
                  <a:cubicBezTo>
                    <a:pt x="121748" y="513353"/>
                    <a:pt x="122153" y="514099"/>
                    <a:pt x="122153" y="515592"/>
                  </a:cubicBezTo>
                  <a:close/>
                  <a:moveTo>
                    <a:pt x="134295" y="517830"/>
                  </a:moveTo>
                  <a:lnTo>
                    <a:pt x="131461" y="517830"/>
                  </a:lnTo>
                  <a:cubicBezTo>
                    <a:pt x="130652" y="517830"/>
                    <a:pt x="129842" y="517830"/>
                    <a:pt x="129033" y="517084"/>
                  </a:cubicBezTo>
                  <a:cubicBezTo>
                    <a:pt x="128224" y="517084"/>
                    <a:pt x="127009" y="516338"/>
                    <a:pt x="126200" y="515592"/>
                  </a:cubicBezTo>
                  <a:cubicBezTo>
                    <a:pt x="125390" y="514099"/>
                    <a:pt x="124581" y="512607"/>
                    <a:pt x="123771" y="510369"/>
                  </a:cubicBezTo>
                  <a:cubicBezTo>
                    <a:pt x="122557" y="505892"/>
                    <a:pt x="121748" y="501415"/>
                    <a:pt x="120938" y="496938"/>
                  </a:cubicBezTo>
                  <a:cubicBezTo>
                    <a:pt x="120534" y="496192"/>
                    <a:pt x="120129" y="495446"/>
                    <a:pt x="120129" y="493953"/>
                  </a:cubicBezTo>
                  <a:lnTo>
                    <a:pt x="120938" y="493953"/>
                  </a:lnTo>
                  <a:cubicBezTo>
                    <a:pt x="121748" y="493953"/>
                    <a:pt x="122557" y="493953"/>
                    <a:pt x="123771" y="494699"/>
                  </a:cubicBezTo>
                  <a:cubicBezTo>
                    <a:pt x="124581" y="494699"/>
                    <a:pt x="125390" y="495446"/>
                    <a:pt x="126200" y="495446"/>
                  </a:cubicBezTo>
                  <a:cubicBezTo>
                    <a:pt x="127009" y="495446"/>
                    <a:pt x="127414" y="496192"/>
                    <a:pt x="127819" y="497684"/>
                  </a:cubicBezTo>
                  <a:lnTo>
                    <a:pt x="128628" y="499176"/>
                  </a:lnTo>
                  <a:cubicBezTo>
                    <a:pt x="129438" y="502161"/>
                    <a:pt x="129842" y="504399"/>
                    <a:pt x="130247" y="507384"/>
                  </a:cubicBezTo>
                  <a:lnTo>
                    <a:pt x="131866" y="514099"/>
                  </a:lnTo>
                  <a:cubicBezTo>
                    <a:pt x="133080" y="515592"/>
                    <a:pt x="133890" y="517084"/>
                    <a:pt x="134295" y="517830"/>
                  </a:cubicBezTo>
                  <a:close/>
                  <a:moveTo>
                    <a:pt x="146436" y="518576"/>
                  </a:moveTo>
                  <a:cubicBezTo>
                    <a:pt x="144413" y="519322"/>
                    <a:pt x="142389" y="519322"/>
                    <a:pt x="140366" y="518576"/>
                  </a:cubicBezTo>
                  <a:cubicBezTo>
                    <a:pt x="139961" y="518576"/>
                    <a:pt x="139556" y="518576"/>
                    <a:pt x="139556" y="517830"/>
                  </a:cubicBezTo>
                  <a:cubicBezTo>
                    <a:pt x="135913" y="515592"/>
                    <a:pt x="134699" y="508130"/>
                    <a:pt x="133485" y="501415"/>
                  </a:cubicBezTo>
                  <a:cubicBezTo>
                    <a:pt x="133080" y="500669"/>
                    <a:pt x="132676" y="498430"/>
                    <a:pt x="131866" y="497684"/>
                  </a:cubicBezTo>
                  <a:lnTo>
                    <a:pt x="133485" y="497684"/>
                  </a:lnTo>
                  <a:cubicBezTo>
                    <a:pt x="135509" y="496938"/>
                    <a:pt x="137532" y="497684"/>
                    <a:pt x="139556" y="499176"/>
                  </a:cubicBezTo>
                  <a:lnTo>
                    <a:pt x="139961" y="499176"/>
                  </a:lnTo>
                  <a:cubicBezTo>
                    <a:pt x="139961" y="499923"/>
                    <a:pt x="140366" y="499923"/>
                    <a:pt x="140366" y="499923"/>
                  </a:cubicBezTo>
                  <a:cubicBezTo>
                    <a:pt x="143199" y="505146"/>
                    <a:pt x="144008" y="512607"/>
                    <a:pt x="146436" y="517084"/>
                  </a:cubicBezTo>
                  <a:close/>
                  <a:moveTo>
                    <a:pt x="158578" y="517084"/>
                  </a:moveTo>
                  <a:cubicBezTo>
                    <a:pt x="157364" y="517830"/>
                    <a:pt x="155745" y="517830"/>
                    <a:pt x="154531" y="517830"/>
                  </a:cubicBezTo>
                  <a:lnTo>
                    <a:pt x="152507" y="517830"/>
                  </a:lnTo>
                  <a:cubicBezTo>
                    <a:pt x="149674" y="517084"/>
                    <a:pt x="146841" y="513353"/>
                    <a:pt x="146032" y="508130"/>
                  </a:cubicBezTo>
                  <a:cubicBezTo>
                    <a:pt x="145222" y="505146"/>
                    <a:pt x="144008" y="501415"/>
                    <a:pt x="142794" y="498430"/>
                  </a:cubicBezTo>
                  <a:cubicBezTo>
                    <a:pt x="144008" y="497684"/>
                    <a:pt x="144818" y="497684"/>
                    <a:pt x="146032" y="497684"/>
                  </a:cubicBezTo>
                  <a:cubicBezTo>
                    <a:pt x="147651" y="497684"/>
                    <a:pt x="149270" y="497684"/>
                    <a:pt x="150889" y="499176"/>
                  </a:cubicBezTo>
                  <a:lnTo>
                    <a:pt x="152507" y="502161"/>
                  </a:lnTo>
                  <a:cubicBezTo>
                    <a:pt x="153317" y="503653"/>
                    <a:pt x="154126" y="505146"/>
                    <a:pt x="154531" y="506638"/>
                  </a:cubicBezTo>
                  <a:cubicBezTo>
                    <a:pt x="155745" y="509622"/>
                    <a:pt x="156960" y="513353"/>
                    <a:pt x="158578" y="517084"/>
                  </a:cubicBezTo>
                  <a:close/>
                  <a:moveTo>
                    <a:pt x="170720" y="513353"/>
                  </a:moveTo>
                  <a:cubicBezTo>
                    <a:pt x="169101" y="514846"/>
                    <a:pt x="167887" y="515592"/>
                    <a:pt x="165864" y="515592"/>
                  </a:cubicBezTo>
                  <a:lnTo>
                    <a:pt x="163435" y="515592"/>
                  </a:lnTo>
                  <a:cubicBezTo>
                    <a:pt x="162626" y="515592"/>
                    <a:pt x="161816" y="514846"/>
                    <a:pt x="161007" y="514846"/>
                  </a:cubicBezTo>
                  <a:cubicBezTo>
                    <a:pt x="159793" y="513353"/>
                    <a:pt x="158983" y="511861"/>
                    <a:pt x="158174" y="509622"/>
                  </a:cubicBezTo>
                  <a:cubicBezTo>
                    <a:pt x="156960" y="505146"/>
                    <a:pt x="155341" y="501415"/>
                    <a:pt x="153722" y="497684"/>
                  </a:cubicBezTo>
                  <a:cubicBezTo>
                    <a:pt x="154936" y="496938"/>
                    <a:pt x="156555" y="496192"/>
                    <a:pt x="158174" y="496192"/>
                  </a:cubicBezTo>
                  <a:cubicBezTo>
                    <a:pt x="158983" y="496192"/>
                    <a:pt x="160197" y="496192"/>
                    <a:pt x="161007" y="496938"/>
                  </a:cubicBezTo>
                  <a:cubicBezTo>
                    <a:pt x="161007" y="496938"/>
                    <a:pt x="161412" y="496938"/>
                    <a:pt x="161412" y="497684"/>
                  </a:cubicBezTo>
                  <a:cubicBezTo>
                    <a:pt x="162221" y="498430"/>
                    <a:pt x="163030" y="499176"/>
                    <a:pt x="163435" y="500669"/>
                  </a:cubicBezTo>
                  <a:lnTo>
                    <a:pt x="165054" y="503653"/>
                  </a:lnTo>
                  <a:cubicBezTo>
                    <a:pt x="167078" y="506638"/>
                    <a:pt x="168697" y="509622"/>
                    <a:pt x="170720" y="513353"/>
                  </a:cubicBezTo>
                  <a:close/>
                  <a:moveTo>
                    <a:pt x="182862" y="508130"/>
                  </a:moveTo>
                  <a:cubicBezTo>
                    <a:pt x="181648" y="509622"/>
                    <a:pt x="180434" y="510369"/>
                    <a:pt x="178815" y="511115"/>
                  </a:cubicBezTo>
                  <a:cubicBezTo>
                    <a:pt x="178006" y="511861"/>
                    <a:pt x="176791" y="511861"/>
                    <a:pt x="175982" y="511861"/>
                  </a:cubicBezTo>
                  <a:cubicBezTo>
                    <a:pt x="174768" y="511115"/>
                    <a:pt x="173149" y="510369"/>
                    <a:pt x="172339" y="508876"/>
                  </a:cubicBezTo>
                  <a:cubicBezTo>
                    <a:pt x="169911" y="505892"/>
                    <a:pt x="168697" y="499923"/>
                    <a:pt x="166673" y="496192"/>
                  </a:cubicBezTo>
                  <a:cubicBezTo>
                    <a:pt x="166673" y="496192"/>
                    <a:pt x="166268" y="496192"/>
                    <a:pt x="166268" y="495446"/>
                  </a:cubicBezTo>
                  <a:lnTo>
                    <a:pt x="166673" y="494699"/>
                  </a:lnTo>
                  <a:cubicBezTo>
                    <a:pt x="168697" y="493207"/>
                    <a:pt x="170316" y="492461"/>
                    <a:pt x="172339" y="492461"/>
                  </a:cubicBezTo>
                  <a:cubicBezTo>
                    <a:pt x="172744" y="492461"/>
                    <a:pt x="173149" y="492461"/>
                    <a:pt x="173958" y="493207"/>
                  </a:cubicBezTo>
                  <a:cubicBezTo>
                    <a:pt x="174768" y="493953"/>
                    <a:pt x="175577" y="495446"/>
                    <a:pt x="176387" y="496192"/>
                  </a:cubicBezTo>
                  <a:cubicBezTo>
                    <a:pt x="177601" y="497684"/>
                    <a:pt x="178410" y="499176"/>
                    <a:pt x="179220" y="501415"/>
                  </a:cubicBezTo>
                  <a:cubicBezTo>
                    <a:pt x="180029" y="504399"/>
                    <a:pt x="181243" y="506638"/>
                    <a:pt x="182862" y="508876"/>
                  </a:cubicBezTo>
                  <a:close/>
                  <a:moveTo>
                    <a:pt x="193385" y="500669"/>
                  </a:moveTo>
                  <a:lnTo>
                    <a:pt x="191766" y="502161"/>
                  </a:lnTo>
                  <a:cubicBezTo>
                    <a:pt x="191362" y="502907"/>
                    <a:pt x="191362" y="502907"/>
                    <a:pt x="190957" y="502907"/>
                  </a:cubicBezTo>
                  <a:cubicBezTo>
                    <a:pt x="190552" y="503653"/>
                    <a:pt x="189338" y="503653"/>
                    <a:pt x="188933" y="504399"/>
                  </a:cubicBezTo>
                  <a:lnTo>
                    <a:pt x="186100" y="504399"/>
                  </a:lnTo>
                  <a:cubicBezTo>
                    <a:pt x="185695" y="504399"/>
                    <a:pt x="185291" y="504399"/>
                    <a:pt x="184481" y="503653"/>
                  </a:cubicBezTo>
                  <a:cubicBezTo>
                    <a:pt x="181648" y="502161"/>
                    <a:pt x="180029" y="496938"/>
                    <a:pt x="177601" y="493207"/>
                  </a:cubicBezTo>
                  <a:cubicBezTo>
                    <a:pt x="177196" y="491715"/>
                    <a:pt x="176387" y="490969"/>
                    <a:pt x="175577" y="490223"/>
                  </a:cubicBezTo>
                  <a:cubicBezTo>
                    <a:pt x="176387" y="489476"/>
                    <a:pt x="176791" y="488730"/>
                    <a:pt x="177601" y="487984"/>
                  </a:cubicBezTo>
                  <a:cubicBezTo>
                    <a:pt x="179220" y="486492"/>
                    <a:pt x="181243" y="485746"/>
                    <a:pt x="183267" y="486492"/>
                  </a:cubicBezTo>
                  <a:cubicBezTo>
                    <a:pt x="183672" y="487238"/>
                    <a:pt x="184077" y="487238"/>
                    <a:pt x="184481" y="487238"/>
                  </a:cubicBezTo>
                  <a:cubicBezTo>
                    <a:pt x="184886" y="487984"/>
                    <a:pt x="185695" y="487984"/>
                    <a:pt x="186100" y="488730"/>
                  </a:cubicBezTo>
                  <a:cubicBezTo>
                    <a:pt x="186910" y="490223"/>
                    <a:pt x="187719" y="491715"/>
                    <a:pt x="188933" y="493207"/>
                  </a:cubicBezTo>
                  <a:cubicBezTo>
                    <a:pt x="189743" y="493953"/>
                    <a:pt x="190147" y="495446"/>
                    <a:pt x="190957" y="496192"/>
                  </a:cubicBezTo>
                  <a:cubicBezTo>
                    <a:pt x="191362" y="496192"/>
                    <a:pt x="191362" y="496938"/>
                    <a:pt x="191766" y="496938"/>
                  </a:cubicBezTo>
                  <a:cubicBezTo>
                    <a:pt x="192576" y="498430"/>
                    <a:pt x="192981" y="499176"/>
                    <a:pt x="193385" y="500669"/>
                  </a:cubicBezTo>
                  <a:close/>
                  <a:moveTo>
                    <a:pt x="204718" y="491715"/>
                  </a:moveTo>
                  <a:cubicBezTo>
                    <a:pt x="204313" y="491715"/>
                    <a:pt x="204313" y="492461"/>
                    <a:pt x="203908" y="492461"/>
                  </a:cubicBezTo>
                  <a:cubicBezTo>
                    <a:pt x="203099" y="493207"/>
                    <a:pt x="202694" y="493953"/>
                    <a:pt x="201885" y="494699"/>
                  </a:cubicBezTo>
                  <a:cubicBezTo>
                    <a:pt x="201075" y="495446"/>
                    <a:pt x="199861" y="496192"/>
                    <a:pt x="198647" y="496192"/>
                  </a:cubicBezTo>
                  <a:lnTo>
                    <a:pt x="197028" y="496192"/>
                  </a:lnTo>
                  <a:cubicBezTo>
                    <a:pt x="196218" y="496192"/>
                    <a:pt x="195409" y="495446"/>
                    <a:pt x="194600" y="495446"/>
                  </a:cubicBezTo>
                  <a:cubicBezTo>
                    <a:pt x="194195" y="494699"/>
                    <a:pt x="194195" y="494699"/>
                    <a:pt x="193385" y="494699"/>
                  </a:cubicBezTo>
                  <a:cubicBezTo>
                    <a:pt x="192576" y="494699"/>
                    <a:pt x="191766" y="492461"/>
                    <a:pt x="191362" y="491715"/>
                  </a:cubicBezTo>
                  <a:cubicBezTo>
                    <a:pt x="190957" y="490969"/>
                    <a:pt x="190957" y="490969"/>
                    <a:pt x="190552" y="490969"/>
                  </a:cubicBezTo>
                  <a:cubicBezTo>
                    <a:pt x="190147" y="489476"/>
                    <a:pt x="189338" y="487984"/>
                    <a:pt x="188529" y="487238"/>
                  </a:cubicBezTo>
                  <a:cubicBezTo>
                    <a:pt x="187719" y="486492"/>
                    <a:pt x="187314" y="485746"/>
                    <a:pt x="186505" y="484999"/>
                  </a:cubicBezTo>
                  <a:cubicBezTo>
                    <a:pt x="187314" y="484253"/>
                    <a:pt x="187719" y="483507"/>
                    <a:pt x="188529" y="482761"/>
                  </a:cubicBezTo>
                  <a:cubicBezTo>
                    <a:pt x="188933" y="482015"/>
                    <a:pt x="189743" y="481269"/>
                    <a:pt x="190552" y="481269"/>
                  </a:cubicBezTo>
                  <a:cubicBezTo>
                    <a:pt x="190957" y="480523"/>
                    <a:pt x="190957" y="480523"/>
                    <a:pt x="191362" y="480523"/>
                  </a:cubicBezTo>
                  <a:cubicBezTo>
                    <a:pt x="192171" y="479776"/>
                    <a:pt x="192576" y="479776"/>
                    <a:pt x="193385" y="479776"/>
                  </a:cubicBezTo>
                  <a:cubicBezTo>
                    <a:pt x="193790" y="479776"/>
                    <a:pt x="193790" y="479776"/>
                    <a:pt x="193790" y="480523"/>
                  </a:cubicBezTo>
                  <a:lnTo>
                    <a:pt x="194195" y="480523"/>
                  </a:lnTo>
                  <a:cubicBezTo>
                    <a:pt x="195004" y="481269"/>
                    <a:pt x="195814" y="482015"/>
                    <a:pt x="196623" y="483507"/>
                  </a:cubicBezTo>
                  <a:cubicBezTo>
                    <a:pt x="197028" y="484253"/>
                    <a:pt x="197433" y="484253"/>
                    <a:pt x="198242" y="484999"/>
                  </a:cubicBezTo>
                  <a:cubicBezTo>
                    <a:pt x="199456" y="486492"/>
                    <a:pt x="200266" y="487238"/>
                    <a:pt x="201480" y="488730"/>
                  </a:cubicBezTo>
                  <a:cubicBezTo>
                    <a:pt x="201885" y="489476"/>
                    <a:pt x="202694" y="490223"/>
                    <a:pt x="203504" y="490969"/>
                  </a:cubicBezTo>
                  <a:cubicBezTo>
                    <a:pt x="204313" y="490969"/>
                    <a:pt x="204718" y="490969"/>
                    <a:pt x="204718" y="491715"/>
                  </a:cubicBezTo>
                  <a:close/>
                  <a:moveTo>
                    <a:pt x="215241" y="480523"/>
                  </a:moveTo>
                  <a:cubicBezTo>
                    <a:pt x="214431" y="482015"/>
                    <a:pt x="213622" y="483507"/>
                    <a:pt x="212812" y="484253"/>
                  </a:cubicBezTo>
                  <a:cubicBezTo>
                    <a:pt x="212003" y="484999"/>
                    <a:pt x="212003" y="484999"/>
                    <a:pt x="211598" y="484999"/>
                  </a:cubicBezTo>
                  <a:cubicBezTo>
                    <a:pt x="210384" y="486492"/>
                    <a:pt x="208360" y="487238"/>
                    <a:pt x="206742" y="486492"/>
                  </a:cubicBezTo>
                  <a:cubicBezTo>
                    <a:pt x="205932" y="486492"/>
                    <a:pt x="205527" y="485746"/>
                    <a:pt x="204718" y="485746"/>
                  </a:cubicBezTo>
                  <a:cubicBezTo>
                    <a:pt x="204313" y="484999"/>
                    <a:pt x="203908" y="484999"/>
                    <a:pt x="203504" y="484253"/>
                  </a:cubicBezTo>
                  <a:cubicBezTo>
                    <a:pt x="203099" y="483507"/>
                    <a:pt x="201885" y="482761"/>
                    <a:pt x="201480" y="482015"/>
                  </a:cubicBezTo>
                  <a:cubicBezTo>
                    <a:pt x="200671" y="480523"/>
                    <a:pt x="199456" y="479030"/>
                    <a:pt x="198242" y="477538"/>
                  </a:cubicBezTo>
                  <a:cubicBezTo>
                    <a:pt x="197837" y="476792"/>
                    <a:pt x="197433" y="476792"/>
                    <a:pt x="196623" y="476046"/>
                  </a:cubicBezTo>
                  <a:cubicBezTo>
                    <a:pt x="197028" y="475299"/>
                    <a:pt x="197837" y="474553"/>
                    <a:pt x="198242" y="473807"/>
                  </a:cubicBezTo>
                  <a:cubicBezTo>
                    <a:pt x="199052" y="472315"/>
                    <a:pt x="200266" y="471569"/>
                    <a:pt x="201480" y="470823"/>
                  </a:cubicBezTo>
                  <a:cubicBezTo>
                    <a:pt x="202289" y="470076"/>
                    <a:pt x="202694" y="470076"/>
                    <a:pt x="203504" y="470076"/>
                  </a:cubicBezTo>
                  <a:lnTo>
                    <a:pt x="203908" y="470076"/>
                  </a:lnTo>
                  <a:cubicBezTo>
                    <a:pt x="204313" y="470823"/>
                    <a:pt x="204313" y="470823"/>
                    <a:pt x="204718" y="470823"/>
                  </a:cubicBezTo>
                  <a:cubicBezTo>
                    <a:pt x="205527" y="471569"/>
                    <a:pt x="205932" y="471569"/>
                    <a:pt x="206742" y="472315"/>
                  </a:cubicBezTo>
                  <a:cubicBezTo>
                    <a:pt x="208360" y="473807"/>
                    <a:pt x="209979" y="475299"/>
                    <a:pt x="211598" y="477538"/>
                  </a:cubicBezTo>
                  <a:cubicBezTo>
                    <a:pt x="212003" y="477538"/>
                    <a:pt x="212003" y="478284"/>
                    <a:pt x="212812" y="478284"/>
                  </a:cubicBezTo>
                  <a:cubicBezTo>
                    <a:pt x="213622" y="478284"/>
                    <a:pt x="214836" y="479776"/>
                    <a:pt x="215241" y="480523"/>
                  </a:cubicBezTo>
                  <a:close/>
                  <a:moveTo>
                    <a:pt x="225764" y="467838"/>
                  </a:moveTo>
                  <a:cubicBezTo>
                    <a:pt x="225764" y="467838"/>
                    <a:pt x="225359" y="468584"/>
                    <a:pt x="225764" y="467838"/>
                  </a:cubicBezTo>
                  <a:lnTo>
                    <a:pt x="222931" y="473061"/>
                  </a:lnTo>
                  <a:cubicBezTo>
                    <a:pt x="221717" y="473807"/>
                    <a:pt x="220907" y="475299"/>
                    <a:pt x="219693" y="476046"/>
                  </a:cubicBezTo>
                  <a:lnTo>
                    <a:pt x="218074" y="476046"/>
                  </a:lnTo>
                  <a:cubicBezTo>
                    <a:pt x="216455" y="476046"/>
                    <a:pt x="214431" y="474553"/>
                    <a:pt x="213217" y="473061"/>
                  </a:cubicBezTo>
                  <a:cubicBezTo>
                    <a:pt x="212812" y="472315"/>
                    <a:pt x="212408" y="472315"/>
                    <a:pt x="212003" y="471569"/>
                  </a:cubicBezTo>
                  <a:cubicBezTo>
                    <a:pt x="210384" y="470076"/>
                    <a:pt x="209170" y="468584"/>
                    <a:pt x="207146" y="467092"/>
                  </a:cubicBezTo>
                  <a:cubicBezTo>
                    <a:pt x="208360" y="464853"/>
                    <a:pt x="209979" y="462615"/>
                    <a:pt x="212003" y="461123"/>
                  </a:cubicBezTo>
                  <a:cubicBezTo>
                    <a:pt x="212408" y="461123"/>
                    <a:pt x="212408" y="460376"/>
                    <a:pt x="213217" y="460376"/>
                  </a:cubicBezTo>
                  <a:cubicBezTo>
                    <a:pt x="214027" y="460376"/>
                    <a:pt x="213622" y="459630"/>
                    <a:pt x="214431" y="459630"/>
                  </a:cubicBezTo>
                  <a:cubicBezTo>
                    <a:pt x="215241" y="459630"/>
                    <a:pt x="217265" y="461123"/>
                    <a:pt x="218074" y="461869"/>
                  </a:cubicBezTo>
                  <a:cubicBezTo>
                    <a:pt x="218479" y="462615"/>
                    <a:pt x="218883" y="462615"/>
                    <a:pt x="219693" y="462615"/>
                  </a:cubicBezTo>
                  <a:cubicBezTo>
                    <a:pt x="220907" y="464107"/>
                    <a:pt x="221717" y="464853"/>
                    <a:pt x="222931" y="465599"/>
                  </a:cubicBezTo>
                  <a:lnTo>
                    <a:pt x="225764" y="467838"/>
                  </a:lnTo>
                  <a:close/>
                  <a:moveTo>
                    <a:pt x="235073" y="453661"/>
                  </a:moveTo>
                  <a:lnTo>
                    <a:pt x="234668" y="454407"/>
                  </a:lnTo>
                  <a:cubicBezTo>
                    <a:pt x="233859" y="455899"/>
                    <a:pt x="233049" y="457392"/>
                    <a:pt x="231835" y="458884"/>
                  </a:cubicBezTo>
                  <a:cubicBezTo>
                    <a:pt x="230621" y="460376"/>
                    <a:pt x="229811" y="461123"/>
                    <a:pt x="228192" y="461869"/>
                  </a:cubicBezTo>
                  <a:lnTo>
                    <a:pt x="225359" y="461869"/>
                  </a:lnTo>
                  <a:cubicBezTo>
                    <a:pt x="225359" y="461123"/>
                    <a:pt x="224954" y="461123"/>
                    <a:pt x="224954" y="461123"/>
                  </a:cubicBezTo>
                  <a:cubicBezTo>
                    <a:pt x="224145" y="460376"/>
                    <a:pt x="223336" y="459630"/>
                    <a:pt x="222121" y="458884"/>
                  </a:cubicBezTo>
                  <a:cubicBezTo>
                    <a:pt x="220907" y="458138"/>
                    <a:pt x="220098" y="456646"/>
                    <a:pt x="218883" y="455899"/>
                  </a:cubicBezTo>
                  <a:cubicBezTo>
                    <a:pt x="218479" y="455899"/>
                    <a:pt x="217669" y="455153"/>
                    <a:pt x="217265" y="455153"/>
                  </a:cubicBezTo>
                  <a:cubicBezTo>
                    <a:pt x="216860" y="455153"/>
                    <a:pt x="216455" y="455153"/>
                    <a:pt x="216050" y="454407"/>
                  </a:cubicBezTo>
                  <a:cubicBezTo>
                    <a:pt x="215646" y="453661"/>
                    <a:pt x="216455" y="452915"/>
                    <a:pt x="217265" y="452169"/>
                  </a:cubicBezTo>
                  <a:cubicBezTo>
                    <a:pt x="217669" y="451423"/>
                    <a:pt x="218074" y="450676"/>
                    <a:pt x="218883" y="449930"/>
                  </a:cubicBezTo>
                  <a:cubicBezTo>
                    <a:pt x="219693" y="448438"/>
                    <a:pt x="220907" y="446946"/>
                    <a:pt x="222121" y="446946"/>
                  </a:cubicBezTo>
                  <a:lnTo>
                    <a:pt x="222526" y="446946"/>
                  </a:lnTo>
                  <a:cubicBezTo>
                    <a:pt x="223336" y="446946"/>
                    <a:pt x="223740" y="446946"/>
                    <a:pt x="224550" y="447692"/>
                  </a:cubicBezTo>
                  <a:lnTo>
                    <a:pt x="224954" y="447692"/>
                  </a:lnTo>
                  <a:cubicBezTo>
                    <a:pt x="225359" y="447692"/>
                    <a:pt x="225359" y="448438"/>
                    <a:pt x="225764" y="448438"/>
                  </a:cubicBezTo>
                  <a:cubicBezTo>
                    <a:pt x="226169" y="448438"/>
                    <a:pt x="226978" y="449184"/>
                    <a:pt x="227383" y="449184"/>
                  </a:cubicBezTo>
                  <a:cubicBezTo>
                    <a:pt x="227788" y="449184"/>
                    <a:pt x="229811" y="450676"/>
                    <a:pt x="231025" y="451423"/>
                  </a:cubicBezTo>
                  <a:cubicBezTo>
                    <a:pt x="231835" y="452169"/>
                    <a:pt x="232644" y="452169"/>
                    <a:pt x="233859" y="452169"/>
                  </a:cubicBezTo>
                  <a:lnTo>
                    <a:pt x="235073" y="453661"/>
                  </a:lnTo>
                  <a:close/>
                  <a:moveTo>
                    <a:pt x="243977" y="438738"/>
                  </a:moveTo>
                  <a:cubicBezTo>
                    <a:pt x="243167" y="440230"/>
                    <a:pt x="242358" y="441723"/>
                    <a:pt x="241953" y="443961"/>
                  </a:cubicBezTo>
                  <a:cubicBezTo>
                    <a:pt x="241548" y="444707"/>
                    <a:pt x="241144" y="444707"/>
                    <a:pt x="240334" y="445453"/>
                  </a:cubicBezTo>
                  <a:lnTo>
                    <a:pt x="239525" y="446946"/>
                  </a:lnTo>
                  <a:cubicBezTo>
                    <a:pt x="237906" y="448438"/>
                    <a:pt x="236287" y="448438"/>
                    <a:pt x="234668" y="448438"/>
                  </a:cubicBezTo>
                  <a:lnTo>
                    <a:pt x="231835" y="446946"/>
                  </a:lnTo>
                  <a:cubicBezTo>
                    <a:pt x="230621" y="446199"/>
                    <a:pt x="229406" y="445453"/>
                    <a:pt x="228192" y="443961"/>
                  </a:cubicBezTo>
                  <a:cubicBezTo>
                    <a:pt x="226978" y="442469"/>
                    <a:pt x="226978" y="443215"/>
                    <a:pt x="226573" y="443215"/>
                  </a:cubicBezTo>
                  <a:lnTo>
                    <a:pt x="225359" y="443215"/>
                  </a:lnTo>
                  <a:lnTo>
                    <a:pt x="225764" y="442469"/>
                  </a:lnTo>
                  <a:lnTo>
                    <a:pt x="226573" y="440976"/>
                  </a:lnTo>
                  <a:cubicBezTo>
                    <a:pt x="226978" y="439484"/>
                    <a:pt x="227788" y="438738"/>
                    <a:pt x="228192" y="437992"/>
                  </a:cubicBezTo>
                  <a:cubicBezTo>
                    <a:pt x="229406" y="436500"/>
                    <a:pt x="230216" y="435007"/>
                    <a:pt x="231835" y="434261"/>
                  </a:cubicBezTo>
                  <a:cubicBezTo>
                    <a:pt x="232644" y="434261"/>
                    <a:pt x="233454" y="434261"/>
                    <a:pt x="234668" y="435007"/>
                  </a:cubicBezTo>
                  <a:lnTo>
                    <a:pt x="239525" y="437246"/>
                  </a:lnTo>
                  <a:cubicBezTo>
                    <a:pt x="239930" y="437246"/>
                    <a:pt x="239930" y="437992"/>
                    <a:pt x="240334" y="437992"/>
                  </a:cubicBezTo>
                  <a:cubicBezTo>
                    <a:pt x="240739" y="437992"/>
                    <a:pt x="241144" y="438738"/>
                    <a:pt x="241953" y="438738"/>
                  </a:cubicBezTo>
                  <a:cubicBezTo>
                    <a:pt x="242763" y="438738"/>
                    <a:pt x="243167" y="437992"/>
                    <a:pt x="243977" y="438738"/>
                  </a:cubicBezTo>
                  <a:close/>
                  <a:moveTo>
                    <a:pt x="251667" y="421576"/>
                  </a:moveTo>
                  <a:cubicBezTo>
                    <a:pt x="251667" y="422323"/>
                    <a:pt x="251262" y="423069"/>
                    <a:pt x="251262" y="423815"/>
                  </a:cubicBezTo>
                  <a:cubicBezTo>
                    <a:pt x="250857" y="425307"/>
                    <a:pt x="250048" y="427546"/>
                    <a:pt x="249238" y="429038"/>
                  </a:cubicBezTo>
                  <a:lnTo>
                    <a:pt x="248024" y="430530"/>
                  </a:lnTo>
                  <a:cubicBezTo>
                    <a:pt x="246810" y="432023"/>
                    <a:pt x="245596" y="432769"/>
                    <a:pt x="243977" y="432769"/>
                  </a:cubicBezTo>
                  <a:cubicBezTo>
                    <a:pt x="243167" y="432769"/>
                    <a:pt x="242763" y="432769"/>
                    <a:pt x="241953" y="432023"/>
                  </a:cubicBezTo>
                  <a:cubicBezTo>
                    <a:pt x="241548" y="432023"/>
                    <a:pt x="241144" y="432023"/>
                    <a:pt x="240334" y="431276"/>
                  </a:cubicBezTo>
                  <a:cubicBezTo>
                    <a:pt x="239930" y="431276"/>
                    <a:pt x="239930" y="430530"/>
                    <a:pt x="239525" y="430530"/>
                  </a:cubicBezTo>
                  <a:cubicBezTo>
                    <a:pt x="237906" y="429038"/>
                    <a:pt x="236287" y="428292"/>
                    <a:pt x="234668" y="428292"/>
                  </a:cubicBezTo>
                  <a:lnTo>
                    <a:pt x="234263" y="428292"/>
                  </a:lnTo>
                  <a:cubicBezTo>
                    <a:pt x="234263" y="427546"/>
                    <a:pt x="234668" y="426799"/>
                    <a:pt x="234668" y="426053"/>
                  </a:cubicBezTo>
                  <a:cubicBezTo>
                    <a:pt x="235882" y="422323"/>
                    <a:pt x="237501" y="419338"/>
                    <a:pt x="239525" y="417846"/>
                  </a:cubicBezTo>
                  <a:lnTo>
                    <a:pt x="241953" y="417846"/>
                  </a:lnTo>
                  <a:cubicBezTo>
                    <a:pt x="242763" y="417846"/>
                    <a:pt x="243167" y="417846"/>
                    <a:pt x="243977" y="418592"/>
                  </a:cubicBezTo>
                  <a:cubicBezTo>
                    <a:pt x="245191" y="418592"/>
                    <a:pt x="246810" y="419338"/>
                    <a:pt x="248024" y="419338"/>
                  </a:cubicBezTo>
                  <a:cubicBezTo>
                    <a:pt x="248429" y="419338"/>
                    <a:pt x="248834" y="420084"/>
                    <a:pt x="249238" y="420084"/>
                  </a:cubicBezTo>
                  <a:close/>
                  <a:moveTo>
                    <a:pt x="258952" y="402923"/>
                  </a:moveTo>
                  <a:lnTo>
                    <a:pt x="257738" y="407400"/>
                  </a:lnTo>
                  <a:cubicBezTo>
                    <a:pt x="257333" y="408146"/>
                    <a:pt x="256928" y="409638"/>
                    <a:pt x="256524" y="410384"/>
                  </a:cubicBezTo>
                  <a:lnTo>
                    <a:pt x="254905" y="413369"/>
                  </a:lnTo>
                  <a:lnTo>
                    <a:pt x="251262" y="415607"/>
                  </a:lnTo>
                  <a:cubicBezTo>
                    <a:pt x="250453" y="415607"/>
                    <a:pt x="250048" y="415607"/>
                    <a:pt x="249238" y="414861"/>
                  </a:cubicBezTo>
                  <a:cubicBezTo>
                    <a:pt x="248834" y="414861"/>
                    <a:pt x="248429" y="414861"/>
                    <a:pt x="248024" y="414115"/>
                  </a:cubicBezTo>
                  <a:lnTo>
                    <a:pt x="243977" y="412623"/>
                  </a:lnTo>
                  <a:lnTo>
                    <a:pt x="241548" y="412623"/>
                  </a:lnTo>
                  <a:cubicBezTo>
                    <a:pt x="241548" y="411876"/>
                    <a:pt x="241548" y="411876"/>
                    <a:pt x="241953" y="411876"/>
                  </a:cubicBezTo>
                  <a:cubicBezTo>
                    <a:pt x="242358" y="409638"/>
                    <a:pt x="243167" y="408146"/>
                    <a:pt x="243977" y="405907"/>
                  </a:cubicBezTo>
                  <a:cubicBezTo>
                    <a:pt x="244786" y="403669"/>
                    <a:pt x="245596" y="402923"/>
                    <a:pt x="246810" y="402176"/>
                  </a:cubicBezTo>
                  <a:cubicBezTo>
                    <a:pt x="247215" y="402176"/>
                    <a:pt x="247619" y="402176"/>
                    <a:pt x="248024" y="401430"/>
                  </a:cubicBezTo>
                  <a:lnTo>
                    <a:pt x="251262" y="401430"/>
                  </a:lnTo>
                  <a:cubicBezTo>
                    <a:pt x="252476" y="402176"/>
                    <a:pt x="253690" y="402176"/>
                    <a:pt x="254905" y="402176"/>
                  </a:cubicBezTo>
                  <a:cubicBezTo>
                    <a:pt x="255309" y="402923"/>
                    <a:pt x="256119" y="402923"/>
                    <a:pt x="256524" y="402923"/>
                  </a:cubicBezTo>
                  <a:lnTo>
                    <a:pt x="257738" y="402923"/>
                  </a:lnTo>
                  <a:cubicBezTo>
                    <a:pt x="258142" y="402923"/>
                    <a:pt x="258952" y="402176"/>
                    <a:pt x="258952" y="402923"/>
                  </a:cubicBezTo>
                  <a:close/>
                  <a:moveTo>
                    <a:pt x="265428" y="383523"/>
                  </a:moveTo>
                  <a:cubicBezTo>
                    <a:pt x="265023" y="385761"/>
                    <a:pt x="265023" y="387253"/>
                    <a:pt x="264618" y="388746"/>
                  </a:cubicBezTo>
                  <a:cubicBezTo>
                    <a:pt x="264213" y="389492"/>
                    <a:pt x="263809" y="390984"/>
                    <a:pt x="263404" y="391730"/>
                  </a:cubicBezTo>
                  <a:cubicBezTo>
                    <a:pt x="262190" y="394715"/>
                    <a:pt x="260166" y="396953"/>
                    <a:pt x="258142" y="396953"/>
                  </a:cubicBezTo>
                  <a:lnTo>
                    <a:pt x="255309" y="396953"/>
                  </a:lnTo>
                  <a:cubicBezTo>
                    <a:pt x="253690" y="396207"/>
                    <a:pt x="252476" y="396207"/>
                    <a:pt x="251667" y="396207"/>
                  </a:cubicBezTo>
                  <a:lnTo>
                    <a:pt x="248834" y="396207"/>
                  </a:lnTo>
                  <a:cubicBezTo>
                    <a:pt x="249238" y="395461"/>
                    <a:pt x="249238" y="393223"/>
                    <a:pt x="249643" y="392476"/>
                  </a:cubicBezTo>
                  <a:cubicBezTo>
                    <a:pt x="250048" y="391730"/>
                    <a:pt x="251262" y="388746"/>
                    <a:pt x="251667" y="387253"/>
                  </a:cubicBezTo>
                  <a:cubicBezTo>
                    <a:pt x="252071" y="386507"/>
                    <a:pt x="252881" y="385761"/>
                    <a:pt x="253286" y="385015"/>
                  </a:cubicBezTo>
                  <a:cubicBezTo>
                    <a:pt x="253690" y="384269"/>
                    <a:pt x="254905" y="384269"/>
                    <a:pt x="255309" y="384269"/>
                  </a:cubicBezTo>
                  <a:lnTo>
                    <a:pt x="263404" y="384269"/>
                  </a:lnTo>
                  <a:cubicBezTo>
                    <a:pt x="263809" y="383523"/>
                    <a:pt x="263809" y="383523"/>
                    <a:pt x="264618" y="383523"/>
                  </a:cubicBezTo>
                  <a:lnTo>
                    <a:pt x="265428" y="383523"/>
                  </a:lnTo>
                  <a:close/>
                  <a:moveTo>
                    <a:pt x="270689" y="364123"/>
                  </a:moveTo>
                  <a:cubicBezTo>
                    <a:pt x="270284" y="367107"/>
                    <a:pt x="269475" y="370092"/>
                    <a:pt x="268665" y="373076"/>
                  </a:cubicBezTo>
                  <a:cubicBezTo>
                    <a:pt x="267856" y="375315"/>
                    <a:pt x="267047" y="377553"/>
                    <a:pt x="265832" y="378300"/>
                  </a:cubicBezTo>
                  <a:cubicBezTo>
                    <a:pt x="265428" y="378300"/>
                    <a:pt x="265023" y="378300"/>
                    <a:pt x="264213" y="379046"/>
                  </a:cubicBezTo>
                  <a:cubicBezTo>
                    <a:pt x="263809" y="379792"/>
                    <a:pt x="263404" y="379792"/>
                    <a:pt x="262999" y="379792"/>
                  </a:cubicBezTo>
                  <a:lnTo>
                    <a:pt x="254905" y="379792"/>
                  </a:lnTo>
                  <a:cubicBezTo>
                    <a:pt x="254500" y="379792"/>
                    <a:pt x="254500" y="379792"/>
                    <a:pt x="254500" y="380538"/>
                  </a:cubicBezTo>
                  <a:cubicBezTo>
                    <a:pt x="254500" y="379046"/>
                    <a:pt x="254905" y="378300"/>
                    <a:pt x="254905" y="377553"/>
                  </a:cubicBezTo>
                  <a:cubicBezTo>
                    <a:pt x="255309" y="375315"/>
                    <a:pt x="256119" y="373076"/>
                    <a:pt x="256524" y="370838"/>
                  </a:cubicBezTo>
                  <a:cubicBezTo>
                    <a:pt x="256928" y="370092"/>
                    <a:pt x="257333" y="369346"/>
                    <a:pt x="257738" y="369346"/>
                  </a:cubicBezTo>
                  <a:cubicBezTo>
                    <a:pt x="257738" y="368600"/>
                    <a:pt x="258142" y="368600"/>
                    <a:pt x="258142" y="368600"/>
                  </a:cubicBezTo>
                  <a:lnTo>
                    <a:pt x="262999" y="366361"/>
                  </a:lnTo>
                  <a:lnTo>
                    <a:pt x="265832" y="366361"/>
                  </a:lnTo>
                  <a:cubicBezTo>
                    <a:pt x="267047" y="365615"/>
                    <a:pt x="267856" y="365615"/>
                    <a:pt x="268665" y="365615"/>
                  </a:cubicBezTo>
                  <a:cubicBezTo>
                    <a:pt x="269475" y="365615"/>
                    <a:pt x="270284" y="363376"/>
                    <a:pt x="270689" y="364123"/>
                  </a:cubicBezTo>
                  <a:close/>
                  <a:moveTo>
                    <a:pt x="275141" y="343230"/>
                  </a:moveTo>
                  <a:lnTo>
                    <a:pt x="274332" y="349946"/>
                  </a:lnTo>
                  <a:cubicBezTo>
                    <a:pt x="273522" y="354423"/>
                    <a:pt x="271499" y="358153"/>
                    <a:pt x="268665" y="359646"/>
                  </a:cubicBezTo>
                  <a:cubicBezTo>
                    <a:pt x="267856" y="360392"/>
                    <a:pt x="266642" y="360392"/>
                    <a:pt x="265832" y="360392"/>
                  </a:cubicBezTo>
                  <a:lnTo>
                    <a:pt x="262999" y="360392"/>
                  </a:lnTo>
                  <a:cubicBezTo>
                    <a:pt x="261785" y="361138"/>
                    <a:pt x="260166" y="361138"/>
                    <a:pt x="259357" y="361138"/>
                  </a:cubicBezTo>
                  <a:cubicBezTo>
                    <a:pt x="259357" y="355915"/>
                    <a:pt x="260571" y="351438"/>
                    <a:pt x="262999" y="348453"/>
                  </a:cubicBezTo>
                  <a:cubicBezTo>
                    <a:pt x="263404" y="348453"/>
                    <a:pt x="263404" y="347707"/>
                    <a:pt x="264213" y="347707"/>
                  </a:cubicBezTo>
                  <a:cubicBezTo>
                    <a:pt x="265023" y="347707"/>
                    <a:pt x="265023" y="346961"/>
                    <a:pt x="265832" y="346961"/>
                  </a:cubicBezTo>
                  <a:cubicBezTo>
                    <a:pt x="266642" y="346215"/>
                    <a:pt x="267856" y="346215"/>
                    <a:pt x="268665" y="346215"/>
                  </a:cubicBezTo>
                  <a:cubicBezTo>
                    <a:pt x="270689" y="345469"/>
                    <a:pt x="272308" y="344723"/>
                    <a:pt x="274332" y="343977"/>
                  </a:cubicBezTo>
                  <a:cubicBezTo>
                    <a:pt x="274332" y="342484"/>
                    <a:pt x="274736" y="342484"/>
                    <a:pt x="275141" y="343230"/>
                  </a:cubicBezTo>
                  <a:close/>
                  <a:moveTo>
                    <a:pt x="278379" y="320846"/>
                  </a:moveTo>
                  <a:cubicBezTo>
                    <a:pt x="277974" y="330546"/>
                    <a:pt x="276355" y="335023"/>
                    <a:pt x="274332" y="337261"/>
                  </a:cubicBezTo>
                  <a:cubicBezTo>
                    <a:pt x="272713" y="338753"/>
                    <a:pt x="270689" y="339500"/>
                    <a:pt x="268665" y="340246"/>
                  </a:cubicBezTo>
                  <a:cubicBezTo>
                    <a:pt x="267856" y="340246"/>
                    <a:pt x="266642" y="340992"/>
                    <a:pt x="265832" y="340992"/>
                  </a:cubicBezTo>
                  <a:cubicBezTo>
                    <a:pt x="265023" y="340992"/>
                    <a:pt x="264618" y="341738"/>
                    <a:pt x="264213" y="341738"/>
                  </a:cubicBezTo>
                  <a:cubicBezTo>
                    <a:pt x="263809" y="341738"/>
                    <a:pt x="263809" y="342484"/>
                    <a:pt x="263809" y="342484"/>
                  </a:cubicBezTo>
                  <a:cubicBezTo>
                    <a:pt x="264213" y="340992"/>
                    <a:pt x="264213" y="339500"/>
                    <a:pt x="264213" y="338007"/>
                  </a:cubicBezTo>
                  <a:cubicBezTo>
                    <a:pt x="264618" y="335023"/>
                    <a:pt x="265023" y="332784"/>
                    <a:pt x="265832" y="330546"/>
                  </a:cubicBezTo>
                  <a:lnTo>
                    <a:pt x="266642" y="329053"/>
                  </a:lnTo>
                  <a:cubicBezTo>
                    <a:pt x="267451" y="328307"/>
                    <a:pt x="267856" y="327561"/>
                    <a:pt x="268665" y="326815"/>
                  </a:cubicBezTo>
                  <a:cubicBezTo>
                    <a:pt x="270284" y="325323"/>
                    <a:pt x="272308" y="324577"/>
                    <a:pt x="274332" y="323830"/>
                  </a:cubicBezTo>
                  <a:cubicBezTo>
                    <a:pt x="275546" y="322338"/>
                    <a:pt x="277165" y="321592"/>
                    <a:pt x="278379" y="320846"/>
                  </a:cubicBezTo>
                  <a:close/>
                  <a:moveTo>
                    <a:pt x="274332" y="317861"/>
                  </a:moveTo>
                  <a:cubicBezTo>
                    <a:pt x="272713" y="318607"/>
                    <a:pt x="270689" y="318607"/>
                    <a:pt x="268665" y="320100"/>
                  </a:cubicBezTo>
                  <a:cubicBezTo>
                    <a:pt x="268261" y="320846"/>
                    <a:pt x="267451" y="320846"/>
                    <a:pt x="267047" y="321592"/>
                  </a:cubicBezTo>
                  <a:cubicBezTo>
                    <a:pt x="267047" y="317115"/>
                    <a:pt x="267451" y="312638"/>
                    <a:pt x="268665" y="308907"/>
                  </a:cubicBezTo>
                  <a:lnTo>
                    <a:pt x="269475" y="307415"/>
                  </a:lnTo>
                  <a:cubicBezTo>
                    <a:pt x="270689" y="305177"/>
                    <a:pt x="272308" y="303684"/>
                    <a:pt x="274332" y="302938"/>
                  </a:cubicBezTo>
                  <a:cubicBezTo>
                    <a:pt x="276760" y="301446"/>
                    <a:pt x="278784" y="299953"/>
                    <a:pt x="280807" y="297715"/>
                  </a:cubicBezTo>
                  <a:lnTo>
                    <a:pt x="280807" y="299207"/>
                  </a:lnTo>
                  <a:cubicBezTo>
                    <a:pt x="280807" y="298461"/>
                    <a:pt x="280807" y="298461"/>
                    <a:pt x="281212" y="298461"/>
                  </a:cubicBezTo>
                  <a:cubicBezTo>
                    <a:pt x="280807" y="312638"/>
                    <a:pt x="277570" y="316369"/>
                    <a:pt x="274332" y="317861"/>
                  </a:cubicBezTo>
                  <a:close/>
                  <a:moveTo>
                    <a:pt x="281212" y="290253"/>
                  </a:moveTo>
                  <a:cubicBezTo>
                    <a:pt x="279593" y="293984"/>
                    <a:pt x="277165" y="296969"/>
                    <a:pt x="274332" y="297715"/>
                  </a:cubicBezTo>
                  <a:cubicBezTo>
                    <a:pt x="272713" y="298461"/>
                    <a:pt x="271094" y="299207"/>
                    <a:pt x="269475" y="300700"/>
                  </a:cubicBezTo>
                  <a:cubicBezTo>
                    <a:pt x="269070" y="295477"/>
                    <a:pt x="269475" y="291000"/>
                    <a:pt x="271094" y="286523"/>
                  </a:cubicBezTo>
                  <a:cubicBezTo>
                    <a:pt x="271903" y="285030"/>
                    <a:pt x="273118" y="283538"/>
                    <a:pt x="273927" y="282792"/>
                  </a:cubicBezTo>
                  <a:cubicBezTo>
                    <a:pt x="276355" y="280553"/>
                    <a:pt x="278784" y="279061"/>
                    <a:pt x="280807" y="276823"/>
                  </a:cubicBezTo>
                  <a:cubicBezTo>
                    <a:pt x="281212" y="276077"/>
                    <a:pt x="281617" y="275330"/>
                    <a:pt x="282022" y="275330"/>
                  </a:cubicBezTo>
                  <a:lnTo>
                    <a:pt x="282022" y="276823"/>
                  </a:lnTo>
                  <a:cubicBezTo>
                    <a:pt x="282426" y="281300"/>
                    <a:pt x="282022" y="286523"/>
                    <a:pt x="281212" y="290253"/>
                  </a:cubicBezTo>
                  <a:close/>
                  <a:moveTo>
                    <a:pt x="281212" y="270854"/>
                  </a:moveTo>
                  <a:cubicBezTo>
                    <a:pt x="279188" y="273838"/>
                    <a:pt x="277165" y="276077"/>
                    <a:pt x="274332" y="277569"/>
                  </a:cubicBezTo>
                  <a:cubicBezTo>
                    <a:pt x="273118" y="278315"/>
                    <a:pt x="271903" y="279061"/>
                    <a:pt x="271094" y="280553"/>
                  </a:cubicBezTo>
                  <a:cubicBezTo>
                    <a:pt x="270284" y="276077"/>
                    <a:pt x="270689" y="270854"/>
                    <a:pt x="271903" y="266377"/>
                  </a:cubicBezTo>
                  <a:cubicBezTo>
                    <a:pt x="272713" y="264884"/>
                    <a:pt x="273522" y="263392"/>
                    <a:pt x="274332" y="262646"/>
                  </a:cubicBezTo>
                  <a:cubicBezTo>
                    <a:pt x="276355" y="259661"/>
                    <a:pt x="279188" y="257423"/>
                    <a:pt x="281212" y="255184"/>
                  </a:cubicBezTo>
                  <a:lnTo>
                    <a:pt x="282426" y="252946"/>
                  </a:lnTo>
                  <a:lnTo>
                    <a:pt x="282831" y="253692"/>
                  </a:lnTo>
                  <a:cubicBezTo>
                    <a:pt x="283641" y="259661"/>
                    <a:pt x="282831" y="266377"/>
                    <a:pt x="281212" y="270854"/>
                  </a:cubicBezTo>
                  <a:close/>
                  <a:moveTo>
                    <a:pt x="281212" y="232054"/>
                  </a:moveTo>
                  <a:cubicBezTo>
                    <a:pt x="281212" y="231307"/>
                    <a:pt x="281617" y="231307"/>
                    <a:pt x="281617" y="231307"/>
                  </a:cubicBezTo>
                  <a:lnTo>
                    <a:pt x="282022" y="232054"/>
                  </a:lnTo>
                  <a:cubicBezTo>
                    <a:pt x="283236" y="238023"/>
                    <a:pt x="282831" y="243992"/>
                    <a:pt x="281617" y="249215"/>
                  </a:cubicBezTo>
                  <a:cubicBezTo>
                    <a:pt x="279593" y="252200"/>
                    <a:pt x="277165" y="255184"/>
                    <a:pt x="274736" y="257423"/>
                  </a:cubicBezTo>
                  <a:cubicBezTo>
                    <a:pt x="273927" y="258169"/>
                    <a:pt x="272713" y="259661"/>
                    <a:pt x="271903" y="260407"/>
                  </a:cubicBezTo>
                  <a:cubicBezTo>
                    <a:pt x="271094" y="253692"/>
                    <a:pt x="271094" y="249215"/>
                    <a:pt x="272308" y="246230"/>
                  </a:cubicBezTo>
                  <a:cubicBezTo>
                    <a:pt x="273118" y="244738"/>
                    <a:pt x="273522" y="242500"/>
                    <a:pt x="274736" y="241007"/>
                  </a:cubicBezTo>
                  <a:cubicBezTo>
                    <a:pt x="276760" y="238023"/>
                    <a:pt x="278784" y="235038"/>
                    <a:pt x="281212" y="232054"/>
                  </a:cubicBezTo>
                  <a:close/>
                  <a:moveTo>
                    <a:pt x="279593" y="208923"/>
                  </a:moveTo>
                  <a:lnTo>
                    <a:pt x="279593" y="209669"/>
                  </a:lnTo>
                  <a:cubicBezTo>
                    <a:pt x="283236" y="226084"/>
                    <a:pt x="278379" y="229815"/>
                    <a:pt x="274332" y="235038"/>
                  </a:cubicBezTo>
                  <a:cubicBezTo>
                    <a:pt x="273118" y="236530"/>
                    <a:pt x="271903" y="238023"/>
                    <a:pt x="271094" y="240261"/>
                  </a:cubicBezTo>
                  <a:cubicBezTo>
                    <a:pt x="270284" y="235784"/>
                    <a:pt x="269880" y="230561"/>
                    <a:pt x="270689" y="226084"/>
                  </a:cubicBezTo>
                  <a:cubicBezTo>
                    <a:pt x="271903" y="223846"/>
                    <a:pt x="273118" y="220861"/>
                    <a:pt x="274332" y="219369"/>
                  </a:cubicBezTo>
                  <a:cubicBezTo>
                    <a:pt x="275951" y="214892"/>
                    <a:pt x="277974" y="211907"/>
                    <a:pt x="279593" y="208923"/>
                  </a:cubicBezTo>
                  <a:close/>
                  <a:moveTo>
                    <a:pt x="276760" y="187284"/>
                  </a:moveTo>
                  <a:cubicBezTo>
                    <a:pt x="280403" y="201461"/>
                    <a:pt x="277570" y="206684"/>
                    <a:pt x="274332" y="211161"/>
                  </a:cubicBezTo>
                  <a:cubicBezTo>
                    <a:pt x="272713" y="213400"/>
                    <a:pt x="271094" y="215638"/>
                    <a:pt x="269475" y="218623"/>
                  </a:cubicBezTo>
                  <a:cubicBezTo>
                    <a:pt x="269070" y="217130"/>
                    <a:pt x="268665" y="216384"/>
                    <a:pt x="268665" y="214892"/>
                  </a:cubicBezTo>
                  <a:cubicBezTo>
                    <a:pt x="267856" y="211907"/>
                    <a:pt x="267856" y="208177"/>
                    <a:pt x="268261" y="205192"/>
                  </a:cubicBezTo>
                  <a:cubicBezTo>
                    <a:pt x="268261" y="204446"/>
                    <a:pt x="268665" y="204446"/>
                    <a:pt x="268665" y="204446"/>
                  </a:cubicBezTo>
                  <a:cubicBezTo>
                    <a:pt x="270284" y="199969"/>
                    <a:pt x="272308" y="196238"/>
                    <a:pt x="274332" y="193254"/>
                  </a:cubicBezTo>
                  <a:cubicBezTo>
                    <a:pt x="275141" y="191015"/>
                    <a:pt x="275951" y="189523"/>
                    <a:pt x="276760" y="187284"/>
                  </a:cubicBezTo>
                  <a:close/>
                  <a:moveTo>
                    <a:pt x="272713" y="166392"/>
                  </a:moveTo>
                  <a:cubicBezTo>
                    <a:pt x="273118" y="167884"/>
                    <a:pt x="273927" y="170123"/>
                    <a:pt x="274332" y="171615"/>
                  </a:cubicBezTo>
                  <a:cubicBezTo>
                    <a:pt x="275141" y="175346"/>
                    <a:pt x="275141" y="179823"/>
                    <a:pt x="274332" y="183554"/>
                  </a:cubicBezTo>
                  <a:cubicBezTo>
                    <a:pt x="273118" y="188030"/>
                    <a:pt x="271094" y="191761"/>
                    <a:pt x="268665" y="194746"/>
                  </a:cubicBezTo>
                  <a:cubicBezTo>
                    <a:pt x="268261" y="196238"/>
                    <a:pt x="267451" y="197731"/>
                    <a:pt x="267047" y="199223"/>
                  </a:cubicBezTo>
                  <a:cubicBezTo>
                    <a:pt x="266642" y="197731"/>
                    <a:pt x="266237" y="195492"/>
                    <a:pt x="265832" y="194000"/>
                  </a:cubicBezTo>
                  <a:cubicBezTo>
                    <a:pt x="265428" y="191015"/>
                    <a:pt x="265023" y="188030"/>
                    <a:pt x="265428" y="185046"/>
                  </a:cubicBezTo>
                  <a:cubicBezTo>
                    <a:pt x="265832" y="184300"/>
                    <a:pt x="265832" y="183554"/>
                    <a:pt x="265832" y="182807"/>
                  </a:cubicBezTo>
                  <a:cubicBezTo>
                    <a:pt x="266642" y="180569"/>
                    <a:pt x="267856" y="177584"/>
                    <a:pt x="268665" y="175346"/>
                  </a:cubicBezTo>
                  <a:cubicBezTo>
                    <a:pt x="270284" y="172361"/>
                    <a:pt x="271499" y="169377"/>
                    <a:pt x="272713" y="166392"/>
                  </a:cubicBezTo>
                  <a:close/>
                  <a:moveTo>
                    <a:pt x="267451" y="145500"/>
                  </a:moveTo>
                  <a:lnTo>
                    <a:pt x="268665" y="148484"/>
                  </a:lnTo>
                  <a:cubicBezTo>
                    <a:pt x="271094" y="153707"/>
                    <a:pt x="271094" y="161915"/>
                    <a:pt x="268665" y="167138"/>
                  </a:cubicBezTo>
                  <a:cubicBezTo>
                    <a:pt x="267856" y="169377"/>
                    <a:pt x="266642" y="171615"/>
                    <a:pt x="265832" y="173854"/>
                  </a:cubicBezTo>
                  <a:cubicBezTo>
                    <a:pt x="265023" y="174600"/>
                    <a:pt x="264618" y="176092"/>
                    <a:pt x="264213" y="177584"/>
                  </a:cubicBezTo>
                  <a:cubicBezTo>
                    <a:pt x="263809" y="178331"/>
                    <a:pt x="263809" y="178331"/>
                    <a:pt x="263809" y="179077"/>
                  </a:cubicBezTo>
                  <a:cubicBezTo>
                    <a:pt x="263809" y="179823"/>
                    <a:pt x="263404" y="178331"/>
                    <a:pt x="263404" y="177584"/>
                  </a:cubicBezTo>
                  <a:cubicBezTo>
                    <a:pt x="261785" y="173854"/>
                    <a:pt x="261380" y="169377"/>
                    <a:pt x="261380" y="164900"/>
                  </a:cubicBezTo>
                  <a:cubicBezTo>
                    <a:pt x="261785" y="162661"/>
                    <a:pt x="262594" y="160423"/>
                    <a:pt x="263404" y="158184"/>
                  </a:cubicBezTo>
                  <a:cubicBezTo>
                    <a:pt x="263809" y="157438"/>
                    <a:pt x="263809" y="156692"/>
                    <a:pt x="264618" y="155200"/>
                  </a:cubicBezTo>
                  <a:cubicBezTo>
                    <a:pt x="265023" y="153707"/>
                    <a:pt x="265428" y="152215"/>
                    <a:pt x="266237" y="150723"/>
                  </a:cubicBezTo>
                  <a:cubicBezTo>
                    <a:pt x="266237" y="149231"/>
                    <a:pt x="267047" y="146992"/>
                    <a:pt x="267451" y="145500"/>
                  </a:cubicBezTo>
                  <a:close/>
                  <a:moveTo>
                    <a:pt x="261785" y="126100"/>
                  </a:moveTo>
                  <a:lnTo>
                    <a:pt x="263404" y="129084"/>
                  </a:lnTo>
                  <a:cubicBezTo>
                    <a:pt x="263809" y="129831"/>
                    <a:pt x="264213" y="131323"/>
                    <a:pt x="264618" y="132069"/>
                  </a:cubicBezTo>
                  <a:cubicBezTo>
                    <a:pt x="265832" y="136546"/>
                    <a:pt x="265832" y="141769"/>
                    <a:pt x="264618" y="146246"/>
                  </a:cubicBezTo>
                  <a:cubicBezTo>
                    <a:pt x="264213" y="146992"/>
                    <a:pt x="263809" y="148484"/>
                    <a:pt x="263404" y="149231"/>
                  </a:cubicBezTo>
                  <a:cubicBezTo>
                    <a:pt x="261785" y="152215"/>
                    <a:pt x="260571" y="155946"/>
                    <a:pt x="259761" y="159677"/>
                  </a:cubicBezTo>
                  <a:cubicBezTo>
                    <a:pt x="259357" y="158931"/>
                    <a:pt x="258547" y="157438"/>
                    <a:pt x="258142" y="155946"/>
                  </a:cubicBezTo>
                  <a:lnTo>
                    <a:pt x="256928" y="151469"/>
                  </a:lnTo>
                  <a:cubicBezTo>
                    <a:pt x="256524" y="149977"/>
                    <a:pt x="256119" y="147738"/>
                    <a:pt x="256119" y="146246"/>
                  </a:cubicBezTo>
                  <a:cubicBezTo>
                    <a:pt x="256524" y="145500"/>
                    <a:pt x="256524" y="144007"/>
                    <a:pt x="256524" y="143261"/>
                  </a:cubicBezTo>
                  <a:cubicBezTo>
                    <a:pt x="256928" y="141769"/>
                    <a:pt x="257333" y="140277"/>
                    <a:pt x="257738" y="138038"/>
                  </a:cubicBezTo>
                  <a:cubicBezTo>
                    <a:pt x="259357" y="134308"/>
                    <a:pt x="260571" y="129831"/>
                    <a:pt x="261785" y="126100"/>
                  </a:cubicBezTo>
                  <a:close/>
                  <a:moveTo>
                    <a:pt x="254905" y="107446"/>
                  </a:moveTo>
                  <a:lnTo>
                    <a:pt x="256524" y="110431"/>
                  </a:lnTo>
                  <a:cubicBezTo>
                    <a:pt x="256928" y="111177"/>
                    <a:pt x="257333" y="112669"/>
                    <a:pt x="257738" y="113415"/>
                  </a:cubicBezTo>
                  <a:cubicBezTo>
                    <a:pt x="259357" y="117892"/>
                    <a:pt x="259357" y="123861"/>
                    <a:pt x="257738" y="128338"/>
                  </a:cubicBezTo>
                  <a:cubicBezTo>
                    <a:pt x="257333" y="129084"/>
                    <a:pt x="256928" y="130577"/>
                    <a:pt x="256524" y="131323"/>
                  </a:cubicBezTo>
                  <a:cubicBezTo>
                    <a:pt x="256119" y="132069"/>
                    <a:pt x="254905" y="135054"/>
                    <a:pt x="254905" y="136546"/>
                  </a:cubicBezTo>
                  <a:cubicBezTo>
                    <a:pt x="254905" y="138038"/>
                    <a:pt x="254500" y="139531"/>
                    <a:pt x="254095" y="140277"/>
                  </a:cubicBezTo>
                  <a:cubicBezTo>
                    <a:pt x="252881" y="138038"/>
                    <a:pt x="252071" y="135800"/>
                    <a:pt x="251262" y="133561"/>
                  </a:cubicBezTo>
                  <a:cubicBezTo>
                    <a:pt x="250857" y="132069"/>
                    <a:pt x="250453" y="129831"/>
                    <a:pt x="250453" y="127592"/>
                  </a:cubicBezTo>
                  <a:cubicBezTo>
                    <a:pt x="250857" y="126100"/>
                    <a:pt x="250857" y="123861"/>
                    <a:pt x="251262" y="122369"/>
                  </a:cubicBezTo>
                  <a:cubicBezTo>
                    <a:pt x="252476" y="117146"/>
                    <a:pt x="253690" y="111923"/>
                    <a:pt x="254905" y="107446"/>
                  </a:cubicBezTo>
                  <a:close/>
                  <a:moveTo>
                    <a:pt x="247215" y="89538"/>
                  </a:moveTo>
                  <a:cubicBezTo>
                    <a:pt x="247619" y="90284"/>
                    <a:pt x="247619" y="90284"/>
                    <a:pt x="248024" y="90284"/>
                  </a:cubicBezTo>
                  <a:lnTo>
                    <a:pt x="249238" y="92523"/>
                  </a:lnTo>
                  <a:cubicBezTo>
                    <a:pt x="250048" y="94015"/>
                    <a:pt x="250857" y="96254"/>
                    <a:pt x="251262" y="97746"/>
                  </a:cubicBezTo>
                  <a:cubicBezTo>
                    <a:pt x="252476" y="101477"/>
                    <a:pt x="252476" y="105954"/>
                    <a:pt x="251262" y="110431"/>
                  </a:cubicBezTo>
                  <a:cubicBezTo>
                    <a:pt x="250857" y="112669"/>
                    <a:pt x="250048" y="114907"/>
                    <a:pt x="249238" y="117146"/>
                  </a:cubicBezTo>
                  <a:lnTo>
                    <a:pt x="248024" y="123861"/>
                  </a:lnTo>
                  <a:lnTo>
                    <a:pt x="248024" y="123115"/>
                  </a:lnTo>
                  <a:cubicBezTo>
                    <a:pt x="246405" y="120877"/>
                    <a:pt x="244786" y="117146"/>
                    <a:pt x="243977" y="113415"/>
                  </a:cubicBezTo>
                  <a:cubicBezTo>
                    <a:pt x="243977" y="112669"/>
                    <a:pt x="243977" y="111923"/>
                    <a:pt x="243572" y="111177"/>
                  </a:cubicBezTo>
                  <a:cubicBezTo>
                    <a:pt x="243977" y="110431"/>
                    <a:pt x="243977" y="108938"/>
                    <a:pt x="243977" y="108192"/>
                  </a:cubicBezTo>
                  <a:cubicBezTo>
                    <a:pt x="245191" y="102223"/>
                    <a:pt x="246405" y="96254"/>
                    <a:pt x="247215" y="89538"/>
                  </a:cubicBezTo>
                  <a:close/>
                  <a:moveTo>
                    <a:pt x="238715" y="73869"/>
                  </a:moveTo>
                  <a:cubicBezTo>
                    <a:pt x="239120" y="74615"/>
                    <a:pt x="239120" y="74615"/>
                    <a:pt x="239525" y="74615"/>
                  </a:cubicBezTo>
                  <a:lnTo>
                    <a:pt x="240334" y="76108"/>
                  </a:lnTo>
                  <a:cubicBezTo>
                    <a:pt x="240739" y="76854"/>
                    <a:pt x="241548" y="77600"/>
                    <a:pt x="241953" y="78346"/>
                  </a:cubicBezTo>
                  <a:cubicBezTo>
                    <a:pt x="242763" y="79838"/>
                    <a:pt x="243572" y="82077"/>
                    <a:pt x="243977" y="85061"/>
                  </a:cubicBezTo>
                  <a:cubicBezTo>
                    <a:pt x="244382" y="87300"/>
                    <a:pt x="244382" y="89538"/>
                    <a:pt x="243977" y="91777"/>
                  </a:cubicBezTo>
                  <a:cubicBezTo>
                    <a:pt x="243572" y="95508"/>
                    <a:pt x="242763" y="99238"/>
                    <a:pt x="241953" y="102223"/>
                  </a:cubicBezTo>
                  <a:cubicBezTo>
                    <a:pt x="241548" y="103715"/>
                    <a:pt x="241548" y="105208"/>
                    <a:pt x="241548" y="107446"/>
                  </a:cubicBezTo>
                  <a:cubicBezTo>
                    <a:pt x="241144" y="106700"/>
                    <a:pt x="241144" y="106700"/>
                    <a:pt x="240739" y="106700"/>
                  </a:cubicBezTo>
                  <a:lnTo>
                    <a:pt x="239525" y="105208"/>
                  </a:lnTo>
                  <a:cubicBezTo>
                    <a:pt x="237906" y="102969"/>
                    <a:pt x="236692" y="99984"/>
                    <a:pt x="236287" y="96254"/>
                  </a:cubicBezTo>
                  <a:cubicBezTo>
                    <a:pt x="236287" y="88046"/>
                    <a:pt x="238715" y="80584"/>
                    <a:pt x="238715" y="73869"/>
                  </a:cubicBezTo>
                  <a:close/>
                  <a:moveTo>
                    <a:pt x="236692" y="105954"/>
                  </a:moveTo>
                  <a:lnTo>
                    <a:pt x="239525" y="111177"/>
                  </a:lnTo>
                  <a:cubicBezTo>
                    <a:pt x="239930" y="111923"/>
                    <a:pt x="239930" y="111923"/>
                    <a:pt x="240334" y="111923"/>
                  </a:cubicBezTo>
                  <a:cubicBezTo>
                    <a:pt x="240739" y="111923"/>
                    <a:pt x="240739" y="112669"/>
                    <a:pt x="241144" y="112669"/>
                  </a:cubicBezTo>
                  <a:cubicBezTo>
                    <a:pt x="241144" y="114161"/>
                    <a:pt x="241548" y="114907"/>
                    <a:pt x="241548" y="115654"/>
                  </a:cubicBezTo>
                  <a:cubicBezTo>
                    <a:pt x="241953" y="117892"/>
                    <a:pt x="242763" y="120131"/>
                    <a:pt x="243572" y="122369"/>
                  </a:cubicBezTo>
                  <a:lnTo>
                    <a:pt x="247215" y="129084"/>
                  </a:lnTo>
                  <a:cubicBezTo>
                    <a:pt x="247215" y="129831"/>
                    <a:pt x="247215" y="129831"/>
                    <a:pt x="247619" y="129831"/>
                  </a:cubicBezTo>
                  <a:cubicBezTo>
                    <a:pt x="247619" y="132069"/>
                    <a:pt x="248024" y="134308"/>
                    <a:pt x="248834" y="136546"/>
                  </a:cubicBezTo>
                  <a:cubicBezTo>
                    <a:pt x="249238" y="138038"/>
                    <a:pt x="250048" y="140277"/>
                    <a:pt x="250857" y="141769"/>
                  </a:cubicBezTo>
                  <a:cubicBezTo>
                    <a:pt x="251667" y="143261"/>
                    <a:pt x="252476" y="145500"/>
                    <a:pt x="253286" y="146992"/>
                  </a:cubicBezTo>
                  <a:cubicBezTo>
                    <a:pt x="253286" y="149977"/>
                    <a:pt x="254095" y="152961"/>
                    <a:pt x="254905" y="155946"/>
                  </a:cubicBezTo>
                  <a:cubicBezTo>
                    <a:pt x="255309" y="158184"/>
                    <a:pt x="256119" y="159677"/>
                    <a:pt x="256524" y="161169"/>
                  </a:cubicBezTo>
                  <a:cubicBezTo>
                    <a:pt x="256928" y="161915"/>
                    <a:pt x="256928" y="162661"/>
                    <a:pt x="257738" y="164154"/>
                  </a:cubicBezTo>
                  <a:cubicBezTo>
                    <a:pt x="258547" y="165646"/>
                    <a:pt x="258142" y="164900"/>
                    <a:pt x="258142" y="165646"/>
                  </a:cubicBezTo>
                  <a:cubicBezTo>
                    <a:pt x="258142" y="172361"/>
                    <a:pt x="259761" y="179077"/>
                    <a:pt x="262190" y="184300"/>
                  </a:cubicBezTo>
                  <a:cubicBezTo>
                    <a:pt x="262190" y="187284"/>
                    <a:pt x="262190" y="190269"/>
                    <a:pt x="262594" y="193254"/>
                  </a:cubicBezTo>
                  <a:cubicBezTo>
                    <a:pt x="262999" y="194746"/>
                    <a:pt x="263404" y="196238"/>
                    <a:pt x="263809" y="198477"/>
                  </a:cubicBezTo>
                  <a:cubicBezTo>
                    <a:pt x="264213" y="200715"/>
                    <a:pt x="264618" y="202207"/>
                    <a:pt x="265428" y="203700"/>
                  </a:cubicBezTo>
                  <a:lnTo>
                    <a:pt x="265428" y="204446"/>
                  </a:lnTo>
                  <a:cubicBezTo>
                    <a:pt x="265023" y="207430"/>
                    <a:pt x="265023" y="209669"/>
                    <a:pt x="265428" y="212654"/>
                  </a:cubicBezTo>
                  <a:cubicBezTo>
                    <a:pt x="265832" y="216384"/>
                    <a:pt x="266642" y="220861"/>
                    <a:pt x="267856" y="223846"/>
                  </a:cubicBezTo>
                  <a:cubicBezTo>
                    <a:pt x="267047" y="229815"/>
                    <a:pt x="267047" y="235784"/>
                    <a:pt x="268261" y="241007"/>
                  </a:cubicBezTo>
                  <a:cubicBezTo>
                    <a:pt x="268665" y="241754"/>
                    <a:pt x="268665" y="243246"/>
                    <a:pt x="268665" y="243992"/>
                  </a:cubicBezTo>
                  <a:cubicBezTo>
                    <a:pt x="268261" y="245484"/>
                    <a:pt x="268261" y="246230"/>
                    <a:pt x="268261" y="247723"/>
                  </a:cubicBezTo>
                  <a:cubicBezTo>
                    <a:pt x="267856" y="246977"/>
                    <a:pt x="267047" y="246977"/>
                    <a:pt x="265832" y="246977"/>
                  </a:cubicBezTo>
                  <a:lnTo>
                    <a:pt x="262999" y="246977"/>
                  </a:lnTo>
                  <a:cubicBezTo>
                    <a:pt x="262594" y="246977"/>
                    <a:pt x="261785" y="247723"/>
                    <a:pt x="261380" y="247723"/>
                  </a:cubicBezTo>
                  <a:cubicBezTo>
                    <a:pt x="260166" y="246977"/>
                    <a:pt x="258952" y="246230"/>
                    <a:pt x="258142" y="246977"/>
                  </a:cubicBezTo>
                  <a:lnTo>
                    <a:pt x="256928" y="246977"/>
                  </a:lnTo>
                  <a:cubicBezTo>
                    <a:pt x="256524" y="246977"/>
                    <a:pt x="255714" y="246977"/>
                    <a:pt x="255309" y="247723"/>
                  </a:cubicBezTo>
                  <a:lnTo>
                    <a:pt x="254095" y="247723"/>
                  </a:lnTo>
                  <a:cubicBezTo>
                    <a:pt x="252881" y="246977"/>
                    <a:pt x="252071" y="246977"/>
                    <a:pt x="251262" y="246977"/>
                  </a:cubicBezTo>
                  <a:lnTo>
                    <a:pt x="248024" y="246977"/>
                  </a:lnTo>
                  <a:cubicBezTo>
                    <a:pt x="247619" y="247723"/>
                    <a:pt x="247215" y="247723"/>
                    <a:pt x="246405" y="247723"/>
                  </a:cubicBezTo>
                  <a:cubicBezTo>
                    <a:pt x="245596" y="246977"/>
                    <a:pt x="244786" y="246977"/>
                    <a:pt x="243977" y="246977"/>
                  </a:cubicBezTo>
                  <a:lnTo>
                    <a:pt x="240334" y="246977"/>
                  </a:lnTo>
                  <a:cubicBezTo>
                    <a:pt x="239930" y="246977"/>
                    <a:pt x="239930" y="247723"/>
                    <a:pt x="239525" y="247723"/>
                  </a:cubicBezTo>
                  <a:lnTo>
                    <a:pt x="239120" y="247723"/>
                  </a:lnTo>
                  <a:cubicBezTo>
                    <a:pt x="237501" y="246977"/>
                    <a:pt x="236287" y="246977"/>
                    <a:pt x="234668" y="246977"/>
                  </a:cubicBezTo>
                  <a:cubicBezTo>
                    <a:pt x="233859" y="246977"/>
                    <a:pt x="233049" y="246977"/>
                    <a:pt x="231835" y="247723"/>
                  </a:cubicBezTo>
                  <a:cubicBezTo>
                    <a:pt x="230621" y="246977"/>
                    <a:pt x="229811" y="246977"/>
                    <a:pt x="228597" y="246977"/>
                  </a:cubicBezTo>
                  <a:lnTo>
                    <a:pt x="225359" y="246977"/>
                  </a:lnTo>
                  <a:cubicBezTo>
                    <a:pt x="224954" y="247723"/>
                    <a:pt x="224550" y="247723"/>
                    <a:pt x="224145" y="247723"/>
                  </a:cubicBezTo>
                  <a:cubicBezTo>
                    <a:pt x="223740" y="247723"/>
                    <a:pt x="223336" y="246977"/>
                    <a:pt x="222526" y="246977"/>
                  </a:cubicBezTo>
                  <a:cubicBezTo>
                    <a:pt x="221312" y="246230"/>
                    <a:pt x="220502" y="246230"/>
                    <a:pt x="219288" y="246977"/>
                  </a:cubicBezTo>
                  <a:lnTo>
                    <a:pt x="217669" y="246977"/>
                  </a:lnTo>
                  <a:cubicBezTo>
                    <a:pt x="217265" y="247723"/>
                    <a:pt x="216860" y="247723"/>
                    <a:pt x="216050" y="247723"/>
                  </a:cubicBezTo>
                  <a:cubicBezTo>
                    <a:pt x="215646" y="246977"/>
                    <a:pt x="214431" y="246230"/>
                    <a:pt x="213217" y="246977"/>
                  </a:cubicBezTo>
                  <a:lnTo>
                    <a:pt x="212003" y="246977"/>
                  </a:lnTo>
                  <a:cubicBezTo>
                    <a:pt x="211194" y="246977"/>
                    <a:pt x="210384" y="247723"/>
                    <a:pt x="209170" y="247723"/>
                  </a:cubicBezTo>
                  <a:cubicBezTo>
                    <a:pt x="208360" y="246977"/>
                    <a:pt x="207956" y="246977"/>
                    <a:pt x="207551" y="246977"/>
                  </a:cubicBezTo>
                  <a:cubicBezTo>
                    <a:pt x="207551" y="245484"/>
                    <a:pt x="207146" y="244738"/>
                    <a:pt x="207146" y="243246"/>
                  </a:cubicBezTo>
                  <a:cubicBezTo>
                    <a:pt x="207146" y="242500"/>
                    <a:pt x="206742" y="241007"/>
                    <a:pt x="206742" y="240261"/>
                  </a:cubicBezTo>
                  <a:cubicBezTo>
                    <a:pt x="207146" y="236530"/>
                    <a:pt x="206337" y="232800"/>
                    <a:pt x="205527" y="229815"/>
                  </a:cubicBezTo>
                  <a:lnTo>
                    <a:pt x="205527" y="229069"/>
                  </a:lnTo>
                  <a:cubicBezTo>
                    <a:pt x="205123" y="228323"/>
                    <a:pt x="204718" y="226830"/>
                    <a:pt x="204718" y="226084"/>
                  </a:cubicBezTo>
                  <a:cubicBezTo>
                    <a:pt x="204718" y="224592"/>
                    <a:pt x="204718" y="223100"/>
                    <a:pt x="204313" y="220861"/>
                  </a:cubicBezTo>
                  <a:cubicBezTo>
                    <a:pt x="203908" y="219369"/>
                    <a:pt x="203504" y="217130"/>
                    <a:pt x="202694" y="214146"/>
                  </a:cubicBezTo>
                  <a:cubicBezTo>
                    <a:pt x="202289" y="214146"/>
                    <a:pt x="202289" y="213400"/>
                    <a:pt x="202289" y="213400"/>
                  </a:cubicBezTo>
                  <a:cubicBezTo>
                    <a:pt x="202289" y="213400"/>
                    <a:pt x="201885" y="212654"/>
                    <a:pt x="201885" y="211907"/>
                  </a:cubicBezTo>
                  <a:cubicBezTo>
                    <a:pt x="201480" y="208177"/>
                    <a:pt x="200671" y="204446"/>
                    <a:pt x="199052" y="201461"/>
                  </a:cubicBezTo>
                  <a:cubicBezTo>
                    <a:pt x="198647" y="201461"/>
                    <a:pt x="198647" y="200715"/>
                    <a:pt x="197837" y="199223"/>
                  </a:cubicBezTo>
                  <a:cubicBezTo>
                    <a:pt x="197837" y="198477"/>
                    <a:pt x="197837" y="197731"/>
                    <a:pt x="197433" y="196984"/>
                  </a:cubicBezTo>
                  <a:cubicBezTo>
                    <a:pt x="197028" y="194746"/>
                    <a:pt x="196218" y="191761"/>
                    <a:pt x="195004" y="190269"/>
                  </a:cubicBezTo>
                  <a:cubicBezTo>
                    <a:pt x="194600" y="190269"/>
                    <a:pt x="194600" y="189523"/>
                    <a:pt x="194600" y="189523"/>
                  </a:cubicBezTo>
                  <a:cubicBezTo>
                    <a:pt x="194195" y="189523"/>
                    <a:pt x="194195" y="188777"/>
                    <a:pt x="194195" y="188777"/>
                  </a:cubicBezTo>
                  <a:lnTo>
                    <a:pt x="193385" y="187284"/>
                  </a:lnTo>
                  <a:lnTo>
                    <a:pt x="193385" y="186538"/>
                  </a:lnTo>
                  <a:cubicBezTo>
                    <a:pt x="193790" y="186538"/>
                    <a:pt x="193790" y="185792"/>
                    <a:pt x="194195" y="185792"/>
                  </a:cubicBezTo>
                  <a:cubicBezTo>
                    <a:pt x="194600" y="185792"/>
                    <a:pt x="195004" y="185046"/>
                    <a:pt x="195409" y="185046"/>
                  </a:cubicBezTo>
                  <a:cubicBezTo>
                    <a:pt x="196218" y="183554"/>
                    <a:pt x="197028" y="182061"/>
                    <a:pt x="197837" y="179823"/>
                  </a:cubicBezTo>
                  <a:cubicBezTo>
                    <a:pt x="198242" y="179077"/>
                    <a:pt x="198242" y="178331"/>
                    <a:pt x="198647" y="176838"/>
                  </a:cubicBezTo>
                  <a:cubicBezTo>
                    <a:pt x="199052" y="175346"/>
                    <a:pt x="199052" y="176838"/>
                    <a:pt x="199052" y="176092"/>
                  </a:cubicBezTo>
                  <a:cubicBezTo>
                    <a:pt x="200266" y="174600"/>
                    <a:pt x="201480" y="173107"/>
                    <a:pt x="202289" y="170869"/>
                  </a:cubicBezTo>
                  <a:cubicBezTo>
                    <a:pt x="203099" y="169377"/>
                    <a:pt x="203504" y="168631"/>
                    <a:pt x="203908" y="167138"/>
                  </a:cubicBezTo>
                  <a:lnTo>
                    <a:pt x="204313" y="166392"/>
                  </a:lnTo>
                  <a:cubicBezTo>
                    <a:pt x="204718" y="166392"/>
                    <a:pt x="205123" y="165646"/>
                    <a:pt x="205527" y="164900"/>
                  </a:cubicBezTo>
                  <a:cubicBezTo>
                    <a:pt x="206337" y="164154"/>
                    <a:pt x="207146" y="162661"/>
                    <a:pt x="207551" y="161169"/>
                  </a:cubicBezTo>
                  <a:cubicBezTo>
                    <a:pt x="208360" y="159677"/>
                    <a:pt x="208765" y="158931"/>
                    <a:pt x="209170" y="157438"/>
                  </a:cubicBezTo>
                  <a:cubicBezTo>
                    <a:pt x="210384" y="155946"/>
                    <a:pt x="211194" y="154454"/>
                    <a:pt x="212003" y="152961"/>
                  </a:cubicBezTo>
                  <a:cubicBezTo>
                    <a:pt x="212408" y="152215"/>
                    <a:pt x="212812" y="150723"/>
                    <a:pt x="213217" y="149977"/>
                  </a:cubicBezTo>
                  <a:cubicBezTo>
                    <a:pt x="213622" y="149231"/>
                    <a:pt x="213622" y="148484"/>
                    <a:pt x="214431" y="146992"/>
                  </a:cubicBezTo>
                  <a:cubicBezTo>
                    <a:pt x="216050" y="145500"/>
                    <a:pt x="217265" y="143261"/>
                    <a:pt x="218074" y="141023"/>
                  </a:cubicBezTo>
                  <a:cubicBezTo>
                    <a:pt x="218479" y="140277"/>
                    <a:pt x="218883" y="138784"/>
                    <a:pt x="219693" y="137292"/>
                  </a:cubicBezTo>
                  <a:cubicBezTo>
                    <a:pt x="220907" y="135800"/>
                    <a:pt x="221717" y="134308"/>
                    <a:pt x="222931" y="132069"/>
                  </a:cubicBezTo>
                  <a:cubicBezTo>
                    <a:pt x="223336" y="130577"/>
                    <a:pt x="224145" y="129084"/>
                    <a:pt x="224954" y="126846"/>
                  </a:cubicBezTo>
                  <a:cubicBezTo>
                    <a:pt x="225359" y="126846"/>
                    <a:pt x="225359" y="126846"/>
                    <a:pt x="225359" y="126100"/>
                  </a:cubicBezTo>
                  <a:cubicBezTo>
                    <a:pt x="225764" y="126100"/>
                    <a:pt x="225764" y="126100"/>
                    <a:pt x="225764" y="125354"/>
                  </a:cubicBezTo>
                  <a:lnTo>
                    <a:pt x="226573" y="123861"/>
                  </a:lnTo>
                  <a:cubicBezTo>
                    <a:pt x="227383" y="123115"/>
                    <a:pt x="227788" y="122369"/>
                    <a:pt x="228192" y="120877"/>
                  </a:cubicBezTo>
                  <a:cubicBezTo>
                    <a:pt x="228597" y="119384"/>
                    <a:pt x="229002" y="117892"/>
                    <a:pt x="229811" y="116400"/>
                  </a:cubicBezTo>
                  <a:cubicBezTo>
                    <a:pt x="230621" y="115654"/>
                    <a:pt x="231025" y="114907"/>
                    <a:pt x="231835" y="114161"/>
                  </a:cubicBezTo>
                  <a:lnTo>
                    <a:pt x="234668" y="108938"/>
                  </a:lnTo>
                  <a:cubicBezTo>
                    <a:pt x="235073" y="108192"/>
                    <a:pt x="235073" y="107446"/>
                    <a:pt x="235073" y="106700"/>
                  </a:cubicBezTo>
                  <a:cubicBezTo>
                    <a:pt x="235882" y="106700"/>
                    <a:pt x="236287" y="106700"/>
                    <a:pt x="236692" y="105954"/>
                  </a:cubicBezTo>
                  <a:close/>
                  <a:moveTo>
                    <a:pt x="228597" y="72377"/>
                  </a:moveTo>
                  <a:cubicBezTo>
                    <a:pt x="229002" y="67900"/>
                    <a:pt x="229406" y="63423"/>
                    <a:pt x="229406" y="58200"/>
                  </a:cubicBezTo>
                  <a:lnTo>
                    <a:pt x="229811" y="58946"/>
                  </a:lnTo>
                  <a:cubicBezTo>
                    <a:pt x="230621" y="59692"/>
                    <a:pt x="231430" y="60438"/>
                    <a:pt x="232240" y="61931"/>
                  </a:cubicBezTo>
                  <a:cubicBezTo>
                    <a:pt x="233454" y="63423"/>
                    <a:pt x="234263" y="64915"/>
                    <a:pt x="235073" y="67154"/>
                  </a:cubicBezTo>
                  <a:cubicBezTo>
                    <a:pt x="236692" y="72377"/>
                    <a:pt x="236692" y="78346"/>
                    <a:pt x="235073" y="83569"/>
                  </a:cubicBezTo>
                  <a:cubicBezTo>
                    <a:pt x="234263" y="86554"/>
                    <a:pt x="233859" y="89538"/>
                    <a:pt x="233859" y="92523"/>
                  </a:cubicBezTo>
                  <a:cubicBezTo>
                    <a:pt x="233049" y="91777"/>
                    <a:pt x="232644" y="91777"/>
                    <a:pt x="232240" y="91031"/>
                  </a:cubicBezTo>
                  <a:cubicBezTo>
                    <a:pt x="230621" y="88792"/>
                    <a:pt x="229406" y="86554"/>
                    <a:pt x="228597" y="83569"/>
                  </a:cubicBezTo>
                  <a:cubicBezTo>
                    <a:pt x="228597" y="82823"/>
                    <a:pt x="228192" y="82823"/>
                    <a:pt x="228192" y="82823"/>
                  </a:cubicBezTo>
                  <a:cubicBezTo>
                    <a:pt x="227788" y="78346"/>
                    <a:pt x="228192" y="75361"/>
                    <a:pt x="228597" y="72377"/>
                  </a:cubicBezTo>
                  <a:close/>
                  <a:moveTo>
                    <a:pt x="227788" y="89538"/>
                  </a:moveTo>
                  <a:cubicBezTo>
                    <a:pt x="227788" y="90284"/>
                    <a:pt x="228192" y="90284"/>
                    <a:pt x="228192" y="90284"/>
                  </a:cubicBezTo>
                  <a:cubicBezTo>
                    <a:pt x="229406" y="92523"/>
                    <a:pt x="230216" y="94015"/>
                    <a:pt x="231835" y="95508"/>
                  </a:cubicBezTo>
                  <a:cubicBezTo>
                    <a:pt x="232240" y="96254"/>
                    <a:pt x="233049" y="97000"/>
                    <a:pt x="233454" y="97746"/>
                  </a:cubicBezTo>
                  <a:cubicBezTo>
                    <a:pt x="233859" y="99238"/>
                    <a:pt x="234263" y="99984"/>
                    <a:pt x="234263" y="101477"/>
                  </a:cubicBezTo>
                  <a:cubicBezTo>
                    <a:pt x="234668" y="102223"/>
                    <a:pt x="235073" y="102969"/>
                    <a:pt x="235073" y="104461"/>
                  </a:cubicBezTo>
                  <a:cubicBezTo>
                    <a:pt x="234668" y="104461"/>
                    <a:pt x="234668" y="105208"/>
                    <a:pt x="234263" y="105208"/>
                  </a:cubicBezTo>
                  <a:cubicBezTo>
                    <a:pt x="233454" y="105954"/>
                    <a:pt x="232644" y="105954"/>
                    <a:pt x="231430" y="105208"/>
                  </a:cubicBezTo>
                  <a:cubicBezTo>
                    <a:pt x="230216" y="104461"/>
                    <a:pt x="229002" y="102969"/>
                    <a:pt x="227788" y="100731"/>
                  </a:cubicBezTo>
                  <a:cubicBezTo>
                    <a:pt x="227383" y="99984"/>
                    <a:pt x="226573" y="99238"/>
                    <a:pt x="226169" y="98492"/>
                  </a:cubicBezTo>
                  <a:cubicBezTo>
                    <a:pt x="225764" y="97746"/>
                    <a:pt x="225764" y="97746"/>
                    <a:pt x="225359" y="97746"/>
                  </a:cubicBezTo>
                  <a:lnTo>
                    <a:pt x="224954" y="97746"/>
                  </a:lnTo>
                  <a:lnTo>
                    <a:pt x="224954" y="97000"/>
                  </a:lnTo>
                  <a:cubicBezTo>
                    <a:pt x="224550" y="97000"/>
                    <a:pt x="224145" y="96254"/>
                    <a:pt x="223740" y="96254"/>
                  </a:cubicBezTo>
                  <a:cubicBezTo>
                    <a:pt x="224145" y="95508"/>
                    <a:pt x="224550" y="94015"/>
                    <a:pt x="224954" y="93269"/>
                  </a:cubicBezTo>
                  <a:lnTo>
                    <a:pt x="225359" y="92523"/>
                  </a:lnTo>
                  <a:lnTo>
                    <a:pt x="226169" y="91031"/>
                  </a:lnTo>
                  <a:cubicBezTo>
                    <a:pt x="227383" y="89538"/>
                    <a:pt x="227788" y="89538"/>
                    <a:pt x="227788" y="89538"/>
                  </a:cubicBezTo>
                  <a:close/>
                  <a:moveTo>
                    <a:pt x="219288" y="56708"/>
                  </a:moveTo>
                  <a:lnTo>
                    <a:pt x="219288" y="45515"/>
                  </a:lnTo>
                  <a:lnTo>
                    <a:pt x="219693" y="45515"/>
                  </a:lnTo>
                  <a:cubicBezTo>
                    <a:pt x="220502" y="46261"/>
                    <a:pt x="221717" y="47754"/>
                    <a:pt x="222526" y="48500"/>
                  </a:cubicBezTo>
                  <a:cubicBezTo>
                    <a:pt x="223740" y="49992"/>
                    <a:pt x="224550" y="51484"/>
                    <a:pt x="225359" y="52977"/>
                  </a:cubicBezTo>
                  <a:cubicBezTo>
                    <a:pt x="225764" y="53723"/>
                    <a:pt x="225764" y="54469"/>
                    <a:pt x="225764" y="55215"/>
                  </a:cubicBezTo>
                  <a:cubicBezTo>
                    <a:pt x="226573" y="59692"/>
                    <a:pt x="226573" y="64169"/>
                    <a:pt x="225764" y="68646"/>
                  </a:cubicBezTo>
                  <a:cubicBezTo>
                    <a:pt x="225764" y="70138"/>
                    <a:pt x="225359" y="71631"/>
                    <a:pt x="225359" y="73123"/>
                  </a:cubicBezTo>
                  <a:lnTo>
                    <a:pt x="225359" y="78346"/>
                  </a:lnTo>
                  <a:cubicBezTo>
                    <a:pt x="224550" y="77600"/>
                    <a:pt x="223336" y="76854"/>
                    <a:pt x="222526" y="75361"/>
                  </a:cubicBezTo>
                  <a:cubicBezTo>
                    <a:pt x="220907" y="73869"/>
                    <a:pt x="219693" y="71631"/>
                    <a:pt x="219288" y="68646"/>
                  </a:cubicBezTo>
                  <a:lnTo>
                    <a:pt x="219288" y="56708"/>
                  </a:lnTo>
                  <a:close/>
                  <a:moveTo>
                    <a:pt x="209170" y="34323"/>
                  </a:moveTo>
                  <a:cubicBezTo>
                    <a:pt x="209979" y="35069"/>
                    <a:pt x="210789" y="35069"/>
                    <a:pt x="212003" y="35815"/>
                  </a:cubicBezTo>
                  <a:cubicBezTo>
                    <a:pt x="212408" y="36561"/>
                    <a:pt x="212812" y="36561"/>
                    <a:pt x="213217" y="36561"/>
                  </a:cubicBezTo>
                  <a:cubicBezTo>
                    <a:pt x="220098" y="44769"/>
                    <a:pt x="215646" y="55961"/>
                    <a:pt x="216455" y="64915"/>
                  </a:cubicBezTo>
                  <a:cubicBezTo>
                    <a:pt x="215241" y="64169"/>
                    <a:pt x="214431" y="62677"/>
                    <a:pt x="213217" y="61931"/>
                  </a:cubicBezTo>
                  <a:cubicBezTo>
                    <a:pt x="212812" y="61184"/>
                    <a:pt x="212408" y="61184"/>
                    <a:pt x="212003" y="60438"/>
                  </a:cubicBezTo>
                  <a:cubicBezTo>
                    <a:pt x="211194" y="59692"/>
                    <a:pt x="210789" y="58200"/>
                    <a:pt x="210384" y="56708"/>
                  </a:cubicBezTo>
                  <a:cubicBezTo>
                    <a:pt x="208765" y="49246"/>
                    <a:pt x="209979" y="41038"/>
                    <a:pt x="209170" y="34323"/>
                  </a:cubicBezTo>
                  <a:close/>
                  <a:moveTo>
                    <a:pt x="198242" y="24623"/>
                  </a:moveTo>
                  <a:cubicBezTo>
                    <a:pt x="198647" y="24623"/>
                    <a:pt x="198647" y="24623"/>
                    <a:pt x="198242" y="24623"/>
                  </a:cubicBezTo>
                  <a:cubicBezTo>
                    <a:pt x="199456" y="25369"/>
                    <a:pt x="200671" y="26115"/>
                    <a:pt x="201885" y="27608"/>
                  </a:cubicBezTo>
                  <a:cubicBezTo>
                    <a:pt x="202694" y="28354"/>
                    <a:pt x="203504" y="29100"/>
                    <a:pt x="203908" y="29846"/>
                  </a:cubicBezTo>
                  <a:lnTo>
                    <a:pt x="205123" y="32085"/>
                  </a:lnTo>
                  <a:cubicBezTo>
                    <a:pt x="207956" y="38800"/>
                    <a:pt x="205527" y="48500"/>
                    <a:pt x="206742" y="55215"/>
                  </a:cubicBezTo>
                  <a:cubicBezTo>
                    <a:pt x="205932" y="55215"/>
                    <a:pt x="205527" y="54469"/>
                    <a:pt x="205123" y="54469"/>
                  </a:cubicBezTo>
                  <a:cubicBezTo>
                    <a:pt x="204718" y="54469"/>
                    <a:pt x="204313" y="53723"/>
                    <a:pt x="203908" y="53723"/>
                  </a:cubicBezTo>
                  <a:cubicBezTo>
                    <a:pt x="203099" y="52977"/>
                    <a:pt x="202694" y="52231"/>
                    <a:pt x="201885" y="51484"/>
                  </a:cubicBezTo>
                  <a:cubicBezTo>
                    <a:pt x="201075" y="50738"/>
                    <a:pt x="200671" y="49246"/>
                    <a:pt x="200266" y="47754"/>
                  </a:cubicBezTo>
                  <a:cubicBezTo>
                    <a:pt x="199456" y="42531"/>
                    <a:pt x="199052" y="36561"/>
                    <a:pt x="199052" y="31338"/>
                  </a:cubicBezTo>
                  <a:cubicBezTo>
                    <a:pt x="198647" y="28354"/>
                    <a:pt x="198647" y="26115"/>
                    <a:pt x="198242" y="24623"/>
                  </a:cubicBezTo>
                  <a:close/>
                  <a:moveTo>
                    <a:pt x="198242" y="49992"/>
                  </a:moveTo>
                  <a:cubicBezTo>
                    <a:pt x="198242" y="50738"/>
                    <a:pt x="198647" y="50738"/>
                    <a:pt x="198647" y="51484"/>
                  </a:cubicBezTo>
                  <a:cubicBezTo>
                    <a:pt x="199456" y="53723"/>
                    <a:pt x="200671" y="55215"/>
                    <a:pt x="201885" y="55961"/>
                  </a:cubicBezTo>
                  <a:cubicBezTo>
                    <a:pt x="202694" y="56708"/>
                    <a:pt x="203099" y="57454"/>
                    <a:pt x="203908" y="57454"/>
                  </a:cubicBezTo>
                  <a:cubicBezTo>
                    <a:pt x="204313" y="57454"/>
                    <a:pt x="204718" y="58200"/>
                    <a:pt x="205123" y="58200"/>
                  </a:cubicBezTo>
                  <a:cubicBezTo>
                    <a:pt x="205527" y="58200"/>
                    <a:pt x="206742" y="58946"/>
                    <a:pt x="207146" y="58946"/>
                  </a:cubicBezTo>
                  <a:lnTo>
                    <a:pt x="207551" y="58946"/>
                  </a:lnTo>
                  <a:cubicBezTo>
                    <a:pt x="208360" y="61931"/>
                    <a:pt x="209979" y="64915"/>
                    <a:pt x="211598" y="66408"/>
                  </a:cubicBezTo>
                  <a:cubicBezTo>
                    <a:pt x="212003" y="66408"/>
                    <a:pt x="212003" y="67154"/>
                    <a:pt x="212812" y="67154"/>
                  </a:cubicBezTo>
                  <a:cubicBezTo>
                    <a:pt x="214027" y="68646"/>
                    <a:pt x="215241" y="69392"/>
                    <a:pt x="216860" y="70138"/>
                  </a:cubicBezTo>
                  <a:cubicBezTo>
                    <a:pt x="217265" y="70884"/>
                    <a:pt x="217265" y="72377"/>
                    <a:pt x="217669" y="73123"/>
                  </a:cubicBezTo>
                  <a:cubicBezTo>
                    <a:pt x="218074" y="74615"/>
                    <a:pt x="218479" y="75361"/>
                    <a:pt x="219288" y="76108"/>
                  </a:cubicBezTo>
                  <a:cubicBezTo>
                    <a:pt x="220098" y="77600"/>
                    <a:pt x="221312" y="79092"/>
                    <a:pt x="222526" y="80584"/>
                  </a:cubicBezTo>
                  <a:cubicBezTo>
                    <a:pt x="223336" y="81331"/>
                    <a:pt x="224145" y="82077"/>
                    <a:pt x="225359" y="82823"/>
                  </a:cubicBezTo>
                  <a:cubicBezTo>
                    <a:pt x="226573" y="83569"/>
                    <a:pt x="225764" y="83569"/>
                    <a:pt x="225764" y="83569"/>
                  </a:cubicBezTo>
                  <a:lnTo>
                    <a:pt x="225764" y="84315"/>
                  </a:lnTo>
                  <a:cubicBezTo>
                    <a:pt x="226169" y="85061"/>
                    <a:pt x="226169" y="85808"/>
                    <a:pt x="226573" y="86554"/>
                  </a:cubicBezTo>
                  <a:cubicBezTo>
                    <a:pt x="226978" y="87300"/>
                    <a:pt x="226169" y="87300"/>
                    <a:pt x="225764" y="87300"/>
                  </a:cubicBezTo>
                  <a:lnTo>
                    <a:pt x="225359" y="88046"/>
                  </a:lnTo>
                  <a:cubicBezTo>
                    <a:pt x="224145" y="89538"/>
                    <a:pt x="223336" y="91777"/>
                    <a:pt x="222526" y="94015"/>
                  </a:cubicBezTo>
                  <a:cubicBezTo>
                    <a:pt x="222121" y="94761"/>
                    <a:pt x="222121" y="95508"/>
                    <a:pt x="221717" y="96254"/>
                  </a:cubicBezTo>
                  <a:cubicBezTo>
                    <a:pt x="220907" y="97000"/>
                    <a:pt x="220098" y="98492"/>
                    <a:pt x="219288" y="99238"/>
                  </a:cubicBezTo>
                  <a:cubicBezTo>
                    <a:pt x="218883" y="99984"/>
                    <a:pt x="218074" y="100731"/>
                    <a:pt x="217669" y="102223"/>
                  </a:cubicBezTo>
                  <a:cubicBezTo>
                    <a:pt x="217265" y="103715"/>
                    <a:pt x="216860" y="104461"/>
                    <a:pt x="216050" y="105208"/>
                  </a:cubicBezTo>
                  <a:cubicBezTo>
                    <a:pt x="214836" y="106700"/>
                    <a:pt x="213622" y="108192"/>
                    <a:pt x="212408" y="110431"/>
                  </a:cubicBezTo>
                  <a:cubicBezTo>
                    <a:pt x="212003" y="111177"/>
                    <a:pt x="211598" y="111923"/>
                    <a:pt x="211194" y="113415"/>
                  </a:cubicBezTo>
                  <a:cubicBezTo>
                    <a:pt x="210789" y="114161"/>
                    <a:pt x="210789" y="114161"/>
                    <a:pt x="210789" y="114907"/>
                  </a:cubicBezTo>
                  <a:cubicBezTo>
                    <a:pt x="209170" y="116400"/>
                    <a:pt x="207956" y="118638"/>
                    <a:pt x="206742" y="121623"/>
                  </a:cubicBezTo>
                  <a:cubicBezTo>
                    <a:pt x="206337" y="122369"/>
                    <a:pt x="205932" y="123861"/>
                    <a:pt x="205527" y="124607"/>
                  </a:cubicBezTo>
                  <a:cubicBezTo>
                    <a:pt x="205123" y="125354"/>
                    <a:pt x="205123" y="125354"/>
                    <a:pt x="204718" y="125354"/>
                  </a:cubicBezTo>
                  <a:cubicBezTo>
                    <a:pt x="204313" y="125354"/>
                    <a:pt x="203908" y="126100"/>
                    <a:pt x="203504" y="126846"/>
                  </a:cubicBezTo>
                  <a:lnTo>
                    <a:pt x="201480" y="130577"/>
                  </a:lnTo>
                  <a:cubicBezTo>
                    <a:pt x="201075" y="131323"/>
                    <a:pt x="200671" y="132815"/>
                    <a:pt x="200266" y="133561"/>
                  </a:cubicBezTo>
                  <a:cubicBezTo>
                    <a:pt x="199456" y="134308"/>
                    <a:pt x="198647" y="135054"/>
                    <a:pt x="198242" y="136546"/>
                  </a:cubicBezTo>
                  <a:lnTo>
                    <a:pt x="196623" y="139531"/>
                  </a:lnTo>
                  <a:cubicBezTo>
                    <a:pt x="195814" y="141023"/>
                    <a:pt x="195409" y="142515"/>
                    <a:pt x="194600" y="144754"/>
                  </a:cubicBezTo>
                  <a:cubicBezTo>
                    <a:pt x="194195" y="145500"/>
                    <a:pt x="193790" y="146246"/>
                    <a:pt x="193385" y="146246"/>
                  </a:cubicBezTo>
                  <a:cubicBezTo>
                    <a:pt x="192576" y="146992"/>
                    <a:pt x="191766" y="148484"/>
                    <a:pt x="191362" y="149977"/>
                  </a:cubicBezTo>
                  <a:lnTo>
                    <a:pt x="190552" y="151469"/>
                  </a:lnTo>
                  <a:cubicBezTo>
                    <a:pt x="190147" y="152215"/>
                    <a:pt x="190147" y="152961"/>
                    <a:pt x="189743" y="154454"/>
                  </a:cubicBezTo>
                  <a:cubicBezTo>
                    <a:pt x="189338" y="155946"/>
                    <a:pt x="189338" y="155200"/>
                    <a:pt x="188529" y="155200"/>
                  </a:cubicBezTo>
                  <a:cubicBezTo>
                    <a:pt x="187314" y="156692"/>
                    <a:pt x="186505" y="158184"/>
                    <a:pt x="185695" y="160423"/>
                  </a:cubicBezTo>
                  <a:cubicBezTo>
                    <a:pt x="185291" y="161169"/>
                    <a:pt x="184886" y="162661"/>
                    <a:pt x="184077" y="164154"/>
                  </a:cubicBezTo>
                  <a:cubicBezTo>
                    <a:pt x="183267" y="164900"/>
                    <a:pt x="182458" y="165646"/>
                    <a:pt x="182053" y="167138"/>
                  </a:cubicBezTo>
                  <a:cubicBezTo>
                    <a:pt x="181648" y="166392"/>
                    <a:pt x="181243" y="165646"/>
                    <a:pt x="180434" y="165646"/>
                  </a:cubicBezTo>
                  <a:cubicBezTo>
                    <a:pt x="179624" y="163407"/>
                    <a:pt x="178410" y="161915"/>
                    <a:pt x="177196" y="160423"/>
                  </a:cubicBezTo>
                  <a:cubicBezTo>
                    <a:pt x="176791" y="159677"/>
                    <a:pt x="175982" y="158931"/>
                    <a:pt x="175577" y="158184"/>
                  </a:cubicBezTo>
                  <a:cubicBezTo>
                    <a:pt x="175172" y="157438"/>
                    <a:pt x="175172" y="157438"/>
                    <a:pt x="174363" y="157438"/>
                  </a:cubicBezTo>
                  <a:lnTo>
                    <a:pt x="173958" y="156692"/>
                  </a:lnTo>
                  <a:cubicBezTo>
                    <a:pt x="173149" y="155200"/>
                    <a:pt x="171935" y="153707"/>
                    <a:pt x="170720" y="152215"/>
                  </a:cubicBezTo>
                  <a:cubicBezTo>
                    <a:pt x="169911" y="151469"/>
                    <a:pt x="169101" y="150723"/>
                    <a:pt x="168292" y="150723"/>
                  </a:cubicBezTo>
                  <a:cubicBezTo>
                    <a:pt x="167887" y="150723"/>
                    <a:pt x="167078" y="149977"/>
                    <a:pt x="166673" y="149977"/>
                  </a:cubicBezTo>
                  <a:cubicBezTo>
                    <a:pt x="166268" y="149231"/>
                    <a:pt x="165459" y="148484"/>
                    <a:pt x="165054" y="147738"/>
                  </a:cubicBezTo>
                  <a:lnTo>
                    <a:pt x="163435" y="146246"/>
                  </a:lnTo>
                  <a:cubicBezTo>
                    <a:pt x="163030" y="146246"/>
                    <a:pt x="161816" y="145500"/>
                    <a:pt x="161007" y="145500"/>
                  </a:cubicBezTo>
                  <a:lnTo>
                    <a:pt x="161007" y="144754"/>
                  </a:lnTo>
                  <a:lnTo>
                    <a:pt x="159388" y="144754"/>
                  </a:lnTo>
                  <a:cubicBezTo>
                    <a:pt x="158983" y="144007"/>
                    <a:pt x="158578" y="144007"/>
                    <a:pt x="158174" y="144007"/>
                  </a:cubicBezTo>
                  <a:cubicBezTo>
                    <a:pt x="156960" y="142515"/>
                    <a:pt x="155341" y="141769"/>
                    <a:pt x="153722" y="141769"/>
                  </a:cubicBezTo>
                  <a:lnTo>
                    <a:pt x="151293" y="141769"/>
                  </a:lnTo>
                  <a:cubicBezTo>
                    <a:pt x="150484" y="141023"/>
                    <a:pt x="149674" y="141023"/>
                    <a:pt x="148865" y="141023"/>
                  </a:cubicBezTo>
                  <a:cubicBezTo>
                    <a:pt x="149270" y="136546"/>
                    <a:pt x="149270" y="132069"/>
                    <a:pt x="148865" y="127592"/>
                  </a:cubicBezTo>
                  <a:cubicBezTo>
                    <a:pt x="149674" y="123115"/>
                    <a:pt x="149674" y="117892"/>
                    <a:pt x="148865" y="113415"/>
                  </a:cubicBezTo>
                  <a:cubicBezTo>
                    <a:pt x="149674" y="108938"/>
                    <a:pt x="149674" y="103715"/>
                    <a:pt x="148865" y="99238"/>
                  </a:cubicBezTo>
                  <a:cubicBezTo>
                    <a:pt x="149674" y="94761"/>
                    <a:pt x="149674" y="90284"/>
                    <a:pt x="148865" y="85808"/>
                  </a:cubicBezTo>
                  <a:cubicBezTo>
                    <a:pt x="149674" y="81331"/>
                    <a:pt x="149674" y="76108"/>
                    <a:pt x="148865" y="71631"/>
                  </a:cubicBezTo>
                  <a:cubicBezTo>
                    <a:pt x="149674" y="67154"/>
                    <a:pt x="149674" y="62677"/>
                    <a:pt x="148865" y="58200"/>
                  </a:cubicBezTo>
                  <a:cubicBezTo>
                    <a:pt x="149270" y="53723"/>
                    <a:pt x="149270" y="48500"/>
                    <a:pt x="148865" y="44023"/>
                  </a:cubicBezTo>
                  <a:cubicBezTo>
                    <a:pt x="149674" y="39546"/>
                    <a:pt x="149674" y="34323"/>
                    <a:pt x="148865" y="29846"/>
                  </a:cubicBezTo>
                  <a:cubicBezTo>
                    <a:pt x="148865" y="29100"/>
                    <a:pt x="149270" y="27608"/>
                    <a:pt x="149270" y="26861"/>
                  </a:cubicBezTo>
                  <a:lnTo>
                    <a:pt x="151698" y="26861"/>
                  </a:lnTo>
                  <a:cubicBezTo>
                    <a:pt x="152507" y="26115"/>
                    <a:pt x="152912" y="26115"/>
                    <a:pt x="153722" y="26115"/>
                  </a:cubicBezTo>
                  <a:cubicBezTo>
                    <a:pt x="154126" y="25369"/>
                    <a:pt x="154531" y="25369"/>
                    <a:pt x="155341" y="25369"/>
                  </a:cubicBezTo>
                  <a:cubicBezTo>
                    <a:pt x="156150" y="26861"/>
                    <a:pt x="157364" y="27608"/>
                    <a:pt x="158174" y="28354"/>
                  </a:cubicBezTo>
                  <a:cubicBezTo>
                    <a:pt x="158983" y="28354"/>
                    <a:pt x="159793" y="29100"/>
                    <a:pt x="161007" y="29100"/>
                  </a:cubicBezTo>
                  <a:lnTo>
                    <a:pt x="165054" y="29100"/>
                  </a:lnTo>
                  <a:cubicBezTo>
                    <a:pt x="165459" y="29100"/>
                    <a:pt x="165459" y="28354"/>
                    <a:pt x="165864" y="28354"/>
                  </a:cubicBezTo>
                  <a:cubicBezTo>
                    <a:pt x="167483" y="30592"/>
                    <a:pt x="169101" y="32085"/>
                    <a:pt x="170720" y="32831"/>
                  </a:cubicBezTo>
                  <a:cubicBezTo>
                    <a:pt x="171935" y="33577"/>
                    <a:pt x="173149" y="33577"/>
                    <a:pt x="174363" y="33577"/>
                  </a:cubicBezTo>
                  <a:lnTo>
                    <a:pt x="176387" y="33577"/>
                  </a:lnTo>
                  <a:lnTo>
                    <a:pt x="177196" y="35069"/>
                  </a:lnTo>
                  <a:cubicBezTo>
                    <a:pt x="179220" y="37308"/>
                    <a:pt x="181648" y="38800"/>
                    <a:pt x="184077" y="39546"/>
                  </a:cubicBezTo>
                  <a:cubicBezTo>
                    <a:pt x="184481" y="39546"/>
                    <a:pt x="184886" y="39546"/>
                    <a:pt x="185695" y="40292"/>
                  </a:cubicBezTo>
                  <a:lnTo>
                    <a:pt x="187314" y="40292"/>
                  </a:lnTo>
                  <a:cubicBezTo>
                    <a:pt x="187719" y="41038"/>
                    <a:pt x="187719" y="41785"/>
                    <a:pt x="188124" y="42531"/>
                  </a:cubicBezTo>
                  <a:cubicBezTo>
                    <a:pt x="188529" y="43277"/>
                    <a:pt x="189743" y="44023"/>
                    <a:pt x="190147" y="45515"/>
                  </a:cubicBezTo>
                  <a:cubicBezTo>
                    <a:pt x="190552" y="45515"/>
                    <a:pt x="190957" y="45515"/>
                    <a:pt x="190957" y="46261"/>
                  </a:cubicBezTo>
                  <a:cubicBezTo>
                    <a:pt x="191766" y="47008"/>
                    <a:pt x="192171" y="47008"/>
                    <a:pt x="192981" y="47008"/>
                  </a:cubicBezTo>
                  <a:cubicBezTo>
                    <a:pt x="193385" y="47754"/>
                    <a:pt x="193790" y="47754"/>
                    <a:pt x="194195" y="47754"/>
                  </a:cubicBezTo>
                  <a:cubicBezTo>
                    <a:pt x="194600" y="48500"/>
                    <a:pt x="195814" y="48500"/>
                    <a:pt x="196623" y="48500"/>
                  </a:cubicBezTo>
                  <a:close/>
                  <a:moveTo>
                    <a:pt x="187314" y="16415"/>
                  </a:moveTo>
                  <a:cubicBezTo>
                    <a:pt x="187719" y="16415"/>
                    <a:pt x="188529" y="17161"/>
                    <a:pt x="188933" y="17161"/>
                  </a:cubicBezTo>
                  <a:cubicBezTo>
                    <a:pt x="189743" y="17908"/>
                    <a:pt x="190147" y="17908"/>
                    <a:pt x="190957" y="18654"/>
                  </a:cubicBezTo>
                  <a:cubicBezTo>
                    <a:pt x="191362" y="18654"/>
                    <a:pt x="191362" y="19400"/>
                    <a:pt x="191766" y="19400"/>
                  </a:cubicBezTo>
                  <a:cubicBezTo>
                    <a:pt x="192576" y="20146"/>
                    <a:pt x="192981" y="20892"/>
                    <a:pt x="193790" y="22385"/>
                  </a:cubicBezTo>
                  <a:cubicBezTo>
                    <a:pt x="194195" y="23131"/>
                    <a:pt x="194600" y="23877"/>
                    <a:pt x="195004" y="25369"/>
                  </a:cubicBezTo>
                  <a:cubicBezTo>
                    <a:pt x="197028" y="31338"/>
                    <a:pt x="195409" y="39546"/>
                    <a:pt x="196623" y="46261"/>
                  </a:cubicBezTo>
                  <a:cubicBezTo>
                    <a:pt x="196218" y="45515"/>
                    <a:pt x="195409" y="45515"/>
                    <a:pt x="195004" y="45515"/>
                  </a:cubicBezTo>
                  <a:cubicBezTo>
                    <a:pt x="194600" y="44769"/>
                    <a:pt x="194195" y="44769"/>
                    <a:pt x="193790" y="44769"/>
                  </a:cubicBezTo>
                  <a:cubicBezTo>
                    <a:pt x="192981" y="44023"/>
                    <a:pt x="192576" y="43277"/>
                    <a:pt x="191766" y="42531"/>
                  </a:cubicBezTo>
                  <a:cubicBezTo>
                    <a:pt x="191362" y="42531"/>
                    <a:pt x="191362" y="41785"/>
                    <a:pt x="190957" y="41785"/>
                  </a:cubicBezTo>
                  <a:cubicBezTo>
                    <a:pt x="190552" y="41785"/>
                    <a:pt x="190147" y="41038"/>
                    <a:pt x="189743" y="39546"/>
                  </a:cubicBezTo>
                  <a:cubicBezTo>
                    <a:pt x="189338" y="38054"/>
                    <a:pt x="188933" y="36561"/>
                    <a:pt x="188933" y="35069"/>
                  </a:cubicBezTo>
                  <a:cubicBezTo>
                    <a:pt x="188529" y="29100"/>
                    <a:pt x="187719" y="23131"/>
                    <a:pt x="186505" y="17161"/>
                  </a:cubicBezTo>
                  <a:lnTo>
                    <a:pt x="187314" y="17161"/>
                  </a:lnTo>
                  <a:close/>
                  <a:moveTo>
                    <a:pt x="175172" y="10446"/>
                  </a:moveTo>
                  <a:cubicBezTo>
                    <a:pt x="175982" y="10446"/>
                    <a:pt x="177196" y="10446"/>
                    <a:pt x="178006" y="11192"/>
                  </a:cubicBezTo>
                  <a:cubicBezTo>
                    <a:pt x="181648" y="11938"/>
                    <a:pt x="184077" y="16415"/>
                    <a:pt x="184886" y="23131"/>
                  </a:cubicBezTo>
                  <a:cubicBezTo>
                    <a:pt x="185291" y="27608"/>
                    <a:pt x="185695" y="32831"/>
                    <a:pt x="186505" y="37308"/>
                  </a:cubicBezTo>
                  <a:cubicBezTo>
                    <a:pt x="186505" y="37308"/>
                    <a:pt x="186505" y="38054"/>
                    <a:pt x="186910" y="38054"/>
                  </a:cubicBezTo>
                  <a:lnTo>
                    <a:pt x="186505" y="38054"/>
                  </a:lnTo>
                  <a:cubicBezTo>
                    <a:pt x="186100" y="38054"/>
                    <a:pt x="185695" y="37308"/>
                    <a:pt x="184886" y="37308"/>
                  </a:cubicBezTo>
                  <a:cubicBezTo>
                    <a:pt x="182862" y="37308"/>
                    <a:pt x="180839" y="35069"/>
                    <a:pt x="179220" y="32831"/>
                  </a:cubicBezTo>
                  <a:cubicBezTo>
                    <a:pt x="178815" y="32085"/>
                    <a:pt x="178410" y="30592"/>
                    <a:pt x="178006" y="29100"/>
                  </a:cubicBezTo>
                  <a:cubicBezTo>
                    <a:pt x="177196" y="23131"/>
                    <a:pt x="176387" y="17908"/>
                    <a:pt x="175172" y="12685"/>
                  </a:cubicBezTo>
                  <a:lnTo>
                    <a:pt x="175172" y="10446"/>
                  </a:lnTo>
                  <a:close/>
                  <a:moveTo>
                    <a:pt x="163030" y="5969"/>
                  </a:moveTo>
                  <a:cubicBezTo>
                    <a:pt x="163435" y="5969"/>
                    <a:pt x="163435" y="5223"/>
                    <a:pt x="163435" y="5969"/>
                  </a:cubicBezTo>
                  <a:lnTo>
                    <a:pt x="165054" y="5969"/>
                  </a:lnTo>
                  <a:cubicBezTo>
                    <a:pt x="167078" y="5969"/>
                    <a:pt x="169101" y="7461"/>
                    <a:pt x="170720" y="10446"/>
                  </a:cubicBezTo>
                  <a:cubicBezTo>
                    <a:pt x="173553" y="14923"/>
                    <a:pt x="173149" y="23877"/>
                    <a:pt x="174363" y="29846"/>
                  </a:cubicBezTo>
                  <a:lnTo>
                    <a:pt x="174768" y="30592"/>
                  </a:lnTo>
                  <a:lnTo>
                    <a:pt x="175172" y="30592"/>
                  </a:lnTo>
                  <a:cubicBezTo>
                    <a:pt x="173958" y="30592"/>
                    <a:pt x="172744" y="29846"/>
                    <a:pt x="171530" y="29846"/>
                  </a:cubicBezTo>
                  <a:cubicBezTo>
                    <a:pt x="170316" y="29100"/>
                    <a:pt x="169101" y="28354"/>
                    <a:pt x="168292" y="26861"/>
                  </a:cubicBezTo>
                  <a:cubicBezTo>
                    <a:pt x="167078" y="23877"/>
                    <a:pt x="166268" y="20146"/>
                    <a:pt x="165459" y="16415"/>
                  </a:cubicBezTo>
                  <a:cubicBezTo>
                    <a:pt x="165054" y="13431"/>
                    <a:pt x="164245" y="11192"/>
                    <a:pt x="163840" y="8954"/>
                  </a:cubicBezTo>
                  <a:cubicBezTo>
                    <a:pt x="163435" y="7461"/>
                    <a:pt x="163435" y="6715"/>
                    <a:pt x="163030" y="5969"/>
                  </a:cubicBezTo>
                  <a:close/>
                  <a:moveTo>
                    <a:pt x="150889" y="2985"/>
                  </a:moveTo>
                  <a:lnTo>
                    <a:pt x="153722" y="2985"/>
                  </a:lnTo>
                  <a:cubicBezTo>
                    <a:pt x="155341" y="2985"/>
                    <a:pt x="156960" y="3731"/>
                    <a:pt x="158174" y="5223"/>
                  </a:cubicBezTo>
                  <a:cubicBezTo>
                    <a:pt x="159793" y="5969"/>
                    <a:pt x="160197" y="8208"/>
                    <a:pt x="161007" y="10446"/>
                  </a:cubicBezTo>
                  <a:cubicBezTo>
                    <a:pt x="161816" y="14177"/>
                    <a:pt x="162626" y="18654"/>
                    <a:pt x="163435" y="23131"/>
                  </a:cubicBezTo>
                  <a:cubicBezTo>
                    <a:pt x="163840" y="23877"/>
                    <a:pt x="163840" y="24623"/>
                    <a:pt x="164245" y="26115"/>
                  </a:cubicBezTo>
                  <a:lnTo>
                    <a:pt x="161007" y="26115"/>
                  </a:lnTo>
                  <a:cubicBezTo>
                    <a:pt x="159793" y="25369"/>
                    <a:pt x="158983" y="25369"/>
                    <a:pt x="158174" y="25369"/>
                  </a:cubicBezTo>
                  <a:cubicBezTo>
                    <a:pt x="157769" y="24623"/>
                    <a:pt x="156960" y="23877"/>
                    <a:pt x="156555" y="23131"/>
                  </a:cubicBezTo>
                  <a:cubicBezTo>
                    <a:pt x="155341" y="20892"/>
                    <a:pt x="154126" y="17908"/>
                    <a:pt x="153722" y="14923"/>
                  </a:cubicBezTo>
                  <a:cubicBezTo>
                    <a:pt x="152912" y="11938"/>
                    <a:pt x="152103" y="9700"/>
                    <a:pt x="151698" y="7461"/>
                  </a:cubicBezTo>
                  <a:cubicBezTo>
                    <a:pt x="151293" y="5969"/>
                    <a:pt x="150889" y="4477"/>
                    <a:pt x="150889" y="2985"/>
                  </a:cubicBezTo>
                  <a:close/>
                  <a:moveTo>
                    <a:pt x="138747" y="2985"/>
                  </a:moveTo>
                  <a:lnTo>
                    <a:pt x="139556" y="2238"/>
                  </a:lnTo>
                  <a:cubicBezTo>
                    <a:pt x="141580" y="1492"/>
                    <a:pt x="143603" y="1492"/>
                    <a:pt x="145627" y="2985"/>
                  </a:cubicBezTo>
                  <a:cubicBezTo>
                    <a:pt x="149270" y="5969"/>
                    <a:pt x="150484" y="13431"/>
                    <a:pt x="151698" y="19400"/>
                  </a:cubicBezTo>
                  <a:cubicBezTo>
                    <a:pt x="152103" y="20892"/>
                    <a:pt x="152507" y="22385"/>
                    <a:pt x="153317" y="23131"/>
                  </a:cubicBezTo>
                  <a:lnTo>
                    <a:pt x="151698" y="23131"/>
                  </a:lnTo>
                  <a:cubicBezTo>
                    <a:pt x="149674" y="23877"/>
                    <a:pt x="147651" y="23131"/>
                    <a:pt x="145627" y="21638"/>
                  </a:cubicBezTo>
                  <a:lnTo>
                    <a:pt x="145222" y="21638"/>
                  </a:lnTo>
                  <a:cubicBezTo>
                    <a:pt x="142794" y="16415"/>
                    <a:pt x="141175" y="11192"/>
                    <a:pt x="139556" y="5223"/>
                  </a:cubicBezTo>
                  <a:lnTo>
                    <a:pt x="138747" y="2985"/>
                  </a:lnTo>
                  <a:close/>
                  <a:moveTo>
                    <a:pt x="126605" y="4477"/>
                  </a:moveTo>
                  <a:cubicBezTo>
                    <a:pt x="127009" y="4477"/>
                    <a:pt x="128224" y="3731"/>
                    <a:pt x="128628" y="3731"/>
                  </a:cubicBezTo>
                  <a:cubicBezTo>
                    <a:pt x="129438" y="2985"/>
                    <a:pt x="130247" y="2985"/>
                    <a:pt x="131057" y="2985"/>
                  </a:cubicBezTo>
                  <a:lnTo>
                    <a:pt x="132676" y="2985"/>
                  </a:lnTo>
                  <a:cubicBezTo>
                    <a:pt x="135509" y="3731"/>
                    <a:pt x="137937" y="8208"/>
                    <a:pt x="138747" y="13431"/>
                  </a:cubicBezTo>
                  <a:cubicBezTo>
                    <a:pt x="139151" y="14177"/>
                    <a:pt x="139151" y="14923"/>
                    <a:pt x="139556" y="15669"/>
                  </a:cubicBezTo>
                  <a:cubicBezTo>
                    <a:pt x="139961" y="17908"/>
                    <a:pt x="140770" y="20892"/>
                    <a:pt x="141984" y="22385"/>
                  </a:cubicBezTo>
                  <a:cubicBezTo>
                    <a:pt x="141175" y="23131"/>
                    <a:pt x="140366" y="23131"/>
                    <a:pt x="139556" y="23131"/>
                  </a:cubicBezTo>
                  <a:lnTo>
                    <a:pt x="138747" y="23131"/>
                  </a:lnTo>
                  <a:cubicBezTo>
                    <a:pt x="137128" y="23877"/>
                    <a:pt x="135509" y="23131"/>
                    <a:pt x="133890" y="21638"/>
                  </a:cubicBezTo>
                  <a:cubicBezTo>
                    <a:pt x="133080" y="20892"/>
                    <a:pt x="132676" y="20146"/>
                    <a:pt x="132271" y="18654"/>
                  </a:cubicBezTo>
                  <a:cubicBezTo>
                    <a:pt x="131866" y="17908"/>
                    <a:pt x="131057" y="15669"/>
                    <a:pt x="130652" y="14923"/>
                  </a:cubicBezTo>
                  <a:cubicBezTo>
                    <a:pt x="130247" y="14177"/>
                    <a:pt x="129033" y="10446"/>
                    <a:pt x="128224" y="8208"/>
                  </a:cubicBezTo>
                  <a:cubicBezTo>
                    <a:pt x="127819" y="7461"/>
                    <a:pt x="127009" y="5969"/>
                    <a:pt x="126605" y="4477"/>
                  </a:cubicBezTo>
                  <a:close/>
                  <a:moveTo>
                    <a:pt x="114463" y="8208"/>
                  </a:moveTo>
                  <a:cubicBezTo>
                    <a:pt x="114867" y="7461"/>
                    <a:pt x="115272" y="7461"/>
                    <a:pt x="116082" y="7461"/>
                  </a:cubicBezTo>
                  <a:cubicBezTo>
                    <a:pt x="117296" y="6715"/>
                    <a:pt x="118105" y="6715"/>
                    <a:pt x="119319" y="6715"/>
                  </a:cubicBezTo>
                  <a:lnTo>
                    <a:pt x="120938" y="6715"/>
                  </a:lnTo>
                  <a:cubicBezTo>
                    <a:pt x="121748" y="6715"/>
                    <a:pt x="122962" y="7461"/>
                    <a:pt x="123771" y="8208"/>
                  </a:cubicBezTo>
                  <a:lnTo>
                    <a:pt x="126200" y="12685"/>
                  </a:lnTo>
                  <a:cubicBezTo>
                    <a:pt x="127009" y="14923"/>
                    <a:pt x="128224" y="17161"/>
                    <a:pt x="129033" y="19400"/>
                  </a:cubicBezTo>
                  <a:cubicBezTo>
                    <a:pt x="129842" y="20892"/>
                    <a:pt x="130247" y="23131"/>
                    <a:pt x="131461" y="23877"/>
                  </a:cubicBezTo>
                  <a:cubicBezTo>
                    <a:pt x="130652" y="24623"/>
                    <a:pt x="129842" y="24623"/>
                    <a:pt x="129033" y="24623"/>
                  </a:cubicBezTo>
                  <a:cubicBezTo>
                    <a:pt x="128224" y="25369"/>
                    <a:pt x="127414" y="25369"/>
                    <a:pt x="126200" y="25369"/>
                  </a:cubicBezTo>
                  <a:cubicBezTo>
                    <a:pt x="125390" y="25369"/>
                    <a:pt x="124581" y="25369"/>
                    <a:pt x="123771" y="24623"/>
                  </a:cubicBezTo>
                  <a:lnTo>
                    <a:pt x="123367" y="24623"/>
                  </a:lnTo>
                  <a:cubicBezTo>
                    <a:pt x="122557" y="23877"/>
                    <a:pt x="122153" y="22385"/>
                    <a:pt x="121343" y="21638"/>
                  </a:cubicBezTo>
                  <a:lnTo>
                    <a:pt x="119724" y="18654"/>
                  </a:lnTo>
                  <a:cubicBezTo>
                    <a:pt x="118915" y="16415"/>
                    <a:pt x="117701" y="14177"/>
                    <a:pt x="116486" y="11938"/>
                  </a:cubicBezTo>
                  <a:close/>
                  <a:moveTo>
                    <a:pt x="102321" y="13431"/>
                  </a:moveTo>
                  <a:cubicBezTo>
                    <a:pt x="103535" y="11938"/>
                    <a:pt x="104749" y="11192"/>
                    <a:pt x="106368" y="10446"/>
                  </a:cubicBezTo>
                  <a:cubicBezTo>
                    <a:pt x="107178" y="9700"/>
                    <a:pt x="107987" y="9700"/>
                    <a:pt x="109201" y="9700"/>
                  </a:cubicBezTo>
                  <a:cubicBezTo>
                    <a:pt x="110820" y="10446"/>
                    <a:pt x="112034" y="11192"/>
                    <a:pt x="113248" y="12685"/>
                  </a:cubicBezTo>
                  <a:cubicBezTo>
                    <a:pt x="114463" y="14177"/>
                    <a:pt x="115272" y="16415"/>
                    <a:pt x="116082" y="18654"/>
                  </a:cubicBezTo>
                  <a:cubicBezTo>
                    <a:pt x="116891" y="20892"/>
                    <a:pt x="118105" y="23131"/>
                    <a:pt x="119319" y="25369"/>
                  </a:cubicBezTo>
                  <a:lnTo>
                    <a:pt x="119724" y="26115"/>
                  </a:lnTo>
                  <a:cubicBezTo>
                    <a:pt x="119724" y="26115"/>
                    <a:pt x="119724" y="26861"/>
                    <a:pt x="119319" y="26861"/>
                  </a:cubicBezTo>
                  <a:lnTo>
                    <a:pt x="116082" y="28354"/>
                  </a:lnTo>
                  <a:cubicBezTo>
                    <a:pt x="115272" y="29100"/>
                    <a:pt x="114463" y="29100"/>
                    <a:pt x="113248" y="29100"/>
                  </a:cubicBezTo>
                  <a:cubicBezTo>
                    <a:pt x="112844" y="29100"/>
                    <a:pt x="112034" y="29100"/>
                    <a:pt x="111630" y="28354"/>
                  </a:cubicBezTo>
                  <a:lnTo>
                    <a:pt x="108796" y="25369"/>
                  </a:lnTo>
                  <a:lnTo>
                    <a:pt x="106368" y="20146"/>
                  </a:lnTo>
                  <a:cubicBezTo>
                    <a:pt x="105154" y="17908"/>
                    <a:pt x="103535" y="15669"/>
                    <a:pt x="102321" y="13431"/>
                  </a:cubicBezTo>
                  <a:close/>
                  <a:moveTo>
                    <a:pt x="90583" y="20146"/>
                  </a:moveTo>
                  <a:cubicBezTo>
                    <a:pt x="91798" y="19400"/>
                    <a:pt x="93012" y="17908"/>
                    <a:pt x="94226" y="17161"/>
                  </a:cubicBezTo>
                  <a:cubicBezTo>
                    <a:pt x="95440" y="16415"/>
                    <a:pt x="97059" y="15669"/>
                    <a:pt x="98273" y="16415"/>
                  </a:cubicBezTo>
                  <a:cubicBezTo>
                    <a:pt x="98678" y="16415"/>
                    <a:pt x="99083" y="17161"/>
                    <a:pt x="99892" y="17161"/>
                  </a:cubicBezTo>
                  <a:cubicBezTo>
                    <a:pt x="102725" y="18654"/>
                    <a:pt x="104344" y="23877"/>
                    <a:pt x="106773" y="27608"/>
                  </a:cubicBezTo>
                  <a:cubicBezTo>
                    <a:pt x="107582" y="29100"/>
                    <a:pt x="107987" y="29846"/>
                    <a:pt x="108796" y="30592"/>
                  </a:cubicBezTo>
                  <a:cubicBezTo>
                    <a:pt x="107987" y="31338"/>
                    <a:pt x="107582" y="31338"/>
                    <a:pt x="106773" y="32085"/>
                  </a:cubicBezTo>
                  <a:cubicBezTo>
                    <a:pt x="104749" y="33577"/>
                    <a:pt x="103130" y="34323"/>
                    <a:pt x="101107" y="33577"/>
                  </a:cubicBezTo>
                  <a:cubicBezTo>
                    <a:pt x="100702" y="32831"/>
                    <a:pt x="100702" y="32831"/>
                    <a:pt x="100297" y="32831"/>
                  </a:cubicBezTo>
                  <a:cubicBezTo>
                    <a:pt x="99892" y="32831"/>
                    <a:pt x="99488" y="32085"/>
                    <a:pt x="98678" y="31338"/>
                  </a:cubicBezTo>
                  <a:cubicBezTo>
                    <a:pt x="97059" y="29846"/>
                    <a:pt x="95845" y="27608"/>
                    <a:pt x="94631" y="24623"/>
                  </a:cubicBezTo>
                  <a:cubicBezTo>
                    <a:pt x="93012" y="23877"/>
                    <a:pt x="91798" y="22385"/>
                    <a:pt x="90583" y="20146"/>
                  </a:cubicBezTo>
                  <a:cubicBezTo>
                    <a:pt x="90988" y="20892"/>
                    <a:pt x="90988" y="20892"/>
                    <a:pt x="90988" y="20146"/>
                  </a:cubicBezTo>
                  <a:close/>
                  <a:moveTo>
                    <a:pt x="79656" y="29846"/>
                  </a:moveTo>
                  <a:lnTo>
                    <a:pt x="80465" y="28354"/>
                  </a:lnTo>
                  <a:lnTo>
                    <a:pt x="80870" y="28354"/>
                  </a:lnTo>
                  <a:cubicBezTo>
                    <a:pt x="81275" y="27608"/>
                    <a:pt x="81679" y="27608"/>
                    <a:pt x="82489" y="26861"/>
                  </a:cubicBezTo>
                  <a:cubicBezTo>
                    <a:pt x="84108" y="25369"/>
                    <a:pt x="85727" y="24623"/>
                    <a:pt x="87346" y="24623"/>
                  </a:cubicBezTo>
                  <a:lnTo>
                    <a:pt x="88155" y="24623"/>
                  </a:lnTo>
                  <a:cubicBezTo>
                    <a:pt x="88560" y="25369"/>
                    <a:pt x="89369" y="25369"/>
                    <a:pt x="89774" y="25369"/>
                  </a:cubicBezTo>
                  <a:cubicBezTo>
                    <a:pt x="90179" y="26115"/>
                    <a:pt x="90179" y="26115"/>
                    <a:pt x="90583" y="26115"/>
                  </a:cubicBezTo>
                  <a:cubicBezTo>
                    <a:pt x="91798" y="27608"/>
                    <a:pt x="93012" y="29846"/>
                    <a:pt x="94226" y="31338"/>
                  </a:cubicBezTo>
                  <a:cubicBezTo>
                    <a:pt x="95036" y="33577"/>
                    <a:pt x="96250" y="35069"/>
                    <a:pt x="97869" y="35815"/>
                  </a:cubicBezTo>
                  <a:cubicBezTo>
                    <a:pt x="96250" y="37308"/>
                    <a:pt x="95036" y="38800"/>
                    <a:pt x="94226" y="39546"/>
                  </a:cubicBezTo>
                  <a:cubicBezTo>
                    <a:pt x="93012" y="40292"/>
                    <a:pt x="91798" y="40292"/>
                    <a:pt x="90583" y="40292"/>
                  </a:cubicBezTo>
                  <a:lnTo>
                    <a:pt x="90179" y="40292"/>
                  </a:lnTo>
                  <a:cubicBezTo>
                    <a:pt x="90179" y="40292"/>
                    <a:pt x="90179" y="39546"/>
                    <a:pt x="89774" y="39546"/>
                  </a:cubicBezTo>
                  <a:cubicBezTo>
                    <a:pt x="89369" y="38800"/>
                    <a:pt x="88560" y="38800"/>
                    <a:pt x="88155" y="38800"/>
                  </a:cubicBezTo>
                  <a:cubicBezTo>
                    <a:pt x="87750" y="38800"/>
                    <a:pt x="87750" y="38054"/>
                    <a:pt x="87750" y="38054"/>
                  </a:cubicBezTo>
                  <a:cubicBezTo>
                    <a:pt x="87750" y="38054"/>
                    <a:pt x="87750" y="37308"/>
                    <a:pt x="87346" y="37308"/>
                  </a:cubicBezTo>
                  <a:cubicBezTo>
                    <a:pt x="85727" y="35069"/>
                    <a:pt x="83703" y="32831"/>
                    <a:pt x="82489" y="30592"/>
                  </a:cubicBezTo>
                  <a:cubicBezTo>
                    <a:pt x="82084" y="29846"/>
                    <a:pt x="81679" y="29846"/>
                    <a:pt x="80870" y="29100"/>
                  </a:cubicBezTo>
                  <a:lnTo>
                    <a:pt x="80465" y="29100"/>
                  </a:lnTo>
                  <a:cubicBezTo>
                    <a:pt x="80465" y="30592"/>
                    <a:pt x="80060" y="30592"/>
                    <a:pt x="79656" y="29846"/>
                  </a:cubicBezTo>
                  <a:close/>
                  <a:moveTo>
                    <a:pt x="69133" y="41038"/>
                  </a:moveTo>
                  <a:lnTo>
                    <a:pt x="70347" y="38800"/>
                  </a:lnTo>
                  <a:cubicBezTo>
                    <a:pt x="71156" y="38054"/>
                    <a:pt x="72371" y="36561"/>
                    <a:pt x="73180" y="35815"/>
                  </a:cubicBezTo>
                  <a:cubicBezTo>
                    <a:pt x="74394" y="35069"/>
                    <a:pt x="76013" y="34323"/>
                    <a:pt x="77227" y="35069"/>
                  </a:cubicBezTo>
                  <a:cubicBezTo>
                    <a:pt x="78442" y="35815"/>
                    <a:pt x="79656" y="36561"/>
                    <a:pt x="80870" y="38054"/>
                  </a:cubicBezTo>
                  <a:lnTo>
                    <a:pt x="81275" y="38054"/>
                  </a:lnTo>
                  <a:cubicBezTo>
                    <a:pt x="81679" y="38800"/>
                    <a:pt x="82084" y="39546"/>
                    <a:pt x="82894" y="40292"/>
                  </a:cubicBezTo>
                  <a:cubicBezTo>
                    <a:pt x="84513" y="42531"/>
                    <a:pt x="86536" y="44769"/>
                    <a:pt x="88560" y="46261"/>
                  </a:cubicBezTo>
                  <a:cubicBezTo>
                    <a:pt x="86941" y="48500"/>
                    <a:pt x="85322" y="49992"/>
                    <a:pt x="83703" y="50738"/>
                  </a:cubicBezTo>
                  <a:cubicBezTo>
                    <a:pt x="83298" y="50738"/>
                    <a:pt x="82894" y="50738"/>
                    <a:pt x="82084" y="51484"/>
                  </a:cubicBezTo>
                  <a:lnTo>
                    <a:pt x="81275" y="51484"/>
                  </a:lnTo>
                  <a:cubicBezTo>
                    <a:pt x="80465" y="50738"/>
                    <a:pt x="79251" y="49992"/>
                    <a:pt x="78442" y="49246"/>
                  </a:cubicBezTo>
                  <a:cubicBezTo>
                    <a:pt x="77227" y="47754"/>
                    <a:pt x="75608" y="46261"/>
                    <a:pt x="74394" y="44769"/>
                  </a:cubicBezTo>
                  <a:cubicBezTo>
                    <a:pt x="73585" y="44023"/>
                    <a:pt x="72775" y="43277"/>
                    <a:pt x="71561" y="41785"/>
                  </a:cubicBezTo>
                  <a:cubicBezTo>
                    <a:pt x="70347" y="41785"/>
                    <a:pt x="69942" y="41038"/>
                    <a:pt x="69133" y="41038"/>
                  </a:cubicBezTo>
                  <a:close/>
                  <a:moveTo>
                    <a:pt x="59419" y="52977"/>
                  </a:moveTo>
                  <a:cubicBezTo>
                    <a:pt x="60229" y="51484"/>
                    <a:pt x="61443" y="49246"/>
                    <a:pt x="62252" y="48500"/>
                  </a:cubicBezTo>
                  <a:cubicBezTo>
                    <a:pt x="63466" y="47754"/>
                    <a:pt x="64276" y="46261"/>
                    <a:pt x="65490" y="45515"/>
                  </a:cubicBezTo>
                  <a:lnTo>
                    <a:pt x="67109" y="45515"/>
                  </a:lnTo>
                  <a:cubicBezTo>
                    <a:pt x="68323" y="45515"/>
                    <a:pt x="69942" y="46261"/>
                    <a:pt x="70752" y="47754"/>
                  </a:cubicBezTo>
                  <a:lnTo>
                    <a:pt x="73585" y="50738"/>
                  </a:lnTo>
                  <a:cubicBezTo>
                    <a:pt x="74799" y="52231"/>
                    <a:pt x="76418" y="53723"/>
                    <a:pt x="77632" y="54469"/>
                  </a:cubicBezTo>
                  <a:lnTo>
                    <a:pt x="78037" y="54469"/>
                  </a:lnTo>
                  <a:lnTo>
                    <a:pt x="77632" y="55215"/>
                  </a:lnTo>
                  <a:cubicBezTo>
                    <a:pt x="76418" y="57454"/>
                    <a:pt x="75204" y="58946"/>
                    <a:pt x="73585" y="60438"/>
                  </a:cubicBezTo>
                  <a:cubicBezTo>
                    <a:pt x="72775" y="61184"/>
                    <a:pt x="71966" y="61931"/>
                    <a:pt x="70752" y="61931"/>
                  </a:cubicBezTo>
                  <a:cubicBezTo>
                    <a:pt x="69133" y="61184"/>
                    <a:pt x="67919" y="60438"/>
                    <a:pt x="67109" y="59692"/>
                  </a:cubicBezTo>
                  <a:cubicBezTo>
                    <a:pt x="66300" y="58946"/>
                    <a:pt x="66300" y="58946"/>
                    <a:pt x="65490" y="58946"/>
                  </a:cubicBezTo>
                  <a:cubicBezTo>
                    <a:pt x="64681" y="57454"/>
                    <a:pt x="63466" y="56708"/>
                    <a:pt x="62252" y="55961"/>
                  </a:cubicBezTo>
                  <a:cubicBezTo>
                    <a:pt x="61443" y="54469"/>
                    <a:pt x="60633" y="53723"/>
                    <a:pt x="59419" y="52977"/>
                  </a:cubicBezTo>
                  <a:close/>
                  <a:moveTo>
                    <a:pt x="49706" y="67154"/>
                  </a:moveTo>
                  <a:cubicBezTo>
                    <a:pt x="50110" y="67154"/>
                    <a:pt x="50110" y="66408"/>
                    <a:pt x="50110" y="66408"/>
                  </a:cubicBezTo>
                  <a:cubicBezTo>
                    <a:pt x="51325" y="64169"/>
                    <a:pt x="52539" y="61931"/>
                    <a:pt x="54158" y="59692"/>
                  </a:cubicBezTo>
                  <a:cubicBezTo>
                    <a:pt x="54562" y="58946"/>
                    <a:pt x="55372" y="58946"/>
                    <a:pt x="55777" y="58946"/>
                  </a:cubicBezTo>
                  <a:cubicBezTo>
                    <a:pt x="56586" y="58200"/>
                    <a:pt x="56991" y="58200"/>
                    <a:pt x="57800" y="58200"/>
                  </a:cubicBezTo>
                  <a:cubicBezTo>
                    <a:pt x="58205" y="58200"/>
                    <a:pt x="58610" y="58200"/>
                    <a:pt x="58610" y="58946"/>
                  </a:cubicBezTo>
                  <a:cubicBezTo>
                    <a:pt x="59824" y="58946"/>
                    <a:pt x="61038" y="59692"/>
                    <a:pt x="61848" y="61184"/>
                  </a:cubicBezTo>
                  <a:cubicBezTo>
                    <a:pt x="63062" y="61931"/>
                    <a:pt x="63871" y="63423"/>
                    <a:pt x="65085" y="64169"/>
                  </a:cubicBezTo>
                  <a:cubicBezTo>
                    <a:pt x="65490" y="64915"/>
                    <a:pt x="65895" y="64915"/>
                    <a:pt x="66704" y="64915"/>
                  </a:cubicBezTo>
                  <a:cubicBezTo>
                    <a:pt x="67514" y="64915"/>
                    <a:pt x="67514" y="65661"/>
                    <a:pt x="67919" y="65661"/>
                  </a:cubicBezTo>
                  <a:cubicBezTo>
                    <a:pt x="68323" y="65661"/>
                    <a:pt x="67109" y="67154"/>
                    <a:pt x="66704" y="68646"/>
                  </a:cubicBezTo>
                  <a:cubicBezTo>
                    <a:pt x="66300" y="70138"/>
                    <a:pt x="65895" y="69392"/>
                    <a:pt x="65085" y="70138"/>
                  </a:cubicBezTo>
                  <a:cubicBezTo>
                    <a:pt x="64276" y="71631"/>
                    <a:pt x="63062" y="73123"/>
                    <a:pt x="61848" y="73123"/>
                  </a:cubicBezTo>
                  <a:cubicBezTo>
                    <a:pt x="61443" y="73123"/>
                    <a:pt x="61443" y="73123"/>
                    <a:pt x="61443" y="73869"/>
                  </a:cubicBezTo>
                  <a:cubicBezTo>
                    <a:pt x="61443" y="74615"/>
                    <a:pt x="59824" y="73123"/>
                    <a:pt x="58610" y="73123"/>
                  </a:cubicBezTo>
                  <a:cubicBezTo>
                    <a:pt x="57396" y="73123"/>
                    <a:pt x="58205" y="72377"/>
                    <a:pt x="57800" y="72377"/>
                  </a:cubicBezTo>
                  <a:cubicBezTo>
                    <a:pt x="56991" y="72377"/>
                    <a:pt x="56586" y="71631"/>
                    <a:pt x="55777" y="71631"/>
                  </a:cubicBezTo>
                  <a:cubicBezTo>
                    <a:pt x="55372" y="70884"/>
                    <a:pt x="54562" y="70884"/>
                    <a:pt x="54158" y="70884"/>
                  </a:cubicBezTo>
                  <a:cubicBezTo>
                    <a:pt x="52943" y="69392"/>
                    <a:pt x="51325" y="68646"/>
                    <a:pt x="50110" y="68646"/>
                  </a:cubicBezTo>
                  <a:cubicBezTo>
                    <a:pt x="50110" y="68646"/>
                    <a:pt x="49706" y="67900"/>
                    <a:pt x="49706" y="67154"/>
                  </a:cubicBezTo>
                  <a:close/>
                  <a:moveTo>
                    <a:pt x="41206" y="82823"/>
                  </a:moveTo>
                  <a:lnTo>
                    <a:pt x="42016" y="81331"/>
                  </a:lnTo>
                  <a:cubicBezTo>
                    <a:pt x="42420" y="80584"/>
                    <a:pt x="42825" y="79092"/>
                    <a:pt x="43230" y="78346"/>
                  </a:cubicBezTo>
                  <a:cubicBezTo>
                    <a:pt x="43635" y="77600"/>
                    <a:pt x="44039" y="77600"/>
                    <a:pt x="44444" y="76854"/>
                  </a:cubicBezTo>
                  <a:cubicBezTo>
                    <a:pt x="46063" y="73869"/>
                    <a:pt x="48491" y="73123"/>
                    <a:pt x="50515" y="73869"/>
                  </a:cubicBezTo>
                  <a:cubicBezTo>
                    <a:pt x="51729" y="74615"/>
                    <a:pt x="53348" y="75361"/>
                    <a:pt x="54562" y="76854"/>
                  </a:cubicBezTo>
                  <a:lnTo>
                    <a:pt x="56181" y="78346"/>
                  </a:lnTo>
                  <a:cubicBezTo>
                    <a:pt x="56586" y="79092"/>
                    <a:pt x="57800" y="79092"/>
                    <a:pt x="58205" y="79092"/>
                  </a:cubicBezTo>
                  <a:lnTo>
                    <a:pt x="59419" y="79092"/>
                  </a:lnTo>
                  <a:lnTo>
                    <a:pt x="59014" y="79838"/>
                  </a:lnTo>
                  <a:lnTo>
                    <a:pt x="58205" y="81331"/>
                  </a:lnTo>
                  <a:lnTo>
                    <a:pt x="56181" y="85061"/>
                  </a:lnTo>
                  <a:cubicBezTo>
                    <a:pt x="55777" y="85808"/>
                    <a:pt x="54967" y="86554"/>
                    <a:pt x="54562" y="87300"/>
                  </a:cubicBezTo>
                  <a:cubicBezTo>
                    <a:pt x="54158" y="88046"/>
                    <a:pt x="53753" y="88046"/>
                    <a:pt x="53348" y="88046"/>
                  </a:cubicBezTo>
                  <a:cubicBezTo>
                    <a:pt x="52539" y="88046"/>
                    <a:pt x="51325" y="88046"/>
                    <a:pt x="50515" y="87300"/>
                  </a:cubicBezTo>
                  <a:cubicBezTo>
                    <a:pt x="48491" y="86554"/>
                    <a:pt x="46468" y="85808"/>
                    <a:pt x="44444" y="84315"/>
                  </a:cubicBezTo>
                  <a:cubicBezTo>
                    <a:pt x="44039" y="84315"/>
                    <a:pt x="43635" y="84315"/>
                    <a:pt x="43230" y="83569"/>
                  </a:cubicBezTo>
                  <a:lnTo>
                    <a:pt x="41206" y="83569"/>
                  </a:lnTo>
                  <a:close/>
                  <a:moveTo>
                    <a:pt x="33112" y="99984"/>
                  </a:moveTo>
                  <a:cubicBezTo>
                    <a:pt x="33112" y="99238"/>
                    <a:pt x="33516" y="99238"/>
                    <a:pt x="33516" y="97746"/>
                  </a:cubicBezTo>
                  <a:cubicBezTo>
                    <a:pt x="33516" y="96254"/>
                    <a:pt x="35135" y="94761"/>
                    <a:pt x="35540" y="92523"/>
                  </a:cubicBezTo>
                  <a:cubicBezTo>
                    <a:pt x="36754" y="90284"/>
                    <a:pt x="37968" y="89538"/>
                    <a:pt x="39183" y="88792"/>
                  </a:cubicBezTo>
                  <a:cubicBezTo>
                    <a:pt x="39587" y="88046"/>
                    <a:pt x="39992" y="88046"/>
                    <a:pt x="40801" y="88046"/>
                  </a:cubicBezTo>
                  <a:lnTo>
                    <a:pt x="41611" y="88046"/>
                  </a:lnTo>
                  <a:cubicBezTo>
                    <a:pt x="42016" y="88046"/>
                    <a:pt x="42420" y="88792"/>
                    <a:pt x="42825" y="88792"/>
                  </a:cubicBezTo>
                  <a:cubicBezTo>
                    <a:pt x="43230" y="88792"/>
                    <a:pt x="43635" y="89538"/>
                    <a:pt x="44039" y="89538"/>
                  </a:cubicBezTo>
                  <a:cubicBezTo>
                    <a:pt x="46063" y="91031"/>
                    <a:pt x="48087" y="91777"/>
                    <a:pt x="50110" y="92523"/>
                  </a:cubicBezTo>
                  <a:lnTo>
                    <a:pt x="50515" y="93269"/>
                  </a:lnTo>
                  <a:cubicBezTo>
                    <a:pt x="50515" y="93269"/>
                    <a:pt x="50110" y="94015"/>
                    <a:pt x="50110" y="95508"/>
                  </a:cubicBezTo>
                  <a:cubicBezTo>
                    <a:pt x="48896" y="98492"/>
                    <a:pt x="47277" y="101477"/>
                    <a:pt x="45254" y="102969"/>
                  </a:cubicBezTo>
                  <a:lnTo>
                    <a:pt x="41611" y="102969"/>
                  </a:lnTo>
                  <a:cubicBezTo>
                    <a:pt x="41206" y="102969"/>
                    <a:pt x="40801" y="102969"/>
                    <a:pt x="40801" y="102223"/>
                  </a:cubicBezTo>
                  <a:lnTo>
                    <a:pt x="39183" y="102223"/>
                  </a:lnTo>
                  <a:cubicBezTo>
                    <a:pt x="37564" y="101477"/>
                    <a:pt x="36349" y="101477"/>
                    <a:pt x="35540" y="100731"/>
                  </a:cubicBezTo>
                  <a:close/>
                  <a:moveTo>
                    <a:pt x="25826" y="118638"/>
                  </a:moveTo>
                  <a:lnTo>
                    <a:pt x="27041" y="114161"/>
                  </a:lnTo>
                  <a:cubicBezTo>
                    <a:pt x="27445" y="113415"/>
                    <a:pt x="27850" y="111923"/>
                    <a:pt x="28255" y="111177"/>
                  </a:cubicBezTo>
                  <a:cubicBezTo>
                    <a:pt x="29469" y="108938"/>
                    <a:pt x="30683" y="107446"/>
                    <a:pt x="31897" y="105954"/>
                  </a:cubicBezTo>
                  <a:lnTo>
                    <a:pt x="33516" y="105954"/>
                  </a:lnTo>
                  <a:cubicBezTo>
                    <a:pt x="33921" y="105208"/>
                    <a:pt x="34731" y="105954"/>
                    <a:pt x="35540" y="105954"/>
                  </a:cubicBezTo>
                  <a:cubicBezTo>
                    <a:pt x="36349" y="105954"/>
                    <a:pt x="37968" y="106700"/>
                    <a:pt x="39183" y="107446"/>
                  </a:cubicBezTo>
                  <a:cubicBezTo>
                    <a:pt x="39587" y="107446"/>
                    <a:pt x="39992" y="107446"/>
                    <a:pt x="40801" y="108192"/>
                  </a:cubicBezTo>
                  <a:lnTo>
                    <a:pt x="43230" y="108192"/>
                  </a:lnTo>
                  <a:cubicBezTo>
                    <a:pt x="43230" y="108938"/>
                    <a:pt x="43230" y="108938"/>
                    <a:pt x="42825" y="108938"/>
                  </a:cubicBezTo>
                  <a:cubicBezTo>
                    <a:pt x="42420" y="110431"/>
                    <a:pt x="42016" y="111177"/>
                    <a:pt x="41611" y="112669"/>
                  </a:cubicBezTo>
                  <a:cubicBezTo>
                    <a:pt x="41206" y="113415"/>
                    <a:pt x="41206" y="114161"/>
                    <a:pt x="40801" y="114907"/>
                  </a:cubicBezTo>
                  <a:lnTo>
                    <a:pt x="39183" y="117892"/>
                  </a:lnTo>
                  <a:cubicBezTo>
                    <a:pt x="38778" y="118638"/>
                    <a:pt x="38373" y="118638"/>
                    <a:pt x="37564" y="118638"/>
                  </a:cubicBezTo>
                  <a:cubicBezTo>
                    <a:pt x="36754" y="119384"/>
                    <a:pt x="35945" y="119384"/>
                    <a:pt x="35135" y="119384"/>
                  </a:cubicBezTo>
                  <a:lnTo>
                    <a:pt x="33112" y="119384"/>
                  </a:lnTo>
                  <a:cubicBezTo>
                    <a:pt x="32707" y="119384"/>
                    <a:pt x="31897" y="119384"/>
                    <a:pt x="31493" y="118638"/>
                  </a:cubicBezTo>
                  <a:cubicBezTo>
                    <a:pt x="30278" y="118638"/>
                    <a:pt x="29064" y="117892"/>
                    <a:pt x="27850" y="117892"/>
                  </a:cubicBezTo>
                  <a:lnTo>
                    <a:pt x="26636" y="117892"/>
                  </a:lnTo>
                  <a:cubicBezTo>
                    <a:pt x="26636" y="118638"/>
                    <a:pt x="26231" y="118638"/>
                    <a:pt x="25826" y="118638"/>
                  </a:cubicBezTo>
                  <a:close/>
                  <a:moveTo>
                    <a:pt x="19755" y="137292"/>
                  </a:moveTo>
                  <a:cubicBezTo>
                    <a:pt x="20160" y="135800"/>
                    <a:pt x="20565" y="133561"/>
                    <a:pt x="20970" y="132069"/>
                  </a:cubicBezTo>
                  <a:cubicBezTo>
                    <a:pt x="21374" y="131323"/>
                    <a:pt x="21779" y="129831"/>
                    <a:pt x="22184" y="129084"/>
                  </a:cubicBezTo>
                  <a:cubicBezTo>
                    <a:pt x="23398" y="125354"/>
                    <a:pt x="25422" y="123861"/>
                    <a:pt x="27445" y="123115"/>
                  </a:cubicBezTo>
                  <a:lnTo>
                    <a:pt x="28660" y="123115"/>
                  </a:lnTo>
                  <a:cubicBezTo>
                    <a:pt x="29874" y="123115"/>
                    <a:pt x="31088" y="123861"/>
                    <a:pt x="32302" y="123861"/>
                  </a:cubicBezTo>
                  <a:cubicBezTo>
                    <a:pt x="32707" y="124607"/>
                    <a:pt x="33516" y="124607"/>
                    <a:pt x="33921" y="124607"/>
                  </a:cubicBezTo>
                  <a:lnTo>
                    <a:pt x="36754" y="124607"/>
                  </a:lnTo>
                  <a:lnTo>
                    <a:pt x="35945" y="127592"/>
                  </a:lnTo>
                  <a:cubicBezTo>
                    <a:pt x="35540" y="129831"/>
                    <a:pt x="34731" y="131323"/>
                    <a:pt x="33921" y="133561"/>
                  </a:cubicBezTo>
                  <a:cubicBezTo>
                    <a:pt x="33516" y="135054"/>
                    <a:pt x="32707" y="135054"/>
                    <a:pt x="32302" y="135800"/>
                  </a:cubicBezTo>
                  <a:cubicBezTo>
                    <a:pt x="31088" y="136546"/>
                    <a:pt x="29874" y="137292"/>
                    <a:pt x="28660" y="136546"/>
                  </a:cubicBezTo>
                  <a:lnTo>
                    <a:pt x="27445" y="136546"/>
                  </a:lnTo>
                  <a:cubicBezTo>
                    <a:pt x="25826" y="137292"/>
                    <a:pt x="23803" y="136546"/>
                    <a:pt x="22184" y="137292"/>
                  </a:cubicBezTo>
                  <a:lnTo>
                    <a:pt x="20970" y="137292"/>
                  </a:lnTo>
                  <a:cubicBezTo>
                    <a:pt x="20565" y="137292"/>
                    <a:pt x="20160" y="138038"/>
                    <a:pt x="19755" y="137292"/>
                  </a:cubicBezTo>
                  <a:close/>
                  <a:moveTo>
                    <a:pt x="14494" y="157438"/>
                  </a:moveTo>
                  <a:cubicBezTo>
                    <a:pt x="14899" y="153707"/>
                    <a:pt x="15708" y="149977"/>
                    <a:pt x="16922" y="146992"/>
                  </a:cubicBezTo>
                  <a:cubicBezTo>
                    <a:pt x="17327" y="145500"/>
                    <a:pt x="18137" y="144007"/>
                    <a:pt x="19351" y="144007"/>
                  </a:cubicBezTo>
                  <a:cubicBezTo>
                    <a:pt x="19755" y="143261"/>
                    <a:pt x="20160" y="143261"/>
                    <a:pt x="20970" y="143261"/>
                  </a:cubicBezTo>
                  <a:cubicBezTo>
                    <a:pt x="20970" y="142515"/>
                    <a:pt x="21374" y="142515"/>
                    <a:pt x="21779" y="142515"/>
                  </a:cubicBezTo>
                  <a:lnTo>
                    <a:pt x="27041" y="142515"/>
                  </a:lnTo>
                  <a:cubicBezTo>
                    <a:pt x="27445" y="143261"/>
                    <a:pt x="27850" y="143261"/>
                    <a:pt x="28255" y="142515"/>
                  </a:cubicBezTo>
                  <a:cubicBezTo>
                    <a:pt x="29064" y="142515"/>
                    <a:pt x="29874" y="142515"/>
                    <a:pt x="30683" y="141769"/>
                  </a:cubicBezTo>
                  <a:cubicBezTo>
                    <a:pt x="30278" y="145500"/>
                    <a:pt x="29469" y="148484"/>
                    <a:pt x="28255" y="151469"/>
                  </a:cubicBezTo>
                  <a:cubicBezTo>
                    <a:pt x="27850" y="152215"/>
                    <a:pt x="27850" y="152961"/>
                    <a:pt x="27041" y="153707"/>
                  </a:cubicBezTo>
                  <a:cubicBezTo>
                    <a:pt x="26231" y="154454"/>
                    <a:pt x="26636" y="154454"/>
                    <a:pt x="26636" y="154454"/>
                  </a:cubicBezTo>
                  <a:cubicBezTo>
                    <a:pt x="25017" y="155200"/>
                    <a:pt x="23398" y="155946"/>
                    <a:pt x="22184" y="156692"/>
                  </a:cubicBezTo>
                  <a:lnTo>
                    <a:pt x="20970" y="156692"/>
                  </a:lnTo>
                  <a:cubicBezTo>
                    <a:pt x="20565" y="156692"/>
                    <a:pt x="20160" y="156692"/>
                    <a:pt x="19351" y="157438"/>
                  </a:cubicBezTo>
                  <a:lnTo>
                    <a:pt x="16922" y="157438"/>
                  </a:lnTo>
                  <a:cubicBezTo>
                    <a:pt x="16113" y="157438"/>
                    <a:pt x="15303" y="158184"/>
                    <a:pt x="14494" y="158931"/>
                  </a:cubicBezTo>
                  <a:close/>
                  <a:moveTo>
                    <a:pt x="10042" y="178331"/>
                  </a:moveTo>
                  <a:lnTo>
                    <a:pt x="10851" y="172361"/>
                  </a:lnTo>
                  <a:cubicBezTo>
                    <a:pt x="11661" y="167138"/>
                    <a:pt x="14089" y="163407"/>
                    <a:pt x="16922" y="162661"/>
                  </a:cubicBezTo>
                  <a:cubicBezTo>
                    <a:pt x="17327" y="162661"/>
                    <a:pt x="18541" y="161915"/>
                    <a:pt x="19351" y="161915"/>
                  </a:cubicBezTo>
                  <a:lnTo>
                    <a:pt x="21779" y="161915"/>
                  </a:lnTo>
                  <a:cubicBezTo>
                    <a:pt x="22993" y="161915"/>
                    <a:pt x="24207" y="161169"/>
                    <a:pt x="25422" y="161169"/>
                  </a:cubicBezTo>
                  <a:cubicBezTo>
                    <a:pt x="25017" y="166392"/>
                    <a:pt x="23803" y="170869"/>
                    <a:pt x="21779" y="173854"/>
                  </a:cubicBezTo>
                  <a:cubicBezTo>
                    <a:pt x="21374" y="173854"/>
                    <a:pt x="21374" y="174600"/>
                    <a:pt x="20565" y="174600"/>
                  </a:cubicBezTo>
                  <a:cubicBezTo>
                    <a:pt x="20160" y="175346"/>
                    <a:pt x="19755" y="175346"/>
                    <a:pt x="18946" y="175346"/>
                  </a:cubicBezTo>
                  <a:cubicBezTo>
                    <a:pt x="18137" y="176092"/>
                    <a:pt x="17327" y="176092"/>
                    <a:pt x="16518" y="176092"/>
                  </a:cubicBezTo>
                  <a:lnTo>
                    <a:pt x="10447" y="178331"/>
                  </a:lnTo>
                  <a:cubicBezTo>
                    <a:pt x="10042" y="179077"/>
                    <a:pt x="10042" y="179077"/>
                    <a:pt x="9637" y="179077"/>
                  </a:cubicBezTo>
                  <a:close/>
                  <a:moveTo>
                    <a:pt x="8423" y="187284"/>
                  </a:moveTo>
                  <a:cubicBezTo>
                    <a:pt x="9232" y="185792"/>
                    <a:pt x="10042" y="185046"/>
                    <a:pt x="10851" y="184300"/>
                  </a:cubicBezTo>
                  <a:cubicBezTo>
                    <a:pt x="12875" y="182807"/>
                    <a:pt x="14899" y="181315"/>
                    <a:pt x="16922" y="181315"/>
                  </a:cubicBezTo>
                  <a:cubicBezTo>
                    <a:pt x="17732" y="181315"/>
                    <a:pt x="18541" y="180569"/>
                    <a:pt x="19351" y="180569"/>
                  </a:cubicBezTo>
                  <a:cubicBezTo>
                    <a:pt x="20160" y="180569"/>
                    <a:pt x="20565" y="179823"/>
                    <a:pt x="20970" y="179823"/>
                  </a:cubicBezTo>
                  <a:cubicBezTo>
                    <a:pt x="21374" y="179823"/>
                    <a:pt x="21374" y="179823"/>
                    <a:pt x="21374" y="179077"/>
                  </a:cubicBezTo>
                  <a:cubicBezTo>
                    <a:pt x="20970" y="180569"/>
                    <a:pt x="20970" y="182061"/>
                    <a:pt x="20970" y="183554"/>
                  </a:cubicBezTo>
                  <a:cubicBezTo>
                    <a:pt x="20565" y="186538"/>
                    <a:pt x="20160" y="188777"/>
                    <a:pt x="19351" y="191015"/>
                  </a:cubicBezTo>
                  <a:lnTo>
                    <a:pt x="18541" y="192507"/>
                  </a:lnTo>
                  <a:cubicBezTo>
                    <a:pt x="18137" y="193254"/>
                    <a:pt x="17327" y="193254"/>
                    <a:pt x="16922" y="194000"/>
                  </a:cubicBezTo>
                  <a:cubicBezTo>
                    <a:pt x="14899" y="195492"/>
                    <a:pt x="12875" y="196984"/>
                    <a:pt x="10851" y="196984"/>
                  </a:cubicBezTo>
                  <a:lnTo>
                    <a:pt x="8423" y="198477"/>
                  </a:lnTo>
                  <a:lnTo>
                    <a:pt x="6804" y="199969"/>
                  </a:lnTo>
                  <a:lnTo>
                    <a:pt x="6804" y="199223"/>
                  </a:lnTo>
                  <a:lnTo>
                    <a:pt x="6399" y="199223"/>
                  </a:lnTo>
                  <a:cubicBezTo>
                    <a:pt x="6804" y="195492"/>
                    <a:pt x="7209" y="191015"/>
                    <a:pt x="8423" y="187284"/>
                  </a:cubicBezTo>
                  <a:close/>
                  <a:moveTo>
                    <a:pt x="8423" y="204446"/>
                  </a:moveTo>
                  <a:lnTo>
                    <a:pt x="10851" y="202954"/>
                  </a:lnTo>
                  <a:cubicBezTo>
                    <a:pt x="12875" y="202207"/>
                    <a:pt x="14899" y="201461"/>
                    <a:pt x="16922" y="199969"/>
                  </a:cubicBezTo>
                  <a:cubicBezTo>
                    <a:pt x="17327" y="199223"/>
                    <a:pt x="17327" y="199223"/>
                    <a:pt x="17732" y="199223"/>
                  </a:cubicBezTo>
                  <a:cubicBezTo>
                    <a:pt x="17732" y="202954"/>
                    <a:pt x="17327" y="206684"/>
                    <a:pt x="16922" y="209669"/>
                  </a:cubicBezTo>
                  <a:cubicBezTo>
                    <a:pt x="16518" y="211161"/>
                    <a:pt x="16113" y="212654"/>
                    <a:pt x="15303" y="213400"/>
                  </a:cubicBezTo>
                  <a:cubicBezTo>
                    <a:pt x="14089" y="215638"/>
                    <a:pt x="12470" y="217130"/>
                    <a:pt x="10851" y="217877"/>
                  </a:cubicBezTo>
                  <a:lnTo>
                    <a:pt x="8423" y="219369"/>
                  </a:lnTo>
                  <a:cubicBezTo>
                    <a:pt x="6804" y="220115"/>
                    <a:pt x="5590" y="221607"/>
                    <a:pt x="4376" y="223100"/>
                  </a:cubicBezTo>
                  <a:lnTo>
                    <a:pt x="4376" y="222354"/>
                  </a:lnTo>
                  <a:lnTo>
                    <a:pt x="3971" y="222354"/>
                  </a:lnTo>
                  <a:cubicBezTo>
                    <a:pt x="3971" y="211907"/>
                    <a:pt x="5995" y="206684"/>
                    <a:pt x="8423" y="204446"/>
                  </a:cubicBezTo>
                  <a:close/>
                  <a:moveTo>
                    <a:pt x="3566" y="232054"/>
                  </a:moveTo>
                  <a:cubicBezTo>
                    <a:pt x="4780" y="228323"/>
                    <a:pt x="6399" y="226084"/>
                    <a:pt x="8423" y="224592"/>
                  </a:cubicBezTo>
                  <a:cubicBezTo>
                    <a:pt x="9232" y="223846"/>
                    <a:pt x="10042" y="223846"/>
                    <a:pt x="10851" y="223846"/>
                  </a:cubicBezTo>
                  <a:cubicBezTo>
                    <a:pt x="12470" y="223100"/>
                    <a:pt x="14089" y="221607"/>
                    <a:pt x="15303" y="220115"/>
                  </a:cubicBezTo>
                  <a:cubicBezTo>
                    <a:pt x="15708" y="225338"/>
                    <a:pt x="14899" y="229815"/>
                    <a:pt x="13684" y="234292"/>
                  </a:cubicBezTo>
                  <a:cubicBezTo>
                    <a:pt x="12875" y="235784"/>
                    <a:pt x="11661" y="237277"/>
                    <a:pt x="10851" y="238023"/>
                  </a:cubicBezTo>
                  <a:cubicBezTo>
                    <a:pt x="10042" y="238769"/>
                    <a:pt x="9232" y="239515"/>
                    <a:pt x="8423" y="239515"/>
                  </a:cubicBezTo>
                  <a:cubicBezTo>
                    <a:pt x="6804" y="241007"/>
                    <a:pt x="5185" y="242500"/>
                    <a:pt x="3566" y="244738"/>
                  </a:cubicBezTo>
                  <a:lnTo>
                    <a:pt x="3161" y="245484"/>
                  </a:lnTo>
                  <a:lnTo>
                    <a:pt x="3161" y="244738"/>
                  </a:lnTo>
                  <a:cubicBezTo>
                    <a:pt x="2757" y="240261"/>
                    <a:pt x="2757" y="235784"/>
                    <a:pt x="3566" y="232054"/>
                  </a:cubicBezTo>
                  <a:close/>
                  <a:moveTo>
                    <a:pt x="3566" y="252200"/>
                  </a:moveTo>
                  <a:cubicBezTo>
                    <a:pt x="4780" y="249215"/>
                    <a:pt x="6399" y="246977"/>
                    <a:pt x="8423" y="245484"/>
                  </a:cubicBezTo>
                  <a:cubicBezTo>
                    <a:pt x="9232" y="244738"/>
                    <a:pt x="10042" y="244738"/>
                    <a:pt x="10851" y="243992"/>
                  </a:cubicBezTo>
                  <a:cubicBezTo>
                    <a:pt x="12066" y="243246"/>
                    <a:pt x="13280" y="241754"/>
                    <a:pt x="14089" y="240261"/>
                  </a:cubicBezTo>
                  <a:cubicBezTo>
                    <a:pt x="14494" y="244738"/>
                    <a:pt x="14494" y="249961"/>
                    <a:pt x="13280" y="254438"/>
                  </a:cubicBezTo>
                  <a:cubicBezTo>
                    <a:pt x="12470" y="255184"/>
                    <a:pt x="11661" y="256677"/>
                    <a:pt x="10851" y="257423"/>
                  </a:cubicBezTo>
                  <a:cubicBezTo>
                    <a:pt x="10042" y="258915"/>
                    <a:pt x="9232" y="259661"/>
                    <a:pt x="8423" y="260407"/>
                  </a:cubicBezTo>
                  <a:cubicBezTo>
                    <a:pt x="6804" y="262646"/>
                    <a:pt x="4780" y="264138"/>
                    <a:pt x="3566" y="266377"/>
                  </a:cubicBezTo>
                  <a:lnTo>
                    <a:pt x="3161" y="267123"/>
                  </a:lnTo>
                  <a:lnTo>
                    <a:pt x="2757" y="266377"/>
                  </a:lnTo>
                  <a:cubicBezTo>
                    <a:pt x="1947" y="261900"/>
                    <a:pt x="2352" y="256677"/>
                    <a:pt x="3566" y="252200"/>
                  </a:cubicBezTo>
                  <a:close/>
                  <a:moveTo>
                    <a:pt x="3566" y="289507"/>
                  </a:moveTo>
                  <a:cubicBezTo>
                    <a:pt x="2352" y="285030"/>
                    <a:pt x="2352" y="279061"/>
                    <a:pt x="3566" y="274584"/>
                  </a:cubicBezTo>
                  <a:cubicBezTo>
                    <a:pt x="4780" y="270854"/>
                    <a:pt x="6399" y="268615"/>
                    <a:pt x="8423" y="266377"/>
                  </a:cubicBezTo>
                  <a:lnTo>
                    <a:pt x="10851" y="264138"/>
                  </a:lnTo>
                  <a:cubicBezTo>
                    <a:pt x="11661" y="263392"/>
                    <a:pt x="12875" y="262646"/>
                    <a:pt x="13280" y="261154"/>
                  </a:cubicBezTo>
                  <a:cubicBezTo>
                    <a:pt x="14089" y="265630"/>
                    <a:pt x="14089" y="271600"/>
                    <a:pt x="13280" y="276077"/>
                  </a:cubicBezTo>
                  <a:lnTo>
                    <a:pt x="10851" y="280553"/>
                  </a:lnTo>
                  <a:cubicBezTo>
                    <a:pt x="10042" y="282046"/>
                    <a:pt x="9232" y="282792"/>
                    <a:pt x="8423" y="283538"/>
                  </a:cubicBezTo>
                  <a:cubicBezTo>
                    <a:pt x="6804" y="285777"/>
                    <a:pt x="5185" y="288015"/>
                    <a:pt x="3971" y="291000"/>
                  </a:cubicBezTo>
                  <a:close/>
                  <a:moveTo>
                    <a:pt x="5590" y="311892"/>
                  </a:moveTo>
                  <a:cubicBezTo>
                    <a:pt x="2757" y="297715"/>
                    <a:pt x="5185" y="292492"/>
                    <a:pt x="8423" y="288761"/>
                  </a:cubicBezTo>
                  <a:lnTo>
                    <a:pt x="10851" y="285777"/>
                  </a:lnTo>
                  <a:cubicBezTo>
                    <a:pt x="12066" y="284284"/>
                    <a:pt x="13280" y="282792"/>
                    <a:pt x="14089" y="280553"/>
                  </a:cubicBezTo>
                  <a:cubicBezTo>
                    <a:pt x="15303" y="288015"/>
                    <a:pt x="15303" y="292492"/>
                    <a:pt x="14494" y="294730"/>
                  </a:cubicBezTo>
                  <a:cubicBezTo>
                    <a:pt x="13684" y="297715"/>
                    <a:pt x="12470" y="299953"/>
                    <a:pt x="10851" y="301446"/>
                  </a:cubicBezTo>
                  <a:cubicBezTo>
                    <a:pt x="10042" y="302938"/>
                    <a:pt x="9232" y="304430"/>
                    <a:pt x="8423" y="305177"/>
                  </a:cubicBezTo>
                  <a:cubicBezTo>
                    <a:pt x="7613" y="308161"/>
                    <a:pt x="6399" y="310400"/>
                    <a:pt x="5590" y="311892"/>
                  </a:cubicBezTo>
                  <a:close/>
                  <a:moveTo>
                    <a:pt x="8423" y="313384"/>
                  </a:moveTo>
                  <a:cubicBezTo>
                    <a:pt x="9232" y="311892"/>
                    <a:pt x="10042" y="310400"/>
                    <a:pt x="10851" y="309653"/>
                  </a:cubicBezTo>
                  <a:cubicBezTo>
                    <a:pt x="12470" y="307415"/>
                    <a:pt x="14089" y="305177"/>
                    <a:pt x="15303" y="302192"/>
                  </a:cubicBezTo>
                  <a:cubicBezTo>
                    <a:pt x="16113" y="305177"/>
                    <a:pt x="16518" y="308161"/>
                    <a:pt x="16922" y="311146"/>
                  </a:cubicBezTo>
                  <a:lnTo>
                    <a:pt x="16922" y="314130"/>
                  </a:lnTo>
                  <a:cubicBezTo>
                    <a:pt x="16922" y="314877"/>
                    <a:pt x="16518" y="315623"/>
                    <a:pt x="16518" y="316369"/>
                  </a:cubicBezTo>
                  <a:cubicBezTo>
                    <a:pt x="14899" y="320846"/>
                    <a:pt x="12875" y="325323"/>
                    <a:pt x="10851" y="329053"/>
                  </a:cubicBezTo>
                  <a:cubicBezTo>
                    <a:pt x="10042" y="330546"/>
                    <a:pt x="9232" y="332038"/>
                    <a:pt x="8423" y="334276"/>
                  </a:cubicBezTo>
                  <a:lnTo>
                    <a:pt x="8423" y="333530"/>
                  </a:lnTo>
                  <a:cubicBezTo>
                    <a:pt x="5590" y="323084"/>
                    <a:pt x="6804" y="317115"/>
                    <a:pt x="8423" y="313384"/>
                  </a:cubicBezTo>
                  <a:close/>
                  <a:moveTo>
                    <a:pt x="12470" y="354423"/>
                  </a:moveTo>
                  <a:cubicBezTo>
                    <a:pt x="12066" y="352930"/>
                    <a:pt x="11256" y="351438"/>
                    <a:pt x="10851" y="349200"/>
                  </a:cubicBezTo>
                  <a:cubicBezTo>
                    <a:pt x="10042" y="345469"/>
                    <a:pt x="10042" y="340992"/>
                    <a:pt x="10851" y="337261"/>
                  </a:cubicBezTo>
                  <a:cubicBezTo>
                    <a:pt x="12066" y="332038"/>
                    <a:pt x="14899" y="329053"/>
                    <a:pt x="16922" y="324577"/>
                  </a:cubicBezTo>
                  <a:cubicBezTo>
                    <a:pt x="17327" y="323830"/>
                    <a:pt x="17327" y="323084"/>
                    <a:pt x="18137" y="321592"/>
                  </a:cubicBezTo>
                  <a:cubicBezTo>
                    <a:pt x="18541" y="323084"/>
                    <a:pt x="18946" y="325323"/>
                    <a:pt x="19351" y="326815"/>
                  </a:cubicBezTo>
                  <a:cubicBezTo>
                    <a:pt x="19755" y="329800"/>
                    <a:pt x="20160" y="332784"/>
                    <a:pt x="19755" y="335769"/>
                  </a:cubicBezTo>
                  <a:cubicBezTo>
                    <a:pt x="19351" y="336515"/>
                    <a:pt x="19351" y="336515"/>
                    <a:pt x="19351" y="337261"/>
                  </a:cubicBezTo>
                  <a:cubicBezTo>
                    <a:pt x="18541" y="339500"/>
                    <a:pt x="17732" y="340992"/>
                    <a:pt x="16922" y="343230"/>
                  </a:cubicBezTo>
                  <a:cubicBezTo>
                    <a:pt x="15303" y="346961"/>
                    <a:pt x="13684" y="350692"/>
                    <a:pt x="12470" y="354423"/>
                  </a:cubicBezTo>
                  <a:close/>
                  <a:moveTo>
                    <a:pt x="17732" y="375315"/>
                  </a:moveTo>
                  <a:cubicBezTo>
                    <a:pt x="17327" y="375315"/>
                    <a:pt x="17327" y="374569"/>
                    <a:pt x="17327" y="374569"/>
                  </a:cubicBezTo>
                  <a:cubicBezTo>
                    <a:pt x="13280" y="364123"/>
                    <a:pt x="14899" y="358153"/>
                    <a:pt x="17327" y="352184"/>
                  </a:cubicBezTo>
                  <a:lnTo>
                    <a:pt x="19755" y="347707"/>
                  </a:lnTo>
                  <a:cubicBezTo>
                    <a:pt x="20160" y="346215"/>
                    <a:pt x="20970" y="344723"/>
                    <a:pt x="21374" y="343230"/>
                  </a:cubicBezTo>
                  <a:cubicBezTo>
                    <a:pt x="21779" y="342484"/>
                    <a:pt x="21779" y="342484"/>
                    <a:pt x="21779" y="341738"/>
                  </a:cubicBezTo>
                  <a:cubicBezTo>
                    <a:pt x="21779" y="340992"/>
                    <a:pt x="22184" y="342484"/>
                    <a:pt x="22184" y="343230"/>
                  </a:cubicBezTo>
                  <a:cubicBezTo>
                    <a:pt x="23398" y="346961"/>
                    <a:pt x="24207" y="351438"/>
                    <a:pt x="24207" y="355915"/>
                  </a:cubicBezTo>
                  <a:cubicBezTo>
                    <a:pt x="23803" y="358153"/>
                    <a:pt x="22993" y="361138"/>
                    <a:pt x="22184" y="362630"/>
                  </a:cubicBezTo>
                  <a:cubicBezTo>
                    <a:pt x="21779" y="363376"/>
                    <a:pt x="21374" y="364869"/>
                    <a:pt x="20970" y="365615"/>
                  </a:cubicBezTo>
                  <a:cubicBezTo>
                    <a:pt x="20565" y="367107"/>
                    <a:pt x="20160" y="368600"/>
                    <a:pt x="19351" y="370092"/>
                  </a:cubicBezTo>
                  <a:cubicBezTo>
                    <a:pt x="18541" y="371584"/>
                    <a:pt x="17732" y="373823"/>
                    <a:pt x="17732" y="375315"/>
                  </a:cubicBezTo>
                  <a:close/>
                  <a:moveTo>
                    <a:pt x="21779" y="391730"/>
                  </a:moveTo>
                  <a:cubicBezTo>
                    <a:pt x="21374" y="390984"/>
                    <a:pt x="20970" y="389492"/>
                    <a:pt x="20565" y="388746"/>
                  </a:cubicBezTo>
                  <a:cubicBezTo>
                    <a:pt x="19351" y="384269"/>
                    <a:pt x="19351" y="379046"/>
                    <a:pt x="20565" y="374569"/>
                  </a:cubicBezTo>
                  <a:cubicBezTo>
                    <a:pt x="20970" y="373823"/>
                    <a:pt x="21374" y="372330"/>
                    <a:pt x="21779" y="371584"/>
                  </a:cubicBezTo>
                  <a:cubicBezTo>
                    <a:pt x="23398" y="368600"/>
                    <a:pt x="24612" y="364869"/>
                    <a:pt x="25422" y="361138"/>
                  </a:cubicBezTo>
                  <a:cubicBezTo>
                    <a:pt x="25826" y="362630"/>
                    <a:pt x="26636" y="364123"/>
                    <a:pt x="27041" y="364869"/>
                  </a:cubicBezTo>
                  <a:lnTo>
                    <a:pt x="28255" y="369346"/>
                  </a:lnTo>
                  <a:cubicBezTo>
                    <a:pt x="28660" y="370838"/>
                    <a:pt x="28660" y="373076"/>
                    <a:pt x="28660" y="374569"/>
                  </a:cubicBezTo>
                  <a:cubicBezTo>
                    <a:pt x="28255" y="375315"/>
                    <a:pt x="28255" y="376061"/>
                    <a:pt x="28255" y="376807"/>
                  </a:cubicBezTo>
                  <a:cubicBezTo>
                    <a:pt x="27850" y="378300"/>
                    <a:pt x="27445" y="379792"/>
                    <a:pt x="27041" y="382030"/>
                  </a:cubicBezTo>
                  <a:cubicBezTo>
                    <a:pt x="25826" y="387253"/>
                    <a:pt x="24207" y="390984"/>
                    <a:pt x="23398" y="395461"/>
                  </a:cubicBezTo>
                  <a:lnTo>
                    <a:pt x="23398" y="394715"/>
                  </a:lnTo>
                  <a:close/>
                  <a:moveTo>
                    <a:pt x="32302" y="404415"/>
                  </a:moveTo>
                  <a:cubicBezTo>
                    <a:pt x="31493" y="407400"/>
                    <a:pt x="30683" y="410384"/>
                    <a:pt x="30683" y="413369"/>
                  </a:cubicBezTo>
                  <a:lnTo>
                    <a:pt x="30278" y="412623"/>
                  </a:lnTo>
                  <a:lnTo>
                    <a:pt x="28660" y="409638"/>
                  </a:lnTo>
                  <a:cubicBezTo>
                    <a:pt x="28255" y="408892"/>
                    <a:pt x="27850" y="407400"/>
                    <a:pt x="27445" y="406653"/>
                  </a:cubicBezTo>
                  <a:cubicBezTo>
                    <a:pt x="25826" y="402176"/>
                    <a:pt x="25826" y="396207"/>
                    <a:pt x="27445" y="391730"/>
                  </a:cubicBezTo>
                  <a:cubicBezTo>
                    <a:pt x="27850" y="390984"/>
                    <a:pt x="28255" y="389492"/>
                    <a:pt x="28660" y="388746"/>
                  </a:cubicBezTo>
                  <a:cubicBezTo>
                    <a:pt x="29874" y="385761"/>
                    <a:pt x="30683" y="382776"/>
                    <a:pt x="31088" y="379792"/>
                  </a:cubicBezTo>
                  <a:cubicBezTo>
                    <a:pt x="31493" y="380538"/>
                    <a:pt x="31897" y="381284"/>
                    <a:pt x="32302" y="382776"/>
                  </a:cubicBezTo>
                  <a:cubicBezTo>
                    <a:pt x="32707" y="384269"/>
                    <a:pt x="33516" y="385761"/>
                    <a:pt x="33921" y="387253"/>
                  </a:cubicBezTo>
                  <a:cubicBezTo>
                    <a:pt x="34326" y="388746"/>
                    <a:pt x="34731" y="390984"/>
                    <a:pt x="34731" y="393223"/>
                  </a:cubicBezTo>
                  <a:cubicBezTo>
                    <a:pt x="34326" y="394715"/>
                    <a:pt x="34326" y="396953"/>
                    <a:pt x="33921" y="398446"/>
                  </a:cubicBezTo>
                  <a:lnTo>
                    <a:pt x="32302" y="404415"/>
                  </a:lnTo>
                  <a:close/>
                  <a:moveTo>
                    <a:pt x="37968" y="431276"/>
                  </a:moveTo>
                  <a:lnTo>
                    <a:pt x="35945" y="428292"/>
                  </a:lnTo>
                  <a:cubicBezTo>
                    <a:pt x="35135" y="426799"/>
                    <a:pt x="34326" y="425307"/>
                    <a:pt x="33921" y="423069"/>
                  </a:cubicBezTo>
                  <a:cubicBezTo>
                    <a:pt x="32707" y="419338"/>
                    <a:pt x="32707" y="414861"/>
                    <a:pt x="33921" y="410384"/>
                  </a:cubicBezTo>
                  <a:cubicBezTo>
                    <a:pt x="34326" y="408146"/>
                    <a:pt x="35540" y="405161"/>
                    <a:pt x="35945" y="402923"/>
                  </a:cubicBezTo>
                  <a:cubicBezTo>
                    <a:pt x="36349" y="401430"/>
                    <a:pt x="36754" y="399192"/>
                    <a:pt x="37159" y="397700"/>
                  </a:cubicBezTo>
                  <a:cubicBezTo>
                    <a:pt x="37968" y="399192"/>
                    <a:pt x="39183" y="400684"/>
                    <a:pt x="39992" y="402923"/>
                  </a:cubicBezTo>
                  <a:cubicBezTo>
                    <a:pt x="40397" y="404415"/>
                    <a:pt x="41206" y="405907"/>
                    <a:pt x="41611" y="408146"/>
                  </a:cubicBezTo>
                  <a:lnTo>
                    <a:pt x="41611" y="413369"/>
                  </a:lnTo>
                  <a:cubicBezTo>
                    <a:pt x="41206" y="416353"/>
                    <a:pt x="40801" y="419338"/>
                    <a:pt x="39992" y="422323"/>
                  </a:cubicBezTo>
                  <a:cubicBezTo>
                    <a:pt x="38778" y="424561"/>
                    <a:pt x="38373" y="427546"/>
                    <a:pt x="37968" y="431276"/>
                  </a:cubicBezTo>
                  <a:close/>
                  <a:moveTo>
                    <a:pt x="46468" y="446946"/>
                  </a:moveTo>
                  <a:cubicBezTo>
                    <a:pt x="45658" y="446199"/>
                    <a:pt x="44849" y="445453"/>
                    <a:pt x="44444" y="443961"/>
                  </a:cubicBezTo>
                  <a:cubicBezTo>
                    <a:pt x="44039" y="443215"/>
                    <a:pt x="43635" y="442469"/>
                    <a:pt x="43230" y="442469"/>
                  </a:cubicBezTo>
                  <a:cubicBezTo>
                    <a:pt x="42825" y="441723"/>
                    <a:pt x="42420" y="440230"/>
                    <a:pt x="42016" y="439484"/>
                  </a:cubicBezTo>
                  <a:cubicBezTo>
                    <a:pt x="41611" y="438738"/>
                    <a:pt x="41206" y="437246"/>
                    <a:pt x="41206" y="435753"/>
                  </a:cubicBezTo>
                  <a:cubicBezTo>
                    <a:pt x="40801" y="433515"/>
                    <a:pt x="40801" y="431276"/>
                    <a:pt x="41206" y="429038"/>
                  </a:cubicBezTo>
                  <a:cubicBezTo>
                    <a:pt x="41206" y="427546"/>
                    <a:pt x="41611" y="425307"/>
                    <a:pt x="42016" y="423815"/>
                  </a:cubicBezTo>
                  <a:lnTo>
                    <a:pt x="43230" y="417100"/>
                  </a:lnTo>
                  <a:cubicBezTo>
                    <a:pt x="43635" y="415607"/>
                    <a:pt x="43635" y="414115"/>
                    <a:pt x="43635" y="412623"/>
                  </a:cubicBezTo>
                  <a:lnTo>
                    <a:pt x="44039" y="413369"/>
                  </a:lnTo>
                  <a:cubicBezTo>
                    <a:pt x="46063" y="415607"/>
                    <a:pt x="47682" y="419338"/>
                    <a:pt x="48491" y="423815"/>
                  </a:cubicBezTo>
                  <a:cubicBezTo>
                    <a:pt x="48896" y="433515"/>
                    <a:pt x="46468" y="440976"/>
                    <a:pt x="46468" y="446946"/>
                  </a:cubicBezTo>
                  <a:close/>
                  <a:moveTo>
                    <a:pt x="50515" y="454407"/>
                  </a:moveTo>
                  <a:cubicBezTo>
                    <a:pt x="48896" y="449184"/>
                    <a:pt x="48896" y="443215"/>
                    <a:pt x="50515" y="437992"/>
                  </a:cubicBezTo>
                  <a:cubicBezTo>
                    <a:pt x="50920" y="435007"/>
                    <a:pt x="51325" y="432023"/>
                    <a:pt x="51325" y="429038"/>
                  </a:cubicBezTo>
                  <a:cubicBezTo>
                    <a:pt x="52539" y="429784"/>
                    <a:pt x="53753" y="431276"/>
                    <a:pt x="54562" y="433515"/>
                  </a:cubicBezTo>
                  <a:cubicBezTo>
                    <a:pt x="55372" y="434261"/>
                    <a:pt x="55777" y="435753"/>
                    <a:pt x="56181" y="437246"/>
                  </a:cubicBezTo>
                  <a:cubicBezTo>
                    <a:pt x="56586" y="437992"/>
                    <a:pt x="56586" y="438738"/>
                    <a:pt x="56586" y="439484"/>
                  </a:cubicBezTo>
                  <a:cubicBezTo>
                    <a:pt x="56586" y="443215"/>
                    <a:pt x="56586" y="446946"/>
                    <a:pt x="56181" y="450676"/>
                  </a:cubicBezTo>
                  <a:cubicBezTo>
                    <a:pt x="55777" y="454407"/>
                    <a:pt x="55372" y="458138"/>
                    <a:pt x="55777" y="462615"/>
                  </a:cubicBezTo>
                  <a:lnTo>
                    <a:pt x="55372" y="461869"/>
                  </a:lnTo>
                  <a:cubicBezTo>
                    <a:pt x="54967" y="461869"/>
                    <a:pt x="54967" y="461123"/>
                    <a:pt x="54562" y="461123"/>
                  </a:cubicBezTo>
                  <a:cubicBezTo>
                    <a:pt x="52943" y="459630"/>
                    <a:pt x="51325" y="457392"/>
                    <a:pt x="50515" y="45440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5" name="Freeform 1034"/>
            <p:cNvSpPr/>
            <p:nvPr/>
          </p:nvSpPr>
          <p:spPr>
            <a:xfrm>
              <a:off x="10244200" y="211446"/>
              <a:ext cx="46948" cy="94761"/>
            </a:xfrm>
            <a:custGeom>
              <a:avLst/>
              <a:gdLst>
                <a:gd name="connsiteX0" fmla="*/ 0 w 46948"/>
                <a:gd name="connsiteY0" fmla="*/ 30592 h 94761"/>
                <a:gd name="connsiteX1" fmla="*/ 405 w 46948"/>
                <a:gd name="connsiteY1" fmla="*/ 32085 h 94761"/>
                <a:gd name="connsiteX2" fmla="*/ 809 w 46948"/>
                <a:gd name="connsiteY2" fmla="*/ 32831 h 94761"/>
                <a:gd name="connsiteX3" fmla="*/ 1214 w 46948"/>
                <a:gd name="connsiteY3" fmla="*/ 33577 h 94761"/>
                <a:gd name="connsiteX4" fmla="*/ 1619 w 46948"/>
                <a:gd name="connsiteY4" fmla="*/ 34323 h 94761"/>
                <a:gd name="connsiteX5" fmla="*/ 2024 w 46948"/>
                <a:gd name="connsiteY5" fmla="*/ 35069 h 94761"/>
                <a:gd name="connsiteX6" fmla="*/ 2428 w 46948"/>
                <a:gd name="connsiteY6" fmla="*/ 35815 h 94761"/>
                <a:gd name="connsiteX7" fmla="*/ 3238 w 46948"/>
                <a:gd name="connsiteY7" fmla="*/ 37308 h 94761"/>
                <a:gd name="connsiteX8" fmla="*/ 4047 w 46948"/>
                <a:gd name="connsiteY8" fmla="*/ 39546 h 94761"/>
                <a:gd name="connsiteX9" fmla="*/ 4452 w 46948"/>
                <a:gd name="connsiteY9" fmla="*/ 41785 h 94761"/>
                <a:gd name="connsiteX10" fmla="*/ 4857 w 46948"/>
                <a:gd name="connsiteY10" fmla="*/ 43277 h 94761"/>
                <a:gd name="connsiteX11" fmla="*/ 5261 w 46948"/>
                <a:gd name="connsiteY11" fmla="*/ 44023 h 94761"/>
                <a:gd name="connsiteX12" fmla="*/ 5666 w 46948"/>
                <a:gd name="connsiteY12" fmla="*/ 45515 h 94761"/>
                <a:gd name="connsiteX13" fmla="*/ 5666 w 46948"/>
                <a:gd name="connsiteY13" fmla="*/ 47008 h 94761"/>
                <a:gd name="connsiteX14" fmla="*/ 6071 w 46948"/>
                <a:gd name="connsiteY14" fmla="*/ 47754 h 94761"/>
                <a:gd name="connsiteX15" fmla="*/ 6071 w 46948"/>
                <a:gd name="connsiteY15" fmla="*/ 48500 h 94761"/>
                <a:gd name="connsiteX16" fmla="*/ 5666 w 46948"/>
                <a:gd name="connsiteY16" fmla="*/ 49992 h 94761"/>
                <a:gd name="connsiteX17" fmla="*/ 5666 w 46948"/>
                <a:gd name="connsiteY17" fmla="*/ 50738 h 94761"/>
                <a:gd name="connsiteX18" fmla="*/ 5261 w 46948"/>
                <a:gd name="connsiteY18" fmla="*/ 51484 h 94761"/>
                <a:gd name="connsiteX19" fmla="*/ 4452 w 46948"/>
                <a:gd name="connsiteY19" fmla="*/ 54469 h 94761"/>
                <a:gd name="connsiteX20" fmla="*/ 4047 w 46948"/>
                <a:gd name="connsiteY20" fmla="*/ 55215 h 94761"/>
                <a:gd name="connsiteX21" fmla="*/ 3643 w 46948"/>
                <a:gd name="connsiteY21" fmla="*/ 55961 h 94761"/>
                <a:gd name="connsiteX22" fmla="*/ 3238 w 46948"/>
                <a:gd name="connsiteY22" fmla="*/ 56708 h 94761"/>
                <a:gd name="connsiteX23" fmla="*/ 2833 w 46948"/>
                <a:gd name="connsiteY23" fmla="*/ 57454 h 94761"/>
                <a:gd name="connsiteX24" fmla="*/ 2428 w 46948"/>
                <a:gd name="connsiteY24" fmla="*/ 58200 h 94761"/>
                <a:gd name="connsiteX25" fmla="*/ 2024 w 46948"/>
                <a:gd name="connsiteY25" fmla="*/ 58946 h 94761"/>
                <a:gd name="connsiteX26" fmla="*/ 1619 w 46948"/>
                <a:gd name="connsiteY26" fmla="*/ 59692 h 94761"/>
                <a:gd name="connsiteX27" fmla="*/ 2024 w 46948"/>
                <a:gd name="connsiteY27" fmla="*/ 61184 h 94761"/>
                <a:gd name="connsiteX28" fmla="*/ 2428 w 46948"/>
                <a:gd name="connsiteY28" fmla="*/ 62677 h 94761"/>
                <a:gd name="connsiteX29" fmla="*/ 2428 w 46948"/>
                <a:gd name="connsiteY29" fmla="*/ 63423 h 94761"/>
                <a:gd name="connsiteX30" fmla="*/ 4452 w 46948"/>
                <a:gd name="connsiteY30" fmla="*/ 63423 h 94761"/>
                <a:gd name="connsiteX31" fmla="*/ 4857 w 46948"/>
                <a:gd name="connsiteY31" fmla="*/ 62677 h 94761"/>
                <a:gd name="connsiteX32" fmla="*/ 5261 w 46948"/>
                <a:gd name="connsiteY32" fmla="*/ 61931 h 94761"/>
                <a:gd name="connsiteX33" fmla="*/ 5666 w 46948"/>
                <a:gd name="connsiteY33" fmla="*/ 61184 h 94761"/>
                <a:gd name="connsiteX34" fmla="*/ 6071 w 46948"/>
                <a:gd name="connsiteY34" fmla="*/ 60438 h 94761"/>
                <a:gd name="connsiteX35" fmla="*/ 6476 w 46948"/>
                <a:gd name="connsiteY35" fmla="*/ 59692 h 94761"/>
                <a:gd name="connsiteX36" fmla="*/ 6880 w 46948"/>
                <a:gd name="connsiteY36" fmla="*/ 58200 h 94761"/>
                <a:gd name="connsiteX37" fmla="*/ 7285 w 46948"/>
                <a:gd name="connsiteY37" fmla="*/ 57454 h 94761"/>
                <a:gd name="connsiteX38" fmla="*/ 7690 w 46948"/>
                <a:gd name="connsiteY38" fmla="*/ 56708 h 94761"/>
                <a:gd name="connsiteX39" fmla="*/ 7690 w 46948"/>
                <a:gd name="connsiteY39" fmla="*/ 55961 h 94761"/>
                <a:gd name="connsiteX40" fmla="*/ 9309 w 46948"/>
                <a:gd name="connsiteY40" fmla="*/ 55961 h 94761"/>
                <a:gd name="connsiteX41" fmla="*/ 9713 w 46948"/>
                <a:gd name="connsiteY41" fmla="*/ 55215 h 94761"/>
                <a:gd name="connsiteX42" fmla="*/ 10118 w 46948"/>
                <a:gd name="connsiteY42" fmla="*/ 55961 h 94761"/>
                <a:gd name="connsiteX43" fmla="*/ 10523 w 46948"/>
                <a:gd name="connsiteY43" fmla="*/ 55961 h 94761"/>
                <a:gd name="connsiteX44" fmla="*/ 10523 w 46948"/>
                <a:gd name="connsiteY44" fmla="*/ 56708 h 94761"/>
                <a:gd name="connsiteX45" fmla="*/ 10928 w 46948"/>
                <a:gd name="connsiteY45" fmla="*/ 57454 h 94761"/>
                <a:gd name="connsiteX46" fmla="*/ 11332 w 46948"/>
                <a:gd name="connsiteY46" fmla="*/ 58200 h 94761"/>
                <a:gd name="connsiteX47" fmla="*/ 11737 w 46948"/>
                <a:gd name="connsiteY47" fmla="*/ 58946 h 94761"/>
                <a:gd name="connsiteX48" fmla="*/ 12142 w 46948"/>
                <a:gd name="connsiteY48" fmla="*/ 61931 h 94761"/>
                <a:gd name="connsiteX49" fmla="*/ 12547 w 46948"/>
                <a:gd name="connsiteY49" fmla="*/ 62677 h 94761"/>
                <a:gd name="connsiteX50" fmla="*/ 12951 w 46948"/>
                <a:gd name="connsiteY50" fmla="*/ 63423 h 94761"/>
                <a:gd name="connsiteX51" fmla="*/ 13356 w 46948"/>
                <a:gd name="connsiteY51" fmla="*/ 64169 h 94761"/>
                <a:gd name="connsiteX52" fmla="*/ 14166 w 46948"/>
                <a:gd name="connsiteY52" fmla="*/ 64915 h 94761"/>
                <a:gd name="connsiteX53" fmla="*/ 14570 w 46948"/>
                <a:gd name="connsiteY53" fmla="*/ 65661 h 94761"/>
                <a:gd name="connsiteX54" fmla="*/ 14975 w 46948"/>
                <a:gd name="connsiteY54" fmla="*/ 67154 h 94761"/>
                <a:gd name="connsiteX55" fmla="*/ 14975 w 46948"/>
                <a:gd name="connsiteY55" fmla="*/ 69392 h 94761"/>
                <a:gd name="connsiteX56" fmla="*/ 15380 w 46948"/>
                <a:gd name="connsiteY56" fmla="*/ 70138 h 94761"/>
                <a:gd name="connsiteX57" fmla="*/ 14975 w 46948"/>
                <a:gd name="connsiteY57" fmla="*/ 70884 h 94761"/>
                <a:gd name="connsiteX58" fmla="*/ 14570 w 46948"/>
                <a:gd name="connsiteY58" fmla="*/ 71631 h 94761"/>
                <a:gd name="connsiteX59" fmla="*/ 14166 w 46948"/>
                <a:gd name="connsiteY59" fmla="*/ 72377 h 94761"/>
                <a:gd name="connsiteX60" fmla="*/ 12951 w 46948"/>
                <a:gd name="connsiteY60" fmla="*/ 73123 h 94761"/>
                <a:gd name="connsiteX61" fmla="*/ 12142 w 46948"/>
                <a:gd name="connsiteY61" fmla="*/ 73123 h 94761"/>
                <a:gd name="connsiteX62" fmla="*/ 12142 w 46948"/>
                <a:gd name="connsiteY62" fmla="*/ 72377 h 94761"/>
                <a:gd name="connsiteX63" fmla="*/ 11737 w 46948"/>
                <a:gd name="connsiteY63" fmla="*/ 71631 h 94761"/>
                <a:gd name="connsiteX64" fmla="*/ 11332 w 46948"/>
                <a:gd name="connsiteY64" fmla="*/ 70884 h 94761"/>
                <a:gd name="connsiteX65" fmla="*/ 11332 w 46948"/>
                <a:gd name="connsiteY65" fmla="*/ 70138 h 94761"/>
                <a:gd name="connsiteX66" fmla="*/ 10118 w 46948"/>
                <a:gd name="connsiteY66" fmla="*/ 69392 h 94761"/>
                <a:gd name="connsiteX67" fmla="*/ 8499 w 46948"/>
                <a:gd name="connsiteY67" fmla="*/ 69392 h 94761"/>
                <a:gd name="connsiteX68" fmla="*/ 7690 w 46948"/>
                <a:gd name="connsiteY68" fmla="*/ 70138 h 94761"/>
                <a:gd name="connsiteX69" fmla="*/ 6476 w 46948"/>
                <a:gd name="connsiteY69" fmla="*/ 71631 h 94761"/>
                <a:gd name="connsiteX70" fmla="*/ 6071 w 46948"/>
                <a:gd name="connsiteY70" fmla="*/ 72377 h 94761"/>
                <a:gd name="connsiteX71" fmla="*/ 5666 w 46948"/>
                <a:gd name="connsiteY71" fmla="*/ 73123 h 94761"/>
                <a:gd name="connsiteX72" fmla="*/ 5261 w 46948"/>
                <a:gd name="connsiteY72" fmla="*/ 73869 h 94761"/>
                <a:gd name="connsiteX73" fmla="*/ 4857 w 46948"/>
                <a:gd name="connsiteY73" fmla="*/ 74615 h 94761"/>
                <a:gd name="connsiteX74" fmla="*/ 4857 w 46948"/>
                <a:gd name="connsiteY74" fmla="*/ 76854 h 94761"/>
                <a:gd name="connsiteX75" fmla="*/ 5261 w 46948"/>
                <a:gd name="connsiteY75" fmla="*/ 78346 h 94761"/>
                <a:gd name="connsiteX76" fmla="*/ 5666 w 46948"/>
                <a:gd name="connsiteY76" fmla="*/ 79838 h 94761"/>
                <a:gd name="connsiteX77" fmla="*/ 6071 w 46948"/>
                <a:gd name="connsiteY77" fmla="*/ 80584 h 94761"/>
                <a:gd name="connsiteX78" fmla="*/ 6476 w 46948"/>
                <a:gd name="connsiteY78" fmla="*/ 81331 h 94761"/>
                <a:gd name="connsiteX79" fmla="*/ 6476 w 46948"/>
                <a:gd name="connsiteY79" fmla="*/ 84315 h 94761"/>
                <a:gd name="connsiteX80" fmla="*/ 6880 w 46948"/>
                <a:gd name="connsiteY80" fmla="*/ 85061 h 94761"/>
                <a:gd name="connsiteX81" fmla="*/ 7285 w 46948"/>
                <a:gd name="connsiteY81" fmla="*/ 85808 h 94761"/>
                <a:gd name="connsiteX82" fmla="*/ 9713 w 46948"/>
                <a:gd name="connsiteY82" fmla="*/ 85808 h 94761"/>
                <a:gd name="connsiteX83" fmla="*/ 9713 w 46948"/>
                <a:gd name="connsiteY83" fmla="*/ 85061 h 94761"/>
                <a:gd name="connsiteX84" fmla="*/ 10118 w 46948"/>
                <a:gd name="connsiteY84" fmla="*/ 85061 h 94761"/>
                <a:gd name="connsiteX85" fmla="*/ 10523 w 46948"/>
                <a:gd name="connsiteY85" fmla="*/ 84315 h 94761"/>
                <a:gd name="connsiteX86" fmla="*/ 10928 w 46948"/>
                <a:gd name="connsiteY86" fmla="*/ 83569 h 94761"/>
                <a:gd name="connsiteX87" fmla="*/ 11332 w 46948"/>
                <a:gd name="connsiteY87" fmla="*/ 82823 h 94761"/>
                <a:gd name="connsiteX88" fmla="*/ 14166 w 46948"/>
                <a:gd name="connsiteY88" fmla="*/ 82823 h 94761"/>
                <a:gd name="connsiteX89" fmla="*/ 14570 w 46948"/>
                <a:gd name="connsiteY89" fmla="*/ 83569 h 94761"/>
                <a:gd name="connsiteX90" fmla="*/ 14975 w 46948"/>
                <a:gd name="connsiteY90" fmla="*/ 84315 h 94761"/>
                <a:gd name="connsiteX91" fmla="*/ 15380 w 46948"/>
                <a:gd name="connsiteY91" fmla="*/ 85061 h 94761"/>
                <a:gd name="connsiteX92" fmla="*/ 16189 w 46948"/>
                <a:gd name="connsiteY92" fmla="*/ 85061 h 94761"/>
                <a:gd name="connsiteX93" fmla="*/ 16594 w 46948"/>
                <a:gd name="connsiteY93" fmla="*/ 85808 h 94761"/>
                <a:gd name="connsiteX94" fmla="*/ 16999 w 46948"/>
                <a:gd name="connsiteY94" fmla="*/ 85808 h 94761"/>
                <a:gd name="connsiteX95" fmla="*/ 17403 w 46948"/>
                <a:gd name="connsiteY95" fmla="*/ 86554 h 94761"/>
                <a:gd name="connsiteX96" fmla="*/ 17808 w 46948"/>
                <a:gd name="connsiteY96" fmla="*/ 87300 h 94761"/>
                <a:gd name="connsiteX97" fmla="*/ 18213 w 46948"/>
                <a:gd name="connsiteY97" fmla="*/ 88046 h 94761"/>
                <a:gd name="connsiteX98" fmla="*/ 18618 w 46948"/>
                <a:gd name="connsiteY98" fmla="*/ 88792 h 94761"/>
                <a:gd name="connsiteX99" fmla="*/ 19427 w 46948"/>
                <a:gd name="connsiteY99" fmla="*/ 89538 h 94761"/>
                <a:gd name="connsiteX100" fmla="*/ 20237 w 46948"/>
                <a:gd name="connsiteY100" fmla="*/ 88792 h 94761"/>
                <a:gd name="connsiteX101" fmla="*/ 20641 w 46948"/>
                <a:gd name="connsiteY101" fmla="*/ 88046 h 94761"/>
                <a:gd name="connsiteX102" fmla="*/ 21046 w 46948"/>
                <a:gd name="connsiteY102" fmla="*/ 87300 h 94761"/>
                <a:gd name="connsiteX103" fmla="*/ 21046 w 46948"/>
                <a:gd name="connsiteY103" fmla="*/ 86554 h 94761"/>
                <a:gd name="connsiteX104" fmla="*/ 20237 w 46948"/>
                <a:gd name="connsiteY104" fmla="*/ 85808 h 94761"/>
                <a:gd name="connsiteX105" fmla="*/ 19832 w 46948"/>
                <a:gd name="connsiteY105" fmla="*/ 85061 h 94761"/>
                <a:gd name="connsiteX106" fmla="*/ 19427 w 46948"/>
                <a:gd name="connsiteY106" fmla="*/ 84315 h 94761"/>
                <a:gd name="connsiteX107" fmla="*/ 19022 w 46948"/>
                <a:gd name="connsiteY107" fmla="*/ 83569 h 94761"/>
                <a:gd name="connsiteX108" fmla="*/ 18618 w 46948"/>
                <a:gd name="connsiteY108" fmla="*/ 82823 h 94761"/>
                <a:gd name="connsiteX109" fmla="*/ 18213 w 46948"/>
                <a:gd name="connsiteY109" fmla="*/ 82077 h 94761"/>
                <a:gd name="connsiteX110" fmla="*/ 17808 w 46948"/>
                <a:gd name="connsiteY110" fmla="*/ 81331 h 94761"/>
                <a:gd name="connsiteX111" fmla="*/ 17808 w 46948"/>
                <a:gd name="connsiteY111" fmla="*/ 79092 h 94761"/>
                <a:gd name="connsiteX112" fmla="*/ 18213 w 46948"/>
                <a:gd name="connsiteY112" fmla="*/ 78346 h 94761"/>
                <a:gd name="connsiteX113" fmla="*/ 19022 w 46948"/>
                <a:gd name="connsiteY113" fmla="*/ 78346 h 94761"/>
                <a:gd name="connsiteX114" fmla="*/ 19427 w 46948"/>
                <a:gd name="connsiteY114" fmla="*/ 79092 h 94761"/>
                <a:gd name="connsiteX115" fmla="*/ 20237 w 46948"/>
                <a:gd name="connsiteY115" fmla="*/ 79092 h 94761"/>
                <a:gd name="connsiteX116" fmla="*/ 20641 w 46948"/>
                <a:gd name="connsiteY116" fmla="*/ 79838 h 94761"/>
                <a:gd name="connsiteX117" fmla="*/ 21046 w 46948"/>
                <a:gd name="connsiteY117" fmla="*/ 80584 h 94761"/>
                <a:gd name="connsiteX118" fmla="*/ 21451 w 46948"/>
                <a:gd name="connsiteY118" fmla="*/ 81331 h 94761"/>
                <a:gd name="connsiteX119" fmla="*/ 21855 w 46948"/>
                <a:gd name="connsiteY119" fmla="*/ 82077 h 94761"/>
                <a:gd name="connsiteX120" fmla="*/ 22260 w 46948"/>
                <a:gd name="connsiteY120" fmla="*/ 82823 h 94761"/>
                <a:gd name="connsiteX121" fmla="*/ 22665 w 46948"/>
                <a:gd name="connsiteY121" fmla="*/ 83569 h 94761"/>
                <a:gd name="connsiteX122" fmla="*/ 23070 w 46948"/>
                <a:gd name="connsiteY122" fmla="*/ 84315 h 94761"/>
                <a:gd name="connsiteX123" fmla="*/ 23474 w 46948"/>
                <a:gd name="connsiteY123" fmla="*/ 85061 h 94761"/>
                <a:gd name="connsiteX124" fmla="*/ 23879 w 46948"/>
                <a:gd name="connsiteY124" fmla="*/ 85808 h 94761"/>
                <a:gd name="connsiteX125" fmla="*/ 24284 w 46948"/>
                <a:gd name="connsiteY125" fmla="*/ 87300 h 94761"/>
                <a:gd name="connsiteX126" fmla="*/ 24689 w 46948"/>
                <a:gd name="connsiteY126" fmla="*/ 88046 h 94761"/>
                <a:gd name="connsiteX127" fmla="*/ 25093 w 46948"/>
                <a:gd name="connsiteY127" fmla="*/ 88792 h 94761"/>
                <a:gd name="connsiteX128" fmla="*/ 25498 w 46948"/>
                <a:gd name="connsiteY128" fmla="*/ 88792 h 94761"/>
                <a:gd name="connsiteX129" fmla="*/ 25903 w 46948"/>
                <a:gd name="connsiteY129" fmla="*/ 89538 h 94761"/>
                <a:gd name="connsiteX130" fmla="*/ 25903 w 46948"/>
                <a:gd name="connsiteY130" fmla="*/ 90284 h 94761"/>
                <a:gd name="connsiteX131" fmla="*/ 26307 w 46948"/>
                <a:gd name="connsiteY131" fmla="*/ 91031 h 94761"/>
                <a:gd name="connsiteX132" fmla="*/ 26712 w 46948"/>
                <a:gd name="connsiteY132" fmla="*/ 91777 h 94761"/>
                <a:gd name="connsiteX133" fmla="*/ 28331 w 46948"/>
                <a:gd name="connsiteY133" fmla="*/ 93269 h 94761"/>
                <a:gd name="connsiteX134" fmla="*/ 28736 w 46948"/>
                <a:gd name="connsiteY134" fmla="*/ 94015 h 94761"/>
                <a:gd name="connsiteX135" fmla="*/ 29141 w 46948"/>
                <a:gd name="connsiteY135" fmla="*/ 94761 h 94761"/>
                <a:gd name="connsiteX136" fmla="*/ 29545 w 46948"/>
                <a:gd name="connsiteY136" fmla="*/ 94761 h 94761"/>
                <a:gd name="connsiteX137" fmla="*/ 29950 w 46948"/>
                <a:gd name="connsiteY137" fmla="*/ 94015 h 94761"/>
                <a:gd name="connsiteX138" fmla="*/ 30355 w 46948"/>
                <a:gd name="connsiteY138" fmla="*/ 93269 h 94761"/>
                <a:gd name="connsiteX139" fmla="*/ 31164 w 46948"/>
                <a:gd name="connsiteY139" fmla="*/ 92523 h 94761"/>
                <a:gd name="connsiteX140" fmla="*/ 31164 w 46948"/>
                <a:gd name="connsiteY140" fmla="*/ 91031 h 94761"/>
                <a:gd name="connsiteX141" fmla="*/ 31569 w 46948"/>
                <a:gd name="connsiteY141" fmla="*/ 89538 h 94761"/>
                <a:gd name="connsiteX142" fmla="*/ 31569 w 46948"/>
                <a:gd name="connsiteY142" fmla="*/ 88046 h 94761"/>
                <a:gd name="connsiteX143" fmla="*/ 31164 w 46948"/>
                <a:gd name="connsiteY143" fmla="*/ 85808 h 94761"/>
                <a:gd name="connsiteX144" fmla="*/ 30760 w 46948"/>
                <a:gd name="connsiteY144" fmla="*/ 84315 h 94761"/>
                <a:gd name="connsiteX145" fmla="*/ 29950 w 46948"/>
                <a:gd name="connsiteY145" fmla="*/ 83569 h 94761"/>
                <a:gd name="connsiteX146" fmla="*/ 29545 w 46948"/>
                <a:gd name="connsiteY146" fmla="*/ 82823 h 94761"/>
                <a:gd name="connsiteX147" fmla="*/ 29141 w 46948"/>
                <a:gd name="connsiteY147" fmla="*/ 82077 h 94761"/>
                <a:gd name="connsiteX148" fmla="*/ 28331 w 46948"/>
                <a:gd name="connsiteY148" fmla="*/ 82077 h 94761"/>
                <a:gd name="connsiteX149" fmla="*/ 27522 w 46948"/>
                <a:gd name="connsiteY149" fmla="*/ 81331 h 94761"/>
                <a:gd name="connsiteX150" fmla="*/ 26307 w 46948"/>
                <a:gd name="connsiteY150" fmla="*/ 79838 h 94761"/>
                <a:gd name="connsiteX151" fmla="*/ 25903 w 46948"/>
                <a:gd name="connsiteY151" fmla="*/ 78346 h 94761"/>
                <a:gd name="connsiteX152" fmla="*/ 25498 w 46948"/>
                <a:gd name="connsiteY152" fmla="*/ 78346 h 94761"/>
                <a:gd name="connsiteX153" fmla="*/ 25093 w 46948"/>
                <a:gd name="connsiteY153" fmla="*/ 77600 h 94761"/>
                <a:gd name="connsiteX154" fmla="*/ 24689 w 46948"/>
                <a:gd name="connsiteY154" fmla="*/ 76854 h 94761"/>
                <a:gd name="connsiteX155" fmla="*/ 23474 w 46948"/>
                <a:gd name="connsiteY155" fmla="*/ 75361 h 94761"/>
                <a:gd name="connsiteX156" fmla="*/ 22665 w 46948"/>
                <a:gd name="connsiteY156" fmla="*/ 73869 h 94761"/>
                <a:gd name="connsiteX157" fmla="*/ 22260 w 46948"/>
                <a:gd name="connsiteY157" fmla="*/ 73123 h 94761"/>
                <a:gd name="connsiteX158" fmla="*/ 21855 w 46948"/>
                <a:gd name="connsiteY158" fmla="*/ 72377 h 94761"/>
                <a:gd name="connsiteX159" fmla="*/ 21451 w 46948"/>
                <a:gd name="connsiteY159" fmla="*/ 71631 h 94761"/>
                <a:gd name="connsiteX160" fmla="*/ 21046 w 46948"/>
                <a:gd name="connsiteY160" fmla="*/ 70884 h 94761"/>
                <a:gd name="connsiteX161" fmla="*/ 21046 w 46948"/>
                <a:gd name="connsiteY161" fmla="*/ 68646 h 94761"/>
                <a:gd name="connsiteX162" fmla="*/ 21451 w 46948"/>
                <a:gd name="connsiteY162" fmla="*/ 67900 h 94761"/>
                <a:gd name="connsiteX163" fmla="*/ 21855 w 46948"/>
                <a:gd name="connsiteY163" fmla="*/ 67154 h 94761"/>
                <a:gd name="connsiteX164" fmla="*/ 22260 w 46948"/>
                <a:gd name="connsiteY164" fmla="*/ 66408 h 94761"/>
                <a:gd name="connsiteX165" fmla="*/ 22665 w 46948"/>
                <a:gd name="connsiteY165" fmla="*/ 67154 h 94761"/>
                <a:gd name="connsiteX166" fmla="*/ 23070 w 46948"/>
                <a:gd name="connsiteY166" fmla="*/ 67154 h 94761"/>
                <a:gd name="connsiteX167" fmla="*/ 23474 w 46948"/>
                <a:gd name="connsiteY167" fmla="*/ 67900 h 94761"/>
                <a:gd name="connsiteX168" fmla="*/ 23879 w 46948"/>
                <a:gd name="connsiteY168" fmla="*/ 68646 h 94761"/>
                <a:gd name="connsiteX169" fmla="*/ 24284 w 46948"/>
                <a:gd name="connsiteY169" fmla="*/ 69392 h 94761"/>
                <a:gd name="connsiteX170" fmla="*/ 24689 w 46948"/>
                <a:gd name="connsiteY170" fmla="*/ 70138 h 94761"/>
                <a:gd name="connsiteX171" fmla="*/ 25093 w 46948"/>
                <a:gd name="connsiteY171" fmla="*/ 70884 h 94761"/>
                <a:gd name="connsiteX172" fmla="*/ 25498 w 46948"/>
                <a:gd name="connsiteY172" fmla="*/ 71631 h 94761"/>
                <a:gd name="connsiteX173" fmla="*/ 25903 w 46948"/>
                <a:gd name="connsiteY173" fmla="*/ 71631 h 94761"/>
                <a:gd name="connsiteX174" fmla="*/ 26307 w 46948"/>
                <a:gd name="connsiteY174" fmla="*/ 72377 h 94761"/>
                <a:gd name="connsiteX175" fmla="*/ 26712 w 46948"/>
                <a:gd name="connsiteY175" fmla="*/ 73123 h 94761"/>
                <a:gd name="connsiteX176" fmla="*/ 27117 w 46948"/>
                <a:gd name="connsiteY176" fmla="*/ 73869 h 94761"/>
                <a:gd name="connsiteX177" fmla="*/ 27522 w 46948"/>
                <a:gd name="connsiteY177" fmla="*/ 74615 h 94761"/>
                <a:gd name="connsiteX178" fmla="*/ 28331 w 46948"/>
                <a:gd name="connsiteY178" fmla="*/ 75361 h 94761"/>
                <a:gd name="connsiteX179" fmla="*/ 28736 w 46948"/>
                <a:gd name="connsiteY179" fmla="*/ 74615 h 94761"/>
                <a:gd name="connsiteX180" fmla="*/ 29950 w 46948"/>
                <a:gd name="connsiteY180" fmla="*/ 74615 h 94761"/>
                <a:gd name="connsiteX181" fmla="*/ 30355 w 46948"/>
                <a:gd name="connsiteY181" fmla="*/ 73869 h 94761"/>
                <a:gd name="connsiteX182" fmla="*/ 30355 w 46948"/>
                <a:gd name="connsiteY182" fmla="*/ 73123 h 94761"/>
                <a:gd name="connsiteX183" fmla="*/ 29950 w 46948"/>
                <a:gd name="connsiteY183" fmla="*/ 72377 h 94761"/>
                <a:gd name="connsiteX184" fmla="*/ 29545 w 46948"/>
                <a:gd name="connsiteY184" fmla="*/ 71631 h 94761"/>
                <a:gd name="connsiteX185" fmla="*/ 29141 w 46948"/>
                <a:gd name="connsiteY185" fmla="*/ 70884 h 94761"/>
                <a:gd name="connsiteX186" fmla="*/ 29141 w 46948"/>
                <a:gd name="connsiteY186" fmla="*/ 69392 h 94761"/>
                <a:gd name="connsiteX187" fmla="*/ 28736 w 46948"/>
                <a:gd name="connsiteY187" fmla="*/ 68646 h 94761"/>
                <a:gd name="connsiteX188" fmla="*/ 28736 w 46948"/>
                <a:gd name="connsiteY188" fmla="*/ 67154 h 94761"/>
                <a:gd name="connsiteX189" fmla="*/ 29141 w 46948"/>
                <a:gd name="connsiteY189" fmla="*/ 66408 h 94761"/>
                <a:gd name="connsiteX190" fmla="*/ 29545 w 46948"/>
                <a:gd name="connsiteY190" fmla="*/ 66408 h 94761"/>
                <a:gd name="connsiteX191" fmla="*/ 29950 w 46948"/>
                <a:gd name="connsiteY191" fmla="*/ 67154 h 94761"/>
                <a:gd name="connsiteX192" fmla="*/ 30355 w 46948"/>
                <a:gd name="connsiteY192" fmla="*/ 67900 h 94761"/>
                <a:gd name="connsiteX193" fmla="*/ 30355 w 46948"/>
                <a:gd name="connsiteY193" fmla="*/ 68646 h 94761"/>
                <a:gd name="connsiteX194" fmla="*/ 30760 w 46948"/>
                <a:gd name="connsiteY194" fmla="*/ 69392 h 94761"/>
                <a:gd name="connsiteX195" fmla="*/ 31164 w 46948"/>
                <a:gd name="connsiteY195" fmla="*/ 70138 h 94761"/>
                <a:gd name="connsiteX196" fmla="*/ 31569 w 46948"/>
                <a:gd name="connsiteY196" fmla="*/ 70884 h 94761"/>
                <a:gd name="connsiteX197" fmla="*/ 31569 w 46948"/>
                <a:gd name="connsiteY197" fmla="*/ 71631 h 94761"/>
                <a:gd name="connsiteX198" fmla="*/ 31974 w 46948"/>
                <a:gd name="connsiteY198" fmla="*/ 72377 h 94761"/>
                <a:gd name="connsiteX199" fmla="*/ 32378 w 46948"/>
                <a:gd name="connsiteY199" fmla="*/ 73123 h 94761"/>
                <a:gd name="connsiteX200" fmla="*/ 33593 w 46948"/>
                <a:gd name="connsiteY200" fmla="*/ 73123 h 94761"/>
                <a:gd name="connsiteX201" fmla="*/ 34402 w 46948"/>
                <a:gd name="connsiteY201" fmla="*/ 72377 h 94761"/>
                <a:gd name="connsiteX202" fmla="*/ 34807 w 46948"/>
                <a:gd name="connsiteY202" fmla="*/ 71631 h 94761"/>
                <a:gd name="connsiteX203" fmla="*/ 35212 w 46948"/>
                <a:gd name="connsiteY203" fmla="*/ 70884 h 94761"/>
                <a:gd name="connsiteX204" fmla="*/ 35616 w 46948"/>
                <a:gd name="connsiteY204" fmla="*/ 68646 h 94761"/>
                <a:gd name="connsiteX205" fmla="*/ 35616 w 46948"/>
                <a:gd name="connsiteY205" fmla="*/ 67900 h 94761"/>
                <a:gd name="connsiteX206" fmla="*/ 36021 w 46948"/>
                <a:gd name="connsiteY206" fmla="*/ 67154 h 94761"/>
                <a:gd name="connsiteX207" fmla="*/ 36426 w 46948"/>
                <a:gd name="connsiteY207" fmla="*/ 66408 h 94761"/>
                <a:gd name="connsiteX208" fmla="*/ 36831 w 46948"/>
                <a:gd name="connsiteY208" fmla="*/ 65661 h 94761"/>
                <a:gd name="connsiteX209" fmla="*/ 37235 w 46948"/>
                <a:gd name="connsiteY209" fmla="*/ 64915 h 94761"/>
                <a:gd name="connsiteX210" fmla="*/ 37640 w 46948"/>
                <a:gd name="connsiteY210" fmla="*/ 64169 h 94761"/>
                <a:gd name="connsiteX211" fmla="*/ 38045 w 46948"/>
                <a:gd name="connsiteY211" fmla="*/ 63423 h 94761"/>
                <a:gd name="connsiteX212" fmla="*/ 38045 w 46948"/>
                <a:gd name="connsiteY212" fmla="*/ 61931 h 94761"/>
                <a:gd name="connsiteX213" fmla="*/ 38449 w 46948"/>
                <a:gd name="connsiteY213" fmla="*/ 61184 h 94761"/>
                <a:gd name="connsiteX214" fmla="*/ 38854 w 46948"/>
                <a:gd name="connsiteY214" fmla="*/ 61184 h 94761"/>
                <a:gd name="connsiteX215" fmla="*/ 39259 w 46948"/>
                <a:gd name="connsiteY215" fmla="*/ 60438 h 94761"/>
                <a:gd name="connsiteX216" fmla="*/ 39664 w 46948"/>
                <a:gd name="connsiteY216" fmla="*/ 59692 h 94761"/>
                <a:gd name="connsiteX217" fmla="*/ 40068 w 46948"/>
                <a:gd name="connsiteY217" fmla="*/ 58946 h 94761"/>
                <a:gd name="connsiteX218" fmla="*/ 40473 w 46948"/>
                <a:gd name="connsiteY218" fmla="*/ 58200 h 94761"/>
                <a:gd name="connsiteX219" fmla="*/ 40878 w 46948"/>
                <a:gd name="connsiteY219" fmla="*/ 57454 h 94761"/>
                <a:gd name="connsiteX220" fmla="*/ 41283 w 46948"/>
                <a:gd name="connsiteY220" fmla="*/ 56708 h 94761"/>
                <a:gd name="connsiteX221" fmla="*/ 41283 w 46948"/>
                <a:gd name="connsiteY221" fmla="*/ 55215 h 94761"/>
                <a:gd name="connsiteX222" fmla="*/ 40878 w 46948"/>
                <a:gd name="connsiteY222" fmla="*/ 53723 h 94761"/>
                <a:gd name="connsiteX223" fmla="*/ 40878 w 46948"/>
                <a:gd name="connsiteY223" fmla="*/ 52977 h 94761"/>
                <a:gd name="connsiteX224" fmla="*/ 40473 w 46948"/>
                <a:gd name="connsiteY224" fmla="*/ 52231 h 94761"/>
                <a:gd name="connsiteX225" fmla="*/ 40068 w 46948"/>
                <a:gd name="connsiteY225" fmla="*/ 51484 h 94761"/>
                <a:gd name="connsiteX226" fmla="*/ 40473 w 46948"/>
                <a:gd name="connsiteY226" fmla="*/ 49992 h 94761"/>
                <a:gd name="connsiteX227" fmla="*/ 40473 w 46948"/>
                <a:gd name="connsiteY227" fmla="*/ 48500 h 94761"/>
                <a:gd name="connsiteX228" fmla="*/ 40878 w 46948"/>
                <a:gd name="connsiteY228" fmla="*/ 47754 h 94761"/>
                <a:gd name="connsiteX229" fmla="*/ 41687 w 46948"/>
                <a:gd name="connsiteY229" fmla="*/ 47754 h 94761"/>
                <a:gd name="connsiteX230" fmla="*/ 42092 w 46948"/>
                <a:gd name="connsiteY230" fmla="*/ 48500 h 94761"/>
                <a:gd name="connsiteX231" fmla="*/ 42497 w 46948"/>
                <a:gd name="connsiteY231" fmla="*/ 49246 h 94761"/>
                <a:gd name="connsiteX232" fmla="*/ 43306 w 46948"/>
                <a:gd name="connsiteY232" fmla="*/ 49992 h 94761"/>
                <a:gd name="connsiteX233" fmla="*/ 43711 w 46948"/>
                <a:gd name="connsiteY233" fmla="*/ 50738 h 94761"/>
                <a:gd name="connsiteX234" fmla="*/ 44116 w 46948"/>
                <a:gd name="connsiteY234" fmla="*/ 51484 h 94761"/>
                <a:gd name="connsiteX235" fmla="*/ 44520 w 46948"/>
                <a:gd name="connsiteY235" fmla="*/ 52231 h 94761"/>
                <a:gd name="connsiteX236" fmla="*/ 44925 w 46948"/>
                <a:gd name="connsiteY236" fmla="*/ 52977 h 94761"/>
                <a:gd name="connsiteX237" fmla="*/ 45330 w 46948"/>
                <a:gd name="connsiteY237" fmla="*/ 52231 h 94761"/>
                <a:gd name="connsiteX238" fmla="*/ 45735 w 46948"/>
                <a:gd name="connsiteY238" fmla="*/ 51484 h 94761"/>
                <a:gd name="connsiteX239" fmla="*/ 46139 w 46948"/>
                <a:gd name="connsiteY239" fmla="*/ 50738 h 94761"/>
                <a:gd name="connsiteX240" fmla="*/ 46544 w 46948"/>
                <a:gd name="connsiteY240" fmla="*/ 49246 h 94761"/>
                <a:gd name="connsiteX241" fmla="*/ 46544 w 46948"/>
                <a:gd name="connsiteY241" fmla="*/ 48500 h 94761"/>
                <a:gd name="connsiteX242" fmla="*/ 46949 w 46948"/>
                <a:gd name="connsiteY242" fmla="*/ 47008 h 94761"/>
                <a:gd name="connsiteX243" fmla="*/ 46544 w 46948"/>
                <a:gd name="connsiteY243" fmla="*/ 46261 h 94761"/>
                <a:gd name="connsiteX244" fmla="*/ 46139 w 46948"/>
                <a:gd name="connsiteY244" fmla="*/ 45515 h 94761"/>
                <a:gd name="connsiteX245" fmla="*/ 45735 w 46948"/>
                <a:gd name="connsiteY245" fmla="*/ 44769 h 94761"/>
                <a:gd name="connsiteX246" fmla="*/ 45330 w 46948"/>
                <a:gd name="connsiteY246" fmla="*/ 44023 h 94761"/>
                <a:gd name="connsiteX247" fmla="*/ 44520 w 46948"/>
                <a:gd name="connsiteY247" fmla="*/ 42531 h 94761"/>
                <a:gd name="connsiteX248" fmla="*/ 44520 w 46948"/>
                <a:gd name="connsiteY248" fmla="*/ 39546 h 94761"/>
                <a:gd name="connsiteX249" fmla="*/ 44925 w 46948"/>
                <a:gd name="connsiteY249" fmla="*/ 38800 h 94761"/>
                <a:gd name="connsiteX250" fmla="*/ 45330 w 46948"/>
                <a:gd name="connsiteY250" fmla="*/ 38054 h 94761"/>
                <a:gd name="connsiteX251" fmla="*/ 45735 w 46948"/>
                <a:gd name="connsiteY251" fmla="*/ 37308 h 94761"/>
                <a:gd name="connsiteX252" fmla="*/ 46139 w 46948"/>
                <a:gd name="connsiteY252" fmla="*/ 36561 h 94761"/>
                <a:gd name="connsiteX253" fmla="*/ 46544 w 46948"/>
                <a:gd name="connsiteY253" fmla="*/ 35815 h 94761"/>
                <a:gd name="connsiteX254" fmla="*/ 46544 w 46948"/>
                <a:gd name="connsiteY254" fmla="*/ 29846 h 94761"/>
                <a:gd name="connsiteX255" fmla="*/ 46139 w 46948"/>
                <a:gd name="connsiteY255" fmla="*/ 29100 h 94761"/>
                <a:gd name="connsiteX256" fmla="*/ 45735 w 46948"/>
                <a:gd name="connsiteY256" fmla="*/ 28354 h 94761"/>
                <a:gd name="connsiteX257" fmla="*/ 45330 w 46948"/>
                <a:gd name="connsiteY257" fmla="*/ 27608 h 94761"/>
                <a:gd name="connsiteX258" fmla="*/ 44520 w 46948"/>
                <a:gd name="connsiteY258" fmla="*/ 29100 h 94761"/>
                <a:gd name="connsiteX259" fmla="*/ 44116 w 46948"/>
                <a:gd name="connsiteY259" fmla="*/ 29846 h 94761"/>
                <a:gd name="connsiteX260" fmla="*/ 43711 w 46948"/>
                <a:gd name="connsiteY260" fmla="*/ 29846 h 94761"/>
                <a:gd name="connsiteX261" fmla="*/ 43306 w 46948"/>
                <a:gd name="connsiteY261" fmla="*/ 30592 h 94761"/>
                <a:gd name="connsiteX262" fmla="*/ 42901 w 46948"/>
                <a:gd name="connsiteY262" fmla="*/ 31338 h 94761"/>
                <a:gd name="connsiteX263" fmla="*/ 42092 w 46948"/>
                <a:gd name="connsiteY263" fmla="*/ 32085 h 94761"/>
                <a:gd name="connsiteX264" fmla="*/ 40068 w 46948"/>
                <a:gd name="connsiteY264" fmla="*/ 32085 h 94761"/>
                <a:gd name="connsiteX265" fmla="*/ 39664 w 46948"/>
                <a:gd name="connsiteY265" fmla="*/ 31338 h 94761"/>
                <a:gd name="connsiteX266" fmla="*/ 39259 w 46948"/>
                <a:gd name="connsiteY266" fmla="*/ 31338 h 94761"/>
                <a:gd name="connsiteX267" fmla="*/ 38854 w 46948"/>
                <a:gd name="connsiteY267" fmla="*/ 30592 h 94761"/>
                <a:gd name="connsiteX268" fmla="*/ 38449 w 46948"/>
                <a:gd name="connsiteY268" fmla="*/ 29846 h 94761"/>
                <a:gd name="connsiteX269" fmla="*/ 38045 w 46948"/>
                <a:gd name="connsiteY269" fmla="*/ 29100 h 94761"/>
                <a:gd name="connsiteX270" fmla="*/ 37640 w 46948"/>
                <a:gd name="connsiteY270" fmla="*/ 29100 h 94761"/>
                <a:gd name="connsiteX271" fmla="*/ 37235 w 46948"/>
                <a:gd name="connsiteY271" fmla="*/ 28354 h 94761"/>
                <a:gd name="connsiteX272" fmla="*/ 36831 w 46948"/>
                <a:gd name="connsiteY272" fmla="*/ 28354 h 94761"/>
                <a:gd name="connsiteX273" fmla="*/ 36426 w 46948"/>
                <a:gd name="connsiteY273" fmla="*/ 27608 h 94761"/>
                <a:gd name="connsiteX274" fmla="*/ 36021 w 46948"/>
                <a:gd name="connsiteY274" fmla="*/ 28354 h 94761"/>
                <a:gd name="connsiteX275" fmla="*/ 34807 w 46948"/>
                <a:gd name="connsiteY275" fmla="*/ 29100 h 94761"/>
                <a:gd name="connsiteX276" fmla="*/ 34402 w 46948"/>
                <a:gd name="connsiteY276" fmla="*/ 29846 h 94761"/>
                <a:gd name="connsiteX277" fmla="*/ 34402 w 46948"/>
                <a:gd name="connsiteY277" fmla="*/ 32085 h 94761"/>
                <a:gd name="connsiteX278" fmla="*/ 34807 w 46948"/>
                <a:gd name="connsiteY278" fmla="*/ 32831 h 94761"/>
                <a:gd name="connsiteX279" fmla="*/ 35212 w 46948"/>
                <a:gd name="connsiteY279" fmla="*/ 33577 h 94761"/>
                <a:gd name="connsiteX280" fmla="*/ 35616 w 46948"/>
                <a:gd name="connsiteY280" fmla="*/ 34323 h 94761"/>
                <a:gd name="connsiteX281" fmla="*/ 36021 w 46948"/>
                <a:gd name="connsiteY281" fmla="*/ 35069 h 94761"/>
                <a:gd name="connsiteX282" fmla="*/ 36021 w 46948"/>
                <a:gd name="connsiteY282" fmla="*/ 35815 h 94761"/>
                <a:gd name="connsiteX283" fmla="*/ 36426 w 46948"/>
                <a:gd name="connsiteY283" fmla="*/ 38054 h 94761"/>
                <a:gd name="connsiteX284" fmla="*/ 33997 w 46948"/>
                <a:gd name="connsiteY284" fmla="*/ 38054 h 94761"/>
                <a:gd name="connsiteX285" fmla="*/ 33997 w 46948"/>
                <a:gd name="connsiteY285" fmla="*/ 37308 h 94761"/>
                <a:gd name="connsiteX286" fmla="*/ 33593 w 46948"/>
                <a:gd name="connsiteY286" fmla="*/ 36561 h 94761"/>
                <a:gd name="connsiteX287" fmla="*/ 32378 w 46948"/>
                <a:gd name="connsiteY287" fmla="*/ 35815 h 94761"/>
                <a:gd name="connsiteX288" fmla="*/ 31974 w 46948"/>
                <a:gd name="connsiteY288" fmla="*/ 35069 h 94761"/>
                <a:gd name="connsiteX289" fmla="*/ 31569 w 46948"/>
                <a:gd name="connsiteY289" fmla="*/ 34323 h 94761"/>
                <a:gd name="connsiteX290" fmla="*/ 31164 w 46948"/>
                <a:gd name="connsiteY290" fmla="*/ 33577 h 94761"/>
                <a:gd name="connsiteX291" fmla="*/ 28736 w 46948"/>
                <a:gd name="connsiteY291" fmla="*/ 33577 h 94761"/>
                <a:gd name="connsiteX292" fmla="*/ 28331 w 46948"/>
                <a:gd name="connsiteY292" fmla="*/ 34323 h 94761"/>
                <a:gd name="connsiteX293" fmla="*/ 27522 w 46948"/>
                <a:gd name="connsiteY293" fmla="*/ 35069 h 94761"/>
                <a:gd name="connsiteX294" fmla="*/ 26712 w 46948"/>
                <a:gd name="connsiteY294" fmla="*/ 35815 h 94761"/>
                <a:gd name="connsiteX295" fmla="*/ 25903 w 46948"/>
                <a:gd name="connsiteY295" fmla="*/ 36561 h 94761"/>
                <a:gd name="connsiteX296" fmla="*/ 25498 w 46948"/>
                <a:gd name="connsiteY296" fmla="*/ 36561 h 94761"/>
                <a:gd name="connsiteX297" fmla="*/ 25093 w 46948"/>
                <a:gd name="connsiteY297" fmla="*/ 37308 h 94761"/>
                <a:gd name="connsiteX298" fmla="*/ 24689 w 46948"/>
                <a:gd name="connsiteY298" fmla="*/ 38054 h 94761"/>
                <a:gd name="connsiteX299" fmla="*/ 23879 w 46948"/>
                <a:gd name="connsiteY299" fmla="*/ 38054 h 94761"/>
                <a:gd name="connsiteX300" fmla="*/ 23474 w 46948"/>
                <a:gd name="connsiteY300" fmla="*/ 39546 h 94761"/>
                <a:gd name="connsiteX301" fmla="*/ 22665 w 46948"/>
                <a:gd name="connsiteY301" fmla="*/ 39546 h 94761"/>
                <a:gd name="connsiteX302" fmla="*/ 21451 w 46948"/>
                <a:gd name="connsiteY302" fmla="*/ 41038 h 94761"/>
                <a:gd name="connsiteX303" fmla="*/ 21046 w 46948"/>
                <a:gd name="connsiteY303" fmla="*/ 41785 h 94761"/>
                <a:gd name="connsiteX304" fmla="*/ 20641 w 46948"/>
                <a:gd name="connsiteY304" fmla="*/ 42531 h 94761"/>
                <a:gd name="connsiteX305" fmla="*/ 20237 w 46948"/>
                <a:gd name="connsiteY305" fmla="*/ 43277 h 94761"/>
                <a:gd name="connsiteX306" fmla="*/ 20237 w 46948"/>
                <a:gd name="connsiteY306" fmla="*/ 47008 h 94761"/>
                <a:gd name="connsiteX307" fmla="*/ 20641 w 46948"/>
                <a:gd name="connsiteY307" fmla="*/ 47754 h 94761"/>
                <a:gd name="connsiteX308" fmla="*/ 21046 w 46948"/>
                <a:gd name="connsiteY308" fmla="*/ 48500 h 94761"/>
                <a:gd name="connsiteX309" fmla="*/ 21046 w 46948"/>
                <a:gd name="connsiteY309" fmla="*/ 49246 h 94761"/>
                <a:gd name="connsiteX310" fmla="*/ 21451 w 46948"/>
                <a:gd name="connsiteY310" fmla="*/ 49992 h 94761"/>
                <a:gd name="connsiteX311" fmla="*/ 21855 w 46948"/>
                <a:gd name="connsiteY311" fmla="*/ 50738 h 94761"/>
                <a:gd name="connsiteX312" fmla="*/ 22260 w 46948"/>
                <a:gd name="connsiteY312" fmla="*/ 51484 h 94761"/>
                <a:gd name="connsiteX313" fmla="*/ 22665 w 46948"/>
                <a:gd name="connsiteY313" fmla="*/ 52231 h 94761"/>
                <a:gd name="connsiteX314" fmla="*/ 23070 w 46948"/>
                <a:gd name="connsiteY314" fmla="*/ 52977 h 94761"/>
                <a:gd name="connsiteX315" fmla="*/ 23474 w 46948"/>
                <a:gd name="connsiteY315" fmla="*/ 53723 h 94761"/>
                <a:gd name="connsiteX316" fmla="*/ 23070 w 46948"/>
                <a:gd name="connsiteY316" fmla="*/ 54469 h 94761"/>
                <a:gd name="connsiteX317" fmla="*/ 23070 w 46948"/>
                <a:gd name="connsiteY317" fmla="*/ 55215 h 94761"/>
                <a:gd name="connsiteX318" fmla="*/ 22665 w 46948"/>
                <a:gd name="connsiteY318" fmla="*/ 55215 h 94761"/>
                <a:gd name="connsiteX319" fmla="*/ 21855 w 46948"/>
                <a:gd name="connsiteY319" fmla="*/ 54469 h 94761"/>
                <a:gd name="connsiteX320" fmla="*/ 21451 w 46948"/>
                <a:gd name="connsiteY320" fmla="*/ 53723 h 94761"/>
                <a:gd name="connsiteX321" fmla="*/ 21046 w 46948"/>
                <a:gd name="connsiteY321" fmla="*/ 53723 h 94761"/>
                <a:gd name="connsiteX322" fmla="*/ 20641 w 46948"/>
                <a:gd name="connsiteY322" fmla="*/ 54469 h 94761"/>
                <a:gd name="connsiteX323" fmla="*/ 20237 w 46948"/>
                <a:gd name="connsiteY323" fmla="*/ 52977 h 94761"/>
                <a:gd name="connsiteX324" fmla="*/ 19832 w 46948"/>
                <a:gd name="connsiteY324" fmla="*/ 52231 h 94761"/>
                <a:gd name="connsiteX325" fmla="*/ 19427 w 46948"/>
                <a:gd name="connsiteY325" fmla="*/ 51484 h 94761"/>
                <a:gd name="connsiteX326" fmla="*/ 18618 w 46948"/>
                <a:gd name="connsiteY326" fmla="*/ 51484 h 94761"/>
                <a:gd name="connsiteX327" fmla="*/ 18213 w 46948"/>
                <a:gd name="connsiteY327" fmla="*/ 52231 h 94761"/>
                <a:gd name="connsiteX328" fmla="*/ 17808 w 46948"/>
                <a:gd name="connsiteY328" fmla="*/ 52977 h 94761"/>
                <a:gd name="connsiteX329" fmla="*/ 17403 w 46948"/>
                <a:gd name="connsiteY329" fmla="*/ 54469 h 94761"/>
                <a:gd name="connsiteX330" fmla="*/ 17808 w 46948"/>
                <a:gd name="connsiteY330" fmla="*/ 55215 h 94761"/>
                <a:gd name="connsiteX331" fmla="*/ 18213 w 46948"/>
                <a:gd name="connsiteY331" fmla="*/ 55961 h 94761"/>
                <a:gd name="connsiteX332" fmla="*/ 18618 w 46948"/>
                <a:gd name="connsiteY332" fmla="*/ 56708 h 94761"/>
                <a:gd name="connsiteX333" fmla="*/ 19022 w 46948"/>
                <a:gd name="connsiteY333" fmla="*/ 57454 h 94761"/>
                <a:gd name="connsiteX334" fmla="*/ 19832 w 46948"/>
                <a:gd name="connsiteY334" fmla="*/ 58200 h 94761"/>
                <a:gd name="connsiteX335" fmla="*/ 20237 w 46948"/>
                <a:gd name="connsiteY335" fmla="*/ 58946 h 94761"/>
                <a:gd name="connsiteX336" fmla="*/ 20237 w 46948"/>
                <a:gd name="connsiteY336" fmla="*/ 61931 h 94761"/>
                <a:gd name="connsiteX337" fmla="*/ 19832 w 46948"/>
                <a:gd name="connsiteY337" fmla="*/ 62677 h 94761"/>
                <a:gd name="connsiteX338" fmla="*/ 19427 w 46948"/>
                <a:gd name="connsiteY338" fmla="*/ 63423 h 94761"/>
                <a:gd name="connsiteX339" fmla="*/ 18618 w 46948"/>
                <a:gd name="connsiteY339" fmla="*/ 62677 h 94761"/>
                <a:gd name="connsiteX340" fmla="*/ 17808 w 46948"/>
                <a:gd name="connsiteY340" fmla="*/ 61931 h 94761"/>
                <a:gd name="connsiteX341" fmla="*/ 17403 w 46948"/>
                <a:gd name="connsiteY341" fmla="*/ 60438 h 94761"/>
                <a:gd name="connsiteX342" fmla="*/ 16999 w 46948"/>
                <a:gd name="connsiteY342" fmla="*/ 60438 h 94761"/>
                <a:gd name="connsiteX343" fmla="*/ 16189 w 46948"/>
                <a:gd name="connsiteY343" fmla="*/ 58946 h 94761"/>
                <a:gd name="connsiteX344" fmla="*/ 15784 w 46948"/>
                <a:gd name="connsiteY344" fmla="*/ 57454 h 94761"/>
                <a:gd name="connsiteX345" fmla="*/ 15380 w 46948"/>
                <a:gd name="connsiteY345" fmla="*/ 56708 h 94761"/>
                <a:gd name="connsiteX346" fmla="*/ 14975 w 46948"/>
                <a:gd name="connsiteY346" fmla="*/ 55961 h 94761"/>
                <a:gd name="connsiteX347" fmla="*/ 14570 w 46948"/>
                <a:gd name="connsiteY347" fmla="*/ 54469 h 94761"/>
                <a:gd name="connsiteX348" fmla="*/ 13761 w 46948"/>
                <a:gd name="connsiteY348" fmla="*/ 53723 h 94761"/>
                <a:gd name="connsiteX349" fmla="*/ 13356 w 46948"/>
                <a:gd name="connsiteY349" fmla="*/ 52231 h 94761"/>
                <a:gd name="connsiteX350" fmla="*/ 13356 w 46948"/>
                <a:gd name="connsiteY350" fmla="*/ 50738 h 94761"/>
                <a:gd name="connsiteX351" fmla="*/ 13761 w 46948"/>
                <a:gd name="connsiteY351" fmla="*/ 50738 h 94761"/>
                <a:gd name="connsiteX352" fmla="*/ 14166 w 46948"/>
                <a:gd name="connsiteY352" fmla="*/ 49992 h 94761"/>
                <a:gd name="connsiteX353" fmla="*/ 14975 w 46948"/>
                <a:gd name="connsiteY353" fmla="*/ 48500 h 94761"/>
                <a:gd name="connsiteX354" fmla="*/ 15380 w 46948"/>
                <a:gd name="connsiteY354" fmla="*/ 47754 h 94761"/>
                <a:gd name="connsiteX355" fmla="*/ 16189 w 46948"/>
                <a:gd name="connsiteY355" fmla="*/ 46261 h 94761"/>
                <a:gd name="connsiteX356" fmla="*/ 16999 w 46948"/>
                <a:gd name="connsiteY356" fmla="*/ 44769 h 94761"/>
                <a:gd name="connsiteX357" fmla="*/ 18213 w 46948"/>
                <a:gd name="connsiteY357" fmla="*/ 41785 h 94761"/>
                <a:gd name="connsiteX358" fmla="*/ 19832 w 46948"/>
                <a:gd name="connsiteY358" fmla="*/ 38800 h 94761"/>
                <a:gd name="connsiteX359" fmla="*/ 21046 w 46948"/>
                <a:gd name="connsiteY359" fmla="*/ 35815 h 94761"/>
                <a:gd name="connsiteX360" fmla="*/ 21451 w 46948"/>
                <a:gd name="connsiteY360" fmla="*/ 35069 h 94761"/>
                <a:gd name="connsiteX361" fmla="*/ 21855 w 46948"/>
                <a:gd name="connsiteY361" fmla="*/ 34323 h 94761"/>
                <a:gd name="connsiteX362" fmla="*/ 22260 w 46948"/>
                <a:gd name="connsiteY362" fmla="*/ 33577 h 94761"/>
                <a:gd name="connsiteX363" fmla="*/ 22665 w 46948"/>
                <a:gd name="connsiteY363" fmla="*/ 32831 h 94761"/>
                <a:gd name="connsiteX364" fmla="*/ 23070 w 46948"/>
                <a:gd name="connsiteY364" fmla="*/ 32085 h 94761"/>
                <a:gd name="connsiteX365" fmla="*/ 23070 w 46948"/>
                <a:gd name="connsiteY365" fmla="*/ 31338 h 94761"/>
                <a:gd name="connsiteX366" fmla="*/ 23474 w 46948"/>
                <a:gd name="connsiteY366" fmla="*/ 30592 h 94761"/>
                <a:gd name="connsiteX367" fmla="*/ 23879 w 46948"/>
                <a:gd name="connsiteY367" fmla="*/ 29846 h 94761"/>
                <a:gd name="connsiteX368" fmla="*/ 24284 w 46948"/>
                <a:gd name="connsiteY368" fmla="*/ 29100 h 94761"/>
                <a:gd name="connsiteX369" fmla="*/ 26712 w 46948"/>
                <a:gd name="connsiteY369" fmla="*/ 29100 h 94761"/>
                <a:gd name="connsiteX370" fmla="*/ 27522 w 46948"/>
                <a:gd name="connsiteY370" fmla="*/ 28354 h 94761"/>
                <a:gd name="connsiteX371" fmla="*/ 28736 w 46948"/>
                <a:gd name="connsiteY371" fmla="*/ 27608 h 94761"/>
                <a:gd name="connsiteX372" fmla="*/ 29141 w 46948"/>
                <a:gd name="connsiteY372" fmla="*/ 27608 h 94761"/>
                <a:gd name="connsiteX373" fmla="*/ 29950 w 46948"/>
                <a:gd name="connsiteY373" fmla="*/ 26861 h 94761"/>
                <a:gd name="connsiteX374" fmla="*/ 30760 w 46948"/>
                <a:gd name="connsiteY374" fmla="*/ 26115 h 94761"/>
                <a:gd name="connsiteX375" fmla="*/ 32378 w 46948"/>
                <a:gd name="connsiteY375" fmla="*/ 25369 h 94761"/>
                <a:gd name="connsiteX376" fmla="*/ 33188 w 46948"/>
                <a:gd name="connsiteY376" fmla="*/ 24623 h 94761"/>
                <a:gd name="connsiteX377" fmla="*/ 33593 w 46948"/>
                <a:gd name="connsiteY377" fmla="*/ 24623 h 94761"/>
                <a:gd name="connsiteX378" fmla="*/ 33997 w 46948"/>
                <a:gd name="connsiteY378" fmla="*/ 23877 h 94761"/>
                <a:gd name="connsiteX379" fmla="*/ 34402 w 46948"/>
                <a:gd name="connsiteY379" fmla="*/ 23131 h 94761"/>
                <a:gd name="connsiteX380" fmla="*/ 34807 w 46948"/>
                <a:gd name="connsiteY380" fmla="*/ 21638 h 94761"/>
                <a:gd name="connsiteX381" fmla="*/ 34807 w 46948"/>
                <a:gd name="connsiteY381" fmla="*/ 17161 h 94761"/>
                <a:gd name="connsiteX382" fmla="*/ 34402 w 46948"/>
                <a:gd name="connsiteY382" fmla="*/ 16415 h 94761"/>
                <a:gd name="connsiteX383" fmla="*/ 32783 w 46948"/>
                <a:gd name="connsiteY383" fmla="*/ 16415 h 94761"/>
                <a:gd name="connsiteX384" fmla="*/ 32378 w 46948"/>
                <a:gd name="connsiteY384" fmla="*/ 17161 h 94761"/>
                <a:gd name="connsiteX385" fmla="*/ 31974 w 46948"/>
                <a:gd name="connsiteY385" fmla="*/ 17161 h 94761"/>
                <a:gd name="connsiteX386" fmla="*/ 31569 w 46948"/>
                <a:gd name="connsiteY386" fmla="*/ 17908 h 94761"/>
                <a:gd name="connsiteX387" fmla="*/ 31164 w 46948"/>
                <a:gd name="connsiteY387" fmla="*/ 18654 h 94761"/>
                <a:gd name="connsiteX388" fmla="*/ 30760 w 46948"/>
                <a:gd name="connsiteY388" fmla="*/ 19400 h 94761"/>
                <a:gd name="connsiteX389" fmla="*/ 29141 w 46948"/>
                <a:gd name="connsiteY389" fmla="*/ 19400 h 94761"/>
                <a:gd name="connsiteX390" fmla="*/ 28736 w 46948"/>
                <a:gd name="connsiteY390" fmla="*/ 18654 h 94761"/>
                <a:gd name="connsiteX391" fmla="*/ 28736 w 46948"/>
                <a:gd name="connsiteY391" fmla="*/ 16415 h 94761"/>
                <a:gd name="connsiteX392" fmla="*/ 29141 w 46948"/>
                <a:gd name="connsiteY392" fmla="*/ 14923 h 94761"/>
                <a:gd name="connsiteX393" fmla="*/ 29141 w 46948"/>
                <a:gd name="connsiteY393" fmla="*/ 14177 h 94761"/>
                <a:gd name="connsiteX394" fmla="*/ 29545 w 46948"/>
                <a:gd name="connsiteY394" fmla="*/ 13431 h 94761"/>
                <a:gd name="connsiteX395" fmla="*/ 29950 w 46948"/>
                <a:gd name="connsiteY395" fmla="*/ 11938 h 94761"/>
                <a:gd name="connsiteX396" fmla="*/ 30355 w 46948"/>
                <a:gd name="connsiteY396" fmla="*/ 11192 h 94761"/>
                <a:gd name="connsiteX397" fmla="*/ 30760 w 46948"/>
                <a:gd name="connsiteY397" fmla="*/ 10446 h 94761"/>
                <a:gd name="connsiteX398" fmla="*/ 31164 w 46948"/>
                <a:gd name="connsiteY398" fmla="*/ 9700 h 94761"/>
                <a:gd name="connsiteX399" fmla="*/ 31569 w 46948"/>
                <a:gd name="connsiteY399" fmla="*/ 8208 h 94761"/>
                <a:gd name="connsiteX400" fmla="*/ 31974 w 46948"/>
                <a:gd name="connsiteY400" fmla="*/ 6715 h 94761"/>
                <a:gd name="connsiteX401" fmla="*/ 32378 w 46948"/>
                <a:gd name="connsiteY401" fmla="*/ 5223 h 94761"/>
                <a:gd name="connsiteX402" fmla="*/ 32378 w 46948"/>
                <a:gd name="connsiteY402" fmla="*/ 2238 h 94761"/>
                <a:gd name="connsiteX403" fmla="*/ 31974 w 46948"/>
                <a:gd name="connsiteY403" fmla="*/ 1492 h 94761"/>
                <a:gd name="connsiteX404" fmla="*/ 31974 w 46948"/>
                <a:gd name="connsiteY404" fmla="*/ 746 h 94761"/>
                <a:gd name="connsiteX405" fmla="*/ 31164 w 46948"/>
                <a:gd name="connsiteY405" fmla="*/ 0 h 94761"/>
                <a:gd name="connsiteX406" fmla="*/ 29545 w 46948"/>
                <a:gd name="connsiteY406" fmla="*/ 0 h 94761"/>
                <a:gd name="connsiteX407" fmla="*/ 28736 w 46948"/>
                <a:gd name="connsiteY407" fmla="*/ 746 h 94761"/>
                <a:gd name="connsiteX408" fmla="*/ 28331 w 46948"/>
                <a:gd name="connsiteY408" fmla="*/ 746 h 94761"/>
                <a:gd name="connsiteX409" fmla="*/ 27117 w 46948"/>
                <a:gd name="connsiteY409" fmla="*/ 1492 h 94761"/>
                <a:gd name="connsiteX410" fmla="*/ 26307 w 46948"/>
                <a:gd name="connsiteY410" fmla="*/ 2238 h 94761"/>
                <a:gd name="connsiteX411" fmla="*/ 25498 w 46948"/>
                <a:gd name="connsiteY411" fmla="*/ 2985 h 94761"/>
                <a:gd name="connsiteX412" fmla="*/ 25093 w 46948"/>
                <a:gd name="connsiteY412" fmla="*/ 2985 h 94761"/>
                <a:gd name="connsiteX413" fmla="*/ 25093 w 46948"/>
                <a:gd name="connsiteY413" fmla="*/ 5969 h 94761"/>
                <a:gd name="connsiteX414" fmla="*/ 24689 w 46948"/>
                <a:gd name="connsiteY414" fmla="*/ 8954 h 94761"/>
                <a:gd name="connsiteX415" fmla="*/ 24689 w 46948"/>
                <a:gd name="connsiteY415" fmla="*/ 10446 h 94761"/>
                <a:gd name="connsiteX416" fmla="*/ 24284 w 46948"/>
                <a:gd name="connsiteY416" fmla="*/ 12685 h 94761"/>
                <a:gd name="connsiteX417" fmla="*/ 24284 w 46948"/>
                <a:gd name="connsiteY417" fmla="*/ 14923 h 94761"/>
                <a:gd name="connsiteX418" fmla="*/ 23474 w 46948"/>
                <a:gd name="connsiteY418" fmla="*/ 17161 h 94761"/>
                <a:gd name="connsiteX419" fmla="*/ 23070 w 46948"/>
                <a:gd name="connsiteY419" fmla="*/ 18654 h 94761"/>
                <a:gd name="connsiteX420" fmla="*/ 22665 w 46948"/>
                <a:gd name="connsiteY420" fmla="*/ 18654 h 94761"/>
                <a:gd name="connsiteX421" fmla="*/ 21855 w 46948"/>
                <a:gd name="connsiteY421" fmla="*/ 19400 h 94761"/>
                <a:gd name="connsiteX422" fmla="*/ 21451 w 46948"/>
                <a:gd name="connsiteY422" fmla="*/ 20146 h 94761"/>
                <a:gd name="connsiteX423" fmla="*/ 21046 w 46948"/>
                <a:gd name="connsiteY423" fmla="*/ 20892 h 94761"/>
                <a:gd name="connsiteX424" fmla="*/ 20641 w 46948"/>
                <a:gd name="connsiteY424" fmla="*/ 21638 h 94761"/>
                <a:gd name="connsiteX425" fmla="*/ 19832 w 46948"/>
                <a:gd name="connsiteY425" fmla="*/ 21638 h 94761"/>
                <a:gd name="connsiteX426" fmla="*/ 18618 w 46948"/>
                <a:gd name="connsiteY426" fmla="*/ 20892 h 94761"/>
                <a:gd name="connsiteX427" fmla="*/ 17808 w 46948"/>
                <a:gd name="connsiteY427" fmla="*/ 20892 h 94761"/>
                <a:gd name="connsiteX428" fmla="*/ 17403 w 46948"/>
                <a:gd name="connsiteY428" fmla="*/ 20146 h 94761"/>
                <a:gd name="connsiteX429" fmla="*/ 16189 w 46948"/>
                <a:gd name="connsiteY429" fmla="*/ 19400 h 94761"/>
                <a:gd name="connsiteX430" fmla="*/ 14975 w 46948"/>
                <a:gd name="connsiteY430" fmla="*/ 18654 h 94761"/>
                <a:gd name="connsiteX431" fmla="*/ 12951 w 46948"/>
                <a:gd name="connsiteY431" fmla="*/ 18654 h 94761"/>
                <a:gd name="connsiteX432" fmla="*/ 12142 w 46948"/>
                <a:gd name="connsiteY432" fmla="*/ 19400 h 94761"/>
                <a:gd name="connsiteX433" fmla="*/ 11332 w 46948"/>
                <a:gd name="connsiteY433" fmla="*/ 20146 h 94761"/>
                <a:gd name="connsiteX434" fmla="*/ 10928 w 46948"/>
                <a:gd name="connsiteY434" fmla="*/ 20892 h 94761"/>
                <a:gd name="connsiteX435" fmla="*/ 10523 w 46948"/>
                <a:gd name="connsiteY435" fmla="*/ 21638 h 94761"/>
                <a:gd name="connsiteX436" fmla="*/ 10118 w 46948"/>
                <a:gd name="connsiteY436" fmla="*/ 22384 h 94761"/>
                <a:gd name="connsiteX437" fmla="*/ 9713 w 46948"/>
                <a:gd name="connsiteY437" fmla="*/ 23877 h 94761"/>
                <a:gd name="connsiteX438" fmla="*/ 9713 w 46948"/>
                <a:gd name="connsiteY438" fmla="*/ 24623 h 94761"/>
                <a:gd name="connsiteX439" fmla="*/ 10118 w 46948"/>
                <a:gd name="connsiteY439" fmla="*/ 25369 h 94761"/>
                <a:gd name="connsiteX440" fmla="*/ 10523 w 46948"/>
                <a:gd name="connsiteY440" fmla="*/ 26115 h 94761"/>
                <a:gd name="connsiteX441" fmla="*/ 10928 w 46948"/>
                <a:gd name="connsiteY441" fmla="*/ 26861 h 94761"/>
                <a:gd name="connsiteX442" fmla="*/ 11332 w 46948"/>
                <a:gd name="connsiteY442" fmla="*/ 26861 h 94761"/>
                <a:gd name="connsiteX443" fmla="*/ 12142 w 46948"/>
                <a:gd name="connsiteY443" fmla="*/ 27608 h 94761"/>
                <a:gd name="connsiteX444" fmla="*/ 12547 w 46948"/>
                <a:gd name="connsiteY444" fmla="*/ 27608 h 94761"/>
                <a:gd name="connsiteX445" fmla="*/ 13761 w 46948"/>
                <a:gd name="connsiteY445" fmla="*/ 28354 h 94761"/>
                <a:gd name="connsiteX446" fmla="*/ 14570 w 46948"/>
                <a:gd name="connsiteY446" fmla="*/ 28354 h 94761"/>
                <a:gd name="connsiteX447" fmla="*/ 15784 w 46948"/>
                <a:gd name="connsiteY447" fmla="*/ 29100 h 94761"/>
                <a:gd name="connsiteX448" fmla="*/ 16189 w 46948"/>
                <a:gd name="connsiteY448" fmla="*/ 29100 h 94761"/>
                <a:gd name="connsiteX449" fmla="*/ 16594 w 46948"/>
                <a:gd name="connsiteY449" fmla="*/ 29846 h 94761"/>
                <a:gd name="connsiteX450" fmla="*/ 16594 w 46948"/>
                <a:gd name="connsiteY450" fmla="*/ 30592 h 94761"/>
                <a:gd name="connsiteX451" fmla="*/ 16189 w 46948"/>
                <a:gd name="connsiteY451" fmla="*/ 31338 h 94761"/>
                <a:gd name="connsiteX452" fmla="*/ 15784 w 46948"/>
                <a:gd name="connsiteY452" fmla="*/ 32085 h 94761"/>
                <a:gd name="connsiteX453" fmla="*/ 16189 w 46948"/>
                <a:gd name="connsiteY453" fmla="*/ 32831 h 94761"/>
                <a:gd name="connsiteX454" fmla="*/ 15784 w 46948"/>
                <a:gd name="connsiteY454" fmla="*/ 33577 h 94761"/>
                <a:gd name="connsiteX455" fmla="*/ 15380 w 46948"/>
                <a:gd name="connsiteY455" fmla="*/ 34323 h 94761"/>
                <a:gd name="connsiteX456" fmla="*/ 14570 w 46948"/>
                <a:gd name="connsiteY456" fmla="*/ 35815 h 94761"/>
                <a:gd name="connsiteX457" fmla="*/ 13761 w 46948"/>
                <a:gd name="connsiteY457" fmla="*/ 36561 h 94761"/>
                <a:gd name="connsiteX458" fmla="*/ 13356 w 46948"/>
                <a:gd name="connsiteY458" fmla="*/ 37308 h 94761"/>
                <a:gd name="connsiteX459" fmla="*/ 12142 w 46948"/>
                <a:gd name="connsiteY459" fmla="*/ 40292 h 94761"/>
                <a:gd name="connsiteX460" fmla="*/ 11737 w 46948"/>
                <a:gd name="connsiteY460" fmla="*/ 41038 h 94761"/>
                <a:gd name="connsiteX461" fmla="*/ 10928 w 46948"/>
                <a:gd name="connsiteY461" fmla="*/ 41785 h 94761"/>
                <a:gd name="connsiteX462" fmla="*/ 10928 w 46948"/>
                <a:gd name="connsiteY462" fmla="*/ 42531 h 94761"/>
                <a:gd name="connsiteX463" fmla="*/ 9713 w 46948"/>
                <a:gd name="connsiteY463" fmla="*/ 42531 h 94761"/>
                <a:gd name="connsiteX464" fmla="*/ 9713 w 46948"/>
                <a:gd name="connsiteY464" fmla="*/ 41785 h 94761"/>
                <a:gd name="connsiteX465" fmla="*/ 9309 w 46948"/>
                <a:gd name="connsiteY465" fmla="*/ 41038 h 94761"/>
                <a:gd name="connsiteX466" fmla="*/ 9309 w 46948"/>
                <a:gd name="connsiteY466" fmla="*/ 38800 h 94761"/>
                <a:gd name="connsiteX467" fmla="*/ 8904 w 46948"/>
                <a:gd name="connsiteY467" fmla="*/ 36561 h 94761"/>
                <a:gd name="connsiteX468" fmla="*/ 8095 w 46948"/>
                <a:gd name="connsiteY468" fmla="*/ 36561 h 94761"/>
                <a:gd name="connsiteX469" fmla="*/ 7690 w 46948"/>
                <a:gd name="connsiteY469" fmla="*/ 34323 h 94761"/>
                <a:gd name="connsiteX470" fmla="*/ 7690 w 46948"/>
                <a:gd name="connsiteY470" fmla="*/ 33577 h 94761"/>
                <a:gd name="connsiteX471" fmla="*/ 7285 w 46948"/>
                <a:gd name="connsiteY471" fmla="*/ 32085 h 94761"/>
                <a:gd name="connsiteX472" fmla="*/ 6476 w 46948"/>
                <a:gd name="connsiteY472" fmla="*/ 32085 h 94761"/>
                <a:gd name="connsiteX473" fmla="*/ 6071 w 46948"/>
                <a:gd name="connsiteY473" fmla="*/ 30592 h 94761"/>
                <a:gd name="connsiteX474" fmla="*/ 6071 w 46948"/>
                <a:gd name="connsiteY474" fmla="*/ 29846 h 94761"/>
                <a:gd name="connsiteX475" fmla="*/ 5666 w 46948"/>
                <a:gd name="connsiteY475" fmla="*/ 29100 h 94761"/>
                <a:gd name="connsiteX476" fmla="*/ 5261 w 46948"/>
                <a:gd name="connsiteY476" fmla="*/ 27608 h 94761"/>
                <a:gd name="connsiteX477" fmla="*/ 4857 w 46948"/>
                <a:gd name="connsiteY477" fmla="*/ 26115 h 94761"/>
                <a:gd name="connsiteX478" fmla="*/ 3643 w 46948"/>
                <a:gd name="connsiteY478" fmla="*/ 24623 h 94761"/>
                <a:gd name="connsiteX479" fmla="*/ 2428 w 46948"/>
                <a:gd name="connsiteY479" fmla="*/ 23877 h 94761"/>
                <a:gd name="connsiteX480" fmla="*/ 1619 w 46948"/>
                <a:gd name="connsiteY480" fmla="*/ 24623 h 94761"/>
                <a:gd name="connsiteX481" fmla="*/ 405 w 46948"/>
                <a:gd name="connsiteY481" fmla="*/ 24623 h 94761"/>
                <a:gd name="connsiteX482" fmla="*/ 405 w 46948"/>
                <a:gd name="connsiteY482" fmla="*/ 25369 h 94761"/>
                <a:gd name="connsiteX483" fmla="*/ 0 w 46948"/>
                <a:gd name="connsiteY483" fmla="*/ 26115 h 94761"/>
                <a:gd name="connsiteX484" fmla="*/ 0 w 46948"/>
                <a:gd name="connsiteY484" fmla="*/ 26861 h 94761"/>
                <a:gd name="connsiteX485" fmla="*/ 405 w 46948"/>
                <a:gd name="connsiteY485" fmla="*/ 28354 h 94761"/>
                <a:gd name="connsiteX486" fmla="*/ 36021 w 46948"/>
                <a:gd name="connsiteY486" fmla="*/ 52231 h 94761"/>
                <a:gd name="connsiteX487" fmla="*/ 36021 w 46948"/>
                <a:gd name="connsiteY487" fmla="*/ 51484 h 94761"/>
                <a:gd name="connsiteX488" fmla="*/ 36426 w 46948"/>
                <a:gd name="connsiteY488" fmla="*/ 50738 h 94761"/>
                <a:gd name="connsiteX489" fmla="*/ 36831 w 46948"/>
                <a:gd name="connsiteY489" fmla="*/ 49992 h 94761"/>
                <a:gd name="connsiteX490" fmla="*/ 37235 w 46948"/>
                <a:gd name="connsiteY490" fmla="*/ 49992 h 94761"/>
                <a:gd name="connsiteX491" fmla="*/ 37640 w 46948"/>
                <a:gd name="connsiteY491" fmla="*/ 50738 h 94761"/>
                <a:gd name="connsiteX492" fmla="*/ 38045 w 46948"/>
                <a:gd name="connsiteY492" fmla="*/ 51484 h 94761"/>
                <a:gd name="connsiteX493" fmla="*/ 38449 w 46948"/>
                <a:gd name="connsiteY493" fmla="*/ 52231 h 94761"/>
                <a:gd name="connsiteX494" fmla="*/ 38449 w 46948"/>
                <a:gd name="connsiteY494" fmla="*/ 52977 h 94761"/>
                <a:gd name="connsiteX495" fmla="*/ 38854 w 46948"/>
                <a:gd name="connsiteY495" fmla="*/ 53723 h 94761"/>
                <a:gd name="connsiteX496" fmla="*/ 38449 w 46948"/>
                <a:gd name="connsiteY496" fmla="*/ 55215 h 94761"/>
                <a:gd name="connsiteX497" fmla="*/ 37640 w 46948"/>
                <a:gd name="connsiteY497" fmla="*/ 55961 h 94761"/>
                <a:gd name="connsiteX498" fmla="*/ 36831 w 46948"/>
                <a:gd name="connsiteY498" fmla="*/ 55961 h 94761"/>
                <a:gd name="connsiteX499" fmla="*/ 36426 w 46948"/>
                <a:gd name="connsiteY499" fmla="*/ 55215 h 94761"/>
                <a:gd name="connsiteX500" fmla="*/ 36021 w 46948"/>
                <a:gd name="connsiteY500" fmla="*/ 54469 h 94761"/>
                <a:gd name="connsiteX501" fmla="*/ 33997 w 46948"/>
                <a:gd name="connsiteY501" fmla="*/ 56708 h 94761"/>
                <a:gd name="connsiteX502" fmla="*/ 34402 w 46948"/>
                <a:gd name="connsiteY502" fmla="*/ 57454 h 94761"/>
                <a:gd name="connsiteX503" fmla="*/ 34807 w 46948"/>
                <a:gd name="connsiteY503" fmla="*/ 58200 h 94761"/>
                <a:gd name="connsiteX504" fmla="*/ 35212 w 46948"/>
                <a:gd name="connsiteY504" fmla="*/ 59692 h 94761"/>
                <a:gd name="connsiteX505" fmla="*/ 35212 w 46948"/>
                <a:gd name="connsiteY505" fmla="*/ 60438 h 94761"/>
                <a:gd name="connsiteX506" fmla="*/ 34402 w 46948"/>
                <a:gd name="connsiteY506" fmla="*/ 61931 h 94761"/>
                <a:gd name="connsiteX507" fmla="*/ 33997 w 46948"/>
                <a:gd name="connsiteY507" fmla="*/ 62677 h 94761"/>
                <a:gd name="connsiteX508" fmla="*/ 33593 w 46948"/>
                <a:gd name="connsiteY508" fmla="*/ 62677 h 94761"/>
                <a:gd name="connsiteX509" fmla="*/ 32783 w 46948"/>
                <a:gd name="connsiteY509" fmla="*/ 61931 h 94761"/>
                <a:gd name="connsiteX510" fmla="*/ 32378 w 46948"/>
                <a:gd name="connsiteY510" fmla="*/ 61184 h 94761"/>
                <a:gd name="connsiteX511" fmla="*/ 31974 w 46948"/>
                <a:gd name="connsiteY511" fmla="*/ 61184 h 94761"/>
                <a:gd name="connsiteX512" fmla="*/ 31569 w 46948"/>
                <a:gd name="connsiteY512" fmla="*/ 60438 h 94761"/>
                <a:gd name="connsiteX513" fmla="*/ 31569 w 46948"/>
                <a:gd name="connsiteY513" fmla="*/ 57454 h 94761"/>
                <a:gd name="connsiteX514" fmla="*/ 31974 w 46948"/>
                <a:gd name="connsiteY514" fmla="*/ 56708 h 94761"/>
                <a:gd name="connsiteX515" fmla="*/ 32783 w 46948"/>
                <a:gd name="connsiteY515" fmla="*/ 55961 h 94761"/>
                <a:gd name="connsiteX516" fmla="*/ 33997 w 46948"/>
                <a:gd name="connsiteY516" fmla="*/ 55961 h 94761"/>
                <a:gd name="connsiteX517" fmla="*/ 29950 w 46948"/>
                <a:gd name="connsiteY517" fmla="*/ 41785 h 94761"/>
                <a:gd name="connsiteX518" fmla="*/ 30355 w 46948"/>
                <a:gd name="connsiteY518" fmla="*/ 40292 h 94761"/>
                <a:gd name="connsiteX519" fmla="*/ 31974 w 46948"/>
                <a:gd name="connsiteY519" fmla="*/ 40292 h 94761"/>
                <a:gd name="connsiteX520" fmla="*/ 32378 w 46948"/>
                <a:gd name="connsiteY520" fmla="*/ 41038 h 94761"/>
                <a:gd name="connsiteX521" fmla="*/ 32783 w 46948"/>
                <a:gd name="connsiteY521" fmla="*/ 41785 h 94761"/>
                <a:gd name="connsiteX522" fmla="*/ 32378 w 46948"/>
                <a:gd name="connsiteY522" fmla="*/ 41785 h 94761"/>
                <a:gd name="connsiteX523" fmla="*/ 32783 w 46948"/>
                <a:gd name="connsiteY523" fmla="*/ 42531 h 94761"/>
                <a:gd name="connsiteX524" fmla="*/ 33188 w 46948"/>
                <a:gd name="connsiteY524" fmla="*/ 43277 h 94761"/>
                <a:gd name="connsiteX525" fmla="*/ 33188 w 46948"/>
                <a:gd name="connsiteY525" fmla="*/ 47008 h 94761"/>
                <a:gd name="connsiteX526" fmla="*/ 31569 w 46948"/>
                <a:gd name="connsiteY526" fmla="*/ 47008 h 94761"/>
                <a:gd name="connsiteX527" fmla="*/ 31164 w 46948"/>
                <a:gd name="connsiteY527" fmla="*/ 46261 h 94761"/>
                <a:gd name="connsiteX528" fmla="*/ 30760 w 46948"/>
                <a:gd name="connsiteY528" fmla="*/ 45515 h 94761"/>
                <a:gd name="connsiteX529" fmla="*/ 30355 w 46948"/>
                <a:gd name="connsiteY529" fmla="*/ 44023 h 94761"/>
                <a:gd name="connsiteX530" fmla="*/ 26307 w 46948"/>
                <a:gd name="connsiteY530" fmla="*/ 47754 h 94761"/>
                <a:gd name="connsiteX531" fmla="*/ 26307 w 46948"/>
                <a:gd name="connsiteY531" fmla="*/ 47008 h 94761"/>
                <a:gd name="connsiteX532" fmla="*/ 26712 w 46948"/>
                <a:gd name="connsiteY532" fmla="*/ 46261 h 94761"/>
                <a:gd name="connsiteX533" fmla="*/ 27117 w 46948"/>
                <a:gd name="connsiteY533" fmla="*/ 45515 h 94761"/>
                <a:gd name="connsiteX534" fmla="*/ 27926 w 46948"/>
                <a:gd name="connsiteY534" fmla="*/ 45515 h 94761"/>
                <a:gd name="connsiteX535" fmla="*/ 28331 w 46948"/>
                <a:gd name="connsiteY535" fmla="*/ 46261 h 94761"/>
                <a:gd name="connsiteX536" fmla="*/ 28736 w 46948"/>
                <a:gd name="connsiteY536" fmla="*/ 47008 h 94761"/>
                <a:gd name="connsiteX537" fmla="*/ 29141 w 46948"/>
                <a:gd name="connsiteY537" fmla="*/ 47754 h 94761"/>
                <a:gd name="connsiteX538" fmla="*/ 29545 w 46948"/>
                <a:gd name="connsiteY538" fmla="*/ 48500 h 94761"/>
                <a:gd name="connsiteX539" fmla="*/ 29950 w 46948"/>
                <a:gd name="connsiteY539" fmla="*/ 49246 h 94761"/>
                <a:gd name="connsiteX540" fmla="*/ 29950 w 46948"/>
                <a:gd name="connsiteY540" fmla="*/ 49992 h 94761"/>
                <a:gd name="connsiteX541" fmla="*/ 29545 w 46948"/>
                <a:gd name="connsiteY541" fmla="*/ 51484 h 94761"/>
                <a:gd name="connsiteX542" fmla="*/ 27926 w 46948"/>
                <a:gd name="connsiteY542" fmla="*/ 51484 h 94761"/>
                <a:gd name="connsiteX543" fmla="*/ 27522 w 46948"/>
                <a:gd name="connsiteY543" fmla="*/ 50738 h 94761"/>
                <a:gd name="connsiteX544" fmla="*/ 27117 w 46948"/>
                <a:gd name="connsiteY544" fmla="*/ 49992 h 94761"/>
                <a:gd name="connsiteX545" fmla="*/ 26712 w 46948"/>
                <a:gd name="connsiteY545" fmla="*/ 49246 h 94761"/>
                <a:gd name="connsiteX546" fmla="*/ 26712 w 46948"/>
                <a:gd name="connsiteY546" fmla="*/ 47754 h 9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</a:cxnLst>
              <a:rect l="l" t="t" r="r" b="b"/>
              <a:pathLst>
                <a:path w="46948" h="94761">
                  <a:moveTo>
                    <a:pt x="0" y="30592"/>
                  </a:moveTo>
                  <a:lnTo>
                    <a:pt x="405" y="32085"/>
                  </a:lnTo>
                  <a:lnTo>
                    <a:pt x="809" y="32831"/>
                  </a:lnTo>
                  <a:lnTo>
                    <a:pt x="1214" y="33577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3238" y="37308"/>
                  </a:lnTo>
                  <a:lnTo>
                    <a:pt x="4047" y="39546"/>
                  </a:lnTo>
                  <a:lnTo>
                    <a:pt x="4452" y="41785"/>
                  </a:lnTo>
                  <a:lnTo>
                    <a:pt x="4857" y="43277"/>
                  </a:lnTo>
                  <a:lnTo>
                    <a:pt x="5261" y="44023"/>
                  </a:lnTo>
                  <a:lnTo>
                    <a:pt x="5666" y="45515"/>
                  </a:lnTo>
                  <a:lnTo>
                    <a:pt x="5666" y="47008"/>
                  </a:lnTo>
                  <a:lnTo>
                    <a:pt x="6071" y="47754"/>
                  </a:lnTo>
                  <a:lnTo>
                    <a:pt x="6071" y="48500"/>
                  </a:lnTo>
                  <a:lnTo>
                    <a:pt x="5666" y="49992"/>
                  </a:lnTo>
                  <a:lnTo>
                    <a:pt x="5666" y="50738"/>
                  </a:lnTo>
                  <a:lnTo>
                    <a:pt x="5261" y="51484"/>
                  </a:lnTo>
                  <a:lnTo>
                    <a:pt x="4452" y="54469"/>
                  </a:lnTo>
                  <a:lnTo>
                    <a:pt x="4047" y="55215"/>
                  </a:lnTo>
                  <a:lnTo>
                    <a:pt x="3643" y="55961"/>
                  </a:lnTo>
                  <a:lnTo>
                    <a:pt x="3238" y="56708"/>
                  </a:lnTo>
                  <a:lnTo>
                    <a:pt x="2833" y="57454"/>
                  </a:lnTo>
                  <a:lnTo>
                    <a:pt x="2428" y="58200"/>
                  </a:lnTo>
                  <a:lnTo>
                    <a:pt x="2024" y="58946"/>
                  </a:lnTo>
                  <a:lnTo>
                    <a:pt x="1619" y="59692"/>
                  </a:lnTo>
                  <a:lnTo>
                    <a:pt x="2024" y="61184"/>
                  </a:lnTo>
                  <a:lnTo>
                    <a:pt x="2428" y="62677"/>
                  </a:lnTo>
                  <a:lnTo>
                    <a:pt x="2428" y="63423"/>
                  </a:lnTo>
                  <a:lnTo>
                    <a:pt x="4452" y="63423"/>
                  </a:lnTo>
                  <a:lnTo>
                    <a:pt x="4857" y="62677"/>
                  </a:lnTo>
                  <a:lnTo>
                    <a:pt x="5261" y="61931"/>
                  </a:lnTo>
                  <a:lnTo>
                    <a:pt x="5666" y="61184"/>
                  </a:lnTo>
                  <a:lnTo>
                    <a:pt x="6071" y="60438"/>
                  </a:lnTo>
                  <a:lnTo>
                    <a:pt x="6476" y="59692"/>
                  </a:lnTo>
                  <a:lnTo>
                    <a:pt x="6880" y="58200"/>
                  </a:lnTo>
                  <a:lnTo>
                    <a:pt x="7285" y="57454"/>
                  </a:lnTo>
                  <a:lnTo>
                    <a:pt x="7690" y="56708"/>
                  </a:lnTo>
                  <a:lnTo>
                    <a:pt x="7690" y="55961"/>
                  </a:lnTo>
                  <a:lnTo>
                    <a:pt x="9309" y="55961"/>
                  </a:lnTo>
                  <a:lnTo>
                    <a:pt x="9713" y="55215"/>
                  </a:lnTo>
                  <a:lnTo>
                    <a:pt x="10118" y="55961"/>
                  </a:lnTo>
                  <a:lnTo>
                    <a:pt x="10523" y="55961"/>
                  </a:lnTo>
                  <a:lnTo>
                    <a:pt x="10523" y="56708"/>
                  </a:lnTo>
                  <a:lnTo>
                    <a:pt x="10928" y="57454"/>
                  </a:lnTo>
                  <a:lnTo>
                    <a:pt x="11332" y="58200"/>
                  </a:lnTo>
                  <a:lnTo>
                    <a:pt x="11737" y="58946"/>
                  </a:lnTo>
                  <a:lnTo>
                    <a:pt x="12142" y="61931"/>
                  </a:lnTo>
                  <a:lnTo>
                    <a:pt x="12547" y="62677"/>
                  </a:lnTo>
                  <a:lnTo>
                    <a:pt x="12951" y="63423"/>
                  </a:lnTo>
                  <a:lnTo>
                    <a:pt x="13356" y="64169"/>
                  </a:lnTo>
                  <a:lnTo>
                    <a:pt x="14166" y="64915"/>
                  </a:lnTo>
                  <a:lnTo>
                    <a:pt x="14570" y="65661"/>
                  </a:lnTo>
                  <a:lnTo>
                    <a:pt x="14975" y="67154"/>
                  </a:lnTo>
                  <a:lnTo>
                    <a:pt x="14975" y="69392"/>
                  </a:lnTo>
                  <a:lnTo>
                    <a:pt x="15380" y="70138"/>
                  </a:lnTo>
                  <a:lnTo>
                    <a:pt x="14975" y="70884"/>
                  </a:lnTo>
                  <a:lnTo>
                    <a:pt x="14570" y="71631"/>
                  </a:lnTo>
                  <a:lnTo>
                    <a:pt x="14166" y="72377"/>
                  </a:lnTo>
                  <a:lnTo>
                    <a:pt x="12951" y="73123"/>
                  </a:lnTo>
                  <a:lnTo>
                    <a:pt x="12142" y="73123"/>
                  </a:lnTo>
                  <a:lnTo>
                    <a:pt x="12142" y="72377"/>
                  </a:lnTo>
                  <a:lnTo>
                    <a:pt x="11737" y="71631"/>
                  </a:lnTo>
                  <a:lnTo>
                    <a:pt x="11332" y="70884"/>
                  </a:lnTo>
                  <a:lnTo>
                    <a:pt x="11332" y="70138"/>
                  </a:lnTo>
                  <a:lnTo>
                    <a:pt x="10118" y="69392"/>
                  </a:lnTo>
                  <a:lnTo>
                    <a:pt x="8499" y="69392"/>
                  </a:lnTo>
                  <a:lnTo>
                    <a:pt x="7690" y="70138"/>
                  </a:lnTo>
                  <a:lnTo>
                    <a:pt x="6476" y="71631"/>
                  </a:lnTo>
                  <a:lnTo>
                    <a:pt x="6071" y="72377"/>
                  </a:lnTo>
                  <a:lnTo>
                    <a:pt x="5666" y="73123"/>
                  </a:lnTo>
                  <a:lnTo>
                    <a:pt x="5261" y="73869"/>
                  </a:lnTo>
                  <a:lnTo>
                    <a:pt x="4857" y="74615"/>
                  </a:lnTo>
                  <a:lnTo>
                    <a:pt x="4857" y="76854"/>
                  </a:lnTo>
                  <a:lnTo>
                    <a:pt x="5261" y="78346"/>
                  </a:lnTo>
                  <a:lnTo>
                    <a:pt x="5666" y="79838"/>
                  </a:lnTo>
                  <a:lnTo>
                    <a:pt x="6071" y="80584"/>
                  </a:lnTo>
                  <a:lnTo>
                    <a:pt x="6476" y="81331"/>
                  </a:lnTo>
                  <a:lnTo>
                    <a:pt x="6476" y="84315"/>
                  </a:lnTo>
                  <a:lnTo>
                    <a:pt x="6880" y="85061"/>
                  </a:lnTo>
                  <a:lnTo>
                    <a:pt x="7285" y="85808"/>
                  </a:lnTo>
                  <a:lnTo>
                    <a:pt x="9713" y="85808"/>
                  </a:lnTo>
                  <a:lnTo>
                    <a:pt x="9713" y="85061"/>
                  </a:lnTo>
                  <a:lnTo>
                    <a:pt x="10118" y="85061"/>
                  </a:lnTo>
                  <a:lnTo>
                    <a:pt x="10523" y="84315"/>
                  </a:lnTo>
                  <a:lnTo>
                    <a:pt x="10928" y="83569"/>
                  </a:lnTo>
                  <a:lnTo>
                    <a:pt x="11332" y="82823"/>
                  </a:lnTo>
                  <a:lnTo>
                    <a:pt x="14166" y="82823"/>
                  </a:lnTo>
                  <a:lnTo>
                    <a:pt x="14570" y="83569"/>
                  </a:lnTo>
                  <a:lnTo>
                    <a:pt x="14975" y="84315"/>
                  </a:lnTo>
                  <a:lnTo>
                    <a:pt x="15380" y="85061"/>
                  </a:lnTo>
                  <a:lnTo>
                    <a:pt x="16189" y="85061"/>
                  </a:lnTo>
                  <a:lnTo>
                    <a:pt x="16594" y="85808"/>
                  </a:lnTo>
                  <a:lnTo>
                    <a:pt x="16999" y="85808"/>
                  </a:lnTo>
                  <a:lnTo>
                    <a:pt x="17403" y="86554"/>
                  </a:lnTo>
                  <a:lnTo>
                    <a:pt x="17808" y="87300"/>
                  </a:lnTo>
                  <a:lnTo>
                    <a:pt x="18213" y="88046"/>
                  </a:lnTo>
                  <a:lnTo>
                    <a:pt x="18618" y="88792"/>
                  </a:lnTo>
                  <a:lnTo>
                    <a:pt x="19427" y="89538"/>
                  </a:lnTo>
                  <a:lnTo>
                    <a:pt x="20237" y="88792"/>
                  </a:lnTo>
                  <a:lnTo>
                    <a:pt x="20641" y="88046"/>
                  </a:lnTo>
                  <a:lnTo>
                    <a:pt x="21046" y="87300"/>
                  </a:lnTo>
                  <a:lnTo>
                    <a:pt x="21046" y="86554"/>
                  </a:lnTo>
                  <a:lnTo>
                    <a:pt x="20237" y="85808"/>
                  </a:lnTo>
                  <a:lnTo>
                    <a:pt x="19832" y="85061"/>
                  </a:lnTo>
                  <a:lnTo>
                    <a:pt x="19427" y="84315"/>
                  </a:lnTo>
                  <a:lnTo>
                    <a:pt x="19022" y="83569"/>
                  </a:lnTo>
                  <a:lnTo>
                    <a:pt x="18618" y="82823"/>
                  </a:lnTo>
                  <a:lnTo>
                    <a:pt x="18213" y="82077"/>
                  </a:lnTo>
                  <a:lnTo>
                    <a:pt x="17808" y="81331"/>
                  </a:lnTo>
                  <a:lnTo>
                    <a:pt x="17808" y="79092"/>
                  </a:lnTo>
                  <a:lnTo>
                    <a:pt x="18213" y="78346"/>
                  </a:lnTo>
                  <a:lnTo>
                    <a:pt x="19022" y="78346"/>
                  </a:lnTo>
                  <a:lnTo>
                    <a:pt x="19427" y="79092"/>
                  </a:lnTo>
                  <a:lnTo>
                    <a:pt x="20237" y="79092"/>
                  </a:lnTo>
                  <a:lnTo>
                    <a:pt x="20641" y="79838"/>
                  </a:lnTo>
                  <a:lnTo>
                    <a:pt x="21046" y="80584"/>
                  </a:lnTo>
                  <a:lnTo>
                    <a:pt x="21451" y="81331"/>
                  </a:lnTo>
                  <a:lnTo>
                    <a:pt x="21855" y="82077"/>
                  </a:lnTo>
                  <a:lnTo>
                    <a:pt x="22260" y="82823"/>
                  </a:lnTo>
                  <a:lnTo>
                    <a:pt x="22665" y="83569"/>
                  </a:lnTo>
                  <a:lnTo>
                    <a:pt x="23070" y="84315"/>
                  </a:lnTo>
                  <a:lnTo>
                    <a:pt x="23474" y="85061"/>
                  </a:lnTo>
                  <a:lnTo>
                    <a:pt x="23879" y="85808"/>
                  </a:lnTo>
                  <a:lnTo>
                    <a:pt x="24284" y="87300"/>
                  </a:lnTo>
                  <a:lnTo>
                    <a:pt x="24689" y="88046"/>
                  </a:lnTo>
                  <a:lnTo>
                    <a:pt x="25093" y="88792"/>
                  </a:lnTo>
                  <a:lnTo>
                    <a:pt x="25498" y="88792"/>
                  </a:lnTo>
                  <a:lnTo>
                    <a:pt x="25903" y="89538"/>
                  </a:lnTo>
                  <a:lnTo>
                    <a:pt x="25903" y="90284"/>
                  </a:lnTo>
                  <a:lnTo>
                    <a:pt x="26307" y="91031"/>
                  </a:lnTo>
                  <a:lnTo>
                    <a:pt x="26712" y="91777"/>
                  </a:lnTo>
                  <a:lnTo>
                    <a:pt x="28331" y="93269"/>
                  </a:lnTo>
                  <a:lnTo>
                    <a:pt x="28736" y="94015"/>
                  </a:lnTo>
                  <a:lnTo>
                    <a:pt x="29141" y="94761"/>
                  </a:lnTo>
                  <a:lnTo>
                    <a:pt x="29545" y="94761"/>
                  </a:lnTo>
                  <a:lnTo>
                    <a:pt x="29950" y="94015"/>
                  </a:lnTo>
                  <a:lnTo>
                    <a:pt x="30355" y="93269"/>
                  </a:lnTo>
                  <a:lnTo>
                    <a:pt x="31164" y="92523"/>
                  </a:lnTo>
                  <a:lnTo>
                    <a:pt x="31164" y="91031"/>
                  </a:lnTo>
                  <a:lnTo>
                    <a:pt x="31569" y="89538"/>
                  </a:lnTo>
                  <a:lnTo>
                    <a:pt x="31569" y="88046"/>
                  </a:lnTo>
                  <a:lnTo>
                    <a:pt x="31164" y="85808"/>
                  </a:lnTo>
                  <a:lnTo>
                    <a:pt x="30760" y="84315"/>
                  </a:lnTo>
                  <a:lnTo>
                    <a:pt x="29950" y="83569"/>
                  </a:lnTo>
                  <a:lnTo>
                    <a:pt x="29545" y="82823"/>
                  </a:lnTo>
                  <a:lnTo>
                    <a:pt x="29141" y="82077"/>
                  </a:lnTo>
                  <a:lnTo>
                    <a:pt x="28331" y="82077"/>
                  </a:lnTo>
                  <a:lnTo>
                    <a:pt x="27522" y="81331"/>
                  </a:lnTo>
                  <a:lnTo>
                    <a:pt x="26307" y="79838"/>
                  </a:lnTo>
                  <a:lnTo>
                    <a:pt x="25903" y="78346"/>
                  </a:lnTo>
                  <a:lnTo>
                    <a:pt x="25498" y="78346"/>
                  </a:lnTo>
                  <a:lnTo>
                    <a:pt x="25093" y="77600"/>
                  </a:lnTo>
                  <a:lnTo>
                    <a:pt x="24689" y="76854"/>
                  </a:lnTo>
                  <a:cubicBezTo>
                    <a:pt x="24689" y="76854"/>
                    <a:pt x="23879" y="75361"/>
                    <a:pt x="23474" y="75361"/>
                  </a:cubicBezTo>
                  <a:cubicBezTo>
                    <a:pt x="23070" y="75361"/>
                    <a:pt x="23070" y="73869"/>
                    <a:pt x="22665" y="73869"/>
                  </a:cubicBezTo>
                  <a:lnTo>
                    <a:pt x="22260" y="73123"/>
                  </a:lnTo>
                  <a:lnTo>
                    <a:pt x="21855" y="72377"/>
                  </a:lnTo>
                  <a:lnTo>
                    <a:pt x="21451" y="71631"/>
                  </a:lnTo>
                  <a:lnTo>
                    <a:pt x="21046" y="70884"/>
                  </a:lnTo>
                  <a:lnTo>
                    <a:pt x="21046" y="68646"/>
                  </a:lnTo>
                  <a:lnTo>
                    <a:pt x="21451" y="67900"/>
                  </a:lnTo>
                  <a:lnTo>
                    <a:pt x="21855" y="67154"/>
                  </a:lnTo>
                  <a:lnTo>
                    <a:pt x="22260" y="66408"/>
                  </a:lnTo>
                  <a:lnTo>
                    <a:pt x="22665" y="67154"/>
                  </a:lnTo>
                  <a:lnTo>
                    <a:pt x="23070" y="67154"/>
                  </a:lnTo>
                  <a:lnTo>
                    <a:pt x="23474" y="67900"/>
                  </a:lnTo>
                  <a:lnTo>
                    <a:pt x="23879" y="68646"/>
                  </a:lnTo>
                  <a:lnTo>
                    <a:pt x="24284" y="69392"/>
                  </a:lnTo>
                  <a:lnTo>
                    <a:pt x="24689" y="70138"/>
                  </a:lnTo>
                  <a:lnTo>
                    <a:pt x="25093" y="70884"/>
                  </a:lnTo>
                  <a:lnTo>
                    <a:pt x="25498" y="71631"/>
                  </a:lnTo>
                  <a:lnTo>
                    <a:pt x="25903" y="71631"/>
                  </a:lnTo>
                  <a:lnTo>
                    <a:pt x="26307" y="72377"/>
                  </a:lnTo>
                  <a:lnTo>
                    <a:pt x="26712" y="73123"/>
                  </a:lnTo>
                  <a:lnTo>
                    <a:pt x="27117" y="73869"/>
                  </a:lnTo>
                  <a:lnTo>
                    <a:pt x="27522" y="74615"/>
                  </a:lnTo>
                  <a:lnTo>
                    <a:pt x="28331" y="75361"/>
                  </a:lnTo>
                  <a:lnTo>
                    <a:pt x="28736" y="74615"/>
                  </a:lnTo>
                  <a:lnTo>
                    <a:pt x="29950" y="74615"/>
                  </a:lnTo>
                  <a:lnTo>
                    <a:pt x="30355" y="73869"/>
                  </a:lnTo>
                  <a:lnTo>
                    <a:pt x="30355" y="73123"/>
                  </a:lnTo>
                  <a:lnTo>
                    <a:pt x="29950" y="72377"/>
                  </a:lnTo>
                  <a:lnTo>
                    <a:pt x="29545" y="71631"/>
                  </a:lnTo>
                  <a:lnTo>
                    <a:pt x="29141" y="70884"/>
                  </a:lnTo>
                  <a:lnTo>
                    <a:pt x="29141" y="69392"/>
                  </a:lnTo>
                  <a:lnTo>
                    <a:pt x="28736" y="68646"/>
                  </a:lnTo>
                  <a:lnTo>
                    <a:pt x="28736" y="67154"/>
                  </a:lnTo>
                  <a:lnTo>
                    <a:pt x="29141" y="66408"/>
                  </a:lnTo>
                  <a:lnTo>
                    <a:pt x="29545" y="66408"/>
                  </a:lnTo>
                  <a:lnTo>
                    <a:pt x="29950" y="67154"/>
                  </a:lnTo>
                  <a:lnTo>
                    <a:pt x="30355" y="67900"/>
                  </a:lnTo>
                  <a:lnTo>
                    <a:pt x="30355" y="68646"/>
                  </a:lnTo>
                  <a:lnTo>
                    <a:pt x="30760" y="69392"/>
                  </a:lnTo>
                  <a:lnTo>
                    <a:pt x="31164" y="70138"/>
                  </a:lnTo>
                  <a:lnTo>
                    <a:pt x="31569" y="70884"/>
                  </a:lnTo>
                  <a:lnTo>
                    <a:pt x="31569" y="71631"/>
                  </a:lnTo>
                  <a:lnTo>
                    <a:pt x="31974" y="72377"/>
                  </a:lnTo>
                  <a:lnTo>
                    <a:pt x="32378" y="73123"/>
                  </a:lnTo>
                  <a:lnTo>
                    <a:pt x="33593" y="73123"/>
                  </a:lnTo>
                  <a:lnTo>
                    <a:pt x="34402" y="72377"/>
                  </a:lnTo>
                  <a:lnTo>
                    <a:pt x="34807" y="71631"/>
                  </a:lnTo>
                  <a:lnTo>
                    <a:pt x="35212" y="70884"/>
                  </a:lnTo>
                  <a:lnTo>
                    <a:pt x="35616" y="68646"/>
                  </a:lnTo>
                  <a:lnTo>
                    <a:pt x="35616" y="67900"/>
                  </a:lnTo>
                  <a:lnTo>
                    <a:pt x="36021" y="67154"/>
                  </a:lnTo>
                  <a:lnTo>
                    <a:pt x="36426" y="66408"/>
                  </a:lnTo>
                  <a:lnTo>
                    <a:pt x="36831" y="65661"/>
                  </a:lnTo>
                  <a:lnTo>
                    <a:pt x="37235" y="64915"/>
                  </a:lnTo>
                  <a:lnTo>
                    <a:pt x="37640" y="64169"/>
                  </a:lnTo>
                  <a:lnTo>
                    <a:pt x="38045" y="63423"/>
                  </a:lnTo>
                  <a:lnTo>
                    <a:pt x="38045" y="61931"/>
                  </a:lnTo>
                  <a:lnTo>
                    <a:pt x="38449" y="61184"/>
                  </a:lnTo>
                  <a:lnTo>
                    <a:pt x="38854" y="61184"/>
                  </a:lnTo>
                  <a:lnTo>
                    <a:pt x="39259" y="60438"/>
                  </a:lnTo>
                  <a:lnTo>
                    <a:pt x="39664" y="59692"/>
                  </a:lnTo>
                  <a:lnTo>
                    <a:pt x="40068" y="58946"/>
                  </a:lnTo>
                  <a:lnTo>
                    <a:pt x="40473" y="58200"/>
                  </a:lnTo>
                  <a:lnTo>
                    <a:pt x="40878" y="57454"/>
                  </a:lnTo>
                  <a:lnTo>
                    <a:pt x="41283" y="56708"/>
                  </a:lnTo>
                  <a:lnTo>
                    <a:pt x="41283" y="55215"/>
                  </a:lnTo>
                  <a:lnTo>
                    <a:pt x="40878" y="53723"/>
                  </a:lnTo>
                  <a:lnTo>
                    <a:pt x="40878" y="52977"/>
                  </a:lnTo>
                  <a:lnTo>
                    <a:pt x="40473" y="52231"/>
                  </a:lnTo>
                  <a:lnTo>
                    <a:pt x="40068" y="51484"/>
                  </a:lnTo>
                  <a:lnTo>
                    <a:pt x="40473" y="49992"/>
                  </a:lnTo>
                  <a:lnTo>
                    <a:pt x="40473" y="48500"/>
                  </a:lnTo>
                  <a:lnTo>
                    <a:pt x="40878" y="47754"/>
                  </a:lnTo>
                  <a:lnTo>
                    <a:pt x="41687" y="47754"/>
                  </a:lnTo>
                  <a:lnTo>
                    <a:pt x="42092" y="48500"/>
                  </a:lnTo>
                  <a:lnTo>
                    <a:pt x="42497" y="49246"/>
                  </a:lnTo>
                  <a:lnTo>
                    <a:pt x="43306" y="49992"/>
                  </a:lnTo>
                  <a:lnTo>
                    <a:pt x="43711" y="50738"/>
                  </a:lnTo>
                  <a:lnTo>
                    <a:pt x="44116" y="51484"/>
                  </a:lnTo>
                  <a:lnTo>
                    <a:pt x="44520" y="52231"/>
                  </a:lnTo>
                  <a:lnTo>
                    <a:pt x="44925" y="52977"/>
                  </a:lnTo>
                  <a:lnTo>
                    <a:pt x="45330" y="52231"/>
                  </a:lnTo>
                  <a:lnTo>
                    <a:pt x="45735" y="51484"/>
                  </a:lnTo>
                  <a:lnTo>
                    <a:pt x="46139" y="50738"/>
                  </a:lnTo>
                  <a:lnTo>
                    <a:pt x="46544" y="49246"/>
                  </a:lnTo>
                  <a:lnTo>
                    <a:pt x="46544" y="48500"/>
                  </a:lnTo>
                  <a:lnTo>
                    <a:pt x="46949" y="47008"/>
                  </a:lnTo>
                  <a:lnTo>
                    <a:pt x="46544" y="46261"/>
                  </a:lnTo>
                  <a:lnTo>
                    <a:pt x="46139" y="45515"/>
                  </a:lnTo>
                  <a:lnTo>
                    <a:pt x="45735" y="44769"/>
                  </a:lnTo>
                  <a:lnTo>
                    <a:pt x="45330" y="44023"/>
                  </a:lnTo>
                  <a:lnTo>
                    <a:pt x="44520" y="42531"/>
                  </a:lnTo>
                  <a:lnTo>
                    <a:pt x="44520" y="39546"/>
                  </a:lnTo>
                  <a:lnTo>
                    <a:pt x="44925" y="38800"/>
                  </a:lnTo>
                  <a:lnTo>
                    <a:pt x="45330" y="38054"/>
                  </a:lnTo>
                  <a:lnTo>
                    <a:pt x="45735" y="37308"/>
                  </a:lnTo>
                  <a:lnTo>
                    <a:pt x="46139" y="36561"/>
                  </a:lnTo>
                  <a:lnTo>
                    <a:pt x="46544" y="35815"/>
                  </a:lnTo>
                  <a:lnTo>
                    <a:pt x="46544" y="29846"/>
                  </a:lnTo>
                  <a:lnTo>
                    <a:pt x="46139" y="29100"/>
                  </a:lnTo>
                  <a:lnTo>
                    <a:pt x="45735" y="28354"/>
                  </a:lnTo>
                  <a:lnTo>
                    <a:pt x="45330" y="27608"/>
                  </a:lnTo>
                  <a:lnTo>
                    <a:pt x="44520" y="29100"/>
                  </a:lnTo>
                  <a:lnTo>
                    <a:pt x="44116" y="29846"/>
                  </a:lnTo>
                  <a:lnTo>
                    <a:pt x="43711" y="29846"/>
                  </a:lnTo>
                  <a:lnTo>
                    <a:pt x="43306" y="30592"/>
                  </a:lnTo>
                  <a:lnTo>
                    <a:pt x="42901" y="31338"/>
                  </a:lnTo>
                  <a:lnTo>
                    <a:pt x="42092" y="32085"/>
                  </a:lnTo>
                  <a:lnTo>
                    <a:pt x="40068" y="32085"/>
                  </a:lnTo>
                  <a:lnTo>
                    <a:pt x="39664" y="31338"/>
                  </a:lnTo>
                  <a:lnTo>
                    <a:pt x="39259" y="31338"/>
                  </a:lnTo>
                  <a:lnTo>
                    <a:pt x="38854" y="30592"/>
                  </a:lnTo>
                  <a:lnTo>
                    <a:pt x="38449" y="29846"/>
                  </a:lnTo>
                  <a:lnTo>
                    <a:pt x="38045" y="29100"/>
                  </a:lnTo>
                  <a:lnTo>
                    <a:pt x="37640" y="29100"/>
                  </a:lnTo>
                  <a:lnTo>
                    <a:pt x="37235" y="28354"/>
                  </a:lnTo>
                  <a:lnTo>
                    <a:pt x="36831" y="28354"/>
                  </a:lnTo>
                  <a:lnTo>
                    <a:pt x="36426" y="27608"/>
                  </a:lnTo>
                  <a:lnTo>
                    <a:pt x="36021" y="28354"/>
                  </a:lnTo>
                  <a:lnTo>
                    <a:pt x="34807" y="29100"/>
                  </a:lnTo>
                  <a:lnTo>
                    <a:pt x="34402" y="29846"/>
                  </a:lnTo>
                  <a:lnTo>
                    <a:pt x="34402" y="32085"/>
                  </a:lnTo>
                  <a:lnTo>
                    <a:pt x="34807" y="32831"/>
                  </a:lnTo>
                  <a:lnTo>
                    <a:pt x="35212" y="33577"/>
                  </a:lnTo>
                  <a:lnTo>
                    <a:pt x="35616" y="34323"/>
                  </a:lnTo>
                  <a:lnTo>
                    <a:pt x="36021" y="35069"/>
                  </a:lnTo>
                  <a:lnTo>
                    <a:pt x="36021" y="35815"/>
                  </a:lnTo>
                  <a:lnTo>
                    <a:pt x="36426" y="38054"/>
                  </a:lnTo>
                  <a:lnTo>
                    <a:pt x="33997" y="38054"/>
                  </a:lnTo>
                  <a:lnTo>
                    <a:pt x="33997" y="37308"/>
                  </a:lnTo>
                  <a:lnTo>
                    <a:pt x="33593" y="36561"/>
                  </a:lnTo>
                  <a:lnTo>
                    <a:pt x="32378" y="35815"/>
                  </a:lnTo>
                  <a:lnTo>
                    <a:pt x="31974" y="35069"/>
                  </a:lnTo>
                  <a:lnTo>
                    <a:pt x="31569" y="34323"/>
                  </a:lnTo>
                  <a:lnTo>
                    <a:pt x="31164" y="33577"/>
                  </a:lnTo>
                  <a:lnTo>
                    <a:pt x="28736" y="33577"/>
                  </a:lnTo>
                  <a:lnTo>
                    <a:pt x="28331" y="34323"/>
                  </a:lnTo>
                  <a:lnTo>
                    <a:pt x="27522" y="35069"/>
                  </a:lnTo>
                  <a:lnTo>
                    <a:pt x="26712" y="35815"/>
                  </a:lnTo>
                  <a:lnTo>
                    <a:pt x="25903" y="36561"/>
                  </a:lnTo>
                  <a:lnTo>
                    <a:pt x="25498" y="36561"/>
                  </a:lnTo>
                  <a:lnTo>
                    <a:pt x="25093" y="37308"/>
                  </a:lnTo>
                  <a:lnTo>
                    <a:pt x="24689" y="38054"/>
                  </a:lnTo>
                  <a:lnTo>
                    <a:pt x="23879" y="38054"/>
                  </a:lnTo>
                  <a:lnTo>
                    <a:pt x="23474" y="39546"/>
                  </a:lnTo>
                  <a:lnTo>
                    <a:pt x="22665" y="39546"/>
                  </a:lnTo>
                  <a:lnTo>
                    <a:pt x="21451" y="41038"/>
                  </a:lnTo>
                  <a:lnTo>
                    <a:pt x="21046" y="41785"/>
                  </a:lnTo>
                  <a:lnTo>
                    <a:pt x="20641" y="42531"/>
                  </a:lnTo>
                  <a:lnTo>
                    <a:pt x="20237" y="43277"/>
                  </a:lnTo>
                  <a:lnTo>
                    <a:pt x="20237" y="47008"/>
                  </a:lnTo>
                  <a:lnTo>
                    <a:pt x="20641" y="47754"/>
                  </a:lnTo>
                  <a:lnTo>
                    <a:pt x="21046" y="48500"/>
                  </a:lnTo>
                  <a:lnTo>
                    <a:pt x="21046" y="49246"/>
                  </a:lnTo>
                  <a:lnTo>
                    <a:pt x="21451" y="49992"/>
                  </a:lnTo>
                  <a:lnTo>
                    <a:pt x="21855" y="50738"/>
                  </a:lnTo>
                  <a:lnTo>
                    <a:pt x="22260" y="51484"/>
                  </a:lnTo>
                  <a:lnTo>
                    <a:pt x="22665" y="52231"/>
                  </a:lnTo>
                  <a:lnTo>
                    <a:pt x="23070" y="52977"/>
                  </a:lnTo>
                  <a:lnTo>
                    <a:pt x="23474" y="53723"/>
                  </a:lnTo>
                  <a:lnTo>
                    <a:pt x="23070" y="54469"/>
                  </a:lnTo>
                  <a:lnTo>
                    <a:pt x="23070" y="55215"/>
                  </a:lnTo>
                  <a:lnTo>
                    <a:pt x="22665" y="55215"/>
                  </a:lnTo>
                  <a:lnTo>
                    <a:pt x="21855" y="54469"/>
                  </a:lnTo>
                  <a:lnTo>
                    <a:pt x="21451" y="53723"/>
                  </a:lnTo>
                  <a:lnTo>
                    <a:pt x="21046" y="53723"/>
                  </a:lnTo>
                  <a:lnTo>
                    <a:pt x="20641" y="54469"/>
                  </a:lnTo>
                  <a:lnTo>
                    <a:pt x="20237" y="52977"/>
                  </a:lnTo>
                  <a:lnTo>
                    <a:pt x="19832" y="52231"/>
                  </a:lnTo>
                  <a:lnTo>
                    <a:pt x="19427" y="51484"/>
                  </a:lnTo>
                  <a:lnTo>
                    <a:pt x="18618" y="51484"/>
                  </a:lnTo>
                  <a:lnTo>
                    <a:pt x="18213" y="52231"/>
                  </a:lnTo>
                  <a:lnTo>
                    <a:pt x="17808" y="52977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8213" y="55961"/>
                  </a:lnTo>
                  <a:lnTo>
                    <a:pt x="18618" y="56708"/>
                  </a:lnTo>
                  <a:lnTo>
                    <a:pt x="19022" y="57454"/>
                  </a:lnTo>
                  <a:lnTo>
                    <a:pt x="19832" y="58200"/>
                  </a:lnTo>
                  <a:lnTo>
                    <a:pt x="20237" y="58946"/>
                  </a:lnTo>
                  <a:lnTo>
                    <a:pt x="20237" y="61931"/>
                  </a:lnTo>
                  <a:lnTo>
                    <a:pt x="19832" y="62677"/>
                  </a:lnTo>
                  <a:lnTo>
                    <a:pt x="19427" y="63423"/>
                  </a:lnTo>
                  <a:lnTo>
                    <a:pt x="18618" y="62677"/>
                  </a:lnTo>
                  <a:lnTo>
                    <a:pt x="17808" y="61931"/>
                  </a:lnTo>
                  <a:lnTo>
                    <a:pt x="17403" y="60438"/>
                  </a:lnTo>
                  <a:lnTo>
                    <a:pt x="16999" y="60438"/>
                  </a:lnTo>
                  <a:lnTo>
                    <a:pt x="16189" y="58946"/>
                  </a:lnTo>
                  <a:lnTo>
                    <a:pt x="15784" y="57454"/>
                  </a:lnTo>
                  <a:lnTo>
                    <a:pt x="15380" y="56708"/>
                  </a:lnTo>
                  <a:lnTo>
                    <a:pt x="14975" y="55961"/>
                  </a:lnTo>
                  <a:lnTo>
                    <a:pt x="14570" y="54469"/>
                  </a:lnTo>
                  <a:lnTo>
                    <a:pt x="13761" y="53723"/>
                  </a:lnTo>
                  <a:lnTo>
                    <a:pt x="13356" y="52231"/>
                  </a:lnTo>
                  <a:lnTo>
                    <a:pt x="13356" y="50738"/>
                  </a:lnTo>
                  <a:lnTo>
                    <a:pt x="13761" y="50738"/>
                  </a:lnTo>
                  <a:lnTo>
                    <a:pt x="14166" y="49992"/>
                  </a:lnTo>
                  <a:lnTo>
                    <a:pt x="14975" y="48500"/>
                  </a:lnTo>
                  <a:lnTo>
                    <a:pt x="15380" y="47754"/>
                  </a:lnTo>
                  <a:lnTo>
                    <a:pt x="16189" y="46261"/>
                  </a:lnTo>
                  <a:lnTo>
                    <a:pt x="16999" y="44769"/>
                  </a:lnTo>
                  <a:lnTo>
                    <a:pt x="18213" y="41785"/>
                  </a:lnTo>
                  <a:lnTo>
                    <a:pt x="19832" y="38800"/>
                  </a:lnTo>
                  <a:lnTo>
                    <a:pt x="21046" y="35815"/>
                  </a:lnTo>
                  <a:lnTo>
                    <a:pt x="21451" y="35069"/>
                  </a:lnTo>
                  <a:lnTo>
                    <a:pt x="21855" y="34323"/>
                  </a:lnTo>
                  <a:lnTo>
                    <a:pt x="22260" y="33577"/>
                  </a:lnTo>
                  <a:lnTo>
                    <a:pt x="22665" y="32831"/>
                  </a:lnTo>
                  <a:lnTo>
                    <a:pt x="23070" y="32085"/>
                  </a:lnTo>
                  <a:lnTo>
                    <a:pt x="23070" y="31338"/>
                  </a:lnTo>
                  <a:lnTo>
                    <a:pt x="23474" y="30592"/>
                  </a:lnTo>
                  <a:lnTo>
                    <a:pt x="23879" y="29846"/>
                  </a:lnTo>
                  <a:lnTo>
                    <a:pt x="24284" y="29100"/>
                  </a:lnTo>
                  <a:lnTo>
                    <a:pt x="26712" y="29100"/>
                  </a:lnTo>
                  <a:lnTo>
                    <a:pt x="27522" y="28354"/>
                  </a:lnTo>
                  <a:lnTo>
                    <a:pt x="28736" y="27608"/>
                  </a:lnTo>
                  <a:lnTo>
                    <a:pt x="29141" y="27608"/>
                  </a:lnTo>
                  <a:lnTo>
                    <a:pt x="29950" y="26861"/>
                  </a:lnTo>
                  <a:lnTo>
                    <a:pt x="30760" y="26115"/>
                  </a:lnTo>
                  <a:lnTo>
                    <a:pt x="32378" y="25369"/>
                  </a:lnTo>
                  <a:lnTo>
                    <a:pt x="33188" y="24623"/>
                  </a:lnTo>
                  <a:lnTo>
                    <a:pt x="33593" y="24623"/>
                  </a:lnTo>
                  <a:lnTo>
                    <a:pt x="33997" y="23877"/>
                  </a:lnTo>
                  <a:lnTo>
                    <a:pt x="34402" y="23131"/>
                  </a:lnTo>
                  <a:lnTo>
                    <a:pt x="34807" y="21638"/>
                  </a:lnTo>
                  <a:lnTo>
                    <a:pt x="34807" y="17161"/>
                  </a:lnTo>
                  <a:lnTo>
                    <a:pt x="34402" y="16415"/>
                  </a:lnTo>
                  <a:lnTo>
                    <a:pt x="32783" y="16415"/>
                  </a:lnTo>
                  <a:lnTo>
                    <a:pt x="32378" y="17161"/>
                  </a:lnTo>
                  <a:lnTo>
                    <a:pt x="31974" y="17161"/>
                  </a:lnTo>
                  <a:lnTo>
                    <a:pt x="31569" y="17908"/>
                  </a:lnTo>
                  <a:lnTo>
                    <a:pt x="31164" y="18654"/>
                  </a:lnTo>
                  <a:lnTo>
                    <a:pt x="30760" y="19400"/>
                  </a:lnTo>
                  <a:lnTo>
                    <a:pt x="29141" y="19400"/>
                  </a:lnTo>
                  <a:lnTo>
                    <a:pt x="28736" y="18654"/>
                  </a:lnTo>
                  <a:lnTo>
                    <a:pt x="28736" y="16415"/>
                  </a:lnTo>
                  <a:lnTo>
                    <a:pt x="29141" y="14923"/>
                  </a:lnTo>
                  <a:lnTo>
                    <a:pt x="29141" y="14177"/>
                  </a:lnTo>
                  <a:lnTo>
                    <a:pt x="29545" y="13431"/>
                  </a:lnTo>
                  <a:lnTo>
                    <a:pt x="29950" y="11938"/>
                  </a:lnTo>
                  <a:lnTo>
                    <a:pt x="30355" y="11192"/>
                  </a:lnTo>
                  <a:lnTo>
                    <a:pt x="30760" y="10446"/>
                  </a:lnTo>
                  <a:lnTo>
                    <a:pt x="31164" y="9700"/>
                  </a:lnTo>
                  <a:lnTo>
                    <a:pt x="31569" y="8208"/>
                  </a:lnTo>
                  <a:lnTo>
                    <a:pt x="31974" y="6715"/>
                  </a:lnTo>
                  <a:lnTo>
                    <a:pt x="32378" y="5223"/>
                  </a:lnTo>
                  <a:lnTo>
                    <a:pt x="32378" y="2238"/>
                  </a:lnTo>
                  <a:lnTo>
                    <a:pt x="31974" y="1492"/>
                  </a:lnTo>
                  <a:lnTo>
                    <a:pt x="31974" y="746"/>
                  </a:lnTo>
                  <a:lnTo>
                    <a:pt x="31164" y="0"/>
                  </a:lnTo>
                  <a:lnTo>
                    <a:pt x="29545" y="0"/>
                  </a:lnTo>
                  <a:lnTo>
                    <a:pt x="28736" y="746"/>
                  </a:lnTo>
                  <a:lnTo>
                    <a:pt x="28331" y="746"/>
                  </a:lnTo>
                  <a:lnTo>
                    <a:pt x="27117" y="1492"/>
                  </a:lnTo>
                  <a:lnTo>
                    <a:pt x="26307" y="2238"/>
                  </a:lnTo>
                  <a:lnTo>
                    <a:pt x="25498" y="2985"/>
                  </a:lnTo>
                  <a:lnTo>
                    <a:pt x="25093" y="2985"/>
                  </a:lnTo>
                  <a:lnTo>
                    <a:pt x="25093" y="5969"/>
                  </a:lnTo>
                  <a:lnTo>
                    <a:pt x="24689" y="8954"/>
                  </a:lnTo>
                  <a:lnTo>
                    <a:pt x="24689" y="10446"/>
                  </a:lnTo>
                  <a:lnTo>
                    <a:pt x="24284" y="12685"/>
                  </a:lnTo>
                  <a:lnTo>
                    <a:pt x="24284" y="14923"/>
                  </a:lnTo>
                  <a:lnTo>
                    <a:pt x="23474" y="17161"/>
                  </a:lnTo>
                  <a:lnTo>
                    <a:pt x="23070" y="18654"/>
                  </a:lnTo>
                  <a:lnTo>
                    <a:pt x="22665" y="18654"/>
                  </a:lnTo>
                  <a:lnTo>
                    <a:pt x="21855" y="19400"/>
                  </a:lnTo>
                  <a:lnTo>
                    <a:pt x="21451" y="20146"/>
                  </a:lnTo>
                  <a:lnTo>
                    <a:pt x="21046" y="20892"/>
                  </a:lnTo>
                  <a:lnTo>
                    <a:pt x="20641" y="21638"/>
                  </a:lnTo>
                  <a:lnTo>
                    <a:pt x="19832" y="21638"/>
                  </a:lnTo>
                  <a:lnTo>
                    <a:pt x="18618" y="20892"/>
                  </a:lnTo>
                  <a:lnTo>
                    <a:pt x="17808" y="20892"/>
                  </a:lnTo>
                  <a:lnTo>
                    <a:pt x="17403" y="20146"/>
                  </a:lnTo>
                  <a:lnTo>
                    <a:pt x="16189" y="19400"/>
                  </a:lnTo>
                  <a:lnTo>
                    <a:pt x="14975" y="18654"/>
                  </a:lnTo>
                  <a:lnTo>
                    <a:pt x="12951" y="18654"/>
                  </a:lnTo>
                  <a:lnTo>
                    <a:pt x="12142" y="19400"/>
                  </a:lnTo>
                  <a:lnTo>
                    <a:pt x="11332" y="20146"/>
                  </a:lnTo>
                  <a:lnTo>
                    <a:pt x="10928" y="20892"/>
                  </a:lnTo>
                  <a:lnTo>
                    <a:pt x="10523" y="21638"/>
                  </a:lnTo>
                  <a:lnTo>
                    <a:pt x="10118" y="22384"/>
                  </a:lnTo>
                  <a:lnTo>
                    <a:pt x="9713" y="23877"/>
                  </a:lnTo>
                  <a:lnTo>
                    <a:pt x="9713" y="24623"/>
                  </a:lnTo>
                  <a:lnTo>
                    <a:pt x="10118" y="25369"/>
                  </a:lnTo>
                  <a:lnTo>
                    <a:pt x="10523" y="26115"/>
                  </a:lnTo>
                  <a:lnTo>
                    <a:pt x="10928" y="26861"/>
                  </a:lnTo>
                  <a:lnTo>
                    <a:pt x="11332" y="26861"/>
                  </a:lnTo>
                  <a:lnTo>
                    <a:pt x="12142" y="27608"/>
                  </a:lnTo>
                  <a:lnTo>
                    <a:pt x="12547" y="27608"/>
                  </a:lnTo>
                  <a:lnTo>
                    <a:pt x="13761" y="28354"/>
                  </a:lnTo>
                  <a:lnTo>
                    <a:pt x="14570" y="28354"/>
                  </a:lnTo>
                  <a:lnTo>
                    <a:pt x="15784" y="29100"/>
                  </a:lnTo>
                  <a:lnTo>
                    <a:pt x="16189" y="29100"/>
                  </a:lnTo>
                  <a:lnTo>
                    <a:pt x="16594" y="29846"/>
                  </a:lnTo>
                  <a:lnTo>
                    <a:pt x="16594" y="30592"/>
                  </a:lnTo>
                  <a:lnTo>
                    <a:pt x="16189" y="31338"/>
                  </a:lnTo>
                  <a:lnTo>
                    <a:pt x="15784" y="32085"/>
                  </a:lnTo>
                  <a:lnTo>
                    <a:pt x="16189" y="32831"/>
                  </a:lnTo>
                  <a:lnTo>
                    <a:pt x="15784" y="33577"/>
                  </a:lnTo>
                  <a:lnTo>
                    <a:pt x="15380" y="34323"/>
                  </a:lnTo>
                  <a:lnTo>
                    <a:pt x="14570" y="35815"/>
                  </a:lnTo>
                  <a:lnTo>
                    <a:pt x="13761" y="36561"/>
                  </a:lnTo>
                  <a:lnTo>
                    <a:pt x="13356" y="37308"/>
                  </a:lnTo>
                  <a:lnTo>
                    <a:pt x="12142" y="40292"/>
                  </a:lnTo>
                  <a:lnTo>
                    <a:pt x="11737" y="41038"/>
                  </a:lnTo>
                  <a:lnTo>
                    <a:pt x="10928" y="41785"/>
                  </a:lnTo>
                  <a:lnTo>
                    <a:pt x="10928" y="42531"/>
                  </a:lnTo>
                  <a:lnTo>
                    <a:pt x="9713" y="42531"/>
                  </a:lnTo>
                  <a:lnTo>
                    <a:pt x="9713" y="41785"/>
                  </a:lnTo>
                  <a:lnTo>
                    <a:pt x="9309" y="41038"/>
                  </a:lnTo>
                  <a:lnTo>
                    <a:pt x="9309" y="38800"/>
                  </a:lnTo>
                  <a:lnTo>
                    <a:pt x="8904" y="36561"/>
                  </a:lnTo>
                  <a:lnTo>
                    <a:pt x="8095" y="36561"/>
                  </a:lnTo>
                  <a:lnTo>
                    <a:pt x="7690" y="34323"/>
                  </a:lnTo>
                  <a:lnTo>
                    <a:pt x="7690" y="33577"/>
                  </a:lnTo>
                  <a:lnTo>
                    <a:pt x="7285" y="32085"/>
                  </a:lnTo>
                  <a:lnTo>
                    <a:pt x="6476" y="32085"/>
                  </a:lnTo>
                  <a:lnTo>
                    <a:pt x="6071" y="30592"/>
                  </a:lnTo>
                  <a:lnTo>
                    <a:pt x="6071" y="29846"/>
                  </a:lnTo>
                  <a:lnTo>
                    <a:pt x="5666" y="29100"/>
                  </a:lnTo>
                  <a:lnTo>
                    <a:pt x="5261" y="27608"/>
                  </a:lnTo>
                  <a:lnTo>
                    <a:pt x="4857" y="26115"/>
                  </a:lnTo>
                  <a:lnTo>
                    <a:pt x="3643" y="24623"/>
                  </a:lnTo>
                  <a:lnTo>
                    <a:pt x="2428" y="23877"/>
                  </a:lnTo>
                  <a:lnTo>
                    <a:pt x="1619" y="24623"/>
                  </a:lnTo>
                  <a:lnTo>
                    <a:pt x="405" y="24623"/>
                  </a:lnTo>
                  <a:lnTo>
                    <a:pt x="405" y="25369"/>
                  </a:lnTo>
                  <a:lnTo>
                    <a:pt x="0" y="26115"/>
                  </a:lnTo>
                  <a:lnTo>
                    <a:pt x="0" y="26861"/>
                  </a:lnTo>
                  <a:lnTo>
                    <a:pt x="405" y="28354"/>
                  </a:lnTo>
                  <a:close/>
                  <a:moveTo>
                    <a:pt x="36021" y="52231"/>
                  </a:moveTo>
                  <a:lnTo>
                    <a:pt x="36021" y="51484"/>
                  </a:lnTo>
                  <a:lnTo>
                    <a:pt x="36426" y="50738"/>
                  </a:lnTo>
                  <a:lnTo>
                    <a:pt x="36831" y="49992"/>
                  </a:lnTo>
                  <a:lnTo>
                    <a:pt x="37235" y="49992"/>
                  </a:lnTo>
                  <a:lnTo>
                    <a:pt x="37640" y="50738"/>
                  </a:lnTo>
                  <a:lnTo>
                    <a:pt x="38045" y="51484"/>
                  </a:lnTo>
                  <a:lnTo>
                    <a:pt x="38449" y="52231"/>
                  </a:lnTo>
                  <a:lnTo>
                    <a:pt x="38449" y="52977"/>
                  </a:lnTo>
                  <a:lnTo>
                    <a:pt x="38854" y="53723"/>
                  </a:lnTo>
                  <a:lnTo>
                    <a:pt x="38449" y="55215"/>
                  </a:lnTo>
                  <a:lnTo>
                    <a:pt x="37640" y="55961"/>
                  </a:lnTo>
                  <a:lnTo>
                    <a:pt x="36831" y="55961"/>
                  </a:lnTo>
                  <a:lnTo>
                    <a:pt x="36426" y="55215"/>
                  </a:lnTo>
                  <a:lnTo>
                    <a:pt x="36021" y="54469"/>
                  </a:lnTo>
                  <a:close/>
                  <a:moveTo>
                    <a:pt x="33997" y="56708"/>
                  </a:moveTo>
                  <a:lnTo>
                    <a:pt x="34402" y="57454"/>
                  </a:lnTo>
                  <a:lnTo>
                    <a:pt x="34807" y="58200"/>
                  </a:lnTo>
                  <a:lnTo>
                    <a:pt x="35212" y="59692"/>
                  </a:lnTo>
                  <a:lnTo>
                    <a:pt x="35212" y="60438"/>
                  </a:lnTo>
                  <a:lnTo>
                    <a:pt x="34402" y="61931"/>
                  </a:lnTo>
                  <a:lnTo>
                    <a:pt x="33997" y="62677"/>
                  </a:lnTo>
                  <a:lnTo>
                    <a:pt x="33593" y="62677"/>
                  </a:lnTo>
                  <a:lnTo>
                    <a:pt x="32783" y="61931"/>
                  </a:lnTo>
                  <a:lnTo>
                    <a:pt x="32378" y="61184"/>
                  </a:lnTo>
                  <a:lnTo>
                    <a:pt x="31974" y="61184"/>
                  </a:lnTo>
                  <a:lnTo>
                    <a:pt x="31569" y="60438"/>
                  </a:lnTo>
                  <a:lnTo>
                    <a:pt x="31569" y="57454"/>
                  </a:lnTo>
                  <a:lnTo>
                    <a:pt x="31974" y="56708"/>
                  </a:lnTo>
                  <a:lnTo>
                    <a:pt x="32783" y="55961"/>
                  </a:lnTo>
                  <a:lnTo>
                    <a:pt x="33997" y="55961"/>
                  </a:lnTo>
                  <a:close/>
                  <a:moveTo>
                    <a:pt x="29950" y="41785"/>
                  </a:moveTo>
                  <a:lnTo>
                    <a:pt x="30355" y="40292"/>
                  </a:lnTo>
                  <a:lnTo>
                    <a:pt x="31974" y="40292"/>
                  </a:lnTo>
                  <a:lnTo>
                    <a:pt x="32378" y="41038"/>
                  </a:lnTo>
                  <a:lnTo>
                    <a:pt x="32783" y="41785"/>
                  </a:lnTo>
                  <a:lnTo>
                    <a:pt x="32378" y="41785"/>
                  </a:lnTo>
                  <a:lnTo>
                    <a:pt x="32783" y="42531"/>
                  </a:lnTo>
                  <a:lnTo>
                    <a:pt x="33188" y="43277"/>
                  </a:lnTo>
                  <a:lnTo>
                    <a:pt x="33188" y="47008"/>
                  </a:lnTo>
                  <a:lnTo>
                    <a:pt x="31569" y="47008"/>
                  </a:lnTo>
                  <a:lnTo>
                    <a:pt x="31164" y="46261"/>
                  </a:lnTo>
                  <a:lnTo>
                    <a:pt x="30760" y="45515"/>
                  </a:lnTo>
                  <a:lnTo>
                    <a:pt x="30355" y="44023"/>
                  </a:lnTo>
                  <a:close/>
                  <a:moveTo>
                    <a:pt x="26307" y="47754"/>
                  </a:moveTo>
                  <a:lnTo>
                    <a:pt x="26307" y="47008"/>
                  </a:lnTo>
                  <a:lnTo>
                    <a:pt x="26712" y="46261"/>
                  </a:lnTo>
                  <a:lnTo>
                    <a:pt x="27117" y="45515"/>
                  </a:lnTo>
                  <a:lnTo>
                    <a:pt x="27926" y="45515"/>
                  </a:lnTo>
                  <a:lnTo>
                    <a:pt x="28331" y="46261"/>
                  </a:lnTo>
                  <a:lnTo>
                    <a:pt x="28736" y="47008"/>
                  </a:lnTo>
                  <a:lnTo>
                    <a:pt x="29141" y="47754"/>
                  </a:lnTo>
                  <a:lnTo>
                    <a:pt x="29545" y="48500"/>
                  </a:lnTo>
                  <a:lnTo>
                    <a:pt x="29950" y="49246"/>
                  </a:lnTo>
                  <a:lnTo>
                    <a:pt x="29950" y="49992"/>
                  </a:lnTo>
                  <a:lnTo>
                    <a:pt x="29545" y="51484"/>
                  </a:lnTo>
                  <a:lnTo>
                    <a:pt x="27926" y="51484"/>
                  </a:lnTo>
                  <a:lnTo>
                    <a:pt x="27522" y="50738"/>
                  </a:lnTo>
                  <a:lnTo>
                    <a:pt x="27117" y="49992"/>
                  </a:lnTo>
                  <a:lnTo>
                    <a:pt x="26712" y="49246"/>
                  </a:lnTo>
                  <a:lnTo>
                    <a:pt x="26712" y="477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7" name="Freeform 1036"/>
            <p:cNvSpPr/>
            <p:nvPr/>
          </p:nvSpPr>
          <p:spPr>
            <a:xfrm>
              <a:off x="10216274" y="406938"/>
              <a:ext cx="29545" cy="55215"/>
            </a:xfrm>
            <a:custGeom>
              <a:avLst/>
              <a:gdLst>
                <a:gd name="connsiteX0" fmla="*/ 26307 w 29545"/>
                <a:gd name="connsiteY0" fmla="*/ 3731 h 55215"/>
                <a:gd name="connsiteX1" fmla="*/ 23879 w 29545"/>
                <a:gd name="connsiteY1" fmla="*/ 0 h 55215"/>
                <a:gd name="connsiteX2" fmla="*/ 22260 w 29545"/>
                <a:gd name="connsiteY2" fmla="*/ 1492 h 55215"/>
                <a:gd name="connsiteX3" fmla="*/ 21046 w 29545"/>
                <a:gd name="connsiteY3" fmla="*/ 2238 h 55215"/>
                <a:gd name="connsiteX4" fmla="*/ 15784 w 29545"/>
                <a:gd name="connsiteY4" fmla="*/ 7461 h 55215"/>
                <a:gd name="connsiteX5" fmla="*/ 14570 w 29545"/>
                <a:gd name="connsiteY5" fmla="*/ 8208 h 55215"/>
                <a:gd name="connsiteX6" fmla="*/ 12951 w 29545"/>
                <a:gd name="connsiteY6" fmla="*/ 8954 h 55215"/>
                <a:gd name="connsiteX7" fmla="*/ 10523 w 29545"/>
                <a:gd name="connsiteY7" fmla="*/ 11192 h 55215"/>
                <a:gd name="connsiteX8" fmla="*/ 4452 w 29545"/>
                <a:gd name="connsiteY8" fmla="*/ 16415 h 55215"/>
                <a:gd name="connsiteX9" fmla="*/ 2024 w 29545"/>
                <a:gd name="connsiteY9" fmla="*/ 18654 h 55215"/>
                <a:gd name="connsiteX10" fmla="*/ 0 w 29545"/>
                <a:gd name="connsiteY10" fmla="*/ 20892 h 55215"/>
                <a:gd name="connsiteX11" fmla="*/ 2024 w 29545"/>
                <a:gd name="connsiteY11" fmla="*/ 25369 h 55215"/>
                <a:gd name="connsiteX12" fmla="*/ 4452 w 29545"/>
                <a:gd name="connsiteY12" fmla="*/ 29100 h 55215"/>
                <a:gd name="connsiteX13" fmla="*/ 4857 w 29545"/>
                <a:gd name="connsiteY13" fmla="*/ 29100 h 55215"/>
                <a:gd name="connsiteX14" fmla="*/ 9713 w 29545"/>
                <a:gd name="connsiteY14" fmla="*/ 24623 h 55215"/>
                <a:gd name="connsiteX15" fmla="*/ 10523 w 29545"/>
                <a:gd name="connsiteY15" fmla="*/ 26115 h 55215"/>
                <a:gd name="connsiteX16" fmla="*/ 12951 w 29545"/>
                <a:gd name="connsiteY16" fmla="*/ 29846 h 55215"/>
                <a:gd name="connsiteX17" fmla="*/ 14570 w 29545"/>
                <a:gd name="connsiteY17" fmla="*/ 32831 h 55215"/>
                <a:gd name="connsiteX18" fmla="*/ 15784 w 29545"/>
                <a:gd name="connsiteY18" fmla="*/ 35069 h 55215"/>
                <a:gd name="connsiteX19" fmla="*/ 16594 w 29545"/>
                <a:gd name="connsiteY19" fmla="*/ 36561 h 55215"/>
                <a:gd name="connsiteX20" fmla="*/ 15784 w 29545"/>
                <a:gd name="connsiteY20" fmla="*/ 40292 h 55215"/>
                <a:gd name="connsiteX21" fmla="*/ 14975 w 29545"/>
                <a:gd name="connsiteY21" fmla="*/ 45515 h 55215"/>
                <a:gd name="connsiteX22" fmla="*/ 14570 w 29545"/>
                <a:gd name="connsiteY22" fmla="*/ 46261 h 55215"/>
                <a:gd name="connsiteX23" fmla="*/ 14975 w 29545"/>
                <a:gd name="connsiteY23" fmla="*/ 47008 h 55215"/>
                <a:gd name="connsiteX24" fmla="*/ 16189 w 29545"/>
                <a:gd name="connsiteY24" fmla="*/ 48500 h 55215"/>
                <a:gd name="connsiteX25" fmla="*/ 19832 w 29545"/>
                <a:gd name="connsiteY25" fmla="*/ 55215 h 55215"/>
                <a:gd name="connsiteX26" fmla="*/ 21451 w 29545"/>
                <a:gd name="connsiteY26" fmla="*/ 48500 h 55215"/>
                <a:gd name="connsiteX27" fmla="*/ 22665 w 29545"/>
                <a:gd name="connsiteY27" fmla="*/ 43277 h 55215"/>
                <a:gd name="connsiteX28" fmla="*/ 26307 w 29545"/>
                <a:gd name="connsiteY28" fmla="*/ 26861 h 55215"/>
                <a:gd name="connsiteX29" fmla="*/ 27926 w 29545"/>
                <a:gd name="connsiteY29" fmla="*/ 19400 h 55215"/>
                <a:gd name="connsiteX30" fmla="*/ 29545 w 29545"/>
                <a:gd name="connsiteY30" fmla="*/ 10446 h 55215"/>
                <a:gd name="connsiteX31" fmla="*/ 27926 w 29545"/>
                <a:gd name="connsiteY31" fmla="*/ 7461 h 55215"/>
                <a:gd name="connsiteX32" fmla="*/ 22665 w 29545"/>
                <a:gd name="connsiteY32" fmla="*/ 14923 h 55215"/>
                <a:gd name="connsiteX33" fmla="*/ 21451 w 29545"/>
                <a:gd name="connsiteY33" fmla="*/ 20146 h 55215"/>
                <a:gd name="connsiteX34" fmla="*/ 19022 w 29545"/>
                <a:gd name="connsiteY34" fmla="*/ 29100 h 55215"/>
                <a:gd name="connsiteX35" fmla="*/ 16189 w 29545"/>
                <a:gd name="connsiteY35" fmla="*/ 23877 h 55215"/>
                <a:gd name="connsiteX36" fmla="*/ 14975 w 29545"/>
                <a:gd name="connsiteY36" fmla="*/ 21638 h 55215"/>
                <a:gd name="connsiteX37" fmla="*/ 14570 w 29545"/>
                <a:gd name="connsiteY37" fmla="*/ 20892 h 55215"/>
                <a:gd name="connsiteX38" fmla="*/ 14975 w 29545"/>
                <a:gd name="connsiteY38" fmla="*/ 20146 h 55215"/>
                <a:gd name="connsiteX39" fmla="*/ 16189 w 29545"/>
                <a:gd name="connsiteY39" fmla="*/ 19400 h 55215"/>
                <a:gd name="connsiteX40" fmla="*/ 21451 w 29545"/>
                <a:gd name="connsiteY40" fmla="*/ 14177 h 55215"/>
                <a:gd name="connsiteX41" fmla="*/ 22665 w 29545"/>
                <a:gd name="connsiteY41" fmla="*/ 13431 h 55215"/>
                <a:gd name="connsiteX42" fmla="*/ 23070 w 29545"/>
                <a:gd name="connsiteY42" fmla="*/ 12685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9545" h="55215">
                  <a:moveTo>
                    <a:pt x="26307" y="3731"/>
                  </a:moveTo>
                  <a:lnTo>
                    <a:pt x="23879" y="0"/>
                  </a:lnTo>
                  <a:lnTo>
                    <a:pt x="22260" y="1492"/>
                  </a:lnTo>
                  <a:lnTo>
                    <a:pt x="21046" y="2238"/>
                  </a:lnTo>
                  <a:lnTo>
                    <a:pt x="15784" y="7461"/>
                  </a:lnTo>
                  <a:lnTo>
                    <a:pt x="14570" y="8208"/>
                  </a:lnTo>
                  <a:lnTo>
                    <a:pt x="12951" y="8954"/>
                  </a:lnTo>
                  <a:lnTo>
                    <a:pt x="10523" y="11192"/>
                  </a:lnTo>
                  <a:lnTo>
                    <a:pt x="4452" y="16415"/>
                  </a:lnTo>
                  <a:lnTo>
                    <a:pt x="2024" y="18654"/>
                  </a:lnTo>
                  <a:lnTo>
                    <a:pt x="0" y="20892"/>
                  </a:lnTo>
                  <a:lnTo>
                    <a:pt x="2024" y="25369"/>
                  </a:lnTo>
                  <a:lnTo>
                    <a:pt x="4452" y="29100"/>
                  </a:lnTo>
                  <a:lnTo>
                    <a:pt x="4857" y="29100"/>
                  </a:lnTo>
                  <a:lnTo>
                    <a:pt x="9713" y="24623"/>
                  </a:lnTo>
                  <a:lnTo>
                    <a:pt x="10523" y="26115"/>
                  </a:lnTo>
                  <a:lnTo>
                    <a:pt x="12951" y="29846"/>
                  </a:lnTo>
                  <a:lnTo>
                    <a:pt x="14570" y="32831"/>
                  </a:lnTo>
                  <a:lnTo>
                    <a:pt x="15784" y="35069"/>
                  </a:lnTo>
                  <a:lnTo>
                    <a:pt x="16594" y="36561"/>
                  </a:lnTo>
                  <a:lnTo>
                    <a:pt x="15784" y="40292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4975" y="47008"/>
                  </a:lnTo>
                  <a:lnTo>
                    <a:pt x="16189" y="48500"/>
                  </a:lnTo>
                  <a:lnTo>
                    <a:pt x="19832" y="55215"/>
                  </a:lnTo>
                  <a:lnTo>
                    <a:pt x="21451" y="48500"/>
                  </a:lnTo>
                  <a:lnTo>
                    <a:pt x="22665" y="43277"/>
                  </a:lnTo>
                  <a:lnTo>
                    <a:pt x="26307" y="26861"/>
                  </a:lnTo>
                  <a:lnTo>
                    <a:pt x="27926" y="19400"/>
                  </a:lnTo>
                  <a:lnTo>
                    <a:pt x="29545" y="10446"/>
                  </a:lnTo>
                  <a:lnTo>
                    <a:pt x="27926" y="7461"/>
                  </a:lnTo>
                  <a:close/>
                  <a:moveTo>
                    <a:pt x="22665" y="14923"/>
                  </a:moveTo>
                  <a:lnTo>
                    <a:pt x="21451" y="20146"/>
                  </a:lnTo>
                  <a:lnTo>
                    <a:pt x="19022" y="29100"/>
                  </a:lnTo>
                  <a:lnTo>
                    <a:pt x="16189" y="23877"/>
                  </a:lnTo>
                  <a:lnTo>
                    <a:pt x="14975" y="21638"/>
                  </a:lnTo>
                  <a:lnTo>
                    <a:pt x="14570" y="20892"/>
                  </a:lnTo>
                  <a:lnTo>
                    <a:pt x="14975" y="20146"/>
                  </a:lnTo>
                  <a:lnTo>
                    <a:pt x="16189" y="19400"/>
                  </a:lnTo>
                  <a:lnTo>
                    <a:pt x="21451" y="14177"/>
                  </a:lnTo>
                  <a:lnTo>
                    <a:pt x="22665" y="13431"/>
                  </a:lnTo>
                  <a:lnTo>
                    <a:pt x="23070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9" name="Freeform 1038"/>
            <p:cNvSpPr/>
            <p:nvPr/>
          </p:nvSpPr>
          <p:spPr>
            <a:xfrm>
              <a:off x="10241772" y="76392"/>
              <a:ext cx="37235" cy="59692"/>
            </a:xfrm>
            <a:custGeom>
              <a:avLst/>
              <a:gdLst>
                <a:gd name="connsiteX0" fmla="*/ 809 w 37235"/>
                <a:gd name="connsiteY0" fmla="*/ 49992 h 59692"/>
                <a:gd name="connsiteX1" fmla="*/ 2428 w 37235"/>
                <a:gd name="connsiteY1" fmla="*/ 52231 h 59692"/>
                <a:gd name="connsiteX2" fmla="*/ 3643 w 37235"/>
                <a:gd name="connsiteY2" fmla="*/ 51485 h 59692"/>
                <a:gd name="connsiteX3" fmla="*/ 4047 w 37235"/>
                <a:gd name="connsiteY3" fmla="*/ 51485 h 59692"/>
                <a:gd name="connsiteX4" fmla="*/ 4452 w 37235"/>
                <a:gd name="connsiteY4" fmla="*/ 50738 h 59692"/>
                <a:gd name="connsiteX5" fmla="*/ 4452 w 37235"/>
                <a:gd name="connsiteY5" fmla="*/ 49992 h 59692"/>
                <a:gd name="connsiteX6" fmla="*/ 4857 w 37235"/>
                <a:gd name="connsiteY6" fmla="*/ 49246 h 59692"/>
                <a:gd name="connsiteX7" fmla="*/ 5261 w 37235"/>
                <a:gd name="connsiteY7" fmla="*/ 47754 h 59692"/>
                <a:gd name="connsiteX8" fmla="*/ 5666 w 37235"/>
                <a:gd name="connsiteY8" fmla="*/ 46261 h 59692"/>
                <a:gd name="connsiteX9" fmla="*/ 5666 w 37235"/>
                <a:gd name="connsiteY9" fmla="*/ 44023 h 59692"/>
                <a:gd name="connsiteX10" fmla="*/ 6071 w 37235"/>
                <a:gd name="connsiteY10" fmla="*/ 41785 h 59692"/>
                <a:gd name="connsiteX11" fmla="*/ 6476 w 37235"/>
                <a:gd name="connsiteY11" fmla="*/ 38800 h 59692"/>
                <a:gd name="connsiteX12" fmla="*/ 6880 w 37235"/>
                <a:gd name="connsiteY12" fmla="*/ 35815 h 59692"/>
                <a:gd name="connsiteX13" fmla="*/ 7285 w 37235"/>
                <a:gd name="connsiteY13" fmla="*/ 32831 h 59692"/>
                <a:gd name="connsiteX14" fmla="*/ 7285 w 37235"/>
                <a:gd name="connsiteY14" fmla="*/ 26115 h 59692"/>
                <a:gd name="connsiteX15" fmla="*/ 7690 w 37235"/>
                <a:gd name="connsiteY15" fmla="*/ 26115 h 59692"/>
                <a:gd name="connsiteX16" fmla="*/ 8499 w 37235"/>
                <a:gd name="connsiteY16" fmla="*/ 26861 h 59692"/>
                <a:gd name="connsiteX17" fmla="*/ 8904 w 37235"/>
                <a:gd name="connsiteY17" fmla="*/ 27608 h 59692"/>
                <a:gd name="connsiteX18" fmla="*/ 8904 w 37235"/>
                <a:gd name="connsiteY18" fmla="*/ 33577 h 59692"/>
                <a:gd name="connsiteX19" fmla="*/ 8499 w 37235"/>
                <a:gd name="connsiteY19" fmla="*/ 34323 h 59692"/>
                <a:gd name="connsiteX20" fmla="*/ 8499 w 37235"/>
                <a:gd name="connsiteY20" fmla="*/ 37308 h 59692"/>
                <a:gd name="connsiteX21" fmla="*/ 8095 w 37235"/>
                <a:gd name="connsiteY21" fmla="*/ 40292 h 59692"/>
                <a:gd name="connsiteX22" fmla="*/ 7690 w 37235"/>
                <a:gd name="connsiteY22" fmla="*/ 43277 h 59692"/>
                <a:gd name="connsiteX23" fmla="*/ 7690 w 37235"/>
                <a:gd name="connsiteY23" fmla="*/ 44023 h 59692"/>
                <a:gd name="connsiteX24" fmla="*/ 7285 w 37235"/>
                <a:gd name="connsiteY24" fmla="*/ 45515 h 59692"/>
                <a:gd name="connsiteX25" fmla="*/ 7285 w 37235"/>
                <a:gd name="connsiteY25" fmla="*/ 49246 h 59692"/>
                <a:gd name="connsiteX26" fmla="*/ 7690 w 37235"/>
                <a:gd name="connsiteY26" fmla="*/ 49992 h 59692"/>
                <a:gd name="connsiteX27" fmla="*/ 8095 w 37235"/>
                <a:gd name="connsiteY27" fmla="*/ 50738 h 59692"/>
                <a:gd name="connsiteX28" fmla="*/ 8499 w 37235"/>
                <a:gd name="connsiteY28" fmla="*/ 51485 h 59692"/>
                <a:gd name="connsiteX29" fmla="*/ 8904 w 37235"/>
                <a:gd name="connsiteY29" fmla="*/ 52231 h 59692"/>
                <a:gd name="connsiteX30" fmla="*/ 9713 w 37235"/>
                <a:gd name="connsiteY30" fmla="*/ 51485 h 59692"/>
                <a:gd name="connsiteX31" fmla="*/ 10928 w 37235"/>
                <a:gd name="connsiteY31" fmla="*/ 52231 h 59692"/>
                <a:gd name="connsiteX32" fmla="*/ 12951 w 37235"/>
                <a:gd name="connsiteY32" fmla="*/ 52231 h 59692"/>
                <a:gd name="connsiteX33" fmla="*/ 14570 w 37235"/>
                <a:gd name="connsiteY33" fmla="*/ 52977 h 59692"/>
                <a:gd name="connsiteX34" fmla="*/ 14975 w 37235"/>
                <a:gd name="connsiteY34" fmla="*/ 53723 h 59692"/>
                <a:gd name="connsiteX35" fmla="*/ 16189 w 37235"/>
                <a:gd name="connsiteY35" fmla="*/ 54469 h 59692"/>
                <a:gd name="connsiteX36" fmla="*/ 17403 w 37235"/>
                <a:gd name="connsiteY36" fmla="*/ 55215 h 59692"/>
                <a:gd name="connsiteX37" fmla="*/ 18213 w 37235"/>
                <a:gd name="connsiteY37" fmla="*/ 55215 h 59692"/>
                <a:gd name="connsiteX38" fmla="*/ 18213 w 37235"/>
                <a:gd name="connsiteY38" fmla="*/ 54469 h 59692"/>
                <a:gd name="connsiteX39" fmla="*/ 18618 w 37235"/>
                <a:gd name="connsiteY39" fmla="*/ 54469 h 59692"/>
                <a:gd name="connsiteX40" fmla="*/ 19022 w 37235"/>
                <a:gd name="connsiteY40" fmla="*/ 53723 h 59692"/>
                <a:gd name="connsiteX41" fmla="*/ 19832 w 37235"/>
                <a:gd name="connsiteY41" fmla="*/ 52977 h 59692"/>
                <a:gd name="connsiteX42" fmla="*/ 20641 w 37235"/>
                <a:gd name="connsiteY42" fmla="*/ 52977 h 59692"/>
                <a:gd name="connsiteX43" fmla="*/ 21046 w 37235"/>
                <a:gd name="connsiteY43" fmla="*/ 52231 h 59692"/>
                <a:gd name="connsiteX44" fmla="*/ 21046 w 37235"/>
                <a:gd name="connsiteY44" fmla="*/ 50738 h 59692"/>
                <a:gd name="connsiteX45" fmla="*/ 21451 w 37235"/>
                <a:gd name="connsiteY45" fmla="*/ 49246 h 59692"/>
                <a:gd name="connsiteX46" fmla="*/ 21855 w 37235"/>
                <a:gd name="connsiteY46" fmla="*/ 48500 h 59692"/>
                <a:gd name="connsiteX47" fmla="*/ 22260 w 37235"/>
                <a:gd name="connsiteY47" fmla="*/ 47754 h 59692"/>
                <a:gd name="connsiteX48" fmla="*/ 22665 w 37235"/>
                <a:gd name="connsiteY48" fmla="*/ 47754 h 59692"/>
                <a:gd name="connsiteX49" fmla="*/ 23070 w 37235"/>
                <a:gd name="connsiteY49" fmla="*/ 48500 h 59692"/>
                <a:gd name="connsiteX50" fmla="*/ 23474 w 37235"/>
                <a:gd name="connsiteY50" fmla="*/ 49246 h 59692"/>
                <a:gd name="connsiteX51" fmla="*/ 23474 w 37235"/>
                <a:gd name="connsiteY51" fmla="*/ 51485 h 59692"/>
                <a:gd name="connsiteX52" fmla="*/ 23070 w 37235"/>
                <a:gd name="connsiteY52" fmla="*/ 52231 h 59692"/>
                <a:gd name="connsiteX53" fmla="*/ 23879 w 37235"/>
                <a:gd name="connsiteY53" fmla="*/ 52977 h 59692"/>
                <a:gd name="connsiteX54" fmla="*/ 23879 w 37235"/>
                <a:gd name="connsiteY54" fmla="*/ 58200 h 59692"/>
                <a:gd name="connsiteX55" fmla="*/ 25093 w 37235"/>
                <a:gd name="connsiteY55" fmla="*/ 58946 h 59692"/>
                <a:gd name="connsiteX56" fmla="*/ 25903 w 37235"/>
                <a:gd name="connsiteY56" fmla="*/ 58946 h 59692"/>
                <a:gd name="connsiteX57" fmla="*/ 26712 w 37235"/>
                <a:gd name="connsiteY57" fmla="*/ 59692 h 59692"/>
                <a:gd name="connsiteX58" fmla="*/ 26712 w 37235"/>
                <a:gd name="connsiteY58" fmla="*/ 58946 h 59692"/>
                <a:gd name="connsiteX59" fmla="*/ 27117 w 37235"/>
                <a:gd name="connsiteY59" fmla="*/ 55961 h 59692"/>
                <a:gd name="connsiteX60" fmla="*/ 27117 w 37235"/>
                <a:gd name="connsiteY60" fmla="*/ 54469 h 59692"/>
                <a:gd name="connsiteX61" fmla="*/ 28331 w 37235"/>
                <a:gd name="connsiteY61" fmla="*/ 51485 h 59692"/>
                <a:gd name="connsiteX62" fmla="*/ 28736 w 37235"/>
                <a:gd name="connsiteY62" fmla="*/ 49246 h 59692"/>
                <a:gd name="connsiteX63" fmla="*/ 29141 w 37235"/>
                <a:gd name="connsiteY63" fmla="*/ 47008 h 59692"/>
                <a:gd name="connsiteX64" fmla="*/ 29545 w 37235"/>
                <a:gd name="connsiteY64" fmla="*/ 46261 h 59692"/>
                <a:gd name="connsiteX65" fmla="*/ 29950 w 37235"/>
                <a:gd name="connsiteY65" fmla="*/ 44023 h 59692"/>
                <a:gd name="connsiteX66" fmla="*/ 30355 w 37235"/>
                <a:gd name="connsiteY66" fmla="*/ 42531 h 59692"/>
                <a:gd name="connsiteX67" fmla="*/ 30760 w 37235"/>
                <a:gd name="connsiteY67" fmla="*/ 41038 h 59692"/>
                <a:gd name="connsiteX68" fmla="*/ 31974 w 37235"/>
                <a:gd name="connsiteY68" fmla="*/ 38054 h 59692"/>
                <a:gd name="connsiteX69" fmla="*/ 32378 w 37235"/>
                <a:gd name="connsiteY69" fmla="*/ 35815 h 59692"/>
                <a:gd name="connsiteX70" fmla="*/ 34807 w 37235"/>
                <a:gd name="connsiteY70" fmla="*/ 32831 h 59692"/>
                <a:gd name="connsiteX71" fmla="*/ 35212 w 37235"/>
                <a:gd name="connsiteY71" fmla="*/ 31338 h 59692"/>
                <a:gd name="connsiteX72" fmla="*/ 35616 w 37235"/>
                <a:gd name="connsiteY72" fmla="*/ 28354 h 59692"/>
                <a:gd name="connsiteX73" fmla="*/ 36021 w 37235"/>
                <a:gd name="connsiteY73" fmla="*/ 26861 h 59692"/>
                <a:gd name="connsiteX74" fmla="*/ 36426 w 37235"/>
                <a:gd name="connsiteY74" fmla="*/ 25369 h 59692"/>
                <a:gd name="connsiteX75" fmla="*/ 37235 w 37235"/>
                <a:gd name="connsiteY75" fmla="*/ 22385 h 59692"/>
                <a:gd name="connsiteX76" fmla="*/ 37235 w 37235"/>
                <a:gd name="connsiteY76" fmla="*/ 19400 h 59692"/>
                <a:gd name="connsiteX77" fmla="*/ 36021 w 37235"/>
                <a:gd name="connsiteY77" fmla="*/ 18654 h 59692"/>
                <a:gd name="connsiteX78" fmla="*/ 34402 w 37235"/>
                <a:gd name="connsiteY78" fmla="*/ 18654 h 59692"/>
                <a:gd name="connsiteX79" fmla="*/ 33997 w 37235"/>
                <a:gd name="connsiteY79" fmla="*/ 19400 h 59692"/>
                <a:gd name="connsiteX80" fmla="*/ 33188 w 37235"/>
                <a:gd name="connsiteY80" fmla="*/ 20146 h 59692"/>
                <a:gd name="connsiteX81" fmla="*/ 32783 w 37235"/>
                <a:gd name="connsiteY81" fmla="*/ 21638 h 59692"/>
                <a:gd name="connsiteX82" fmla="*/ 32378 w 37235"/>
                <a:gd name="connsiteY82" fmla="*/ 24623 h 59692"/>
                <a:gd name="connsiteX83" fmla="*/ 31974 w 37235"/>
                <a:gd name="connsiteY83" fmla="*/ 26861 h 59692"/>
                <a:gd name="connsiteX84" fmla="*/ 31569 w 37235"/>
                <a:gd name="connsiteY84" fmla="*/ 29100 h 59692"/>
                <a:gd name="connsiteX85" fmla="*/ 30760 w 37235"/>
                <a:gd name="connsiteY85" fmla="*/ 30592 h 59692"/>
                <a:gd name="connsiteX86" fmla="*/ 29950 w 37235"/>
                <a:gd name="connsiteY86" fmla="*/ 34323 h 59692"/>
                <a:gd name="connsiteX87" fmla="*/ 29141 w 37235"/>
                <a:gd name="connsiteY87" fmla="*/ 37308 h 59692"/>
                <a:gd name="connsiteX88" fmla="*/ 28736 w 37235"/>
                <a:gd name="connsiteY88" fmla="*/ 38054 h 59692"/>
                <a:gd name="connsiteX89" fmla="*/ 28331 w 37235"/>
                <a:gd name="connsiteY89" fmla="*/ 38800 h 59692"/>
                <a:gd name="connsiteX90" fmla="*/ 27926 w 37235"/>
                <a:gd name="connsiteY90" fmla="*/ 41785 h 59692"/>
                <a:gd name="connsiteX91" fmla="*/ 27926 w 37235"/>
                <a:gd name="connsiteY91" fmla="*/ 44769 h 59692"/>
                <a:gd name="connsiteX92" fmla="*/ 27522 w 37235"/>
                <a:gd name="connsiteY92" fmla="*/ 45515 h 59692"/>
                <a:gd name="connsiteX93" fmla="*/ 26712 w 37235"/>
                <a:gd name="connsiteY93" fmla="*/ 45515 h 59692"/>
                <a:gd name="connsiteX94" fmla="*/ 26307 w 37235"/>
                <a:gd name="connsiteY94" fmla="*/ 46261 h 59692"/>
                <a:gd name="connsiteX95" fmla="*/ 25498 w 37235"/>
                <a:gd name="connsiteY95" fmla="*/ 47008 h 59692"/>
                <a:gd name="connsiteX96" fmla="*/ 25093 w 37235"/>
                <a:gd name="connsiteY96" fmla="*/ 45515 h 59692"/>
                <a:gd name="connsiteX97" fmla="*/ 24689 w 37235"/>
                <a:gd name="connsiteY97" fmla="*/ 44769 h 59692"/>
                <a:gd name="connsiteX98" fmla="*/ 25093 w 37235"/>
                <a:gd name="connsiteY98" fmla="*/ 42531 h 59692"/>
                <a:gd name="connsiteX99" fmla="*/ 25498 w 37235"/>
                <a:gd name="connsiteY99" fmla="*/ 40292 h 59692"/>
                <a:gd name="connsiteX100" fmla="*/ 25903 w 37235"/>
                <a:gd name="connsiteY100" fmla="*/ 38800 h 59692"/>
                <a:gd name="connsiteX101" fmla="*/ 26307 w 37235"/>
                <a:gd name="connsiteY101" fmla="*/ 35815 h 59692"/>
                <a:gd name="connsiteX102" fmla="*/ 27522 w 37235"/>
                <a:gd name="connsiteY102" fmla="*/ 32831 h 59692"/>
                <a:gd name="connsiteX103" fmla="*/ 27926 w 37235"/>
                <a:gd name="connsiteY103" fmla="*/ 32085 h 59692"/>
                <a:gd name="connsiteX104" fmla="*/ 28331 w 37235"/>
                <a:gd name="connsiteY104" fmla="*/ 31338 h 59692"/>
                <a:gd name="connsiteX105" fmla="*/ 28736 w 37235"/>
                <a:gd name="connsiteY105" fmla="*/ 29846 h 59692"/>
                <a:gd name="connsiteX106" fmla="*/ 29545 w 37235"/>
                <a:gd name="connsiteY106" fmla="*/ 25369 h 59692"/>
                <a:gd name="connsiteX107" fmla="*/ 29950 w 37235"/>
                <a:gd name="connsiteY107" fmla="*/ 22385 h 59692"/>
                <a:gd name="connsiteX108" fmla="*/ 29950 w 37235"/>
                <a:gd name="connsiteY108" fmla="*/ 17161 h 59692"/>
                <a:gd name="connsiteX109" fmla="*/ 30355 w 37235"/>
                <a:gd name="connsiteY109" fmla="*/ 14177 h 59692"/>
                <a:gd name="connsiteX110" fmla="*/ 29545 w 37235"/>
                <a:gd name="connsiteY110" fmla="*/ 13431 h 59692"/>
                <a:gd name="connsiteX111" fmla="*/ 28331 w 37235"/>
                <a:gd name="connsiteY111" fmla="*/ 10446 h 59692"/>
                <a:gd name="connsiteX112" fmla="*/ 27926 w 37235"/>
                <a:gd name="connsiteY112" fmla="*/ 9700 h 59692"/>
                <a:gd name="connsiteX113" fmla="*/ 27117 w 37235"/>
                <a:gd name="connsiteY113" fmla="*/ 8208 h 59692"/>
                <a:gd name="connsiteX114" fmla="*/ 25093 w 37235"/>
                <a:gd name="connsiteY114" fmla="*/ 5223 h 59692"/>
                <a:gd name="connsiteX115" fmla="*/ 24689 w 37235"/>
                <a:gd name="connsiteY115" fmla="*/ 4477 h 59692"/>
                <a:gd name="connsiteX116" fmla="*/ 23474 w 37235"/>
                <a:gd name="connsiteY116" fmla="*/ 2985 h 59692"/>
                <a:gd name="connsiteX117" fmla="*/ 22665 w 37235"/>
                <a:gd name="connsiteY117" fmla="*/ 2238 h 59692"/>
                <a:gd name="connsiteX118" fmla="*/ 21046 w 37235"/>
                <a:gd name="connsiteY118" fmla="*/ 2238 h 59692"/>
                <a:gd name="connsiteX119" fmla="*/ 19832 w 37235"/>
                <a:gd name="connsiteY119" fmla="*/ 2985 h 59692"/>
                <a:gd name="connsiteX120" fmla="*/ 19427 w 37235"/>
                <a:gd name="connsiteY120" fmla="*/ 3731 h 59692"/>
                <a:gd name="connsiteX121" fmla="*/ 18213 w 37235"/>
                <a:gd name="connsiteY121" fmla="*/ 5223 h 59692"/>
                <a:gd name="connsiteX122" fmla="*/ 17403 w 37235"/>
                <a:gd name="connsiteY122" fmla="*/ 8208 h 59692"/>
                <a:gd name="connsiteX123" fmla="*/ 16189 w 37235"/>
                <a:gd name="connsiteY123" fmla="*/ 11192 h 59692"/>
                <a:gd name="connsiteX124" fmla="*/ 15784 w 37235"/>
                <a:gd name="connsiteY124" fmla="*/ 13431 h 59692"/>
                <a:gd name="connsiteX125" fmla="*/ 14570 w 37235"/>
                <a:gd name="connsiteY125" fmla="*/ 17161 h 59692"/>
                <a:gd name="connsiteX126" fmla="*/ 14166 w 37235"/>
                <a:gd name="connsiteY126" fmla="*/ 18654 h 59692"/>
                <a:gd name="connsiteX127" fmla="*/ 13761 w 37235"/>
                <a:gd name="connsiteY127" fmla="*/ 18654 h 59692"/>
                <a:gd name="connsiteX128" fmla="*/ 12951 w 37235"/>
                <a:gd name="connsiteY128" fmla="*/ 19400 h 59692"/>
                <a:gd name="connsiteX129" fmla="*/ 11332 w 37235"/>
                <a:gd name="connsiteY129" fmla="*/ 19400 h 59692"/>
                <a:gd name="connsiteX130" fmla="*/ 11332 w 37235"/>
                <a:gd name="connsiteY130" fmla="*/ 18654 h 59692"/>
                <a:gd name="connsiteX131" fmla="*/ 10523 w 37235"/>
                <a:gd name="connsiteY131" fmla="*/ 17908 h 59692"/>
                <a:gd name="connsiteX132" fmla="*/ 10928 w 37235"/>
                <a:gd name="connsiteY132" fmla="*/ 15669 h 59692"/>
                <a:gd name="connsiteX133" fmla="*/ 11332 w 37235"/>
                <a:gd name="connsiteY133" fmla="*/ 14177 h 59692"/>
                <a:gd name="connsiteX134" fmla="*/ 11737 w 37235"/>
                <a:gd name="connsiteY134" fmla="*/ 13431 h 59692"/>
                <a:gd name="connsiteX135" fmla="*/ 11737 w 37235"/>
                <a:gd name="connsiteY135" fmla="*/ 12685 h 59692"/>
                <a:gd name="connsiteX136" fmla="*/ 12547 w 37235"/>
                <a:gd name="connsiteY136" fmla="*/ 10446 h 59692"/>
                <a:gd name="connsiteX137" fmla="*/ 12951 w 37235"/>
                <a:gd name="connsiteY137" fmla="*/ 8208 h 59692"/>
                <a:gd name="connsiteX138" fmla="*/ 12951 w 37235"/>
                <a:gd name="connsiteY138" fmla="*/ 7461 h 59692"/>
                <a:gd name="connsiteX139" fmla="*/ 13356 w 37235"/>
                <a:gd name="connsiteY139" fmla="*/ 5969 h 59692"/>
                <a:gd name="connsiteX140" fmla="*/ 13761 w 37235"/>
                <a:gd name="connsiteY140" fmla="*/ 3731 h 59692"/>
                <a:gd name="connsiteX141" fmla="*/ 13356 w 37235"/>
                <a:gd name="connsiteY141" fmla="*/ 746 h 59692"/>
                <a:gd name="connsiteX142" fmla="*/ 12951 w 37235"/>
                <a:gd name="connsiteY142" fmla="*/ 746 h 59692"/>
                <a:gd name="connsiteX143" fmla="*/ 11737 w 37235"/>
                <a:gd name="connsiteY143" fmla="*/ 0 h 59692"/>
                <a:gd name="connsiteX144" fmla="*/ 10523 w 37235"/>
                <a:gd name="connsiteY144" fmla="*/ 746 h 59692"/>
                <a:gd name="connsiteX145" fmla="*/ 10118 w 37235"/>
                <a:gd name="connsiteY145" fmla="*/ 1492 h 59692"/>
                <a:gd name="connsiteX146" fmla="*/ 9309 w 37235"/>
                <a:gd name="connsiteY146" fmla="*/ 2238 h 59692"/>
                <a:gd name="connsiteX147" fmla="*/ 9309 w 37235"/>
                <a:gd name="connsiteY147" fmla="*/ 3731 h 59692"/>
                <a:gd name="connsiteX148" fmla="*/ 8904 w 37235"/>
                <a:gd name="connsiteY148" fmla="*/ 7461 h 59692"/>
                <a:gd name="connsiteX149" fmla="*/ 8499 w 37235"/>
                <a:gd name="connsiteY149" fmla="*/ 8208 h 59692"/>
                <a:gd name="connsiteX150" fmla="*/ 8095 w 37235"/>
                <a:gd name="connsiteY150" fmla="*/ 9700 h 59692"/>
                <a:gd name="connsiteX151" fmla="*/ 6880 w 37235"/>
                <a:gd name="connsiteY151" fmla="*/ 14177 h 59692"/>
                <a:gd name="connsiteX152" fmla="*/ 5261 w 37235"/>
                <a:gd name="connsiteY152" fmla="*/ 17161 h 59692"/>
                <a:gd name="connsiteX153" fmla="*/ 4452 w 37235"/>
                <a:gd name="connsiteY153" fmla="*/ 19400 h 59692"/>
                <a:gd name="connsiteX154" fmla="*/ 4047 w 37235"/>
                <a:gd name="connsiteY154" fmla="*/ 20146 h 59692"/>
                <a:gd name="connsiteX155" fmla="*/ 2833 w 37235"/>
                <a:gd name="connsiteY155" fmla="*/ 22385 h 59692"/>
                <a:gd name="connsiteX156" fmla="*/ 2833 w 37235"/>
                <a:gd name="connsiteY156" fmla="*/ 27608 h 59692"/>
                <a:gd name="connsiteX157" fmla="*/ 2428 w 37235"/>
                <a:gd name="connsiteY157" fmla="*/ 30592 h 59692"/>
                <a:gd name="connsiteX158" fmla="*/ 2024 w 37235"/>
                <a:gd name="connsiteY158" fmla="*/ 32831 h 59692"/>
                <a:gd name="connsiteX159" fmla="*/ 1619 w 37235"/>
                <a:gd name="connsiteY159" fmla="*/ 33577 h 59692"/>
                <a:gd name="connsiteX160" fmla="*/ 1214 w 37235"/>
                <a:gd name="connsiteY160" fmla="*/ 35069 h 59692"/>
                <a:gd name="connsiteX161" fmla="*/ 1214 w 37235"/>
                <a:gd name="connsiteY161" fmla="*/ 40292 h 59692"/>
                <a:gd name="connsiteX162" fmla="*/ 809 w 37235"/>
                <a:gd name="connsiteY162" fmla="*/ 40292 h 59692"/>
                <a:gd name="connsiteX163" fmla="*/ 809 w 37235"/>
                <a:gd name="connsiteY163" fmla="*/ 43277 h 59692"/>
                <a:gd name="connsiteX164" fmla="*/ 405 w 37235"/>
                <a:gd name="connsiteY164" fmla="*/ 45515 h 59692"/>
                <a:gd name="connsiteX165" fmla="*/ 0 w 37235"/>
                <a:gd name="connsiteY165" fmla="*/ 47008 h 59692"/>
                <a:gd name="connsiteX166" fmla="*/ 405 w 37235"/>
                <a:gd name="connsiteY166" fmla="*/ 49246 h 59692"/>
                <a:gd name="connsiteX167" fmla="*/ 19022 w 37235"/>
                <a:gd name="connsiteY167" fmla="*/ 13431 h 59692"/>
                <a:gd name="connsiteX168" fmla="*/ 19427 w 37235"/>
                <a:gd name="connsiteY168" fmla="*/ 12685 h 59692"/>
                <a:gd name="connsiteX169" fmla="*/ 19832 w 37235"/>
                <a:gd name="connsiteY169" fmla="*/ 11938 h 59692"/>
                <a:gd name="connsiteX170" fmla="*/ 21046 w 37235"/>
                <a:gd name="connsiteY170" fmla="*/ 11938 h 59692"/>
                <a:gd name="connsiteX171" fmla="*/ 21451 w 37235"/>
                <a:gd name="connsiteY171" fmla="*/ 12685 h 59692"/>
                <a:gd name="connsiteX172" fmla="*/ 21855 w 37235"/>
                <a:gd name="connsiteY172" fmla="*/ 13431 h 59692"/>
                <a:gd name="connsiteX173" fmla="*/ 22260 w 37235"/>
                <a:gd name="connsiteY173" fmla="*/ 14923 h 59692"/>
                <a:gd name="connsiteX174" fmla="*/ 21855 w 37235"/>
                <a:gd name="connsiteY174" fmla="*/ 17161 h 59692"/>
                <a:gd name="connsiteX175" fmla="*/ 21855 w 37235"/>
                <a:gd name="connsiteY175" fmla="*/ 17908 h 59692"/>
                <a:gd name="connsiteX176" fmla="*/ 20237 w 37235"/>
                <a:gd name="connsiteY176" fmla="*/ 17908 h 59692"/>
                <a:gd name="connsiteX177" fmla="*/ 19832 w 37235"/>
                <a:gd name="connsiteY177" fmla="*/ 17161 h 59692"/>
                <a:gd name="connsiteX178" fmla="*/ 19832 w 37235"/>
                <a:gd name="connsiteY178" fmla="*/ 16415 h 59692"/>
                <a:gd name="connsiteX179" fmla="*/ 19427 w 37235"/>
                <a:gd name="connsiteY179" fmla="*/ 15669 h 59692"/>
                <a:gd name="connsiteX180" fmla="*/ 19427 w 37235"/>
                <a:gd name="connsiteY180" fmla="*/ 13431 h 59692"/>
                <a:gd name="connsiteX181" fmla="*/ 15784 w 37235"/>
                <a:gd name="connsiteY181" fmla="*/ 26861 h 59692"/>
                <a:gd name="connsiteX182" fmla="*/ 16189 w 37235"/>
                <a:gd name="connsiteY182" fmla="*/ 26115 h 59692"/>
                <a:gd name="connsiteX183" fmla="*/ 16594 w 37235"/>
                <a:gd name="connsiteY183" fmla="*/ 26115 h 59692"/>
                <a:gd name="connsiteX184" fmla="*/ 16999 w 37235"/>
                <a:gd name="connsiteY184" fmla="*/ 26861 h 59692"/>
                <a:gd name="connsiteX185" fmla="*/ 17403 w 37235"/>
                <a:gd name="connsiteY185" fmla="*/ 27608 h 59692"/>
                <a:gd name="connsiteX186" fmla="*/ 18213 w 37235"/>
                <a:gd name="connsiteY186" fmla="*/ 28354 h 59692"/>
                <a:gd name="connsiteX187" fmla="*/ 19022 w 37235"/>
                <a:gd name="connsiteY187" fmla="*/ 28354 h 59692"/>
                <a:gd name="connsiteX188" fmla="*/ 19427 w 37235"/>
                <a:gd name="connsiteY188" fmla="*/ 27608 h 59692"/>
                <a:gd name="connsiteX189" fmla="*/ 19832 w 37235"/>
                <a:gd name="connsiteY189" fmla="*/ 26861 h 59692"/>
                <a:gd name="connsiteX190" fmla="*/ 21046 w 37235"/>
                <a:gd name="connsiteY190" fmla="*/ 25369 h 59692"/>
                <a:gd name="connsiteX191" fmla="*/ 21451 w 37235"/>
                <a:gd name="connsiteY191" fmla="*/ 23877 h 59692"/>
                <a:gd name="connsiteX192" fmla="*/ 21855 w 37235"/>
                <a:gd name="connsiteY192" fmla="*/ 23131 h 59692"/>
                <a:gd name="connsiteX193" fmla="*/ 21855 w 37235"/>
                <a:gd name="connsiteY193" fmla="*/ 22385 h 59692"/>
                <a:gd name="connsiteX194" fmla="*/ 22260 w 37235"/>
                <a:gd name="connsiteY194" fmla="*/ 22385 h 59692"/>
                <a:gd name="connsiteX195" fmla="*/ 22665 w 37235"/>
                <a:gd name="connsiteY195" fmla="*/ 23131 h 59692"/>
                <a:gd name="connsiteX196" fmla="*/ 23070 w 37235"/>
                <a:gd name="connsiteY196" fmla="*/ 23877 h 59692"/>
                <a:gd name="connsiteX197" fmla="*/ 22665 w 37235"/>
                <a:gd name="connsiteY197" fmla="*/ 25369 h 59692"/>
                <a:gd name="connsiteX198" fmla="*/ 22260 w 37235"/>
                <a:gd name="connsiteY198" fmla="*/ 27608 h 59692"/>
                <a:gd name="connsiteX199" fmla="*/ 21855 w 37235"/>
                <a:gd name="connsiteY199" fmla="*/ 30592 h 59692"/>
                <a:gd name="connsiteX200" fmla="*/ 21451 w 37235"/>
                <a:gd name="connsiteY200" fmla="*/ 31338 h 59692"/>
                <a:gd name="connsiteX201" fmla="*/ 21046 w 37235"/>
                <a:gd name="connsiteY201" fmla="*/ 32085 h 59692"/>
                <a:gd name="connsiteX202" fmla="*/ 22665 w 37235"/>
                <a:gd name="connsiteY202" fmla="*/ 32831 h 59692"/>
                <a:gd name="connsiteX203" fmla="*/ 21855 w 37235"/>
                <a:gd name="connsiteY203" fmla="*/ 35069 h 59692"/>
                <a:gd name="connsiteX204" fmla="*/ 21451 w 37235"/>
                <a:gd name="connsiteY204" fmla="*/ 35815 h 59692"/>
                <a:gd name="connsiteX205" fmla="*/ 21046 w 37235"/>
                <a:gd name="connsiteY205" fmla="*/ 37308 h 59692"/>
                <a:gd name="connsiteX206" fmla="*/ 20641 w 37235"/>
                <a:gd name="connsiteY206" fmla="*/ 40292 h 59692"/>
                <a:gd name="connsiteX207" fmla="*/ 20237 w 37235"/>
                <a:gd name="connsiteY207" fmla="*/ 41785 h 59692"/>
                <a:gd name="connsiteX208" fmla="*/ 19832 w 37235"/>
                <a:gd name="connsiteY208" fmla="*/ 43277 h 59692"/>
                <a:gd name="connsiteX209" fmla="*/ 19427 w 37235"/>
                <a:gd name="connsiteY209" fmla="*/ 44769 h 59692"/>
                <a:gd name="connsiteX210" fmla="*/ 19022 w 37235"/>
                <a:gd name="connsiteY210" fmla="*/ 45515 h 59692"/>
                <a:gd name="connsiteX211" fmla="*/ 18618 w 37235"/>
                <a:gd name="connsiteY211" fmla="*/ 46261 h 59692"/>
                <a:gd name="connsiteX212" fmla="*/ 18618 w 37235"/>
                <a:gd name="connsiteY212" fmla="*/ 47008 h 59692"/>
                <a:gd name="connsiteX213" fmla="*/ 18213 w 37235"/>
                <a:gd name="connsiteY213" fmla="*/ 45515 h 59692"/>
                <a:gd name="connsiteX214" fmla="*/ 18618 w 37235"/>
                <a:gd name="connsiteY214" fmla="*/ 44769 h 59692"/>
                <a:gd name="connsiteX215" fmla="*/ 18618 w 37235"/>
                <a:gd name="connsiteY215" fmla="*/ 40292 h 59692"/>
                <a:gd name="connsiteX216" fmla="*/ 18213 w 37235"/>
                <a:gd name="connsiteY216" fmla="*/ 37308 h 59692"/>
                <a:gd name="connsiteX217" fmla="*/ 17808 w 37235"/>
                <a:gd name="connsiteY217" fmla="*/ 35815 h 59692"/>
                <a:gd name="connsiteX218" fmla="*/ 17403 w 37235"/>
                <a:gd name="connsiteY218" fmla="*/ 35069 h 59692"/>
                <a:gd name="connsiteX219" fmla="*/ 16594 w 37235"/>
                <a:gd name="connsiteY219" fmla="*/ 32831 h 59692"/>
                <a:gd name="connsiteX220" fmla="*/ 16189 w 37235"/>
                <a:gd name="connsiteY220" fmla="*/ 31338 h 59692"/>
                <a:gd name="connsiteX221" fmla="*/ 15784 w 37235"/>
                <a:gd name="connsiteY221" fmla="*/ 30592 h 59692"/>
                <a:gd name="connsiteX222" fmla="*/ 15380 w 37235"/>
                <a:gd name="connsiteY222" fmla="*/ 28354 h 59692"/>
                <a:gd name="connsiteX223" fmla="*/ 12547 w 37235"/>
                <a:gd name="connsiteY223" fmla="*/ 41038 h 59692"/>
                <a:gd name="connsiteX224" fmla="*/ 12547 w 37235"/>
                <a:gd name="connsiteY224" fmla="*/ 39546 h 59692"/>
                <a:gd name="connsiteX225" fmla="*/ 13356 w 37235"/>
                <a:gd name="connsiteY225" fmla="*/ 38800 h 59692"/>
                <a:gd name="connsiteX226" fmla="*/ 14975 w 37235"/>
                <a:gd name="connsiteY226" fmla="*/ 39546 h 59692"/>
                <a:gd name="connsiteX227" fmla="*/ 15380 w 37235"/>
                <a:gd name="connsiteY227" fmla="*/ 41785 h 59692"/>
                <a:gd name="connsiteX228" fmla="*/ 15380 w 37235"/>
                <a:gd name="connsiteY228" fmla="*/ 43277 h 59692"/>
                <a:gd name="connsiteX229" fmla="*/ 14975 w 37235"/>
                <a:gd name="connsiteY229" fmla="*/ 45515 h 59692"/>
                <a:gd name="connsiteX230" fmla="*/ 14570 w 37235"/>
                <a:gd name="connsiteY230" fmla="*/ 46261 h 59692"/>
                <a:gd name="connsiteX231" fmla="*/ 13356 w 37235"/>
                <a:gd name="connsiteY231" fmla="*/ 46261 h 59692"/>
                <a:gd name="connsiteX232" fmla="*/ 12951 w 37235"/>
                <a:gd name="connsiteY232" fmla="*/ 45515 h 59692"/>
                <a:gd name="connsiteX233" fmla="*/ 12547 w 37235"/>
                <a:gd name="connsiteY233" fmla="*/ 43277 h 59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</a:cxnLst>
              <a:rect l="l" t="t" r="r" b="b"/>
              <a:pathLst>
                <a:path w="37235" h="59692">
                  <a:moveTo>
                    <a:pt x="809" y="49992"/>
                  </a:moveTo>
                  <a:lnTo>
                    <a:pt x="2428" y="52231"/>
                  </a:lnTo>
                  <a:lnTo>
                    <a:pt x="3643" y="51485"/>
                  </a:lnTo>
                  <a:lnTo>
                    <a:pt x="4047" y="51485"/>
                  </a:lnTo>
                  <a:lnTo>
                    <a:pt x="4452" y="50738"/>
                  </a:lnTo>
                  <a:lnTo>
                    <a:pt x="4452" y="49992"/>
                  </a:lnTo>
                  <a:lnTo>
                    <a:pt x="4857" y="49246"/>
                  </a:lnTo>
                  <a:lnTo>
                    <a:pt x="5261" y="47754"/>
                  </a:lnTo>
                  <a:lnTo>
                    <a:pt x="5666" y="46261"/>
                  </a:lnTo>
                  <a:lnTo>
                    <a:pt x="5666" y="44023"/>
                  </a:lnTo>
                  <a:lnTo>
                    <a:pt x="6071" y="41785"/>
                  </a:lnTo>
                  <a:lnTo>
                    <a:pt x="6476" y="38800"/>
                  </a:lnTo>
                  <a:lnTo>
                    <a:pt x="6880" y="35815"/>
                  </a:lnTo>
                  <a:lnTo>
                    <a:pt x="7285" y="32831"/>
                  </a:lnTo>
                  <a:lnTo>
                    <a:pt x="7285" y="26115"/>
                  </a:lnTo>
                  <a:lnTo>
                    <a:pt x="7690" y="26115"/>
                  </a:lnTo>
                  <a:lnTo>
                    <a:pt x="8499" y="26861"/>
                  </a:lnTo>
                  <a:lnTo>
                    <a:pt x="8904" y="27608"/>
                  </a:lnTo>
                  <a:lnTo>
                    <a:pt x="8904" y="33577"/>
                  </a:lnTo>
                  <a:lnTo>
                    <a:pt x="8499" y="34323"/>
                  </a:lnTo>
                  <a:lnTo>
                    <a:pt x="8499" y="37308"/>
                  </a:lnTo>
                  <a:lnTo>
                    <a:pt x="8095" y="40292"/>
                  </a:lnTo>
                  <a:lnTo>
                    <a:pt x="7690" y="43277"/>
                  </a:lnTo>
                  <a:lnTo>
                    <a:pt x="7690" y="44023"/>
                  </a:lnTo>
                  <a:lnTo>
                    <a:pt x="7285" y="45515"/>
                  </a:lnTo>
                  <a:lnTo>
                    <a:pt x="7285" y="49246"/>
                  </a:lnTo>
                  <a:lnTo>
                    <a:pt x="7690" y="49992"/>
                  </a:lnTo>
                  <a:lnTo>
                    <a:pt x="8095" y="50738"/>
                  </a:lnTo>
                  <a:lnTo>
                    <a:pt x="8499" y="51485"/>
                  </a:lnTo>
                  <a:lnTo>
                    <a:pt x="8904" y="52231"/>
                  </a:lnTo>
                  <a:lnTo>
                    <a:pt x="9713" y="51485"/>
                  </a:lnTo>
                  <a:lnTo>
                    <a:pt x="10928" y="52231"/>
                  </a:lnTo>
                  <a:lnTo>
                    <a:pt x="12951" y="52231"/>
                  </a:lnTo>
                  <a:lnTo>
                    <a:pt x="14570" y="52977"/>
                  </a:lnTo>
                  <a:lnTo>
                    <a:pt x="14975" y="53723"/>
                  </a:lnTo>
                  <a:lnTo>
                    <a:pt x="16189" y="54469"/>
                  </a:lnTo>
                  <a:lnTo>
                    <a:pt x="17403" y="55215"/>
                  </a:lnTo>
                  <a:lnTo>
                    <a:pt x="18213" y="55215"/>
                  </a:lnTo>
                  <a:lnTo>
                    <a:pt x="18213" y="54469"/>
                  </a:lnTo>
                  <a:lnTo>
                    <a:pt x="18618" y="54469"/>
                  </a:lnTo>
                  <a:lnTo>
                    <a:pt x="19022" y="53723"/>
                  </a:lnTo>
                  <a:lnTo>
                    <a:pt x="19832" y="52977"/>
                  </a:lnTo>
                  <a:lnTo>
                    <a:pt x="20641" y="52977"/>
                  </a:lnTo>
                  <a:lnTo>
                    <a:pt x="21046" y="52231"/>
                  </a:lnTo>
                  <a:lnTo>
                    <a:pt x="21046" y="50738"/>
                  </a:lnTo>
                  <a:lnTo>
                    <a:pt x="21451" y="49246"/>
                  </a:lnTo>
                  <a:lnTo>
                    <a:pt x="21855" y="48500"/>
                  </a:lnTo>
                  <a:lnTo>
                    <a:pt x="22260" y="47754"/>
                  </a:lnTo>
                  <a:lnTo>
                    <a:pt x="22665" y="47754"/>
                  </a:lnTo>
                  <a:lnTo>
                    <a:pt x="23070" y="48500"/>
                  </a:lnTo>
                  <a:lnTo>
                    <a:pt x="23474" y="49246"/>
                  </a:lnTo>
                  <a:lnTo>
                    <a:pt x="23474" y="51485"/>
                  </a:lnTo>
                  <a:lnTo>
                    <a:pt x="23070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5093" y="58946"/>
                  </a:lnTo>
                  <a:lnTo>
                    <a:pt x="25903" y="58946"/>
                  </a:lnTo>
                  <a:lnTo>
                    <a:pt x="26712" y="59692"/>
                  </a:lnTo>
                  <a:lnTo>
                    <a:pt x="26712" y="58946"/>
                  </a:lnTo>
                  <a:lnTo>
                    <a:pt x="27117" y="55961"/>
                  </a:lnTo>
                  <a:lnTo>
                    <a:pt x="27117" y="54469"/>
                  </a:lnTo>
                  <a:lnTo>
                    <a:pt x="28331" y="51485"/>
                  </a:lnTo>
                  <a:lnTo>
                    <a:pt x="28736" y="49246"/>
                  </a:lnTo>
                  <a:lnTo>
                    <a:pt x="29141" y="47008"/>
                  </a:lnTo>
                  <a:lnTo>
                    <a:pt x="29545" y="46261"/>
                  </a:lnTo>
                  <a:lnTo>
                    <a:pt x="29950" y="44023"/>
                  </a:lnTo>
                  <a:lnTo>
                    <a:pt x="30355" y="42531"/>
                  </a:lnTo>
                  <a:lnTo>
                    <a:pt x="30760" y="41038"/>
                  </a:lnTo>
                  <a:lnTo>
                    <a:pt x="31974" y="38054"/>
                  </a:lnTo>
                  <a:lnTo>
                    <a:pt x="32378" y="35815"/>
                  </a:lnTo>
                  <a:lnTo>
                    <a:pt x="34807" y="32831"/>
                  </a:lnTo>
                  <a:lnTo>
                    <a:pt x="35212" y="31338"/>
                  </a:lnTo>
                  <a:lnTo>
                    <a:pt x="35616" y="28354"/>
                  </a:lnTo>
                  <a:lnTo>
                    <a:pt x="36021" y="26861"/>
                  </a:lnTo>
                  <a:lnTo>
                    <a:pt x="36426" y="25369"/>
                  </a:lnTo>
                  <a:lnTo>
                    <a:pt x="37235" y="22385"/>
                  </a:lnTo>
                  <a:lnTo>
                    <a:pt x="37235" y="19400"/>
                  </a:lnTo>
                  <a:lnTo>
                    <a:pt x="36021" y="18654"/>
                  </a:lnTo>
                  <a:lnTo>
                    <a:pt x="34402" y="18654"/>
                  </a:lnTo>
                  <a:lnTo>
                    <a:pt x="33997" y="19400"/>
                  </a:lnTo>
                  <a:lnTo>
                    <a:pt x="33188" y="20146"/>
                  </a:lnTo>
                  <a:lnTo>
                    <a:pt x="32783" y="21638"/>
                  </a:lnTo>
                  <a:lnTo>
                    <a:pt x="32378" y="24623"/>
                  </a:lnTo>
                  <a:lnTo>
                    <a:pt x="31974" y="26861"/>
                  </a:lnTo>
                  <a:lnTo>
                    <a:pt x="31569" y="29100"/>
                  </a:lnTo>
                  <a:lnTo>
                    <a:pt x="30760" y="30592"/>
                  </a:lnTo>
                  <a:lnTo>
                    <a:pt x="29950" y="34323"/>
                  </a:lnTo>
                  <a:lnTo>
                    <a:pt x="29141" y="37308"/>
                  </a:lnTo>
                  <a:lnTo>
                    <a:pt x="28736" y="38054"/>
                  </a:lnTo>
                  <a:lnTo>
                    <a:pt x="28331" y="38800"/>
                  </a:lnTo>
                  <a:lnTo>
                    <a:pt x="27926" y="41785"/>
                  </a:lnTo>
                  <a:lnTo>
                    <a:pt x="27926" y="44769"/>
                  </a:lnTo>
                  <a:lnTo>
                    <a:pt x="27522" y="45515"/>
                  </a:lnTo>
                  <a:lnTo>
                    <a:pt x="26712" y="45515"/>
                  </a:lnTo>
                  <a:lnTo>
                    <a:pt x="26307" y="46261"/>
                  </a:lnTo>
                  <a:lnTo>
                    <a:pt x="25498" y="47008"/>
                  </a:lnTo>
                  <a:lnTo>
                    <a:pt x="25093" y="45515"/>
                  </a:lnTo>
                  <a:lnTo>
                    <a:pt x="24689" y="44769"/>
                  </a:lnTo>
                  <a:lnTo>
                    <a:pt x="25093" y="42531"/>
                  </a:lnTo>
                  <a:lnTo>
                    <a:pt x="25498" y="40292"/>
                  </a:lnTo>
                  <a:lnTo>
                    <a:pt x="25903" y="38800"/>
                  </a:lnTo>
                  <a:lnTo>
                    <a:pt x="26307" y="35815"/>
                  </a:lnTo>
                  <a:lnTo>
                    <a:pt x="27522" y="32831"/>
                  </a:lnTo>
                  <a:lnTo>
                    <a:pt x="27926" y="32085"/>
                  </a:lnTo>
                  <a:lnTo>
                    <a:pt x="28331" y="31338"/>
                  </a:lnTo>
                  <a:lnTo>
                    <a:pt x="28736" y="29846"/>
                  </a:lnTo>
                  <a:lnTo>
                    <a:pt x="29545" y="25369"/>
                  </a:lnTo>
                  <a:lnTo>
                    <a:pt x="29950" y="22385"/>
                  </a:lnTo>
                  <a:lnTo>
                    <a:pt x="29950" y="17161"/>
                  </a:lnTo>
                  <a:lnTo>
                    <a:pt x="30355" y="14177"/>
                  </a:lnTo>
                  <a:lnTo>
                    <a:pt x="29545" y="13431"/>
                  </a:lnTo>
                  <a:lnTo>
                    <a:pt x="28331" y="10446"/>
                  </a:lnTo>
                  <a:lnTo>
                    <a:pt x="27926" y="9700"/>
                  </a:lnTo>
                  <a:lnTo>
                    <a:pt x="27117" y="8208"/>
                  </a:lnTo>
                  <a:lnTo>
                    <a:pt x="25093" y="5223"/>
                  </a:lnTo>
                  <a:lnTo>
                    <a:pt x="24689" y="4477"/>
                  </a:lnTo>
                  <a:lnTo>
                    <a:pt x="23474" y="2985"/>
                  </a:lnTo>
                  <a:lnTo>
                    <a:pt x="22665" y="2238"/>
                  </a:lnTo>
                  <a:lnTo>
                    <a:pt x="21046" y="2238"/>
                  </a:lnTo>
                  <a:lnTo>
                    <a:pt x="19832" y="2985"/>
                  </a:lnTo>
                  <a:lnTo>
                    <a:pt x="19427" y="3731"/>
                  </a:lnTo>
                  <a:lnTo>
                    <a:pt x="18213" y="5223"/>
                  </a:lnTo>
                  <a:lnTo>
                    <a:pt x="17403" y="8208"/>
                  </a:lnTo>
                  <a:lnTo>
                    <a:pt x="16189" y="11192"/>
                  </a:lnTo>
                  <a:lnTo>
                    <a:pt x="15784" y="13431"/>
                  </a:lnTo>
                  <a:lnTo>
                    <a:pt x="14570" y="17161"/>
                  </a:lnTo>
                  <a:lnTo>
                    <a:pt x="14166" y="18654"/>
                  </a:lnTo>
                  <a:lnTo>
                    <a:pt x="13761" y="18654"/>
                  </a:lnTo>
                  <a:lnTo>
                    <a:pt x="12951" y="19400"/>
                  </a:lnTo>
                  <a:lnTo>
                    <a:pt x="11332" y="19400"/>
                  </a:lnTo>
                  <a:lnTo>
                    <a:pt x="11332" y="18654"/>
                  </a:lnTo>
                  <a:lnTo>
                    <a:pt x="10523" y="17908"/>
                  </a:lnTo>
                  <a:lnTo>
                    <a:pt x="10928" y="15669"/>
                  </a:lnTo>
                  <a:lnTo>
                    <a:pt x="11332" y="14177"/>
                  </a:lnTo>
                  <a:lnTo>
                    <a:pt x="11737" y="13431"/>
                  </a:lnTo>
                  <a:lnTo>
                    <a:pt x="11737" y="12685"/>
                  </a:lnTo>
                  <a:lnTo>
                    <a:pt x="12547" y="10446"/>
                  </a:lnTo>
                  <a:lnTo>
                    <a:pt x="12951" y="8208"/>
                  </a:lnTo>
                  <a:lnTo>
                    <a:pt x="12951" y="7461"/>
                  </a:lnTo>
                  <a:lnTo>
                    <a:pt x="13356" y="5969"/>
                  </a:lnTo>
                  <a:lnTo>
                    <a:pt x="13761" y="3731"/>
                  </a:lnTo>
                  <a:lnTo>
                    <a:pt x="13356" y="746"/>
                  </a:lnTo>
                  <a:lnTo>
                    <a:pt x="12951" y="746"/>
                  </a:lnTo>
                  <a:lnTo>
                    <a:pt x="11737" y="0"/>
                  </a:lnTo>
                  <a:lnTo>
                    <a:pt x="10523" y="746"/>
                  </a:lnTo>
                  <a:lnTo>
                    <a:pt x="10118" y="1492"/>
                  </a:lnTo>
                  <a:lnTo>
                    <a:pt x="9309" y="2238"/>
                  </a:lnTo>
                  <a:lnTo>
                    <a:pt x="9309" y="3731"/>
                  </a:lnTo>
                  <a:lnTo>
                    <a:pt x="8904" y="7461"/>
                  </a:lnTo>
                  <a:lnTo>
                    <a:pt x="8499" y="8208"/>
                  </a:lnTo>
                  <a:lnTo>
                    <a:pt x="8095" y="9700"/>
                  </a:lnTo>
                  <a:lnTo>
                    <a:pt x="6880" y="14177"/>
                  </a:lnTo>
                  <a:lnTo>
                    <a:pt x="5261" y="17161"/>
                  </a:lnTo>
                  <a:lnTo>
                    <a:pt x="4452" y="19400"/>
                  </a:lnTo>
                  <a:lnTo>
                    <a:pt x="4047" y="20146"/>
                  </a:lnTo>
                  <a:lnTo>
                    <a:pt x="2833" y="22385"/>
                  </a:lnTo>
                  <a:lnTo>
                    <a:pt x="2833" y="27608"/>
                  </a:lnTo>
                  <a:lnTo>
                    <a:pt x="2428" y="30592"/>
                  </a:lnTo>
                  <a:lnTo>
                    <a:pt x="2024" y="32831"/>
                  </a:lnTo>
                  <a:lnTo>
                    <a:pt x="1619" y="33577"/>
                  </a:lnTo>
                  <a:lnTo>
                    <a:pt x="1214" y="35069"/>
                  </a:lnTo>
                  <a:lnTo>
                    <a:pt x="1214" y="40292"/>
                  </a:lnTo>
                  <a:lnTo>
                    <a:pt x="809" y="40292"/>
                  </a:lnTo>
                  <a:lnTo>
                    <a:pt x="809" y="43277"/>
                  </a:lnTo>
                  <a:lnTo>
                    <a:pt x="405" y="45515"/>
                  </a:lnTo>
                  <a:lnTo>
                    <a:pt x="0" y="47008"/>
                  </a:lnTo>
                  <a:lnTo>
                    <a:pt x="405" y="49246"/>
                  </a:lnTo>
                  <a:close/>
                  <a:moveTo>
                    <a:pt x="19022" y="13431"/>
                  </a:moveTo>
                  <a:lnTo>
                    <a:pt x="19427" y="12685"/>
                  </a:lnTo>
                  <a:lnTo>
                    <a:pt x="19832" y="11938"/>
                  </a:lnTo>
                  <a:lnTo>
                    <a:pt x="21046" y="11938"/>
                  </a:lnTo>
                  <a:lnTo>
                    <a:pt x="21451" y="12685"/>
                  </a:lnTo>
                  <a:lnTo>
                    <a:pt x="21855" y="13431"/>
                  </a:lnTo>
                  <a:lnTo>
                    <a:pt x="22260" y="14923"/>
                  </a:lnTo>
                  <a:lnTo>
                    <a:pt x="21855" y="17161"/>
                  </a:lnTo>
                  <a:lnTo>
                    <a:pt x="21855" y="17908"/>
                  </a:lnTo>
                  <a:lnTo>
                    <a:pt x="20237" y="17908"/>
                  </a:lnTo>
                  <a:lnTo>
                    <a:pt x="19832" y="17161"/>
                  </a:lnTo>
                  <a:lnTo>
                    <a:pt x="19832" y="16415"/>
                  </a:lnTo>
                  <a:lnTo>
                    <a:pt x="19427" y="15669"/>
                  </a:lnTo>
                  <a:lnTo>
                    <a:pt x="19427" y="13431"/>
                  </a:lnTo>
                  <a:close/>
                  <a:moveTo>
                    <a:pt x="15784" y="26861"/>
                  </a:moveTo>
                  <a:lnTo>
                    <a:pt x="16189" y="26115"/>
                  </a:lnTo>
                  <a:lnTo>
                    <a:pt x="16594" y="26115"/>
                  </a:lnTo>
                  <a:lnTo>
                    <a:pt x="16999" y="26861"/>
                  </a:lnTo>
                  <a:lnTo>
                    <a:pt x="17403" y="27608"/>
                  </a:lnTo>
                  <a:lnTo>
                    <a:pt x="18213" y="28354"/>
                  </a:lnTo>
                  <a:lnTo>
                    <a:pt x="19022" y="28354"/>
                  </a:lnTo>
                  <a:lnTo>
                    <a:pt x="19427" y="27608"/>
                  </a:lnTo>
                  <a:lnTo>
                    <a:pt x="19832" y="26861"/>
                  </a:lnTo>
                  <a:lnTo>
                    <a:pt x="21046" y="25369"/>
                  </a:lnTo>
                  <a:lnTo>
                    <a:pt x="21451" y="23877"/>
                  </a:lnTo>
                  <a:lnTo>
                    <a:pt x="21855" y="23131"/>
                  </a:lnTo>
                  <a:lnTo>
                    <a:pt x="21855" y="22385"/>
                  </a:lnTo>
                  <a:lnTo>
                    <a:pt x="22260" y="22385"/>
                  </a:lnTo>
                  <a:lnTo>
                    <a:pt x="22665" y="23131"/>
                  </a:lnTo>
                  <a:lnTo>
                    <a:pt x="23070" y="23877"/>
                  </a:lnTo>
                  <a:lnTo>
                    <a:pt x="22665" y="25369"/>
                  </a:lnTo>
                  <a:lnTo>
                    <a:pt x="22260" y="27608"/>
                  </a:lnTo>
                  <a:lnTo>
                    <a:pt x="21855" y="30592"/>
                  </a:lnTo>
                  <a:lnTo>
                    <a:pt x="21451" y="31338"/>
                  </a:lnTo>
                  <a:lnTo>
                    <a:pt x="21046" y="32085"/>
                  </a:lnTo>
                  <a:lnTo>
                    <a:pt x="22665" y="32831"/>
                  </a:lnTo>
                  <a:lnTo>
                    <a:pt x="21855" y="35069"/>
                  </a:lnTo>
                  <a:lnTo>
                    <a:pt x="21451" y="35815"/>
                  </a:lnTo>
                  <a:lnTo>
                    <a:pt x="21046" y="37308"/>
                  </a:lnTo>
                  <a:lnTo>
                    <a:pt x="20641" y="40292"/>
                  </a:lnTo>
                  <a:lnTo>
                    <a:pt x="20237" y="41785"/>
                  </a:lnTo>
                  <a:lnTo>
                    <a:pt x="19832" y="43277"/>
                  </a:lnTo>
                  <a:lnTo>
                    <a:pt x="19427" y="44769"/>
                  </a:lnTo>
                  <a:lnTo>
                    <a:pt x="19022" y="45515"/>
                  </a:lnTo>
                  <a:lnTo>
                    <a:pt x="18618" y="46261"/>
                  </a:lnTo>
                  <a:lnTo>
                    <a:pt x="18618" y="47008"/>
                  </a:lnTo>
                  <a:lnTo>
                    <a:pt x="18213" y="45515"/>
                  </a:lnTo>
                  <a:lnTo>
                    <a:pt x="18618" y="44769"/>
                  </a:lnTo>
                  <a:lnTo>
                    <a:pt x="18618" y="40292"/>
                  </a:lnTo>
                  <a:lnTo>
                    <a:pt x="18213" y="37308"/>
                  </a:lnTo>
                  <a:lnTo>
                    <a:pt x="17808" y="35815"/>
                  </a:lnTo>
                  <a:lnTo>
                    <a:pt x="17403" y="35069"/>
                  </a:lnTo>
                  <a:lnTo>
                    <a:pt x="16594" y="32831"/>
                  </a:lnTo>
                  <a:lnTo>
                    <a:pt x="16189" y="31338"/>
                  </a:lnTo>
                  <a:lnTo>
                    <a:pt x="15784" y="30592"/>
                  </a:lnTo>
                  <a:lnTo>
                    <a:pt x="15380" y="28354"/>
                  </a:lnTo>
                  <a:close/>
                  <a:moveTo>
                    <a:pt x="12547" y="41038"/>
                  </a:moveTo>
                  <a:lnTo>
                    <a:pt x="12547" y="39546"/>
                  </a:lnTo>
                  <a:lnTo>
                    <a:pt x="13356" y="38800"/>
                  </a:lnTo>
                  <a:lnTo>
                    <a:pt x="14975" y="39546"/>
                  </a:lnTo>
                  <a:lnTo>
                    <a:pt x="15380" y="41785"/>
                  </a:lnTo>
                  <a:lnTo>
                    <a:pt x="15380" y="43277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3356" y="46261"/>
                  </a:lnTo>
                  <a:lnTo>
                    <a:pt x="12951" y="45515"/>
                  </a:lnTo>
                  <a:lnTo>
                    <a:pt x="12547" y="432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1" name="Freeform 1040"/>
            <p:cNvSpPr/>
            <p:nvPr/>
          </p:nvSpPr>
          <p:spPr>
            <a:xfrm>
              <a:off x="10237725" y="135338"/>
              <a:ext cx="8094" cy="22384"/>
            </a:xfrm>
            <a:custGeom>
              <a:avLst/>
              <a:gdLst>
                <a:gd name="connsiteX0" fmla="*/ 1214 w 8094"/>
                <a:gd name="connsiteY0" fmla="*/ 15669 h 22384"/>
                <a:gd name="connsiteX1" fmla="*/ 1619 w 8094"/>
                <a:gd name="connsiteY1" fmla="*/ 15669 h 22384"/>
                <a:gd name="connsiteX2" fmla="*/ 2024 w 8094"/>
                <a:gd name="connsiteY2" fmla="*/ 17908 h 22384"/>
                <a:gd name="connsiteX3" fmla="*/ 2833 w 8094"/>
                <a:gd name="connsiteY3" fmla="*/ 20146 h 22384"/>
                <a:gd name="connsiteX4" fmla="*/ 3643 w 8094"/>
                <a:gd name="connsiteY4" fmla="*/ 21638 h 22384"/>
                <a:gd name="connsiteX5" fmla="*/ 4857 w 8094"/>
                <a:gd name="connsiteY5" fmla="*/ 22385 h 22384"/>
                <a:gd name="connsiteX6" fmla="*/ 6071 w 8094"/>
                <a:gd name="connsiteY6" fmla="*/ 21638 h 22384"/>
                <a:gd name="connsiteX7" fmla="*/ 6476 w 8094"/>
                <a:gd name="connsiteY7" fmla="*/ 20146 h 22384"/>
                <a:gd name="connsiteX8" fmla="*/ 6880 w 8094"/>
                <a:gd name="connsiteY8" fmla="*/ 17908 h 22384"/>
                <a:gd name="connsiteX9" fmla="*/ 6880 w 8094"/>
                <a:gd name="connsiteY9" fmla="*/ 16415 h 22384"/>
                <a:gd name="connsiteX10" fmla="*/ 7285 w 8094"/>
                <a:gd name="connsiteY10" fmla="*/ 12685 h 22384"/>
                <a:gd name="connsiteX11" fmla="*/ 7690 w 8094"/>
                <a:gd name="connsiteY11" fmla="*/ 10446 h 22384"/>
                <a:gd name="connsiteX12" fmla="*/ 7690 w 8094"/>
                <a:gd name="connsiteY12" fmla="*/ 8208 h 22384"/>
                <a:gd name="connsiteX13" fmla="*/ 8095 w 8094"/>
                <a:gd name="connsiteY13" fmla="*/ 5223 h 22384"/>
                <a:gd name="connsiteX14" fmla="*/ 7690 w 8094"/>
                <a:gd name="connsiteY14" fmla="*/ 2985 h 22384"/>
                <a:gd name="connsiteX15" fmla="*/ 6880 w 8094"/>
                <a:gd name="connsiteY15" fmla="*/ 1492 h 22384"/>
                <a:gd name="connsiteX16" fmla="*/ 5666 w 8094"/>
                <a:gd name="connsiteY16" fmla="*/ 0 h 22384"/>
                <a:gd name="connsiteX17" fmla="*/ 4047 w 8094"/>
                <a:gd name="connsiteY17" fmla="*/ 0 h 22384"/>
                <a:gd name="connsiteX18" fmla="*/ 2833 w 8094"/>
                <a:gd name="connsiteY18" fmla="*/ 746 h 22384"/>
                <a:gd name="connsiteX19" fmla="*/ 2428 w 8094"/>
                <a:gd name="connsiteY19" fmla="*/ 2238 h 22384"/>
                <a:gd name="connsiteX20" fmla="*/ 2428 w 8094"/>
                <a:gd name="connsiteY20" fmla="*/ 5223 h 22384"/>
                <a:gd name="connsiteX21" fmla="*/ 2024 w 8094"/>
                <a:gd name="connsiteY21" fmla="*/ 7461 h 22384"/>
                <a:gd name="connsiteX22" fmla="*/ 1619 w 8094"/>
                <a:gd name="connsiteY22" fmla="*/ 8954 h 22384"/>
                <a:gd name="connsiteX23" fmla="*/ 1214 w 8094"/>
                <a:gd name="connsiteY23" fmla="*/ 9700 h 22384"/>
                <a:gd name="connsiteX24" fmla="*/ 405 w 8094"/>
                <a:gd name="connsiteY24" fmla="*/ 10446 h 22384"/>
                <a:gd name="connsiteX25" fmla="*/ 0 w 8094"/>
                <a:gd name="connsiteY25" fmla="*/ 11192 h 22384"/>
                <a:gd name="connsiteX26" fmla="*/ 0 w 8094"/>
                <a:gd name="connsiteY26" fmla="*/ 12685 h 22384"/>
                <a:gd name="connsiteX27" fmla="*/ 405 w 8094"/>
                <a:gd name="connsiteY27" fmla="*/ 12685 h 22384"/>
                <a:gd name="connsiteX28" fmla="*/ 809 w 8094"/>
                <a:gd name="connsiteY28" fmla="*/ 14177 h 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094" h="22384">
                  <a:moveTo>
                    <a:pt x="1214" y="15669"/>
                  </a:moveTo>
                  <a:lnTo>
                    <a:pt x="1619" y="15669"/>
                  </a:lnTo>
                  <a:lnTo>
                    <a:pt x="2024" y="17908"/>
                  </a:lnTo>
                  <a:lnTo>
                    <a:pt x="2833" y="20146"/>
                  </a:lnTo>
                  <a:lnTo>
                    <a:pt x="3643" y="21638"/>
                  </a:lnTo>
                  <a:lnTo>
                    <a:pt x="4857" y="22385"/>
                  </a:lnTo>
                  <a:lnTo>
                    <a:pt x="6071" y="21638"/>
                  </a:lnTo>
                  <a:lnTo>
                    <a:pt x="6476" y="20146"/>
                  </a:lnTo>
                  <a:lnTo>
                    <a:pt x="6880" y="17908"/>
                  </a:lnTo>
                  <a:lnTo>
                    <a:pt x="6880" y="16415"/>
                  </a:lnTo>
                  <a:lnTo>
                    <a:pt x="7285" y="12685"/>
                  </a:lnTo>
                  <a:lnTo>
                    <a:pt x="7690" y="10446"/>
                  </a:lnTo>
                  <a:lnTo>
                    <a:pt x="7690" y="8208"/>
                  </a:lnTo>
                  <a:lnTo>
                    <a:pt x="8095" y="5223"/>
                  </a:lnTo>
                  <a:lnTo>
                    <a:pt x="7690" y="2985"/>
                  </a:lnTo>
                  <a:lnTo>
                    <a:pt x="6880" y="1492"/>
                  </a:lnTo>
                  <a:lnTo>
                    <a:pt x="5666" y="0"/>
                  </a:lnTo>
                  <a:lnTo>
                    <a:pt x="4047" y="0"/>
                  </a:lnTo>
                  <a:lnTo>
                    <a:pt x="2833" y="746"/>
                  </a:lnTo>
                  <a:lnTo>
                    <a:pt x="2428" y="2238"/>
                  </a:lnTo>
                  <a:lnTo>
                    <a:pt x="2428" y="5223"/>
                  </a:lnTo>
                  <a:lnTo>
                    <a:pt x="2024" y="7461"/>
                  </a:lnTo>
                  <a:lnTo>
                    <a:pt x="1619" y="8954"/>
                  </a:lnTo>
                  <a:lnTo>
                    <a:pt x="1214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2685"/>
                  </a:lnTo>
                  <a:lnTo>
                    <a:pt x="405" y="12685"/>
                  </a:lnTo>
                  <a:lnTo>
                    <a:pt x="809" y="141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3" name="Freeform 1042"/>
            <p:cNvSpPr/>
            <p:nvPr/>
          </p:nvSpPr>
          <p:spPr>
            <a:xfrm>
              <a:off x="10238129" y="250992"/>
              <a:ext cx="8094" cy="12684"/>
            </a:xfrm>
            <a:custGeom>
              <a:avLst/>
              <a:gdLst>
                <a:gd name="connsiteX0" fmla="*/ 1619 w 8094"/>
                <a:gd name="connsiteY0" fmla="*/ 9700 h 12684"/>
                <a:gd name="connsiteX1" fmla="*/ 1619 w 8094"/>
                <a:gd name="connsiteY1" fmla="*/ 10446 h 12684"/>
                <a:gd name="connsiteX2" fmla="*/ 2428 w 8094"/>
                <a:gd name="connsiteY2" fmla="*/ 11192 h 12684"/>
                <a:gd name="connsiteX3" fmla="*/ 2428 w 8094"/>
                <a:gd name="connsiteY3" fmla="*/ 11938 h 12684"/>
                <a:gd name="connsiteX4" fmla="*/ 3643 w 8094"/>
                <a:gd name="connsiteY4" fmla="*/ 12685 h 12684"/>
                <a:gd name="connsiteX5" fmla="*/ 5666 w 8094"/>
                <a:gd name="connsiteY5" fmla="*/ 12685 h 12684"/>
                <a:gd name="connsiteX6" fmla="*/ 6476 w 8094"/>
                <a:gd name="connsiteY6" fmla="*/ 11938 h 12684"/>
                <a:gd name="connsiteX7" fmla="*/ 6880 w 8094"/>
                <a:gd name="connsiteY7" fmla="*/ 11938 h 12684"/>
                <a:gd name="connsiteX8" fmla="*/ 6880 w 8094"/>
                <a:gd name="connsiteY8" fmla="*/ 11192 h 12684"/>
                <a:gd name="connsiteX9" fmla="*/ 7690 w 8094"/>
                <a:gd name="connsiteY9" fmla="*/ 9700 h 12684"/>
                <a:gd name="connsiteX10" fmla="*/ 8095 w 8094"/>
                <a:gd name="connsiteY10" fmla="*/ 9700 h 12684"/>
                <a:gd name="connsiteX11" fmla="*/ 8095 w 8094"/>
                <a:gd name="connsiteY11" fmla="*/ 6715 h 12684"/>
                <a:gd name="connsiteX12" fmla="*/ 7690 w 8094"/>
                <a:gd name="connsiteY12" fmla="*/ 5969 h 12684"/>
                <a:gd name="connsiteX13" fmla="*/ 6880 w 8094"/>
                <a:gd name="connsiteY13" fmla="*/ 5969 h 12684"/>
                <a:gd name="connsiteX14" fmla="*/ 6880 w 8094"/>
                <a:gd name="connsiteY14" fmla="*/ 5223 h 12684"/>
                <a:gd name="connsiteX15" fmla="*/ 6476 w 8094"/>
                <a:gd name="connsiteY15" fmla="*/ 4477 h 12684"/>
                <a:gd name="connsiteX16" fmla="*/ 6071 w 8094"/>
                <a:gd name="connsiteY16" fmla="*/ 4477 h 12684"/>
                <a:gd name="connsiteX17" fmla="*/ 5666 w 8094"/>
                <a:gd name="connsiteY17" fmla="*/ 3731 h 12684"/>
                <a:gd name="connsiteX18" fmla="*/ 5666 w 8094"/>
                <a:gd name="connsiteY18" fmla="*/ 2985 h 12684"/>
                <a:gd name="connsiteX19" fmla="*/ 4857 w 8094"/>
                <a:gd name="connsiteY19" fmla="*/ 2238 h 12684"/>
                <a:gd name="connsiteX20" fmla="*/ 4452 w 8094"/>
                <a:gd name="connsiteY20" fmla="*/ 2238 h 12684"/>
                <a:gd name="connsiteX21" fmla="*/ 4452 w 8094"/>
                <a:gd name="connsiteY21" fmla="*/ 1492 h 12684"/>
                <a:gd name="connsiteX22" fmla="*/ 3643 w 8094"/>
                <a:gd name="connsiteY22" fmla="*/ 1492 h 12684"/>
                <a:gd name="connsiteX23" fmla="*/ 3643 w 8094"/>
                <a:gd name="connsiteY23" fmla="*/ 746 h 12684"/>
                <a:gd name="connsiteX24" fmla="*/ 2833 w 8094"/>
                <a:gd name="connsiteY24" fmla="*/ 746 h 12684"/>
                <a:gd name="connsiteX25" fmla="*/ 2428 w 8094"/>
                <a:gd name="connsiteY25" fmla="*/ 0 h 12684"/>
                <a:gd name="connsiteX26" fmla="*/ 1619 w 8094"/>
                <a:gd name="connsiteY26" fmla="*/ 746 h 12684"/>
                <a:gd name="connsiteX27" fmla="*/ 809 w 8094"/>
                <a:gd name="connsiteY27" fmla="*/ 1492 h 12684"/>
                <a:gd name="connsiteX28" fmla="*/ 405 w 8094"/>
                <a:gd name="connsiteY28" fmla="*/ 2238 h 12684"/>
                <a:gd name="connsiteX29" fmla="*/ 0 w 8094"/>
                <a:gd name="connsiteY29" fmla="*/ 3731 h 12684"/>
                <a:gd name="connsiteX30" fmla="*/ 0 w 8094"/>
                <a:gd name="connsiteY30" fmla="*/ 7461 h 12684"/>
                <a:gd name="connsiteX31" fmla="*/ 405 w 8094"/>
                <a:gd name="connsiteY31" fmla="*/ 8208 h 12684"/>
                <a:gd name="connsiteX32" fmla="*/ 809 w 8094"/>
                <a:gd name="connsiteY32" fmla="*/ 8954 h 12684"/>
                <a:gd name="connsiteX33" fmla="*/ 1214 w 8094"/>
                <a:gd name="connsiteY33" fmla="*/ 9700 h 1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094" h="12684">
                  <a:moveTo>
                    <a:pt x="1619" y="9700"/>
                  </a:moveTo>
                  <a:lnTo>
                    <a:pt x="1619" y="10446"/>
                  </a:lnTo>
                  <a:lnTo>
                    <a:pt x="2428" y="11192"/>
                  </a:lnTo>
                  <a:lnTo>
                    <a:pt x="2428" y="11938"/>
                  </a:lnTo>
                  <a:lnTo>
                    <a:pt x="3643" y="12685"/>
                  </a:lnTo>
                  <a:lnTo>
                    <a:pt x="5666" y="12685"/>
                  </a:lnTo>
                  <a:lnTo>
                    <a:pt x="6476" y="11938"/>
                  </a:lnTo>
                  <a:lnTo>
                    <a:pt x="6880" y="11938"/>
                  </a:lnTo>
                  <a:lnTo>
                    <a:pt x="6880" y="11192"/>
                  </a:lnTo>
                  <a:lnTo>
                    <a:pt x="7690" y="9700"/>
                  </a:lnTo>
                  <a:lnTo>
                    <a:pt x="8095" y="9700"/>
                  </a:lnTo>
                  <a:lnTo>
                    <a:pt x="8095" y="6715"/>
                  </a:lnTo>
                  <a:lnTo>
                    <a:pt x="7690" y="5969"/>
                  </a:lnTo>
                  <a:lnTo>
                    <a:pt x="6880" y="5969"/>
                  </a:lnTo>
                  <a:lnTo>
                    <a:pt x="6880" y="5223"/>
                  </a:lnTo>
                  <a:lnTo>
                    <a:pt x="6476" y="4477"/>
                  </a:lnTo>
                  <a:lnTo>
                    <a:pt x="6071" y="4477"/>
                  </a:lnTo>
                  <a:lnTo>
                    <a:pt x="5666" y="3731"/>
                  </a:lnTo>
                  <a:lnTo>
                    <a:pt x="5666" y="2985"/>
                  </a:lnTo>
                  <a:lnTo>
                    <a:pt x="4857" y="2238"/>
                  </a:lnTo>
                  <a:lnTo>
                    <a:pt x="4452" y="2238"/>
                  </a:lnTo>
                  <a:lnTo>
                    <a:pt x="4452" y="1492"/>
                  </a:lnTo>
                  <a:lnTo>
                    <a:pt x="3643" y="1492"/>
                  </a:lnTo>
                  <a:lnTo>
                    <a:pt x="3643" y="746"/>
                  </a:lnTo>
                  <a:lnTo>
                    <a:pt x="2833" y="746"/>
                  </a:lnTo>
                  <a:lnTo>
                    <a:pt x="2428" y="0"/>
                  </a:lnTo>
                  <a:lnTo>
                    <a:pt x="1619" y="746"/>
                  </a:lnTo>
                  <a:lnTo>
                    <a:pt x="809" y="1492"/>
                  </a:lnTo>
                  <a:lnTo>
                    <a:pt x="405" y="2238"/>
                  </a:lnTo>
                  <a:lnTo>
                    <a:pt x="0" y="3731"/>
                  </a:lnTo>
                  <a:lnTo>
                    <a:pt x="0" y="7461"/>
                  </a:lnTo>
                  <a:lnTo>
                    <a:pt x="405" y="8208"/>
                  </a:lnTo>
                  <a:lnTo>
                    <a:pt x="809" y="8954"/>
                  </a:lnTo>
                  <a:lnTo>
                    <a:pt x="1214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5" name="Freeform 1044"/>
            <p:cNvSpPr/>
            <p:nvPr/>
          </p:nvSpPr>
          <p:spPr>
            <a:xfrm>
              <a:off x="10209361" y="-94579"/>
              <a:ext cx="43779" cy="100615"/>
            </a:xfrm>
            <a:custGeom>
              <a:avLst/>
              <a:gdLst>
                <a:gd name="connsiteX0" fmla="*/ 12174 w 43779"/>
                <a:gd name="connsiteY0" fmla="*/ 15026 h 100615"/>
                <a:gd name="connsiteX1" fmla="*/ 15007 w 43779"/>
                <a:gd name="connsiteY1" fmla="*/ 15026 h 100615"/>
                <a:gd name="connsiteX2" fmla="*/ 15817 w 43779"/>
                <a:gd name="connsiteY2" fmla="*/ 15026 h 100615"/>
                <a:gd name="connsiteX3" fmla="*/ 15412 w 43779"/>
                <a:gd name="connsiteY3" fmla="*/ 19503 h 100615"/>
                <a:gd name="connsiteX4" fmla="*/ 17840 w 43779"/>
                <a:gd name="connsiteY4" fmla="*/ 20996 h 100615"/>
                <a:gd name="connsiteX5" fmla="*/ 19459 w 43779"/>
                <a:gd name="connsiteY5" fmla="*/ 20996 h 100615"/>
                <a:gd name="connsiteX6" fmla="*/ 19864 w 43779"/>
                <a:gd name="connsiteY6" fmla="*/ 23234 h 100615"/>
                <a:gd name="connsiteX7" fmla="*/ 20674 w 43779"/>
                <a:gd name="connsiteY7" fmla="*/ 32934 h 100615"/>
                <a:gd name="connsiteX8" fmla="*/ 19864 w 43779"/>
                <a:gd name="connsiteY8" fmla="*/ 34426 h 100615"/>
                <a:gd name="connsiteX9" fmla="*/ 17436 w 43779"/>
                <a:gd name="connsiteY9" fmla="*/ 39649 h 100615"/>
                <a:gd name="connsiteX10" fmla="*/ 11365 w 43779"/>
                <a:gd name="connsiteY10" fmla="*/ 53826 h 100615"/>
                <a:gd name="connsiteX11" fmla="*/ 8936 w 43779"/>
                <a:gd name="connsiteY11" fmla="*/ 58303 h 100615"/>
                <a:gd name="connsiteX12" fmla="*/ 4080 w 43779"/>
                <a:gd name="connsiteY12" fmla="*/ 70242 h 100615"/>
                <a:gd name="connsiteX13" fmla="*/ 3675 w 43779"/>
                <a:gd name="connsiteY13" fmla="*/ 70988 h 100615"/>
                <a:gd name="connsiteX14" fmla="*/ 842 w 43779"/>
                <a:gd name="connsiteY14" fmla="*/ 73972 h 100615"/>
                <a:gd name="connsiteX15" fmla="*/ 437 w 43779"/>
                <a:gd name="connsiteY15" fmla="*/ 84419 h 100615"/>
                <a:gd name="connsiteX16" fmla="*/ 4484 w 43779"/>
                <a:gd name="connsiteY16" fmla="*/ 85911 h 100615"/>
                <a:gd name="connsiteX17" fmla="*/ 6508 w 43779"/>
                <a:gd name="connsiteY17" fmla="*/ 85911 h 100615"/>
                <a:gd name="connsiteX18" fmla="*/ 9746 w 43779"/>
                <a:gd name="connsiteY18" fmla="*/ 88895 h 100615"/>
                <a:gd name="connsiteX19" fmla="*/ 12174 w 43779"/>
                <a:gd name="connsiteY19" fmla="*/ 91880 h 100615"/>
                <a:gd name="connsiteX20" fmla="*/ 14603 w 43779"/>
                <a:gd name="connsiteY20" fmla="*/ 96357 h 100615"/>
                <a:gd name="connsiteX21" fmla="*/ 18245 w 43779"/>
                <a:gd name="connsiteY21" fmla="*/ 100088 h 100615"/>
                <a:gd name="connsiteX22" fmla="*/ 18650 w 43779"/>
                <a:gd name="connsiteY22" fmla="*/ 99342 h 100615"/>
                <a:gd name="connsiteX23" fmla="*/ 18650 w 43779"/>
                <a:gd name="connsiteY23" fmla="*/ 90388 h 100615"/>
                <a:gd name="connsiteX24" fmla="*/ 18245 w 43779"/>
                <a:gd name="connsiteY24" fmla="*/ 89642 h 100615"/>
                <a:gd name="connsiteX25" fmla="*/ 12174 w 43779"/>
                <a:gd name="connsiteY25" fmla="*/ 80688 h 100615"/>
                <a:gd name="connsiteX26" fmla="*/ 9746 w 43779"/>
                <a:gd name="connsiteY26" fmla="*/ 78449 h 100615"/>
                <a:gd name="connsiteX27" fmla="*/ 9341 w 43779"/>
                <a:gd name="connsiteY27" fmla="*/ 77703 h 100615"/>
                <a:gd name="connsiteX28" fmla="*/ 9746 w 43779"/>
                <a:gd name="connsiteY28" fmla="*/ 73972 h 100615"/>
                <a:gd name="connsiteX29" fmla="*/ 12174 w 43779"/>
                <a:gd name="connsiteY29" fmla="*/ 67257 h 100615"/>
                <a:gd name="connsiteX30" fmla="*/ 15817 w 43779"/>
                <a:gd name="connsiteY30" fmla="*/ 59795 h 100615"/>
                <a:gd name="connsiteX31" fmla="*/ 17436 w 43779"/>
                <a:gd name="connsiteY31" fmla="*/ 59049 h 100615"/>
                <a:gd name="connsiteX32" fmla="*/ 17436 w 43779"/>
                <a:gd name="connsiteY32" fmla="*/ 66511 h 100615"/>
                <a:gd name="connsiteX33" fmla="*/ 18650 w 43779"/>
                <a:gd name="connsiteY33" fmla="*/ 68749 h 100615"/>
                <a:gd name="connsiteX34" fmla="*/ 21078 w 43779"/>
                <a:gd name="connsiteY34" fmla="*/ 68003 h 100615"/>
                <a:gd name="connsiteX35" fmla="*/ 21483 w 43779"/>
                <a:gd name="connsiteY35" fmla="*/ 68003 h 100615"/>
                <a:gd name="connsiteX36" fmla="*/ 22697 w 43779"/>
                <a:gd name="connsiteY36" fmla="*/ 63526 h 100615"/>
                <a:gd name="connsiteX37" fmla="*/ 23911 w 43779"/>
                <a:gd name="connsiteY37" fmla="*/ 60542 h 100615"/>
                <a:gd name="connsiteX38" fmla="*/ 24316 w 43779"/>
                <a:gd name="connsiteY38" fmla="*/ 59795 h 100615"/>
                <a:gd name="connsiteX39" fmla="*/ 25935 w 43779"/>
                <a:gd name="connsiteY39" fmla="*/ 59049 h 100615"/>
                <a:gd name="connsiteX40" fmla="*/ 26745 w 43779"/>
                <a:gd name="connsiteY40" fmla="*/ 65765 h 100615"/>
                <a:gd name="connsiteX41" fmla="*/ 23911 w 43779"/>
                <a:gd name="connsiteY41" fmla="*/ 71734 h 100615"/>
                <a:gd name="connsiteX42" fmla="*/ 22697 w 43779"/>
                <a:gd name="connsiteY42" fmla="*/ 73972 h 100615"/>
                <a:gd name="connsiteX43" fmla="*/ 21078 w 43779"/>
                <a:gd name="connsiteY43" fmla="*/ 76957 h 100615"/>
                <a:gd name="connsiteX44" fmla="*/ 20674 w 43779"/>
                <a:gd name="connsiteY44" fmla="*/ 77703 h 100615"/>
                <a:gd name="connsiteX45" fmla="*/ 19459 w 43779"/>
                <a:gd name="connsiteY45" fmla="*/ 81434 h 100615"/>
                <a:gd name="connsiteX46" fmla="*/ 19459 w 43779"/>
                <a:gd name="connsiteY46" fmla="*/ 82180 h 100615"/>
                <a:gd name="connsiteX47" fmla="*/ 20269 w 43779"/>
                <a:gd name="connsiteY47" fmla="*/ 84419 h 100615"/>
                <a:gd name="connsiteX48" fmla="*/ 21888 w 43779"/>
                <a:gd name="connsiteY48" fmla="*/ 85165 h 100615"/>
                <a:gd name="connsiteX49" fmla="*/ 23102 w 43779"/>
                <a:gd name="connsiteY49" fmla="*/ 85165 h 100615"/>
                <a:gd name="connsiteX50" fmla="*/ 24721 w 43779"/>
                <a:gd name="connsiteY50" fmla="*/ 84419 h 100615"/>
                <a:gd name="connsiteX51" fmla="*/ 28364 w 43779"/>
                <a:gd name="connsiteY51" fmla="*/ 74719 h 100615"/>
                <a:gd name="connsiteX52" fmla="*/ 29578 w 43779"/>
                <a:gd name="connsiteY52" fmla="*/ 71734 h 100615"/>
                <a:gd name="connsiteX53" fmla="*/ 32006 w 43779"/>
                <a:gd name="connsiteY53" fmla="*/ 66511 h 100615"/>
                <a:gd name="connsiteX54" fmla="*/ 33625 w 43779"/>
                <a:gd name="connsiteY54" fmla="*/ 65765 h 100615"/>
                <a:gd name="connsiteX55" fmla="*/ 35244 w 43779"/>
                <a:gd name="connsiteY55" fmla="*/ 66511 h 100615"/>
                <a:gd name="connsiteX56" fmla="*/ 35649 w 43779"/>
                <a:gd name="connsiteY56" fmla="*/ 69495 h 100615"/>
                <a:gd name="connsiteX57" fmla="*/ 35244 w 43779"/>
                <a:gd name="connsiteY57" fmla="*/ 71734 h 100615"/>
                <a:gd name="connsiteX58" fmla="*/ 33625 w 43779"/>
                <a:gd name="connsiteY58" fmla="*/ 75465 h 100615"/>
                <a:gd name="connsiteX59" fmla="*/ 29982 w 43779"/>
                <a:gd name="connsiteY59" fmla="*/ 82926 h 100615"/>
                <a:gd name="connsiteX60" fmla="*/ 28768 w 43779"/>
                <a:gd name="connsiteY60" fmla="*/ 85165 h 100615"/>
                <a:gd name="connsiteX61" fmla="*/ 27959 w 43779"/>
                <a:gd name="connsiteY61" fmla="*/ 86657 h 100615"/>
                <a:gd name="connsiteX62" fmla="*/ 28768 w 43779"/>
                <a:gd name="connsiteY62" fmla="*/ 89642 h 100615"/>
                <a:gd name="connsiteX63" fmla="*/ 29982 w 43779"/>
                <a:gd name="connsiteY63" fmla="*/ 90388 h 100615"/>
                <a:gd name="connsiteX64" fmla="*/ 31601 w 43779"/>
                <a:gd name="connsiteY64" fmla="*/ 91134 h 100615"/>
                <a:gd name="connsiteX65" fmla="*/ 33625 w 43779"/>
                <a:gd name="connsiteY65" fmla="*/ 88149 h 100615"/>
                <a:gd name="connsiteX66" fmla="*/ 35244 w 43779"/>
                <a:gd name="connsiteY66" fmla="*/ 85911 h 100615"/>
                <a:gd name="connsiteX67" fmla="*/ 37268 w 43779"/>
                <a:gd name="connsiteY67" fmla="*/ 83672 h 100615"/>
                <a:gd name="connsiteX68" fmla="*/ 37672 w 43779"/>
                <a:gd name="connsiteY68" fmla="*/ 82926 h 100615"/>
                <a:gd name="connsiteX69" fmla="*/ 40910 w 43779"/>
                <a:gd name="connsiteY69" fmla="*/ 70988 h 100615"/>
                <a:gd name="connsiteX70" fmla="*/ 41315 w 43779"/>
                <a:gd name="connsiteY70" fmla="*/ 68003 h 100615"/>
                <a:gd name="connsiteX71" fmla="*/ 40910 w 43779"/>
                <a:gd name="connsiteY71" fmla="*/ 65765 h 100615"/>
                <a:gd name="connsiteX72" fmla="*/ 39291 w 43779"/>
                <a:gd name="connsiteY72" fmla="*/ 61288 h 100615"/>
                <a:gd name="connsiteX73" fmla="*/ 38887 w 43779"/>
                <a:gd name="connsiteY73" fmla="*/ 53080 h 100615"/>
                <a:gd name="connsiteX74" fmla="*/ 40505 w 43779"/>
                <a:gd name="connsiteY74" fmla="*/ 51588 h 100615"/>
                <a:gd name="connsiteX75" fmla="*/ 40910 w 43779"/>
                <a:gd name="connsiteY75" fmla="*/ 50842 h 100615"/>
                <a:gd name="connsiteX76" fmla="*/ 42529 w 43779"/>
                <a:gd name="connsiteY76" fmla="*/ 47857 h 100615"/>
                <a:gd name="connsiteX77" fmla="*/ 43339 w 43779"/>
                <a:gd name="connsiteY77" fmla="*/ 44872 h 100615"/>
                <a:gd name="connsiteX78" fmla="*/ 43743 w 43779"/>
                <a:gd name="connsiteY78" fmla="*/ 43380 h 100615"/>
                <a:gd name="connsiteX79" fmla="*/ 43339 w 43779"/>
                <a:gd name="connsiteY79" fmla="*/ 40395 h 100615"/>
                <a:gd name="connsiteX80" fmla="*/ 42529 w 43779"/>
                <a:gd name="connsiteY80" fmla="*/ 38157 h 100615"/>
                <a:gd name="connsiteX81" fmla="*/ 40910 w 43779"/>
                <a:gd name="connsiteY81" fmla="*/ 37411 h 100615"/>
                <a:gd name="connsiteX82" fmla="*/ 39291 w 43779"/>
                <a:gd name="connsiteY82" fmla="*/ 37411 h 100615"/>
                <a:gd name="connsiteX83" fmla="*/ 36863 w 43779"/>
                <a:gd name="connsiteY83" fmla="*/ 44126 h 100615"/>
                <a:gd name="connsiteX84" fmla="*/ 36458 w 43779"/>
                <a:gd name="connsiteY84" fmla="*/ 44872 h 100615"/>
                <a:gd name="connsiteX85" fmla="*/ 34839 w 43779"/>
                <a:gd name="connsiteY85" fmla="*/ 47111 h 100615"/>
                <a:gd name="connsiteX86" fmla="*/ 33220 w 43779"/>
                <a:gd name="connsiteY86" fmla="*/ 39649 h 100615"/>
                <a:gd name="connsiteX87" fmla="*/ 32816 w 43779"/>
                <a:gd name="connsiteY87" fmla="*/ 38157 h 100615"/>
                <a:gd name="connsiteX88" fmla="*/ 29173 w 43779"/>
                <a:gd name="connsiteY88" fmla="*/ 37411 h 100615"/>
                <a:gd name="connsiteX89" fmla="*/ 28768 w 43779"/>
                <a:gd name="connsiteY89" fmla="*/ 37411 h 100615"/>
                <a:gd name="connsiteX90" fmla="*/ 27959 w 43779"/>
                <a:gd name="connsiteY90" fmla="*/ 38157 h 100615"/>
                <a:gd name="connsiteX91" fmla="*/ 22697 w 43779"/>
                <a:gd name="connsiteY91" fmla="*/ 48603 h 100615"/>
                <a:gd name="connsiteX92" fmla="*/ 21483 w 43779"/>
                <a:gd name="connsiteY92" fmla="*/ 51588 h 100615"/>
                <a:gd name="connsiteX93" fmla="*/ 21078 w 43779"/>
                <a:gd name="connsiteY93" fmla="*/ 53826 h 100615"/>
                <a:gd name="connsiteX94" fmla="*/ 20269 w 43779"/>
                <a:gd name="connsiteY94" fmla="*/ 54572 h 100615"/>
                <a:gd name="connsiteX95" fmla="*/ 18650 w 43779"/>
                <a:gd name="connsiteY95" fmla="*/ 55319 h 100615"/>
                <a:gd name="connsiteX96" fmla="*/ 20269 w 43779"/>
                <a:gd name="connsiteY96" fmla="*/ 49349 h 100615"/>
                <a:gd name="connsiteX97" fmla="*/ 21888 w 43779"/>
                <a:gd name="connsiteY97" fmla="*/ 45619 h 100615"/>
                <a:gd name="connsiteX98" fmla="*/ 23102 w 43779"/>
                <a:gd name="connsiteY98" fmla="*/ 42634 h 100615"/>
                <a:gd name="connsiteX99" fmla="*/ 28364 w 43779"/>
                <a:gd name="connsiteY99" fmla="*/ 31442 h 100615"/>
                <a:gd name="connsiteX100" fmla="*/ 28768 w 43779"/>
                <a:gd name="connsiteY100" fmla="*/ 30695 h 100615"/>
                <a:gd name="connsiteX101" fmla="*/ 29578 w 43779"/>
                <a:gd name="connsiteY101" fmla="*/ 28457 h 100615"/>
                <a:gd name="connsiteX102" fmla="*/ 33220 w 43779"/>
                <a:gd name="connsiteY102" fmla="*/ 23980 h 100615"/>
                <a:gd name="connsiteX103" fmla="*/ 34839 w 43779"/>
                <a:gd name="connsiteY103" fmla="*/ 24726 h 100615"/>
                <a:gd name="connsiteX104" fmla="*/ 36863 w 43779"/>
                <a:gd name="connsiteY104" fmla="*/ 26965 h 100615"/>
                <a:gd name="connsiteX105" fmla="*/ 37268 w 43779"/>
                <a:gd name="connsiteY105" fmla="*/ 27711 h 100615"/>
                <a:gd name="connsiteX106" fmla="*/ 40910 w 43779"/>
                <a:gd name="connsiteY106" fmla="*/ 32934 h 100615"/>
                <a:gd name="connsiteX107" fmla="*/ 41315 w 43779"/>
                <a:gd name="connsiteY107" fmla="*/ 32934 h 100615"/>
                <a:gd name="connsiteX108" fmla="*/ 42124 w 43779"/>
                <a:gd name="connsiteY108" fmla="*/ 32188 h 100615"/>
                <a:gd name="connsiteX109" fmla="*/ 42934 w 43779"/>
                <a:gd name="connsiteY109" fmla="*/ 30695 h 100615"/>
                <a:gd name="connsiteX110" fmla="*/ 43339 w 43779"/>
                <a:gd name="connsiteY110" fmla="*/ 24726 h 100615"/>
                <a:gd name="connsiteX111" fmla="*/ 42934 w 43779"/>
                <a:gd name="connsiteY111" fmla="*/ 22488 h 100615"/>
                <a:gd name="connsiteX112" fmla="*/ 42124 w 43779"/>
                <a:gd name="connsiteY112" fmla="*/ 20249 h 100615"/>
                <a:gd name="connsiteX113" fmla="*/ 40505 w 43779"/>
                <a:gd name="connsiteY113" fmla="*/ 18011 h 100615"/>
                <a:gd name="connsiteX114" fmla="*/ 38482 w 43779"/>
                <a:gd name="connsiteY114" fmla="*/ 15026 h 100615"/>
                <a:gd name="connsiteX115" fmla="*/ 36863 w 43779"/>
                <a:gd name="connsiteY115" fmla="*/ 8311 h 100615"/>
                <a:gd name="connsiteX116" fmla="*/ 36863 w 43779"/>
                <a:gd name="connsiteY116" fmla="*/ 7565 h 100615"/>
                <a:gd name="connsiteX117" fmla="*/ 34839 w 43779"/>
                <a:gd name="connsiteY117" fmla="*/ 7565 h 100615"/>
                <a:gd name="connsiteX118" fmla="*/ 33625 w 43779"/>
                <a:gd name="connsiteY118" fmla="*/ 9803 h 100615"/>
                <a:gd name="connsiteX119" fmla="*/ 31601 w 43779"/>
                <a:gd name="connsiteY119" fmla="*/ 11296 h 100615"/>
                <a:gd name="connsiteX120" fmla="*/ 29982 w 43779"/>
                <a:gd name="connsiteY120" fmla="*/ 15026 h 100615"/>
                <a:gd name="connsiteX121" fmla="*/ 28768 w 43779"/>
                <a:gd name="connsiteY121" fmla="*/ 18011 h 100615"/>
                <a:gd name="connsiteX122" fmla="*/ 27959 w 43779"/>
                <a:gd name="connsiteY122" fmla="*/ 20996 h 100615"/>
                <a:gd name="connsiteX123" fmla="*/ 26745 w 43779"/>
                <a:gd name="connsiteY123" fmla="*/ 21742 h 100615"/>
                <a:gd name="connsiteX124" fmla="*/ 24316 w 43779"/>
                <a:gd name="connsiteY124" fmla="*/ 12788 h 100615"/>
                <a:gd name="connsiteX125" fmla="*/ 23911 w 43779"/>
                <a:gd name="connsiteY125" fmla="*/ 10549 h 100615"/>
                <a:gd name="connsiteX126" fmla="*/ 22697 w 43779"/>
                <a:gd name="connsiteY126" fmla="*/ 8311 h 100615"/>
                <a:gd name="connsiteX127" fmla="*/ 21078 w 43779"/>
                <a:gd name="connsiteY127" fmla="*/ 6819 h 100615"/>
                <a:gd name="connsiteX128" fmla="*/ 20269 w 43779"/>
                <a:gd name="connsiteY128" fmla="*/ 6819 h 100615"/>
                <a:gd name="connsiteX129" fmla="*/ 18650 w 43779"/>
                <a:gd name="connsiteY129" fmla="*/ 3088 h 100615"/>
                <a:gd name="connsiteX130" fmla="*/ 18245 w 43779"/>
                <a:gd name="connsiteY130" fmla="*/ 2342 h 100615"/>
                <a:gd name="connsiteX131" fmla="*/ 12984 w 43779"/>
                <a:gd name="connsiteY131" fmla="*/ 1596 h 100615"/>
                <a:gd name="connsiteX132" fmla="*/ 12174 w 43779"/>
                <a:gd name="connsiteY132" fmla="*/ 3088 h 100615"/>
                <a:gd name="connsiteX133" fmla="*/ 11770 w 43779"/>
                <a:gd name="connsiteY133" fmla="*/ 3834 h 100615"/>
                <a:gd name="connsiteX134" fmla="*/ 9746 w 43779"/>
                <a:gd name="connsiteY134" fmla="*/ 11296 h 100615"/>
                <a:gd name="connsiteX135" fmla="*/ 12174 w 43779"/>
                <a:gd name="connsiteY135" fmla="*/ 15026 h 100615"/>
                <a:gd name="connsiteX136" fmla="*/ 28364 w 43779"/>
                <a:gd name="connsiteY136" fmla="*/ 50095 h 100615"/>
                <a:gd name="connsiteX137" fmla="*/ 29578 w 43779"/>
                <a:gd name="connsiteY137" fmla="*/ 49349 h 100615"/>
                <a:gd name="connsiteX138" fmla="*/ 30387 w 43779"/>
                <a:gd name="connsiteY138" fmla="*/ 53080 h 100615"/>
                <a:gd name="connsiteX139" fmla="*/ 29578 w 43779"/>
                <a:gd name="connsiteY139" fmla="*/ 54572 h 100615"/>
                <a:gd name="connsiteX140" fmla="*/ 28364 w 43779"/>
                <a:gd name="connsiteY140" fmla="*/ 55319 h 100615"/>
                <a:gd name="connsiteX141" fmla="*/ 26340 w 43779"/>
                <a:gd name="connsiteY141" fmla="*/ 56065 h 100615"/>
                <a:gd name="connsiteX142" fmla="*/ 28364 w 43779"/>
                <a:gd name="connsiteY142" fmla="*/ 50095 h 10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43779" h="100615">
                  <a:moveTo>
                    <a:pt x="12174" y="15026"/>
                  </a:moveTo>
                  <a:lnTo>
                    <a:pt x="15007" y="15026"/>
                  </a:lnTo>
                  <a:cubicBezTo>
                    <a:pt x="15412" y="13534"/>
                    <a:pt x="15817" y="15026"/>
                    <a:pt x="15817" y="15026"/>
                  </a:cubicBezTo>
                  <a:cubicBezTo>
                    <a:pt x="14603" y="18011"/>
                    <a:pt x="15412" y="19503"/>
                    <a:pt x="15412" y="19503"/>
                  </a:cubicBezTo>
                  <a:cubicBezTo>
                    <a:pt x="15817" y="20996"/>
                    <a:pt x="17031" y="20996"/>
                    <a:pt x="17840" y="20996"/>
                  </a:cubicBezTo>
                  <a:lnTo>
                    <a:pt x="19459" y="20996"/>
                  </a:lnTo>
                  <a:cubicBezTo>
                    <a:pt x="19864" y="21742"/>
                    <a:pt x="19864" y="22488"/>
                    <a:pt x="19864" y="23234"/>
                  </a:cubicBezTo>
                  <a:cubicBezTo>
                    <a:pt x="21483" y="30695"/>
                    <a:pt x="20674" y="32934"/>
                    <a:pt x="20674" y="32934"/>
                  </a:cubicBezTo>
                  <a:cubicBezTo>
                    <a:pt x="20269" y="33680"/>
                    <a:pt x="19864" y="33680"/>
                    <a:pt x="19864" y="34426"/>
                  </a:cubicBezTo>
                  <a:cubicBezTo>
                    <a:pt x="19459" y="35919"/>
                    <a:pt x="18245" y="37411"/>
                    <a:pt x="17436" y="39649"/>
                  </a:cubicBezTo>
                  <a:cubicBezTo>
                    <a:pt x="15817" y="43380"/>
                    <a:pt x="13388" y="48603"/>
                    <a:pt x="11365" y="53826"/>
                  </a:cubicBezTo>
                  <a:lnTo>
                    <a:pt x="8936" y="58303"/>
                  </a:lnTo>
                  <a:cubicBezTo>
                    <a:pt x="6913" y="62780"/>
                    <a:pt x="5294" y="68003"/>
                    <a:pt x="4080" y="70242"/>
                  </a:cubicBezTo>
                  <a:lnTo>
                    <a:pt x="3675" y="70988"/>
                  </a:lnTo>
                  <a:cubicBezTo>
                    <a:pt x="3270" y="73972"/>
                    <a:pt x="842" y="73972"/>
                    <a:pt x="842" y="73972"/>
                  </a:cubicBezTo>
                  <a:cubicBezTo>
                    <a:pt x="-777" y="76957"/>
                    <a:pt x="437" y="84419"/>
                    <a:pt x="437" y="84419"/>
                  </a:cubicBezTo>
                  <a:cubicBezTo>
                    <a:pt x="1651" y="85911"/>
                    <a:pt x="3270" y="86657"/>
                    <a:pt x="4484" y="85911"/>
                  </a:cubicBezTo>
                  <a:lnTo>
                    <a:pt x="6508" y="85911"/>
                  </a:lnTo>
                  <a:cubicBezTo>
                    <a:pt x="7722" y="86657"/>
                    <a:pt x="8532" y="88149"/>
                    <a:pt x="9746" y="88895"/>
                  </a:cubicBezTo>
                  <a:cubicBezTo>
                    <a:pt x="10555" y="89642"/>
                    <a:pt x="11365" y="90388"/>
                    <a:pt x="12174" y="91880"/>
                  </a:cubicBezTo>
                  <a:cubicBezTo>
                    <a:pt x="12984" y="93372"/>
                    <a:pt x="14198" y="94865"/>
                    <a:pt x="14603" y="96357"/>
                  </a:cubicBezTo>
                  <a:cubicBezTo>
                    <a:pt x="15412" y="101580"/>
                    <a:pt x="17031" y="100834"/>
                    <a:pt x="18245" y="100088"/>
                  </a:cubicBezTo>
                  <a:lnTo>
                    <a:pt x="18650" y="99342"/>
                  </a:lnTo>
                  <a:cubicBezTo>
                    <a:pt x="19055" y="96357"/>
                    <a:pt x="19055" y="93372"/>
                    <a:pt x="18650" y="90388"/>
                  </a:cubicBezTo>
                  <a:cubicBezTo>
                    <a:pt x="18650" y="89642"/>
                    <a:pt x="18245" y="89642"/>
                    <a:pt x="18245" y="89642"/>
                  </a:cubicBezTo>
                  <a:cubicBezTo>
                    <a:pt x="16626" y="85911"/>
                    <a:pt x="14603" y="82926"/>
                    <a:pt x="12174" y="80688"/>
                  </a:cubicBezTo>
                  <a:lnTo>
                    <a:pt x="9746" y="78449"/>
                  </a:lnTo>
                  <a:lnTo>
                    <a:pt x="9341" y="77703"/>
                  </a:lnTo>
                  <a:cubicBezTo>
                    <a:pt x="9341" y="76211"/>
                    <a:pt x="9746" y="75465"/>
                    <a:pt x="9746" y="73972"/>
                  </a:cubicBezTo>
                  <a:lnTo>
                    <a:pt x="12174" y="67257"/>
                  </a:lnTo>
                  <a:lnTo>
                    <a:pt x="15817" y="59795"/>
                  </a:lnTo>
                  <a:cubicBezTo>
                    <a:pt x="15817" y="58303"/>
                    <a:pt x="17436" y="59049"/>
                    <a:pt x="17436" y="59049"/>
                  </a:cubicBezTo>
                  <a:cubicBezTo>
                    <a:pt x="17031" y="61288"/>
                    <a:pt x="17031" y="64272"/>
                    <a:pt x="17436" y="66511"/>
                  </a:cubicBezTo>
                  <a:cubicBezTo>
                    <a:pt x="17436" y="67257"/>
                    <a:pt x="17840" y="68003"/>
                    <a:pt x="18650" y="68749"/>
                  </a:cubicBezTo>
                  <a:cubicBezTo>
                    <a:pt x="19459" y="68749"/>
                    <a:pt x="20269" y="68749"/>
                    <a:pt x="21078" y="68003"/>
                  </a:cubicBezTo>
                  <a:lnTo>
                    <a:pt x="21483" y="68003"/>
                  </a:lnTo>
                  <a:lnTo>
                    <a:pt x="22697" y="63526"/>
                  </a:lnTo>
                  <a:cubicBezTo>
                    <a:pt x="23102" y="62780"/>
                    <a:pt x="23507" y="62034"/>
                    <a:pt x="23911" y="60542"/>
                  </a:cubicBezTo>
                  <a:lnTo>
                    <a:pt x="24316" y="59795"/>
                  </a:lnTo>
                  <a:cubicBezTo>
                    <a:pt x="24316" y="59049"/>
                    <a:pt x="25935" y="59049"/>
                    <a:pt x="25935" y="59049"/>
                  </a:cubicBezTo>
                  <a:cubicBezTo>
                    <a:pt x="26340" y="61288"/>
                    <a:pt x="26745" y="63526"/>
                    <a:pt x="26745" y="65765"/>
                  </a:cubicBezTo>
                  <a:cubicBezTo>
                    <a:pt x="25530" y="68003"/>
                    <a:pt x="24721" y="69495"/>
                    <a:pt x="23911" y="71734"/>
                  </a:cubicBezTo>
                  <a:lnTo>
                    <a:pt x="22697" y="73972"/>
                  </a:lnTo>
                  <a:lnTo>
                    <a:pt x="21078" y="76957"/>
                  </a:lnTo>
                  <a:cubicBezTo>
                    <a:pt x="21078" y="76957"/>
                    <a:pt x="20674" y="76957"/>
                    <a:pt x="20674" y="77703"/>
                  </a:cubicBezTo>
                  <a:cubicBezTo>
                    <a:pt x="19864" y="78449"/>
                    <a:pt x="19459" y="79942"/>
                    <a:pt x="19459" y="81434"/>
                  </a:cubicBezTo>
                  <a:lnTo>
                    <a:pt x="19459" y="82180"/>
                  </a:lnTo>
                  <a:cubicBezTo>
                    <a:pt x="19864" y="82926"/>
                    <a:pt x="19864" y="83672"/>
                    <a:pt x="20269" y="84419"/>
                  </a:cubicBezTo>
                  <a:cubicBezTo>
                    <a:pt x="20674" y="85165"/>
                    <a:pt x="21078" y="85165"/>
                    <a:pt x="21888" y="85165"/>
                  </a:cubicBezTo>
                  <a:lnTo>
                    <a:pt x="23102" y="85165"/>
                  </a:lnTo>
                  <a:cubicBezTo>
                    <a:pt x="23507" y="85165"/>
                    <a:pt x="24316" y="84419"/>
                    <a:pt x="24721" y="84419"/>
                  </a:cubicBezTo>
                  <a:cubicBezTo>
                    <a:pt x="25530" y="82926"/>
                    <a:pt x="27149" y="78449"/>
                    <a:pt x="28364" y="74719"/>
                  </a:cubicBezTo>
                  <a:cubicBezTo>
                    <a:pt x="28768" y="73972"/>
                    <a:pt x="29173" y="73226"/>
                    <a:pt x="29578" y="71734"/>
                  </a:cubicBezTo>
                  <a:cubicBezTo>
                    <a:pt x="30387" y="69495"/>
                    <a:pt x="31197" y="68003"/>
                    <a:pt x="32006" y="66511"/>
                  </a:cubicBezTo>
                  <a:cubicBezTo>
                    <a:pt x="32411" y="65765"/>
                    <a:pt x="32816" y="65765"/>
                    <a:pt x="33625" y="65765"/>
                  </a:cubicBezTo>
                  <a:cubicBezTo>
                    <a:pt x="34030" y="65019"/>
                    <a:pt x="34839" y="65765"/>
                    <a:pt x="35244" y="66511"/>
                  </a:cubicBezTo>
                  <a:cubicBezTo>
                    <a:pt x="35649" y="67257"/>
                    <a:pt x="35649" y="68003"/>
                    <a:pt x="35649" y="69495"/>
                  </a:cubicBezTo>
                  <a:cubicBezTo>
                    <a:pt x="35649" y="70242"/>
                    <a:pt x="35244" y="70242"/>
                    <a:pt x="35244" y="71734"/>
                  </a:cubicBezTo>
                  <a:cubicBezTo>
                    <a:pt x="35244" y="73226"/>
                    <a:pt x="34030" y="74719"/>
                    <a:pt x="33625" y="75465"/>
                  </a:cubicBezTo>
                  <a:cubicBezTo>
                    <a:pt x="32411" y="77703"/>
                    <a:pt x="31197" y="80688"/>
                    <a:pt x="29982" y="82926"/>
                  </a:cubicBezTo>
                  <a:lnTo>
                    <a:pt x="28768" y="85165"/>
                  </a:lnTo>
                  <a:lnTo>
                    <a:pt x="27959" y="86657"/>
                  </a:lnTo>
                  <a:cubicBezTo>
                    <a:pt x="27959" y="88149"/>
                    <a:pt x="28364" y="88895"/>
                    <a:pt x="28768" y="89642"/>
                  </a:cubicBezTo>
                  <a:cubicBezTo>
                    <a:pt x="29173" y="90388"/>
                    <a:pt x="29578" y="90388"/>
                    <a:pt x="29982" y="90388"/>
                  </a:cubicBezTo>
                  <a:cubicBezTo>
                    <a:pt x="30387" y="90388"/>
                    <a:pt x="31197" y="91134"/>
                    <a:pt x="31601" y="91134"/>
                  </a:cubicBezTo>
                  <a:cubicBezTo>
                    <a:pt x="32006" y="90388"/>
                    <a:pt x="33220" y="88895"/>
                    <a:pt x="33625" y="88149"/>
                  </a:cubicBezTo>
                  <a:cubicBezTo>
                    <a:pt x="34030" y="87403"/>
                    <a:pt x="34839" y="86657"/>
                    <a:pt x="35244" y="85911"/>
                  </a:cubicBezTo>
                  <a:cubicBezTo>
                    <a:pt x="36053" y="85165"/>
                    <a:pt x="36458" y="84419"/>
                    <a:pt x="37268" y="83672"/>
                  </a:cubicBezTo>
                  <a:cubicBezTo>
                    <a:pt x="37672" y="83672"/>
                    <a:pt x="37672" y="83672"/>
                    <a:pt x="37672" y="82926"/>
                  </a:cubicBezTo>
                  <a:cubicBezTo>
                    <a:pt x="39291" y="79942"/>
                    <a:pt x="40505" y="75465"/>
                    <a:pt x="40910" y="70988"/>
                  </a:cubicBezTo>
                  <a:cubicBezTo>
                    <a:pt x="40910" y="70242"/>
                    <a:pt x="40910" y="69495"/>
                    <a:pt x="41315" y="68003"/>
                  </a:cubicBezTo>
                  <a:cubicBezTo>
                    <a:pt x="41315" y="67257"/>
                    <a:pt x="40910" y="67257"/>
                    <a:pt x="40910" y="65765"/>
                  </a:cubicBezTo>
                  <a:cubicBezTo>
                    <a:pt x="40505" y="64272"/>
                    <a:pt x="39696" y="62780"/>
                    <a:pt x="39291" y="61288"/>
                  </a:cubicBezTo>
                  <a:cubicBezTo>
                    <a:pt x="38482" y="59049"/>
                    <a:pt x="38077" y="55319"/>
                    <a:pt x="38887" y="53080"/>
                  </a:cubicBezTo>
                  <a:cubicBezTo>
                    <a:pt x="39291" y="52334"/>
                    <a:pt x="40505" y="51588"/>
                    <a:pt x="40505" y="51588"/>
                  </a:cubicBezTo>
                  <a:lnTo>
                    <a:pt x="40910" y="50842"/>
                  </a:lnTo>
                  <a:cubicBezTo>
                    <a:pt x="41315" y="49349"/>
                    <a:pt x="41720" y="48603"/>
                    <a:pt x="42529" y="47857"/>
                  </a:cubicBezTo>
                  <a:lnTo>
                    <a:pt x="43339" y="44872"/>
                  </a:lnTo>
                  <a:cubicBezTo>
                    <a:pt x="43339" y="44126"/>
                    <a:pt x="43743" y="44126"/>
                    <a:pt x="43743" y="43380"/>
                  </a:cubicBezTo>
                  <a:cubicBezTo>
                    <a:pt x="43743" y="42634"/>
                    <a:pt x="43339" y="41888"/>
                    <a:pt x="43339" y="40395"/>
                  </a:cubicBezTo>
                  <a:cubicBezTo>
                    <a:pt x="42934" y="39649"/>
                    <a:pt x="42934" y="38903"/>
                    <a:pt x="42529" y="38157"/>
                  </a:cubicBezTo>
                  <a:cubicBezTo>
                    <a:pt x="42124" y="37411"/>
                    <a:pt x="41720" y="37411"/>
                    <a:pt x="40910" y="37411"/>
                  </a:cubicBezTo>
                  <a:lnTo>
                    <a:pt x="39291" y="37411"/>
                  </a:lnTo>
                  <a:cubicBezTo>
                    <a:pt x="38077" y="39649"/>
                    <a:pt x="37268" y="41888"/>
                    <a:pt x="36863" y="44126"/>
                  </a:cubicBezTo>
                  <a:lnTo>
                    <a:pt x="36458" y="44872"/>
                  </a:lnTo>
                  <a:cubicBezTo>
                    <a:pt x="36053" y="47857"/>
                    <a:pt x="34839" y="47111"/>
                    <a:pt x="34839" y="47111"/>
                  </a:cubicBezTo>
                  <a:cubicBezTo>
                    <a:pt x="34435" y="45619"/>
                    <a:pt x="33220" y="39649"/>
                    <a:pt x="33220" y="39649"/>
                  </a:cubicBezTo>
                  <a:cubicBezTo>
                    <a:pt x="33220" y="38903"/>
                    <a:pt x="33220" y="38157"/>
                    <a:pt x="32816" y="38157"/>
                  </a:cubicBezTo>
                  <a:cubicBezTo>
                    <a:pt x="31601" y="35172"/>
                    <a:pt x="29982" y="37411"/>
                    <a:pt x="29173" y="37411"/>
                  </a:cubicBezTo>
                  <a:lnTo>
                    <a:pt x="28768" y="37411"/>
                  </a:lnTo>
                  <a:cubicBezTo>
                    <a:pt x="28364" y="38157"/>
                    <a:pt x="28364" y="38157"/>
                    <a:pt x="27959" y="38157"/>
                  </a:cubicBezTo>
                  <a:cubicBezTo>
                    <a:pt x="25935" y="41142"/>
                    <a:pt x="23911" y="44872"/>
                    <a:pt x="22697" y="48603"/>
                  </a:cubicBezTo>
                  <a:cubicBezTo>
                    <a:pt x="22293" y="49349"/>
                    <a:pt x="21888" y="50842"/>
                    <a:pt x="21483" y="51588"/>
                  </a:cubicBezTo>
                  <a:cubicBezTo>
                    <a:pt x="21483" y="52334"/>
                    <a:pt x="21078" y="53080"/>
                    <a:pt x="21078" y="53826"/>
                  </a:cubicBezTo>
                  <a:cubicBezTo>
                    <a:pt x="21078" y="54572"/>
                    <a:pt x="20674" y="54572"/>
                    <a:pt x="20269" y="54572"/>
                  </a:cubicBezTo>
                  <a:lnTo>
                    <a:pt x="18650" y="55319"/>
                  </a:lnTo>
                  <a:cubicBezTo>
                    <a:pt x="18245" y="54572"/>
                    <a:pt x="19055" y="52334"/>
                    <a:pt x="20269" y="49349"/>
                  </a:cubicBezTo>
                  <a:cubicBezTo>
                    <a:pt x="20674" y="47857"/>
                    <a:pt x="21078" y="46365"/>
                    <a:pt x="21888" y="45619"/>
                  </a:cubicBezTo>
                  <a:cubicBezTo>
                    <a:pt x="22293" y="44872"/>
                    <a:pt x="22697" y="44126"/>
                    <a:pt x="23102" y="42634"/>
                  </a:cubicBezTo>
                  <a:cubicBezTo>
                    <a:pt x="25530" y="38157"/>
                    <a:pt x="27554" y="32934"/>
                    <a:pt x="28364" y="31442"/>
                  </a:cubicBezTo>
                  <a:lnTo>
                    <a:pt x="28768" y="30695"/>
                  </a:lnTo>
                  <a:cubicBezTo>
                    <a:pt x="29173" y="29949"/>
                    <a:pt x="29173" y="29203"/>
                    <a:pt x="29578" y="28457"/>
                  </a:cubicBezTo>
                  <a:cubicBezTo>
                    <a:pt x="30792" y="26219"/>
                    <a:pt x="32006" y="24726"/>
                    <a:pt x="33220" y="23980"/>
                  </a:cubicBezTo>
                  <a:cubicBezTo>
                    <a:pt x="33625" y="23980"/>
                    <a:pt x="34435" y="23980"/>
                    <a:pt x="34839" y="24726"/>
                  </a:cubicBezTo>
                  <a:cubicBezTo>
                    <a:pt x="35649" y="25472"/>
                    <a:pt x="36053" y="26219"/>
                    <a:pt x="36863" y="26965"/>
                  </a:cubicBezTo>
                  <a:lnTo>
                    <a:pt x="37268" y="27711"/>
                  </a:lnTo>
                  <a:cubicBezTo>
                    <a:pt x="37672" y="30695"/>
                    <a:pt x="39696" y="32188"/>
                    <a:pt x="40910" y="32934"/>
                  </a:cubicBezTo>
                  <a:lnTo>
                    <a:pt x="41315" y="32934"/>
                  </a:lnTo>
                  <a:cubicBezTo>
                    <a:pt x="41720" y="32934"/>
                    <a:pt x="41720" y="32188"/>
                    <a:pt x="42124" y="32188"/>
                  </a:cubicBezTo>
                  <a:lnTo>
                    <a:pt x="42934" y="30695"/>
                  </a:lnTo>
                  <a:cubicBezTo>
                    <a:pt x="43743" y="29203"/>
                    <a:pt x="44148" y="26965"/>
                    <a:pt x="43339" y="24726"/>
                  </a:cubicBezTo>
                  <a:cubicBezTo>
                    <a:pt x="42934" y="23980"/>
                    <a:pt x="42934" y="23980"/>
                    <a:pt x="42934" y="22488"/>
                  </a:cubicBezTo>
                  <a:cubicBezTo>
                    <a:pt x="42529" y="21742"/>
                    <a:pt x="42124" y="20996"/>
                    <a:pt x="42124" y="20249"/>
                  </a:cubicBezTo>
                  <a:cubicBezTo>
                    <a:pt x="41720" y="19503"/>
                    <a:pt x="40910" y="18757"/>
                    <a:pt x="40505" y="18011"/>
                  </a:cubicBezTo>
                  <a:cubicBezTo>
                    <a:pt x="39291" y="16519"/>
                    <a:pt x="38482" y="15026"/>
                    <a:pt x="38482" y="15026"/>
                  </a:cubicBezTo>
                  <a:cubicBezTo>
                    <a:pt x="37672" y="12788"/>
                    <a:pt x="37268" y="10549"/>
                    <a:pt x="36863" y="8311"/>
                  </a:cubicBezTo>
                  <a:lnTo>
                    <a:pt x="36863" y="7565"/>
                  </a:lnTo>
                  <a:lnTo>
                    <a:pt x="34839" y="7565"/>
                  </a:lnTo>
                  <a:cubicBezTo>
                    <a:pt x="34839" y="9803"/>
                    <a:pt x="34030" y="9803"/>
                    <a:pt x="33625" y="9803"/>
                  </a:cubicBezTo>
                  <a:cubicBezTo>
                    <a:pt x="32816" y="9803"/>
                    <a:pt x="32006" y="10549"/>
                    <a:pt x="31601" y="11296"/>
                  </a:cubicBezTo>
                  <a:cubicBezTo>
                    <a:pt x="31197" y="12042"/>
                    <a:pt x="30792" y="13534"/>
                    <a:pt x="29982" y="15026"/>
                  </a:cubicBezTo>
                  <a:cubicBezTo>
                    <a:pt x="29578" y="15772"/>
                    <a:pt x="29173" y="17265"/>
                    <a:pt x="28768" y="18011"/>
                  </a:cubicBezTo>
                  <a:cubicBezTo>
                    <a:pt x="28364" y="18757"/>
                    <a:pt x="27959" y="19503"/>
                    <a:pt x="27959" y="20996"/>
                  </a:cubicBezTo>
                  <a:cubicBezTo>
                    <a:pt x="27554" y="21742"/>
                    <a:pt x="27149" y="21742"/>
                    <a:pt x="26745" y="21742"/>
                  </a:cubicBezTo>
                  <a:cubicBezTo>
                    <a:pt x="25126" y="12042"/>
                    <a:pt x="24316" y="12788"/>
                    <a:pt x="24316" y="12788"/>
                  </a:cubicBezTo>
                  <a:cubicBezTo>
                    <a:pt x="24316" y="12788"/>
                    <a:pt x="23911" y="11296"/>
                    <a:pt x="23911" y="10549"/>
                  </a:cubicBezTo>
                  <a:cubicBezTo>
                    <a:pt x="23911" y="9803"/>
                    <a:pt x="23507" y="9057"/>
                    <a:pt x="22697" y="8311"/>
                  </a:cubicBezTo>
                  <a:cubicBezTo>
                    <a:pt x="22293" y="7565"/>
                    <a:pt x="21483" y="7565"/>
                    <a:pt x="21078" y="6819"/>
                  </a:cubicBezTo>
                  <a:lnTo>
                    <a:pt x="20269" y="6819"/>
                  </a:lnTo>
                  <a:cubicBezTo>
                    <a:pt x="18650" y="6072"/>
                    <a:pt x="18650" y="3088"/>
                    <a:pt x="18650" y="3088"/>
                  </a:cubicBezTo>
                  <a:cubicBezTo>
                    <a:pt x="18650" y="2342"/>
                    <a:pt x="18650" y="2342"/>
                    <a:pt x="18245" y="2342"/>
                  </a:cubicBezTo>
                  <a:cubicBezTo>
                    <a:pt x="17031" y="-643"/>
                    <a:pt x="14603" y="-643"/>
                    <a:pt x="12984" y="1596"/>
                  </a:cubicBezTo>
                  <a:lnTo>
                    <a:pt x="12174" y="3088"/>
                  </a:lnTo>
                  <a:lnTo>
                    <a:pt x="11770" y="3834"/>
                  </a:lnTo>
                  <a:cubicBezTo>
                    <a:pt x="10960" y="6072"/>
                    <a:pt x="10151" y="8311"/>
                    <a:pt x="9746" y="11296"/>
                  </a:cubicBezTo>
                  <a:cubicBezTo>
                    <a:pt x="10151" y="13534"/>
                    <a:pt x="11365" y="14280"/>
                    <a:pt x="12174" y="15026"/>
                  </a:cubicBezTo>
                  <a:close/>
                  <a:moveTo>
                    <a:pt x="28364" y="50095"/>
                  </a:moveTo>
                  <a:cubicBezTo>
                    <a:pt x="28768" y="49349"/>
                    <a:pt x="28768" y="49349"/>
                    <a:pt x="29578" y="49349"/>
                  </a:cubicBezTo>
                  <a:cubicBezTo>
                    <a:pt x="30387" y="49349"/>
                    <a:pt x="31197" y="50095"/>
                    <a:pt x="30387" y="53080"/>
                  </a:cubicBezTo>
                  <a:lnTo>
                    <a:pt x="29578" y="54572"/>
                  </a:lnTo>
                  <a:cubicBezTo>
                    <a:pt x="29173" y="54572"/>
                    <a:pt x="29173" y="55319"/>
                    <a:pt x="28364" y="55319"/>
                  </a:cubicBezTo>
                  <a:cubicBezTo>
                    <a:pt x="27554" y="55319"/>
                    <a:pt x="27149" y="56065"/>
                    <a:pt x="26340" y="56065"/>
                  </a:cubicBezTo>
                  <a:cubicBezTo>
                    <a:pt x="25530" y="56065"/>
                    <a:pt x="24721" y="52334"/>
                    <a:pt x="28364" y="5009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Freeform 1046"/>
            <p:cNvSpPr/>
            <p:nvPr/>
          </p:nvSpPr>
          <p:spPr>
            <a:xfrm>
              <a:off x="10202108" y="362169"/>
              <a:ext cx="29950" cy="52230"/>
            </a:xfrm>
            <a:custGeom>
              <a:avLst/>
              <a:gdLst>
                <a:gd name="connsiteX0" fmla="*/ 18618 w 29950"/>
                <a:gd name="connsiteY0" fmla="*/ 46261 h 52230"/>
                <a:gd name="connsiteX1" fmla="*/ 19427 w 29950"/>
                <a:gd name="connsiteY1" fmla="*/ 45515 h 52230"/>
                <a:gd name="connsiteX2" fmla="*/ 25498 w 29950"/>
                <a:gd name="connsiteY2" fmla="*/ 36561 h 52230"/>
                <a:gd name="connsiteX3" fmla="*/ 27926 w 29950"/>
                <a:gd name="connsiteY3" fmla="*/ 32831 h 52230"/>
                <a:gd name="connsiteX4" fmla="*/ 29545 w 29950"/>
                <a:gd name="connsiteY4" fmla="*/ 30592 h 52230"/>
                <a:gd name="connsiteX5" fmla="*/ 29950 w 29950"/>
                <a:gd name="connsiteY5" fmla="*/ 30592 h 52230"/>
                <a:gd name="connsiteX6" fmla="*/ 29545 w 29950"/>
                <a:gd name="connsiteY6" fmla="*/ 29846 h 52230"/>
                <a:gd name="connsiteX7" fmla="*/ 27926 w 29950"/>
                <a:gd name="connsiteY7" fmla="*/ 26115 h 52230"/>
                <a:gd name="connsiteX8" fmla="*/ 25903 w 29950"/>
                <a:gd name="connsiteY8" fmla="*/ 21638 h 52230"/>
                <a:gd name="connsiteX9" fmla="*/ 25498 w 29950"/>
                <a:gd name="connsiteY9" fmla="*/ 22385 h 52230"/>
                <a:gd name="connsiteX10" fmla="*/ 19427 w 29950"/>
                <a:gd name="connsiteY10" fmla="*/ 31338 h 52230"/>
                <a:gd name="connsiteX11" fmla="*/ 16999 w 29950"/>
                <a:gd name="connsiteY11" fmla="*/ 34323 h 52230"/>
                <a:gd name="connsiteX12" fmla="*/ 14570 w 29950"/>
                <a:gd name="connsiteY12" fmla="*/ 38054 h 52230"/>
                <a:gd name="connsiteX13" fmla="*/ 12142 w 29950"/>
                <a:gd name="connsiteY13" fmla="*/ 41038 h 52230"/>
                <a:gd name="connsiteX14" fmla="*/ 10523 w 29950"/>
                <a:gd name="connsiteY14" fmla="*/ 41784 h 52230"/>
                <a:gd name="connsiteX15" fmla="*/ 7285 w 29950"/>
                <a:gd name="connsiteY15" fmla="*/ 38800 h 52230"/>
                <a:gd name="connsiteX16" fmla="*/ 6476 w 29950"/>
                <a:gd name="connsiteY16" fmla="*/ 32831 h 52230"/>
                <a:gd name="connsiteX17" fmla="*/ 9309 w 29950"/>
                <a:gd name="connsiteY17" fmla="*/ 26115 h 52230"/>
                <a:gd name="connsiteX18" fmla="*/ 11737 w 29950"/>
                <a:gd name="connsiteY18" fmla="*/ 22385 h 52230"/>
                <a:gd name="connsiteX19" fmla="*/ 16594 w 29950"/>
                <a:gd name="connsiteY19" fmla="*/ 14923 h 52230"/>
                <a:gd name="connsiteX20" fmla="*/ 19022 w 29950"/>
                <a:gd name="connsiteY20" fmla="*/ 11938 h 52230"/>
                <a:gd name="connsiteX21" fmla="*/ 20641 w 29950"/>
                <a:gd name="connsiteY21" fmla="*/ 9700 h 52230"/>
                <a:gd name="connsiteX22" fmla="*/ 19022 w 29950"/>
                <a:gd name="connsiteY22" fmla="*/ 6715 h 52230"/>
                <a:gd name="connsiteX23" fmla="*/ 16594 w 29950"/>
                <a:gd name="connsiteY23" fmla="*/ 1492 h 52230"/>
                <a:gd name="connsiteX24" fmla="*/ 16189 w 29950"/>
                <a:gd name="connsiteY24" fmla="*/ 0 h 52230"/>
                <a:gd name="connsiteX25" fmla="*/ 11737 w 29950"/>
                <a:gd name="connsiteY25" fmla="*/ 6715 h 52230"/>
                <a:gd name="connsiteX26" fmla="*/ 4857 w 29950"/>
                <a:gd name="connsiteY26" fmla="*/ 16415 h 52230"/>
                <a:gd name="connsiteX27" fmla="*/ 3238 w 29950"/>
                <a:gd name="connsiteY27" fmla="*/ 19400 h 52230"/>
                <a:gd name="connsiteX28" fmla="*/ 0 w 29950"/>
                <a:gd name="connsiteY28" fmla="*/ 29846 h 52230"/>
                <a:gd name="connsiteX29" fmla="*/ 2833 w 29950"/>
                <a:gd name="connsiteY29" fmla="*/ 44023 h 52230"/>
                <a:gd name="connsiteX30" fmla="*/ 3238 w 29950"/>
                <a:gd name="connsiteY30" fmla="*/ 44769 h 52230"/>
                <a:gd name="connsiteX31" fmla="*/ 10118 w 29950"/>
                <a:gd name="connsiteY31" fmla="*/ 52231 h 52230"/>
                <a:gd name="connsiteX32" fmla="*/ 11737 w 29950"/>
                <a:gd name="connsiteY32" fmla="*/ 52231 h 52230"/>
                <a:gd name="connsiteX33" fmla="*/ 16594 w 29950"/>
                <a:gd name="connsiteY33" fmla="*/ 48500 h 52230"/>
                <a:gd name="connsiteX34" fmla="*/ 18618 w 29950"/>
                <a:gd name="connsiteY34" fmla="*/ 46261 h 52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9950" h="52230">
                  <a:moveTo>
                    <a:pt x="18618" y="46261"/>
                  </a:moveTo>
                  <a:lnTo>
                    <a:pt x="19427" y="45515"/>
                  </a:lnTo>
                  <a:lnTo>
                    <a:pt x="25498" y="36561"/>
                  </a:lnTo>
                  <a:lnTo>
                    <a:pt x="27926" y="32831"/>
                  </a:lnTo>
                  <a:lnTo>
                    <a:pt x="29545" y="30592"/>
                  </a:lnTo>
                  <a:lnTo>
                    <a:pt x="29950" y="30592"/>
                  </a:lnTo>
                  <a:lnTo>
                    <a:pt x="29545" y="29846"/>
                  </a:lnTo>
                  <a:lnTo>
                    <a:pt x="27926" y="26115"/>
                  </a:lnTo>
                  <a:lnTo>
                    <a:pt x="25903" y="21638"/>
                  </a:lnTo>
                  <a:lnTo>
                    <a:pt x="25498" y="22385"/>
                  </a:lnTo>
                  <a:lnTo>
                    <a:pt x="19427" y="31338"/>
                  </a:lnTo>
                  <a:lnTo>
                    <a:pt x="16999" y="34323"/>
                  </a:lnTo>
                  <a:lnTo>
                    <a:pt x="14570" y="38054"/>
                  </a:lnTo>
                  <a:cubicBezTo>
                    <a:pt x="13761" y="38800"/>
                    <a:pt x="12951" y="40292"/>
                    <a:pt x="12142" y="41038"/>
                  </a:cubicBezTo>
                  <a:cubicBezTo>
                    <a:pt x="11737" y="41784"/>
                    <a:pt x="11332" y="41784"/>
                    <a:pt x="10523" y="41784"/>
                  </a:cubicBezTo>
                  <a:cubicBezTo>
                    <a:pt x="9309" y="41784"/>
                    <a:pt x="8095" y="41038"/>
                    <a:pt x="7285" y="38800"/>
                  </a:cubicBezTo>
                  <a:cubicBezTo>
                    <a:pt x="6476" y="37308"/>
                    <a:pt x="6071" y="35069"/>
                    <a:pt x="6476" y="32831"/>
                  </a:cubicBezTo>
                  <a:cubicBezTo>
                    <a:pt x="6880" y="29846"/>
                    <a:pt x="8095" y="27608"/>
                    <a:pt x="9309" y="26115"/>
                  </a:cubicBezTo>
                  <a:lnTo>
                    <a:pt x="11737" y="22385"/>
                  </a:lnTo>
                  <a:lnTo>
                    <a:pt x="16594" y="14923"/>
                  </a:lnTo>
                  <a:lnTo>
                    <a:pt x="19022" y="11938"/>
                  </a:lnTo>
                  <a:lnTo>
                    <a:pt x="20641" y="9700"/>
                  </a:lnTo>
                  <a:lnTo>
                    <a:pt x="19022" y="6715"/>
                  </a:lnTo>
                  <a:lnTo>
                    <a:pt x="16594" y="1492"/>
                  </a:lnTo>
                  <a:lnTo>
                    <a:pt x="16189" y="0"/>
                  </a:lnTo>
                  <a:lnTo>
                    <a:pt x="11737" y="6715"/>
                  </a:lnTo>
                  <a:lnTo>
                    <a:pt x="4857" y="16415"/>
                  </a:lnTo>
                  <a:lnTo>
                    <a:pt x="3238" y="19400"/>
                  </a:lnTo>
                  <a:cubicBezTo>
                    <a:pt x="1619" y="22385"/>
                    <a:pt x="405" y="26115"/>
                    <a:pt x="0" y="29846"/>
                  </a:cubicBezTo>
                  <a:cubicBezTo>
                    <a:pt x="0" y="35069"/>
                    <a:pt x="809" y="40292"/>
                    <a:pt x="2833" y="44023"/>
                  </a:cubicBezTo>
                  <a:cubicBezTo>
                    <a:pt x="2833" y="44769"/>
                    <a:pt x="2833" y="44769"/>
                    <a:pt x="3238" y="44769"/>
                  </a:cubicBezTo>
                  <a:cubicBezTo>
                    <a:pt x="4857" y="48500"/>
                    <a:pt x="7285" y="51485"/>
                    <a:pt x="10118" y="52231"/>
                  </a:cubicBezTo>
                  <a:lnTo>
                    <a:pt x="11737" y="52231"/>
                  </a:lnTo>
                  <a:cubicBezTo>
                    <a:pt x="13356" y="51485"/>
                    <a:pt x="15380" y="50738"/>
                    <a:pt x="16594" y="48500"/>
                  </a:cubicBezTo>
                  <a:cubicBezTo>
                    <a:pt x="17808" y="48500"/>
                    <a:pt x="18213" y="47754"/>
                    <a:pt x="18618" y="462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Freeform 1048"/>
            <p:cNvSpPr/>
            <p:nvPr/>
          </p:nvSpPr>
          <p:spPr>
            <a:xfrm>
              <a:off x="10209234" y="-80359"/>
              <a:ext cx="19445" cy="31601"/>
            </a:xfrm>
            <a:custGeom>
              <a:avLst/>
              <a:gdLst>
                <a:gd name="connsiteX0" fmla="*/ 969 w 19445"/>
                <a:gd name="connsiteY0" fmla="*/ 17967 h 31601"/>
                <a:gd name="connsiteX1" fmla="*/ 5016 w 19445"/>
                <a:gd name="connsiteY1" fmla="*/ 19460 h 31601"/>
                <a:gd name="connsiteX2" fmla="*/ 8658 w 19445"/>
                <a:gd name="connsiteY2" fmla="*/ 26175 h 31601"/>
                <a:gd name="connsiteX3" fmla="*/ 9873 w 19445"/>
                <a:gd name="connsiteY3" fmla="*/ 26921 h 31601"/>
                <a:gd name="connsiteX4" fmla="*/ 11492 w 19445"/>
                <a:gd name="connsiteY4" fmla="*/ 29906 h 31601"/>
                <a:gd name="connsiteX5" fmla="*/ 12301 w 19445"/>
                <a:gd name="connsiteY5" fmla="*/ 31398 h 31601"/>
                <a:gd name="connsiteX6" fmla="*/ 14729 w 19445"/>
                <a:gd name="connsiteY6" fmla="*/ 29906 h 31601"/>
                <a:gd name="connsiteX7" fmla="*/ 15134 w 19445"/>
                <a:gd name="connsiteY7" fmla="*/ 25429 h 31601"/>
                <a:gd name="connsiteX8" fmla="*/ 15134 w 19445"/>
                <a:gd name="connsiteY8" fmla="*/ 22444 h 31601"/>
                <a:gd name="connsiteX9" fmla="*/ 15944 w 19445"/>
                <a:gd name="connsiteY9" fmla="*/ 21698 h 31601"/>
                <a:gd name="connsiteX10" fmla="*/ 18372 w 19445"/>
                <a:gd name="connsiteY10" fmla="*/ 20206 h 31601"/>
                <a:gd name="connsiteX11" fmla="*/ 18777 w 19445"/>
                <a:gd name="connsiteY11" fmla="*/ 20206 h 31601"/>
                <a:gd name="connsiteX12" fmla="*/ 19182 w 19445"/>
                <a:gd name="connsiteY12" fmla="*/ 14237 h 31601"/>
                <a:gd name="connsiteX13" fmla="*/ 18777 w 19445"/>
                <a:gd name="connsiteY13" fmla="*/ 14237 h 31601"/>
                <a:gd name="connsiteX14" fmla="*/ 15944 w 19445"/>
                <a:gd name="connsiteY14" fmla="*/ 14237 h 31601"/>
                <a:gd name="connsiteX15" fmla="*/ 14325 w 19445"/>
                <a:gd name="connsiteY15" fmla="*/ 9760 h 31601"/>
                <a:gd name="connsiteX16" fmla="*/ 12301 w 19445"/>
                <a:gd name="connsiteY16" fmla="*/ 9013 h 31601"/>
                <a:gd name="connsiteX17" fmla="*/ 11896 w 19445"/>
                <a:gd name="connsiteY17" fmla="*/ 9013 h 31601"/>
                <a:gd name="connsiteX18" fmla="*/ 10277 w 19445"/>
                <a:gd name="connsiteY18" fmla="*/ 6775 h 31601"/>
                <a:gd name="connsiteX19" fmla="*/ 9873 w 19445"/>
                <a:gd name="connsiteY19" fmla="*/ 1552 h 31601"/>
                <a:gd name="connsiteX20" fmla="*/ 6230 w 19445"/>
                <a:gd name="connsiteY20" fmla="*/ 806 h 31601"/>
                <a:gd name="connsiteX21" fmla="*/ 5421 w 19445"/>
                <a:gd name="connsiteY21" fmla="*/ 1552 h 31601"/>
                <a:gd name="connsiteX22" fmla="*/ 5016 w 19445"/>
                <a:gd name="connsiteY22" fmla="*/ 7521 h 31601"/>
                <a:gd name="connsiteX23" fmla="*/ 4206 w 19445"/>
                <a:gd name="connsiteY23" fmla="*/ 9760 h 31601"/>
                <a:gd name="connsiteX24" fmla="*/ 1373 w 19445"/>
                <a:gd name="connsiteY24" fmla="*/ 10506 h 31601"/>
                <a:gd name="connsiteX25" fmla="*/ 969 w 19445"/>
                <a:gd name="connsiteY25" fmla="*/ 17967 h 31601"/>
                <a:gd name="connsiteX26" fmla="*/ 9873 w 19445"/>
                <a:gd name="connsiteY26" fmla="*/ 15729 h 31601"/>
                <a:gd name="connsiteX27" fmla="*/ 11492 w 19445"/>
                <a:gd name="connsiteY27" fmla="*/ 16475 h 31601"/>
                <a:gd name="connsiteX28" fmla="*/ 11087 w 19445"/>
                <a:gd name="connsiteY28" fmla="*/ 20206 h 31601"/>
                <a:gd name="connsiteX29" fmla="*/ 9468 w 19445"/>
                <a:gd name="connsiteY29" fmla="*/ 20206 h 31601"/>
                <a:gd name="connsiteX30" fmla="*/ 7849 w 19445"/>
                <a:gd name="connsiteY30" fmla="*/ 16475 h 31601"/>
                <a:gd name="connsiteX31" fmla="*/ 9873 w 19445"/>
                <a:gd name="connsiteY31" fmla="*/ 15729 h 3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445" h="31601">
                  <a:moveTo>
                    <a:pt x="969" y="17967"/>
                  </a:moveTo>
                  <a:cubicBezTo>
                    <a:pt x="2183" y="18713"/>
                    <a:pt x="3802" y="19460"/>
                    <a:pt x="5016" y="19460"/>
                  </a:cubicBezTo>
                  <a:cubicBezTo>
                    <a:pt x="5421" y="23190"/>
                    <a:pt x="5825" y="26175"/>
                    <a:pt x="8658" y="26175"/>
                  </a:cubicBezTo>
                  <a:cubicBezTo>
                    <a:pt x="9063" y="26175"/>
                    <a:pt x="9468" y="26175"/>
                    <a:pt x="9873" y="26921"/>
                  </a:cubicBezTo>
                  <a:lnTo>
                    <a:pt x="11492" y="29906"/>
                  </a:lnTo>
                  <a:cubicBezTo>
                    <a:pt x="11896" y="30652"/>
                    <a:pt x="11896" y="31398"/>
                    <a:pt x="12301" y="31398"/>
                  </a:cubicBezTo>
                  <a:cubicBezTo>
                    <a:pt x="13111" y="32144"/>
                    <a:pt x="14729" y="30652"/>
                    <a:pt x="14729" y="29906"/>
                  </a:cubicBezTo>
                  <a:cubicBezTo>
                    <a:pt x="14729" y="29160"/>
                    <a:pt x="15134" y="26921"/>
                    <a:pt x="15134" y="25429"/>
                  </a:cubicBezTo>
                  <a:cubicBezTo>
                    <a:pt x="15134" y="23937"/>
                    <a:pt x="14729" y="23190"/>
                    <a:pt x="15134" y="22444"/>
                  </a:cubicBezTo>
                  <a:cubicBezTo>
                    <a:pt x="15539" y="21698"/>
                    <a:pt x="15539" y="21698"/>
                    <a:pt x="15944" y="21698"/>
                  </a:cubicBezTo>
                  <a:cubicBezTo>
                    <a:pt x="16753" y="20952"/>
                    <a:pt x="17563" y="20206"/>
                    <a:pt x="18372" y="20206"/>
                  </a:cubicBezTo>
                  <a:lnTo>
                    <a:pt x="18777" y="20206"/>
                  </a:lnTo>
                  <a:cubicBezTo>
                    <a:pt x="19991" y="17967"/>
                    <a:pt x="19182" y="14237"/>
                    <a:pt x="19182" y="14237"/>
                  </a:cubicBezTo>
                  <a:lnTo>
                    <a:pt x="18777" y="14237"/>
                  </a:lnTo>
                  <a:cubicBezTo>
                    <a:pt x="17563" y="13490"/>
                    <a:pt x="16348" y="14983"/>
                    <a:pt x="15944" y="14237"/>
                  </a:cubicBezTo>
                  <a:cubicBezTo>
                    <a:pt x="15539" y="13490"/>
                    <a:pt x="14729" y="10506"/>
                    <a:pt x="14325" y="9760"/>
                  </a:cubicBezTo>
                  <a:cubicBezTo>
                    <a:pt x="13920" y="9013"/>
                    <a:pt x="13111" y="9013"/>
                    <a:pt x="12301" y="9013"/>
                  </a:cubicBezTo>
                  <a:lnTo>
                    <a:pt x="11896" y="9013"/>
                  </a:lnTo>
                  <a:cubicBezTo>
                    <a:pt x="11087" y="9013"/>
                    <a:pt x="10682" y="8267"/>
                    <a:pt x="10277" y="6775"/>
                  </a:cubicBezTo>
                  <a:cubicBezTo>
                    <a:pt x="9873" y="5283"/>
                    <a:pt x="9873" y="3044"/>
                    <a:pt x="9873" y="1552"/>
                  </a:cubicBezTo>
                  <a:cubicBezTo>
                    <a:pt x="8658" y="-1433"/>
                    <a:pt x="6230" y="806"/>
                    <a:pt x="6230" y="806"/>
                  </a:cubicBezTo>
                  <a:cubicBezTo>
                    <a:pt x="6230" y="806"/>
                    <a:pt x="5825" y="1552"/>
                    <a:pt x="5421" y="1552"/>
                  </a:cubicBezTo>
                  <a:cubicBezTo>
                    <a:pt x="4206" y="3790"/>
                    <a:pt x="5016" y="6029"/>
                    <a:pt x="5016" y="7521"/>
                  </a:cubicBezTo>
                  <a:cubicBezTo>
                    <a:pt x="5016" y="9013"/>
                    <a:pt x="4611" y="9013"/>
                    <a:pt x="4206" y="9760"/>
                  </a:cubicBezTo>
                  <a:cubicBezTo>
                    <a:pt x="3397" y="10506"/>
                    <a:pt x="2183" y="10506"/>
                    <a:pt x="1373" y="10506"/>
                  </a:cubicBezTo>
                  <a:cubicBezTo>
                    <a:pt x="-1460" y="17221"/>
                    <a:pt x="969" y="17967"/>
                    <a:pt x="969" y="17967"/>
                  </a:cubicBezTo>
                  <a:close/>
                  <a:moveTo>
                    <a:pt x="9873" y="15729"/>
                  </a:moveTo>
                  <a:cubicBezTo>
                    <a:pt x="10277" y="15729"/>
                    <a:pt x="11087" y="15729"/>
                    <a:pt x="11492" y="16475"/>
                  </a:cubicBezTo>
                  <a:cubicBezTo>
                    <a:pt x="11492" y="17221"/>
                    <a:pt x="11896" y="19460"/>
                    <a:pt x="11087" y="20206"/>
                  </a:cubicBezTo>
                  <a:cubicBezTo>
                    <a:pt x="10277" y="20952"/>
                    <a:pt x="10277" y="20206"/>
                    <a:pt x="9468" y="20206"/>
                  </a:cubicBezTo>
                  <a:cubicBezTo>
                    <a:pt x="8658" y="20206"/>
                    <a:pt x="7849" y="16475"/>
                    <a:pt x="7849" y="16475"/>
                  </a:cubicBezTo>
                  <a:cubicBezTo>
                    <a:pt x="7849" y="16475"/>
                    <a:pt x="9063" y="14983"/>
                    <a:pt x="9873" y="1572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1" name="Freeform 1050"/>
            <p:cNvSpPr/>
            <p:nvPr/>
          </p:nvSpPr>
          <p:spPr>
            <a:xfrm>
              <a:off x="10182681" y="317400"/>
              <a:ext cx="31973" cy="55215"/>
            </a:xfrm>
            <a:custGeom>
              <a:avLst/>
              <a:gdLst>
                <a:gd name="connsiteX0" fmla="*/ 31569 w 31973"/>
                <a:gd name="connsiteY0" fmla="*/ 32831 h 55215"/>
                <a:gd name="connsiteX1" fmla="*/ 28736 w 31973"/>
                <a:gd name="connsiteY1" fmla="*/ 22385 h 55215"/>
                <a:gd name="connsiteX2" fmla="*/ 23474 w 31973"/>
                <a:gd name="connsiteY2" fmla="*/ 27608 h 55215"/>
                <a:gd name="connsiteX3" fmla="*/ 20641 w 31973"/>
                <a:gd name="connsiteY3" fmla="*/ 31338 h 55215"/>
                <a:gd name="connsiteX4" fmla="*/ 16594 w 31973"/>
                <a:gd name="connsiteY4" fmla="*/ 18654 h 55215"/>
                <a:gd name="connsiteX5" fmla="*/ 23474 w 31973"/>
                <a:gd name="connsiteY5" fmla="*/ 11938 h 55215"/>
                <a:gd name="connsiteX6" fmla="*/ 24689 w 31973"/>
                <a:gd name="connsiteY6" fmla="*/ 10446 h 55215"/>
                <a:gd name="connsiteX7" fmla="*/ 23474 w 31973"/>
                <a:gd name="connsiteY7" fmla="*/ 5969 h 55215"/>
                <a:gd name="connsiteX8" fmla="*/ 21451 w 31973"/>
                <a:gd name="connsiteY8" fmla="*/ 0 h 55215"/>
                <a:gd name="connsiteX9" fmla="*/ 11332 w 31973"/>
                <a:gd name="connsiteY9" fmla="*/ 10446 h 55215"/>
                <a:gd name="connsiteX10" fmla="*/ 809 w 31973"/>
                <a:gd name="connsiteY10" fmla="*/ 21638 h 55215"/>
                <a:gd name="connsiteX11" fmla="*/ 0 w 31973"/>
                <a:gd name="connsiteY11" fmla="*/ 21638 h 55215"/>
                <a:gd name="connsiteX12" fmla="*/ 809 w 31973"/>
                <a:gd name="connsiteY12" fmla="*/ 23877 h 55215"/>
                <a:gd name="connsiteX13" fmla="*/ 3238 w 31973"/>
                <a:gd name="connsiteY13" fmla="*/ 32831 h 55215"/>
                <a:gd name="connsiteX14" fmla="*/ 11332 w 31973"/>
                <a:gd name="connsiteY14" fmla="*/ 23877 h 55215"/>
                <a:gd name="connsiteX15" fmla="*/ 12142 w 31973"/>
                <a:gd name="connsiteY15" fmla="*/ 23131 h 55215"/>
                <a:gd name="connsiteX16" fmla="*/ 16189 w 31973"/>
                <a:gd name="connsiteY16" fmla="*/ 35815 h 55215"/>
                <a:gd name="connsiteX17" fmla="*/ 11332 w 31973"/>
                <a:gd name="connsiteY17" fmla="*/ 40292 h 55215"/>
                <a:gd name="connsiteX18" fmla="*/ 6880 w 31973"/>
                <a:gd name="connsiteY18" fmla="*/ 44769 h 55215"/>
                <a:gd name="connsiteX19" fmla="*/ 10118 w 31973"/>
                <a:gd name="connsiteY19" fmla="*/ 55215 h 55215"/>
                <a:gd name="connsiteX20" fmla="*/ 11332 w 31973"/>
                <a:gd name="connsiteY20" fmla="*/ 54469 h 55215"/>
                <a:gd name="connsiteX21" fmla="*/ 23474 w 31973"/>
                <a:gd name="connsiteY21" fmla="*/ 41784 h 55215"/>
                <a:gd name="connsiteX22" fmla="*/ 31569 w 31973"/>
                <a:gd name="connsiteY22" fmla="*/ 33577 h 55215"/>
                <a:gd name="connsiteX23" fmla="*/ 31974 w 31973"/>
                <a:gd name="connsiteY23" fmla="*/ 33577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1973" h="55215">
                  <a:moveTo>
                    <a:pt x="31569" y="32831"/>
                  </a:moveTo>
                  <a:lnTo>
                    <a:pt x="28736" y="22385"/>
                  </a:lnTo>
                  <a:lnTo>
                    <a:pt x="23474" y="27608"/>
                  </a:lnTo>
                  <a:lnTo>
                    <a:pt x="20641" y="31338"/>
                  </a:lnTo>
                  <a:lnTo>
                    <a:pt x="16594" y="18654"/>
                  </a:lnTo>
                  <a:lnTo>
                    <a:pt x="23474" y="11938"/>
                  </a:lnTo>
                  <a:lnTo>
                    <a:pt x="24689" y="10446"/>
                  </a:lnTo>
                  <a:lnTo>
                    <a:pt x="23474" y="5969"/>
                  </a:lnTo>
                  <a:lnTo>
                    <a:pt x="21451" y="0"/>
                  </a:lnTo>
                  <a:lnTo>
                    <a:pt x="11332" y="10446"/>
                  </a:lnTo>
                  <a:lnTo>
                    <a:pt x="809" y="21638"/>
                  </a:lnTo>
                  <a:lnTo>
                    <a:pt x="0" y="21638"/>
                  </a:lnTo>
                  <a:lnTo>
                    <a:pt x="809" y="23877"/>
                  </a:lnTo>
                  <a:lnTo>
                    <a:pt x="3238" y="32831"/>
                  </a:lnTo>
                  <a:lnTo>
                    <a:pt x="11332" y="23877"/>
                  </a:lnTo>
                  <a:lnTo>
                    <a:pt x="12142" y="23131"/>
                  </a:lnTo>
                  <a:lnTo>
                    <a:pt x="16189" y="35815"/>
                  </a:lnTo>
                  <a:lnTo>
                    <a:pt x="11332" y="40292"/>
                  </a:lnTo>
                  <a:lnTo>
                    <a:pt x="6880" y="44769"/>
                  </a:lnTo>
                  <a:lnTo>
                    <a:pt x="10118" y="55215"/>
                  </a:lnTo>
                  <a:lnTo>
                    <a:pt x="11332" y="54469"/>
                  </a:lnTo>
                  <a:lnTo>
                    <a:pt x="23474" y="41784"/>
                  </a:lnTo>
                  <a:lnTo>
                    <a:pt x="31569" y="33577"/>
                  </a:lnTo>
                  <a:lnTo>
                    <a:pt x="31974" y="335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2" name="Freeform 1051"/>
            <p:cNvSpPr/>
            <p:nvPr/>
          </p:nvSpPr>
          <p:spPr>
            <a:xfrm>
              <a:off x="10200424" y="-57724"/>
              <a:ext cx="17563" cy="30710"/>
            </a:xfrm>
            <a:custGeom>
              <a:avLst/>
              <a:gdLst>
                <a:gd name="connsiteX0" fmla="*/ 5731 w 17563"/>
                <a:gd name="connsiteY0" fmla="*/ 20701 h 30710"/>
                <a:gd name="connsiteX1" fmla="*/ 11397 w 17563"/>
                <a:gd name="connsiteY1" fmla="*/ 29655 h 30710"/>
                <a:gd name="connsiteX2" fmla="*/ 13826 w 17563"/>
                <a:gd name="connsiteY2" fmla="*/ 30401 h 30710"/>
                <a:gd name="connsiteX3" fmla="*/ 15445 w 17563"/>
                <a:gd name="connsiteY3" fmla="*/ 28909 h 30710"/>
                <a:gd name="connsiteX4" fmla="*/ 17064 w 17563"/>
                <a:gd name="connsiteY4" fmla="*/ 22194 h 30710"/>
                <a:gd name="connsiteX5" fmla="*/ 15849 w 17563"/>
                <a:gd name="connsiteY5" fmla="*/ 11001 h 30710"/>
                <a:gd name="connsiteX6" fmla="*/ 13826 w 17563"/>
                <a:gd name="connsiteY6" fmla="*/ 13986 h 30710"/>
                <a:gd name="connsiteX7" fmla="*/ 13826 w 17563"/>
                <a:gd name="connsiteY7" fmla="*/ 15478 h 30710"/>
                <a:gd name="connsiteX8" fmla="*/ 11802 w 17563"/>
                <a:gd name="connsiteY8" fmla="*/ 16971 h 30710"/>
                <a:gd name="connsiteX9" fmla="*/ 12612 w 17563"/>
                <a:gd name="connsiteY9" fmla="*/ 10255 h 30710"/>
                <a:gd name="connsiteX10" fmla="*/ 10993 w 17563"/>
                <a:gd name="connsiteY10" fmla="*/ 6525 h 30710"/>
                <a:gd name="connsiteX11" fmla="*/ 7350 w 17563"/>
                <a:gd name="connsiteY11" fmla="*/ 10255 h 30710"/>
                <a:gd name="connsiteX12" fmla="*/ 5731 w 17563"/>
                <a:gd name="connsiteY12" fmla="*/ 11001 h 30710"/>
                <a:gd name="connsiteX13" fmla="*/ 6945 w 17563"/>
                <a:gd name="connsiteY13" fmla="*/ 2794 h 30710"/>
                <a:gd name="connsiteX14" fmla="*/ 2089 w 17563"/>
                <a:gd name="connsiteY14" fmla="*/ 1301 h 30710"/>
                <a:gd name="connsiteX15" fmla="*/ 1684 w 17563"/>
                <a:gd name="connsiteY15" fmla="*/ 2048 h 30710"/>
                <a:gd name="connsiteX16" fmla="*/ 65 w 17563"/>
                <a:gd name="connsiteY16" fmla="*/ 11001 h 30710"/>
                <a:gd name="connsiteX17" fmla="*/ 1279 w 17563"/>
                <a:gd name="connsiteY17" fmla="*/ 16971 h 30710"/>
                <a:gd name="connsiteX18" fmla="*/ 5731 w 17563"/>
                <a:gd name="connsiteY18" fmla="*/ 20701 h 3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563" h="30710">
                  <a:moveTo>
                    <a:pt x="5731" y="20701"/>
                  </a:moveTo>
                  <a:cubicBezTo>
                    <a:pt x="7755" y="23686"/>
                    <a:pt x="9778" y="25925"/>
                    <a:pt x="11397" y="29655"/>
                  </a:cubicBezTo>
                  <a:cubicBezTo>
                    <a:pt x="12207" y="30401"/>
                    <a:pt x="13016" y="31148"/>
                    <a:pt x="13826" y="30401"/>
                  </a:cubicBezTo>
                  <a:cubicBezTo>
                    <a:pt x="14635" y="30401"/>
                    <a:pt x="15040" y="29655"/>
                    <a:pt x="15445" y="28909"/>
                  </a:cubicBezTo>
                  <a:cubicBezTo>
                    <a:pt x="15849" y="25925"/>
                    <a:pt x="17064" y="22194"/>
                    <a:pt x="17064" y="22194"/>
                  </a:cubicBezTo>
                  <a:cubicBezTo>
                    <a:pt x="18683" y="11748"/>
                    <a:pt x="15849" y="11001"/>
                    <a:pt x="15849" y="11001"/>
                  </a:cubicBezTo>
                  <a:cubicBezTo>
                    <a:pt x="15040" y="11001"/>
                    <a:pt x="14230" y="12494"/>
                    <a:pt x="13826" y="13986"/>
                  </a:cubicBezTo>
                  <a:lnTo>
                    <a:pt x="13826" y="15478"/>
                  </a:lnTo>
                  <a:cubicBezTo>
                    <a:pt x="12612" y="18463"/>
                    <a:pt x="11802" y="16971"/>
                    <a:pt x="11802" y="16971"/>
                  </a:cubicBezTo>
                  <a:lnTo>
                    <a:pt x="12612" y="10255"/>
                  </a:lnTo>
                  <a:cubicBezTo>
                    <a:pt x="13016" y="8763"/>
                    <a:pt x="10993" y="6525"/>
                    <a:pt x="10993" y="6525"/>
                  </a:cubicBezTo>
                  <a:cubicBezTo>
                    <a:pt x="8160" y="7271"/>
                    <a:pt x="7350" y="10255"/>
                    <a:pt x="7350" y="10255"/>
                  </a:cubicBezTo>
                  <a:cubicBezTo>
                    <a:pt x="5731" y="13986"/>
                    <a:pt x="5731" y="11001"/>
                    <a:pt x="5731" y="11001"/>
                  </a:cubicBezTo>
                  <a:cubicBezTo>
                    <a:pt x="6541" y="8017"/>
                    <a:pt x="6945" y="5778"/>
                    <a:pt x="6945" y="2794"/>
                  </a:cubicBezTo>
                  <a:cubicBezTo>
                    <a:pt x="5731" y="-191"/>
                    <a:pt x="3707" y="-937"/>
                    <a:pt x="2089" y="1301"/>
                  </a:cubicBezTo>
                  <a:cubicBezTo>
                    <a:pt x="1684" y="1301"/>
                    <a:pt x="1684" y="2048"/>
                    <a:pt x="1684" y="2048"/>
                  </a:cubicBezTo>
                  <a:cubicBezTo>
                    <a:pt x="874" y="5032"/>
                    <a:pt x="470" y="8017"/>
                    <a:pt x="65" y="11001"/>
                  </a:cubicBezTo>
                  <a:cubicBezTo>
                    <a:pt x="-340" y="13986"/>
                    <a:pt x="1279" y="16971"/>
                    <a:pt x="1279" y="16971"/>
                  </a:cubicBezTo>
                  <a:cubicBezTo>
                    <a:pt x="2898" y="16971"/>
                    <a:pt x="4112" y="18463"/>
                    <a:pt x="5731" y="2070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3" name="Freeform 1052"/>
            <p:cNvSpPr/>
            <p:nvPr/>
          </p:nvSpPr>
          <p:spPr>
            <a:xfrm>
              <a:off x="10189562" y="30877"/>
              <a:ext cx="8904" cy="17161"/>
            </a:xfrm>
            <a:custGeom>
              <a:avLst/>
              <a:gdLst>
                <a:gd name="connsiteX0" fmla="*/ 4452 w 8904"/>
                <a:gd name="connsiteY0" fmla="*/ 17161 h 17161"/>
                <a:gd name="connsiteX1" fmla="*/ 8904 w 8904"/>
                <a:gd name="connsiteY1" fmla="*/ 8208 h 17161"/>
                <a:gd name="connsiteX2" fmla="*/ 4452 w 8904"/>
                <a:gd name="connsiteY2" fmla="*/ 0 h 17161"/>
                <a:gd name="connsiteX3" fmla="*/ 0 w 8904"/>
                <a:gd name="connsiteY3" fmla="*/ 8954 h 17161"/>
                <a:gd name="connsiteX4" fmla="*/ 4452 w 8904"/>
                <a:gd name="connsiteY4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4" h="17161">
                  <a:moveTo>
                    <a:pt x="4452" y="17161"/>
                  </a:moveTo>
                  <a:cubicBezTo>
                    <a:pt x="6880" y="17161"/>
                    <a:pt x="8904" y="13431"/>
                    <a:pt x="8904" y="8208"/>
                  </a:cubicBezTo>
                  <a:cubicBezTo>
                    <a:pt x="8904" y="3731"/>
                    <a:pt x="6880" y="0"/>
                    <a:pt x="4452" y="0"/>
                  </a:cubicBezTo>
                  <a:cubicBezTo>
                    <a:pt x="2024" y="0"/>
                    <a:pt x="0" y="3731"/>
                    <a:pt x="0" y="8954"/>
                  </a:cubicBezTo>
                  <a:cubicBezTo>
                    <a:pt x="0" y="12685"/>
                    <a:pt x="2024" y="16415"/>
                    <a:pt x="4452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Freeform 1053"/>
            <p:cNvSpPr/>
            <p:nvPr/>
          </p:nvSpPr>
          <p:spPr>
            <a:xfrm>
              <a:off x="10173071" y="271438"/>
              <a:ext cx="26608" cy="48946"/>
            </a:xfrm>
            <a:custGeom>
              <a:avLst/>
              <a:gdLst>
                <a:gd name="connsiteX0" fmla="*/ 17705 w 26608"/>
                <a:gd name="connsiteY0" fmla="*/ 39246 h 48946"/>
                <a:gd name="connsiteX1" fmla="*/ 14467 w 26608"/>
                <a:gd name="connsiteY1" fmla="*/ 22085 h 48946"/>
                <a:gd name="connsiteX2" fmla="*/ 10419 w 26608"/>
                <a:gd name="connsiteY2" fmla="*/ 25069 h 48946"/>
                <a:gd name="connsiteX3" fmla="*/ 10015 w 26608"/>
                <a:gd name="connsiteY3" fmla="*/ 25069 h 48946"/>
                <a:gd name="connsiteX4" fmla="*/ 10419 w 26608"/>
                <a:gd name="connsiteY4" fmla="*/ 25815 h 48946"/>
                <a:gd name="connsiteX5" fmla="*/ 11634 w 26608"/>
                <a:gd name="connsiteY5" fmla="*/ 31038 h 48946"/>
                <a:gd name="connsiteX6" fmla="*/ 10419 w 26608"/>
                <a:gd name="connsiteY6" fmla="*/ 33277 h 48946"/>
                <a:gd name="connsiteX7" fmla="*/ 6777 w 26608"/>
                <a:gd name="connsiteY7" fmla="*/ 35515 h 48946"/>
                <a:gd name="connsiteX8" fmla="*/ 5967 w 26608"/>
                <a:gd name="connsiteY8" fmla="*/ 34023 h 48946"/>
                <a:gd name="connsiteX9" fmla="*/ 5563 w 26608"/>
                <a:gd name="connsiteY9" fmla="*/ 31785 h 48946"/>
                <a:gd name="connsiteX10" fmla="*/ 5563 w 26608"/>
                <a:gd name="connsiteY10" fmla="*/ 20592 h 48946"/>
                <a:gd name="connsiteX11" fmla="*/ 16490 w 26608"/>
                <a:gd name="connsiteY11" fmla="*/ 13131 h 48946"/>
                <a:gd name="connsiteX12" fmla="*/ 20943 w 26608"/>
                <a:gd name="connsiteY12" fmla="*/ 22831 h 48946"/>
                <a:gd name="connsiteX13" fmla="*/ 21752 w 26608"/>
                <a:gd name="connsiteY13" fmla="*/ 28800 h 48946"/>
                <a:gd name="connsiteX14" fmla="*/ 21752 w 26608"/>
                <a:gd name="connsiteY14" fmla="*/ 35515 h 48946"/>
                <a:gd name="connsiteX15" fmla="*/ 26609 w 26608"/>
                <a:gd name="connsiteY15" fmla="*/ 32531 h 48946"/>
                <a:gd name="connsiteX16" fmla="*/ 26204 w 26608"/>
                <a:gd name="connsiteY16" fmla="*/ 25815 h 48946"/>
                <a:gd name="connsiteX17" fmla="*/ 24990 w 26608"/>
                <a:gd name="connsiteY17" fmla="*/ 18354 h 48946"/>
                <a:gd name="connsiteX18" fmla="*/ 20943 w 26608"/>
                <a:gd name="connsiteY18" fmla="*/ 6415 h 48946"/>
                <a:gd name="connsiteX19" fmla="*/ 18109 w 26608"/>
                <a:gd name="connsiteY19" fmla="*/ 1938 h 48946"/>
                <a:gd name="connsiteX20" fmla="*/ 10419 w 26608"/>
                <a:gd name="connsiteY20" fmla="*/ 446 h 48946"/>
                <a:gd name="connsiteX21" fmla="*/ 7991 w 26608"/>
                <a:gd name="connsiteY21" fmla="*/ 1938 h 48946"/>
                <a:gd name="connsiteX22" fmla="*/ 706 w 26608"/>
                <a:gd name="connsiteY22" fmla="*/ 14623 h 48946"/>
                <a:gd name="connsiteX23" fmla="*/ 1515 w 26608"/>
                <a:gd name="connsiteY23" fmla="*/ 34769 h 48946"/>
                <a:gd name="connsiteX24" fmla="*/ 3134 w 26608"/>
                <a:gd name="connsiteY24" fmla="*/ 42231 h 48946"/>
                <a:gd name="connsiteX25" fmla="*/ 5158 w 26608"/>
                <a:gd name="connsiteY25" fmla="*/ 48946 h 48946"/>
                <a:gd name="connsiteX26" fmla="*/ 10419 w 26608"/>
                <a:gd name="connsiteY26" fmla="*/ 45215 h 48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608" h="48946">
                  <a:moveTo>
                    <a:pt x="17705" y="39246"/>
                  </a:moveTo>
                  <a:lnTo>
                    <a:pt x="14467" y="22085"/>
                  </a:lnTo>
                  <a:lnTo>
                    <a:pt x="10419" y="25069"/>
                  </a:lnTo>
                  <a:lnTo>
                    <a:pt x="10015" y="25069"/>
                  </a:lnTo>
                  <a:lnTo>
                    <a:pt x="10419" y="25815"/>
                  </a:lnTo>
                  <a:lnTo>
                    <a:pt x="11634" y="31038"/>
                  </a:lnTo>
                  <a:lnTo>
                    <a:pt x="10419" y="33277"/>
                  </a:lnTo>
                  <a:lnTo>
                    <a:pt x="6777" y="35515"/>
                  </a:lnTo>
                  <a:lnTo>
                    <a:pt x="5967" y="34023"/>
                  </a:lnTo>
                  <a:cubicBezTo>
                    <a:pt x="5967" y="33277"/>
                    <a:pt x="5563" y="32531"/>
                    <a:pt x="5563" y="31785"/>
                  </a:cubicBezTo>
                  <a:cubicBezTo>
                    <a:pt x="4753" y="28054"/>
                    <a:pt x="4753" y="24323"/>
                    <a:pt x="5563" y="20592"/>
                  </a:cubicBezTo>
                  <a:cubicBezTo>
                    <a:pt x="7586" y="13131"/>
                    <a:pt x="12443" y="10146"/>
                    <a:pt x="16490" y="13131"/>
                  </a:cubicBezTo>
                  <a:cubicBezTo>
                    <a:pt x="18514" y="15369"/>
                    <a:pt x="20133" y="18354"/>
                    <a:pt x="20943" y="22831"/>
                  </a:cubicBezTo>
                  <a:cubicBezTo>
                    <a:pt x="21347" y="24323"/>
                    <a:pt x="21752" y="26562"/>
                    <a:pt x="21752" y="28800"/>
                  </a:cubicBezTo>
                  <a:cubicBezTo>
                    <a:pt x="22157" y="31038"/>
                    <a:pt x="22157" y="33277"/>
                    <a:pt x="21752" y="35515"/>
                  </a:cubicBezTo>
                  <a:lnTo>
                    <a:pt x="26609" y="32531"/>
                  </a:lnTo>
                  <a:cubicBezTo>
                    <a:pt x="26609" y="30292"/>
                    <a:pt x="26204" y="28054"/>
                    <a:pt x="26204" y="25815"/>
                  </a:cubicBezTo>
                  <a:cubicBezTo>
                    <a:pt x="25799" y="23577"/>
                    <a:pt x="25395" y="20592"/>
                    <a:pt x="24990" y="18354"/>
                  </a:cubicBezTo>
                  <a:cubicBezTo>
                    <a:pt x="24180" y="13877"/>
                    <a:pt x="22561" y="10146"/>
                    <a:pt x="20943" y="6415"/>
                  </a:cubicBezTo>
                  <a:cubicBezTo>
                    <a:pt x="20133" y="4923"/>
                    <a:pt x="19324" y="3431"/>
                    <a:pt x="18109" y="1938"/>
                  </a:cubicBezTo>
                  <a:cubicBezTo>
                    <a:pt x="15681" y="-300"/>
                    <a:pt x="12848" y="-300"/>
                    <a:pt x="10419" y="446"/>
                  </a:cubicBezTo>
                  <a:lnTo>
                    <a:pt x="7991" y="1938"/>
                  </a:lnTo>
                  <a:cubicBezTo>
                    <a:pt x="4753" y="4177"/>
                    <a:pt x="1920" y="8654"/>
                    <a:pt x="706" y="14623"/>
                  </a:cubicBezTo>
                  <a:cubicBezTo>
                    <a:pt x="-508" y="21338"/>
                    <a:pt x="-104" y="28800"/>
                    <a:pt x="1515" y="34769"/>
                  </a:cubicBezTo>
                  <a:cubicBezTo>
                    <a:pt x="1920" y="37754"/>
                    <a:pt x="2325" y="39992"/>
                    <a:pt x="3134" y="42231"/>
                  </a:cubicBezTo>
                  <a:cubicBezTo>
                    <a:pt x="3539" y="44469"/>
                    <a:pt x="4753" y="46708"/>
                    <a:pt x="5158" y="48946"/>
                  </a:cubicBezTo>
                  <a:lnTo>
                    <a:pt x="10419" y="452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5" name="Freeform 1054"/>
            <p:cNvSpPr/>
            <p:nvPr/>
          </p:nvSpPr>
          <p:spPr>
            <a:xfrm>
              <a:off x="10164063" y="211446"/>
              <a:ext cx="27521" cy="48499"/>
            </a:xfrm>
            <a:custGeom>
              <a:avLst/>
              <a:gdLst>
                <a:gd name="connsiteX0" fmla="*/ 27522 w 27521"/>
                <a:gd name="connsiteY0" fmla="*/ 41785 h 48499"/>
                <a:gd name="connsiteX1" fmla="*/ 26712 w 27521"/>
                <a:gd name="connsiteY1" fmla="*/ 31338 h 48499"/>
                <a:gd name="connsiteX2" fmla="*/ 19427 w 27521"/>
                <a:gd name="connsiteY2" fmla="*/ 33577 h 48499"/>
                <a:gd name="connsiteX3" fmla="*/ 14166 w 27521"/>
                <a:gd name="connsiteY3" fmla="*/ 34323 h 48499"/>
                <a:gd name="connsiteX4" fmla="*/ 10928 w 27521"/>
                <a:gd name="connsiteY4" fmla="*/ 35815 h 48499"/>
                <a:gd name="connsiteX5" fmla="*/ 7285 w 27521"/>
                <a:gd name="connsiteY5" fmla="*/ 37308 h 48499"/>
                <a:gd name="connsiteX6" fmla="*/ 9309 w 27521"/>
                <a:gd name="connsiteY6" fmla="*/ 35069 h 48499"/>
                <a:gd name="connsiteX7" fmla="*/ 11737 w 27521"/>
                <a:gd name="connsiteY7" fmla="*/ 32831 h 48499"/>
                <a:gd name="connsiteX8" fmla="*/ 19427 w 27521"/>
                <a:gd name="connsiteY8" fmla="*/ 23131 h 48499"/>
                <a:gd name="connsiteX9" fmla="*/ 25903 w 27521"/>
                <a:gd name="connsiteY9" fmla="*/ 14923 h 48499"/>
                <a:gd name="connsiteX10" fmla="*/ 24284 w 27521"/>
                <a:gd name="connsiteY10" fmla="*/ 0 h 48499"/>
                <a:gd name="connsiteX11" fmla="*/ 19427 w 27521"/>
                <a:gd name="connsiteY11" fmla="*/ 2238 h 48499"/>
                <a:gd name="connsiteX12" fmla="*/ 7285 w 27521"/>
                <a:gd name="connsiteY12" fmla="*/ 5223 h 48499"/>
                <a:gd name="connsiteX13" fmla="*/ 0 w 27521"/>
                <a:gd name="connsiteY13" fmla="*/ 7461 h 48499"/>
                <a:gd name="connsiteX14" fmla="*/ 809 w 27521"/>
                <a:gd name="connsiteY14" fmla="*/ 17908 h 48499"/>
                <a:gd name="connsiteX15" fmla="*/ 7285 w 27521"/>
                <a:gd name="connsiteY15" fmla="*/ 16415 h 48499"/>
                <a:gd name="connsiteX16" fmla="*/ 14570 w 27521"/>
                <a:gd name="connsiteY16" fmla="*/ 14177 h 48499"/>
                <a:gd name="connsiteX17" fmla="*/ 17403 w 27521"/>
                <a:gd name="connsiteY17" fmla="*/ 13431 h 48499"/>
                <a:gd name="connsiteX18" fmla="*/ 19022 w 27521"/>
                <a:gd name="connsiteY18" fmla="*/ 12685 h 48499"/>
                <a:gd name="connsiteX19" fmla="*/ 20641 w 27521"/>
                <a:gd name="connsiteY19" fmla="*/ 11938 h 48499"/>
                <a:gd name="connsiteX20" fmla="*/ 19022 w 27521"/>
                <a:gd name="connsiteY20" fmla="*/ 12685 h 48499"/>
                <a:gd name="connsiteX21" fmla="*/ 17403 w 27521"/>
                <a:gd name="connsiteY21" fmla="*/ 14177 h 48499"/>
                <a:gd name="connsiteX22" fmla="*/ 15784 w 27521"/>
                <a:gd name="connsiteY22" fmla="*/ 16415 h 48499"/>
                <a:gd name="connsiteX23" fmla="*/ 7285 w 27521"/>
                <a:gd name="connsiteY23" fmla="*/ 27608 h 48499"/>
                <a:gd name="connsiteX24" fmla="*/ 2428 w 27521"/>
                <a:gd name="connsiteY24" fmla="*/ 34323 h 48499"/>
                <a:gd name="connsiteX25" fmla="*/ 3643 w 27521"/>
                <a:gd name="connsiteY25" fmla="*/ 48500 h 48499"/>
                <a:gd name="connsiteX26" fmla="*/ 7285 w 27521"/>
                <a:gd name="connsiteY26" fmla="*/ 47754 h 48499"/>
                <a:gd name="connsiteX27" fmla="*/ 19427 w 27521"/>
                <a:gd name="connsiteY27" fmla="*/ 44023 h 4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521" h="48499">
                  <a:moveTo>
                    <a:pt x="27522" y="41785"/>
                  </a:moveTo>
                  <a:lnTo>
                    <a:pt x="26712" y="31338"/>
                  </a:lnTo>
                  <a:lnTo>
                    <a:pt x="19427" y="33577"/>
                  </a:lnTo>
                  <a:lnTo>
                    <a:pt x="14166" y="34323"/>
                  </a:lnTo>
                  <a:cubicBezTo>
                    <a:pt x="13356" y="35069"/>
                    <a:pt x="12142" y="35069"/>
                    <a:pt x="10928" y="35815"/>
                  </a:cubicBezTo>
                  <a:lnTo>
                    <a:pt x="7285" y="37308"/>
                  </a:lnTo>
                  <a:cubicBezTo>
                    <a:pt x="8095" y="36561"/>
                    <a:pt x="8904" y="35815"/>
                    <a:pt x="9309" y="35069"/>
                  </a:cubicBezTo>
                  <a:lnTo>
                    <a:pt x="11737" y="32831"/>
                  </a:lnTo>
                  <a:lnTo>
                    <a:pt x="19427" y="23131"/>
                  </a:lnTo>
                  <a:lnTo>
                    <a:pt x="25903" y="14923"/>
                  </a:lnTo>
                  <a:lnTo>
                    <a:pt x="24284" y="0"/>
                  </a:lnTo>
                  <a:lnTo>
                    <a:pt x="19427" y="2238"/>
                  </a:lnTo>
                  <a:lnTo>
                    <a:pt x="7285" y="5223"/>
                  </a:lnTo>
                  <a:lnTo>
                    <a:pt x="0" y="7461"/>
                  </a:lnTo>
                  <a:lnTo>
                    <a:pt x="809" y="17908"/>
                  </a:lnTo>
                  <a:lnTo>
                    <a:pt x="7285" y="16415"/>
                  </a:lnTo>
                  <a:lnTo>
                    <a:pt x="14570" y="14177"/>
                  </a:lnTo>
                  <a:cubicBezTo>
                    <a:pt x="15380" y="14177"/>
                    <a:pt x="16594" y="13431"/>
                    <a:pt x="17403" y="13431"/>
                  </a:cubicBezTo>
                  <a:cubicBezTo>
                    <a:pt x="17808" y="12685"/>
                    <a:pt x="18618" y="12685"/>
                    <a:pt x="19022" y="12685"/>
                  </a:cubicBezTo>
                  <a:cubicBezTo>
                    <a:pt x="19427" y="12685"/>
                    <a:pt x="19832" y="11938"/>
                    <a:pt x="20641" y="11938"/>
                  </a:cubicBezTo>
                  <a:cubicBezTo>
                    <a:pt x="20237" y="12685"/>
                    <a:pt x="19832" y="12685"/>
                    <a:pt x="19022" y="12685"/>
                  </a:cubicBezTo>
                  <a:lnTo>
                    <a:pt x="17403" y="14177"/>
                  </a:lnTo>
                  <a:cubicBezTo>
                    <a:pt x="16999" y="14923"/>
                    <a:pt x="16189" y="15669"/>
                    <a:pt x="15784" y="16415"/>
                  </a:cubicBezTo>
                  <a:lnTo>
                    <a:pt x="7285" y="27608"/>
                  </a:lnTo>
                  <a:lnTo>
                    <a:pt x="2428" y="34323"/>
                  </a:lnTo>
                  <a:lnTo>
                    <a:pt x="3643" y="48500"/>
                  </a:lnTo>
                  <a:lnTo>
                    <a:pt x="7285" y="47754"/>
                  </a:lnTo>
                  <a:lnTo>
                    <a:pt x="19427" y="440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6" name="Freeform 1055"/>
            <p:cNvSpPr/>
            <p:nvPr/>
          </p:nvSpPr>
          <p:spPr>
            <a:xfrm>
              <a:off x="10168920" y="87584"/>
              <a:ext cx="27117" cy="35815"/>
            </a:xfrm>
            <a:custGeom>
              <a:avLst/>
              <a:gdLst>
                <a:gd name="connsiteX0" fmla="*/ 17403 w 27117"/>
                <a:gd name="connsiteY0" fmla="*/ 32831 h 35815"/>
                <a:gd name="connsiteX1" fmla="*/ 21855 w 27117"/>
                <a:gd name="connsiteY1" fmla="*/ 35815 h 35815"/>
                <a:gd name="connsiteX2" fmla="*/ 25093 w 27117"/>
                <a:gd name="connsiteY2" fmla="*/ 14923 h 35815"/>
                <a:gd name="connsiteX3" fmla="*/ 27117 w 27117"/>
                <a:gd name="connsiteY3" fmla="*/ 2238 h 35815"/>
                <a:gd name="connsiteX4" fmla="*/ 25093 w 27117"/>
                <a:gd name="connsiteY4" fmla="*/ 1492 h 35815"/>
                <a:gd name="connsiteX5" fmla="*/ 22665 w 27117"/>
                <a:gd name="connsiteY5" fmla="*/ 0 h 35815"/>
                <a:gd name="connsiteX6" fmla="*/ 20641 w 27117"/>
                <a:gd name="connsiteY6" fmla="*/ 11192 h 35815"/>
                <a:gd name="connsiteX7" fmla="*/ 14570 w 27117"/>
                <a:gd name="connsiteY7" fmla="*/ 7461 h 35815"/>
                <a:gd name="connsiteX8" fmla="*/ 2428 w 27117"/>
                <a:gd name="connsiteY8" fmla="*/ 1492 h 35815"/>
                <a:gd name="connsiteX9" fmla="*/ 2024 w 27117"/>
                <a:gd name="connsiteY9" fmla="*/ 746 h 35815"/>
                <a:gd name="connsiteX10" fmla="*/ 0 w 27117"/>
                <a:gd name="connsiteY10" fmla="*/ 12685 h 35815"/>
                <a:gd name="connsiteX11" fmla="*/ 2428 w 27117"/>
                <a:gd name="connsiteY11" fmla="*/ 14177 h 35815"/>
                <a:gd name="connsiteX12" fmla="*/ 14570 w 27117"/>
                <a:gd name="connsiteY12" fmla="*/ 20146 h 35815"/>
                <a:gd name="connsiteX13" fmla="*/ 19022 w 27117"/>
                <a:gd name="connsiteY13" fmla="*/ 22385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117" h="35815">
                  <a:moveTo>
                    <a:pt x="17403" y="32831"/>
                  </a:moveTo>
                  <a:lnTo>
                    <a:pt x="21855" y="35815"/>
                  </a:lnTo>
                  <a:lnTo>
                    <a:pt x="25093" y="14923"/>
                  </a:lnTo>
                  <a:lnTo>
                    <a:pt x="27117" y="2238"/>
                  </a:lnTo>
                  <a:lnTo>
                    <a:pt x="25093" y="1492"/>
                  </a:lnTo>
                  <a:lnTo>
                    <a:pt x="22665" y="0"/>
                  </a:lnTo>
                  <a:lnTo>
                    <a:pt x="20641" y="11192"/>
                  </a:lnTo>
                  <a:lnTo>
                    <a:pt x="14570" y="7461"/>
                  </a:lnTo>
                  <a:lnTo>
                    <a:pt x="2428" y="1492"/>
                  </a:lnTo>
                  <a:lnTo>
                    <a:pt x="2024" y="746"/>
                  </a:lnTo>
                  <a:lnTo>
                    <a:pt x="0" y="12685"/>
                  </a:lnTo>
                  <a:lnTo>
                    <a:pt x="2428" y="14177"/>
                  </a:lnTo>
                  <a:lnTo>
                    <a:pt x="14570" y="20146"/>
                  </a:lnTo>
                  <a:lnTo>
                    <a:pt x="19022" y="223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7" name="Freeform 1056"/>
            <p:cNvSpPr/>
            <p:nvPr/>
          </p:nvSpPr>
          <p:spPr>
            <a:xfrm>
              <a:off x="10163659" y="184584"/>
              <a:ext cx="24283" cy="11938"/>
            </a:xfrm>
            <a:custGeom>
              <a:avLst/>
              <a:gdLst>
                <a:gd name="connsiteX0" fmla="*/ 24284 w 24283"/>
                <a:gd name="connsiteY0" fmla="*/ 0 h 11938"/>
                <a:gd name="connsiteX1" fmla="*/ 0 w 24283"/>
                <a:gd name="connsiteY1" fmla="*/ 0 h 11938"/>
                <a:gd name="connsiteX2" fmla="*/ 0 w 24283"/>
                <a:gd name="connsiteY2" fmla="*/ 11938 h 11938"/>
                <a:gd name="connsiteX3" fmla="*/ 24284 w 24283"/>
                <a:gd name="connsiteY3" fmla="*/ 11938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24284" y="0"/>
                  </a:moveTo>
                  <a:lnTo>
                    <a:pt x="0" y="0"/>
                  </a:lnTo>
                  <a:lnTo>
                    <a:pt x="0" y="11938"/>
                  </a:lnTo>
                  <a:lnTo>
                    <a:pt x="24284" y="119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8" name="Freeform 1057"/>
            <p:cNvSpPr/>
            <p:nvPr/>
          </p:nvSpPr>
          <p:spPr>
            <a:xfrm>
              <a:off x="10163254" y="134592"/>
              <a:ext cx="25644" cy="34323"/>
            </a:xfrm>
            <a:custGeom>
              <a:avLst/>
              <a:gdLst>
                <a:gd name="connsiteX0" fmla="*/ 8095 w 25644"/>
                <a:gd name="connsiteY0" fmla="*/ 34323 h 34323"/>
                <a:gd name="connsiteX1" fmla="*/ 10928 w 25644"/>
                <a:gd name="connsiteY1" fmla="*/ 33577 h 34323"/>
                <a:gd name="connsiteX2" fmla="*/ 13356 w 25644"/>
                <a:gd name="connsiteY2" fmla="*/ 30592 h 34323"/>
                <a:gd name="connsiteX3" fmla="*/ 16189 w 25644"/>
                <a:gd name="connsiteY3" fmla="*/ 20146 h 34323"/>
                <a:gd name="connsiteX4" fmla="*/ 16594 w 25644"/>
                <a:gd name="connsiteY4" fmla="*/ 17908 h 34323"/>
                <a:gd name="connsiteX5" fmla="*/ 17808 w 25644"/>
                <a:gd name="connsiteY5" fmla="*/ 14923 h 34323"/>
                <a:gd name="connsiteX6" fmla="*/ 20237 w 25644"/>
                <a:gd name="connsiteY6" fmla="*/ 14923 h 34323"/>
                <a:gd name="connsiteX7" fmla="*/ 20641 w 25644"/>
                <a:gd name="connsiteY7" fmla="*/ 15669 h 34323"/>
                <a:gd name="connsiteX8" fmla="*/ 21046 w 25644"/>
                <a:gd name="connsiteY8" fmla="*/ 21638 h 34323"/>
                <a:gd name="connsiteX9" fmla="*/ 20641 w 25644"/>
                <a:gd name="connsiteY9" fmla="*/ 26861 h 34323"/>
                <a:gd name="connsiteX10" fmla="*/ 20237 w 25644"/>
                <a:gd name="connsiteY10" fmla="*/ 29846 h 34323"/>
                <a:gd name="connsiteX11" fmla="*/ 19832 w 25644"/>
                <a:gd name="connsiteY11" fmla="*/ 32085 h 34323"/>
                <a:gd name="connsiteX12" fmla="*/ 20237 w 25644"/>
                <a:gd name="connsiteY12" fmla="*/ 32085 h 34323"/>
                <a:gd name="connsiteX13" fmla="*/ 24689 w 25644"/>
                <a:gd name="connsiteY13" fmla="*/ 32831 h 34323"/>
                <a:gd name="connsiteX14" fmla="*/ 25093 w 25644"/>
                <a:gd name="connsiteY14" fmla="*/ 26861 h 34323"/>
                <a:gd name="connsiteX15" fmla="*/ 25498 w 25644"/>
                <a:gd name="connsiteY15" fmla="*/ 20146 h 34323"/>
                <a:gd name="connsiteX16" fmla="*/ 23879 w 25644"/>
                <a:gd name="connsiteY16" fmla="*/ 5969 h 34323"/>
                <a:gd name="connsiteX17" fmla="*/ 20237 w 25644"/>
                <a:gd name="connsiteY17" fmla="*/ 746 h 34323"/>
                <a:gd name="connsiteX18" fmla="*/ 18618 w 25644"/>
                <a:gd name="connsiteY18" fmla="*/ 0 h 34323"/>
                <a:gd name="connsiteX19" fmla="*/ 14166 w 25644"/>
                <a:gd name="connsiteY19" fmla="*/ 2985 h 34323"/>
                <a:gd name="connsiteX20" fmla="*/ 11332 w 25644"/>
                <a:gd name="connsiteY20" fmla="*/ 11938 h 34323"/>
                <a:gd name="connsiteX21" fmla="*/ 10928 w 25644"/>
                <a:gd name="connsiteY21" fmla="*/ 14177 h 34323"/>
                <a:gd name="connsiteX22" fmla="*/ 8499 w 25644"/>
                <a:gd name="connsiteY22" fmla="*/ 20892 h 34323"/>
                <a:gd name="connsiteX23" fmla="*/ 8095 w 25644"/>
                <a:gd name="connsiteY23" fmla="*/ 20892 h 34323"/>
                <a:gd name="connsiteX24" fmla="*/ 6071 w 25644"/>
                <a:gd name="connsiteY24" fmla="*/ 18654 h 34323"/>
                <a:gd name="connsiteX25" fmla="*/ 5666 w 25644"/>
                <a:gd name="connsiteY25" fmla="*/ 13431 h 34323"/>
                <a:gd name="connsiteX26" fmla="*/ 6071 w 25644"/>
                <a:gd name="connsiteY26" fmla="*/ 7461 h 34323"/>
                <a:gd name="connsiteX27" fmla="*/ 7285 w 25644"/>
                <a:gd name="connsiteY27" fmla="*/ 1492 h 34323"/>
                <a:gd name="connsiteX28" fmla="*/ 2024 w 25644"/>
                <a:gd name="connsiteY28" fmla="*/ 0 h 34323"/>
                <a:gd name="connsiteX29" fmla="*/ 1214 w 25644"/>
                <a:gd name="connsiteY29" fmla="*/ 6715 h 34323"/>
                <a:gd name="connsiteX30" fmla="*/ 0 w 25644"/>
                <a:gd name="connsiteY30" fmla="*/ 14177 h 34323"/>
                <a:gd name="connsiteX31" fmla="*/ 2024 w 25644"/>
                <a:gd name="connsiteY31" fmla="*/ 28354 h 34323"/>
                <a:gd name="connsiteX32" fmla="*/ 8095 w 25644"/>
                <a:gd name="connsiteY32" fmla="*/ 34323 h 3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644" h="34323">
                  <a:moveTo>
                    <a:pt x="8095" y="34323"/>
                  </a:moveTo>
                  <a:cubicBezTo>
                    <a:pt x="8904" y="34323"/>
                    <a:pt x="10118" y="33577"/>
                    <a:pt x="10928" y="33577"/>
                  </a:cubicBezTo>
                  <a:cubicBezTo>
                    <a:pt x="11737" y="32831"/>
                    <a:pt x="12547" y="32085"/>
                    <a:pt x="13356" y="30592"/>
                  </a:cubicBezTo>
                  <a:cubicBezTo>
                    <a:pt x="14570" y="27608"/>
                    <a:pt x="15380" y="23877"/>
                    <a:pt x="16189" y="20146"/>
                  </a:cubicBezTo>
                  <a:cubicBezTo>
                    <a:pt x="16594" y="19400"/>
                    <a:pt x="16594" y="18654"/>
                    <a:pt x="16594" y="17908"/>
                  </a:cubicBezTo>
                  <a:cubicBezTo>
                    <a:pt x="16999" y="16415"/>
                    <a:pt x="17403" y="15669"/>
                    <a:pt x="17808" y="14923"/>
                  </a:cubicBezTo>
                  <a:cubicBezTo>
                    <a:pt x="18618" y="13431"/>
                    <a:pt x="19427" y="13431"/>
                    <a:pt x="20237" y="14923"/>
                  </a:cubicBezTo>
                  <a:lnTo>
                    <a:pt x="20641" y="15669"/>
                  </a:lnTo>
                  <a:cubicBezTo>
                    <a:pt x="21046" y="17161"/>
                    <a:pt x="21451" y="19400"/>
                    <a:pt x="21046" y="21638"/>
                  </a:cubicBezTo>
                  <a:cubicBezTo>
                    <a:pt x="21046" y="23131"/>
                    <a:pt x="21046" y="24623"/>
                    <a:pt x="20641" y="26861"/>
                  </a:cubicBezTo>
                  <a:cubicBezTo>
                    <a:pt x="20237" y="27608"/>
                    <a:pt x="20237" y="29100"/>
                    <a:pt x="20237" y="29846"/>
                  </a:cubicBezTo>
                  <a:cubicBezTo>
                    <a:pt x="20237" y="30592"/>
                    <a:pt x="19832" y="31338"/>
                    <a:pt x="19832" y="32085"/>
                  </a:cubicBezTo>
                  <a:lnTo>
                    <a:pt x="20237" y="32085"/>
                  </a:lnTo>
                  <a:lnTo>
                    <a:pt x="24689" y="32831"/>
                  </a:lnTo>
                  <a:cubicBezTo>
                    <a:pt x="25093" y="30592"/>
                    <a:pt x="25093" y="29100"/>
                    <a:pt x="25093" y="26861"/>
                  </a:cubicBezTo>
                  <a:cubicBezTo>
                    <a:pt x="25498" y="24623"/>
                    <a:pt x="25498" y="22385"/>
                    <a:pt x="25498" y="20146"/>
                  </a:cubicBezTo>
                  <a:cubicBezTo>
                    <a:pt x="25903" y="14923"/>
                    <a:pt x="25498" y="10446"/>
                    <a:pt x="23879" y="5969"/>
                  </a:cubicBezTo>
                  <a:cubicBezTo>
                    <a:pt x="23070" y="2985"/>
                    <a:pt x="21855" y="1492"/>
                    <a:pt x="20237" y="746"/>
                  </a:cubicBezTo>
                  <a:cubicBezTo>
                    <a:pt x="19832" y="746"/>
                    <a:pt x="19022" y="0"/>
                    <a:pt x="18618" y="0"/>
                  </a:cubicBezTo>
                  <a:cubicBezTo>
                    <a:pt x="16999" y="0"/>
                    <a:pt x="15380" y="746"/>
                    <a:pt x="14166" y="2985"/>
                  </a:cubicBezTo>
                  <a:cubicBezTo>
                    <a:pt x="12951" y="5223"/>
                    <a:pt x="11737" y="8954"/>
                    <a:pt x="11332" y="11938"/>
                  </a:cubicBezTo>
                  <a:cubicBezTo>
                    <a:pt x="10928" y="12685"/>
                    <a:pt x="10928" y="12685"/>
                    <a:pt x="10928" y="14177"/>
                  </a:cubicBezTo>
                  <a:cubicBezTo>
                    <a:pt x="10118" y="17908"/>
                    <a:pt x="9309" y="20146"/>
                    <a:pt x="8499" y="20892"/>
                  </a:cubicBezTo>
                  <a:lnTo>
                    <a:pt x="8095" y="20892"/>
                  </a:lnTo>
                  <a:cubicBezTo>
                    <a:pt x="7285" y="20892"/>
                    <a:pt x="6476" y="20146"/>
                    <a:pt x="6071" y="18654"/>
                  </a:cubicBezTo>
                  <a:cubicBezTo>
                    <a:pt x="5666" y="17161"/>
                    <a:pt x="5666" y="14923"/>
                    <a:pt x="5666" y="13431"/>
                  </a:cubicBezTo>
                  <a:cubicBezTo>
                    <a:pt x="5666" y="11192"/>
                    <a:pt x="6071" y="9700"/>
                    <a:pt x="6071" y="7461"/>
                  </a:cubicBezTo>
                  <a:cubicBezTo>
                    <a:pt x="6476" y="5969"/>
                    <a:pt x="6880" y="3731"/>
                    <a:pt x="7285" y="1492"/>
                  </a:cubicBezTo>
                  <a:lnTo>
                    <a:pt x="2024" y="0"/>
                  </a:lnTo>
                  <a:cubicBezTo>
                    <a:pt x="1619" y="2238"/>
                    <a:pt x="1214" y="4477"/>
                    <a:pt x="1214" y="6715"/>
                  </a:cubicBezTo>
                  <a:cubicBezTo>
                    <a:pt x="405" y="8954"/>
                    <a:pt x="0" y="11938"/>
                    <a:pt x="0" y="14177"/>
                  </a:cubicBezTo>
                  <a:cubicBezTo>
                    <a:pt x="0" y="19400"/>
                    <a:pt x="405" y="24623"/>
                    <a:pt x="2024" y="28354"/>
                  </a:cubicBezTo>
                  <a:cubicBezTo>
                    <a:pt x="3643" y="32085"/>
                    <a:pt x="5666" y="34323"/>
                    <a:pt x="8095" y="343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9" name="Freeform 1058"/>
            <p:cNvSpPr/>
            <p:nvPr/>
          </p:nvSpPr>
          <p:spPr>
            <a:xfrm>
              <a:off x="10667954" y="-254273"/>
              <a:ext cx="216531" cy="623158"/>
            </a:xfrm>
            <a:custGeom>
              <a:avLst/>
              <a:gdLst>
                <a:gd name="connsiteX0" fmla="*/ 178891 w 216531"/>
                <a:gd name="connsiteY0" fmla="*/ 131444 h 623158"/>
                <a:gd name="connsiteX1" fmla="*/ 184558 w 216531"/>
                <a:gd name="connsiteY1" fmla="*/ 126221 h 623158"/>
                <a:gd name="connsiteX2" fmla="*/ 216531 w 216531"/>
                <a:gd name="connsiteY2" fmla="*/ 65782 h 623158"/>
                <a:gd name="connsiteX3" fmla="*/ 184558 w 216531"/>
                <a:gd name="connsiteY3" fmla="*/ 23998 h 623158"/>
                <a:gd name="connsiteX4" fmla="*/ 183343 w 216531"/>
                <a:gd name="connsiteY4" fmla="*/ 23998 h 623158"/>
                <a:gd name="connsiteX5" fmla="*/ 169987 w 216531"/>
                <a:gd name="connsiteY5" fmla="*/ 1613 h 623158"/>
                <a:gd name="connsiteX6" fmla="*/ 157845 w 216531"/>
                <a:gd name="connsiteY6" fmla="*/ 41159 h 623158"/>
                <a:gd name="connsiteX7" fmla="*/ 138823 w 216531"/>
                <a:gd name="connsiteY7" fmla="*/ 145620 h 623158"/>
                <a:gd name="connsiteX8" fmla="*/ 87827 w 216531"/>
                <a:gd name="connsiteY8" fmla="*/ 200090 h 623158"/>
                <a:gd name="connsiteX9" fmla="*/ 57877 w 216531"/>
                <a:gd name="connsiteY9" fmla="*/ 235905 h 623158"/>
                <a:gd name="connsiteX10" fmla="*/ 42902 w 216531"/>
                <a:gd name="connsiteY10" fmla="*/ 332905 h 623158"/>
                <a:gd name="connsiteX11" fmla="*/ 37235 w 216531"/>
                <a:gd name="connsiteY11" fmla="*/ 367974 h 623158"/>
                <a:gd name="connsiteX12" fmla="*/ 29950 w 216531"/>
                <a:gd name="connsiteY12" fmla="*/ 291867 h 623158"/>
                <a:gd name="connsiteX13" fmla="*/ 22665 w 216531"/>
                <a:gd name="connsiteY13" fmla="*/ 253067 h 623158"/>
                <a:gd name="connsiteX14" fmla="*/ 16999 w 216531"/>
                <a:gd name="connsiteY14" fmla="*/ 238143 h 623158"/>
                <a:gd name="connsiteX15" fmla="*/ 0 w 216531"/>
                <a:gd name="connsiteY15" fmla="*/ 298582 h 623158"/>
                <a:gd name="connsiteX16" fmla="*/ 0 w 216531"/>
                <a:gd name="connsiteY16" fmla="*/ 301566 h 623158"/>
                <a:gd name="connsiteX17" fmla="*/ 1214 w 216531"/>
                <a:gd name="connsiteY17" fmla="*/ 339620 h 623158"/>
                <a:gd name="connsiteX18" fmla="*/ 1619 w 216531"/>
                <a:gd name="connsiteY18" fmla="*/ 376928 h 623158"/>
                <a:gd name="connsiteX19" fmla="*/ 405 w 216531"/>
                <a:gd name="connsiteY19" fmla="*/ 478405 h 623158"/>
                <a:gd name="connsiteX20" fmla="*/ 0 w 216531"/>
                <a:gd name="connsiteY20" fmla="*/ 532128 h 623158"/>
                <a:gd name="connsiteX21" fmla="*/ 5261 w 216531"/>
                <a:gd name="connsiteY21" fmla="*/ 596297 h 623158"/>
                <a:gd name="connsiteX22" fmla="*/ 22260 w 216531"/>
                <a:gd name="connsiteY22" fmla="*/ 620174 h 623158"/>
                <a:gd name="connsiteX23" fmla="*/ 25498 w 216531"/>
                <a:gd name="connsiteY23" fmla="*/ 623158 h 623158"/>
                <a:gd name="connsiteX24" fmla="*/ 34807 w 216531"/>
                <a:gd name="connsiteY24" fmla="*/ 559735 h 623158"/>
                <a:gd name="connsiteX25" fmla="*/ 39664 w 216531"/>
                <a:gd name="connsiteY25" fmla="*/ 500043 h 623158"/>
                <a:gd name="connsiteX26" fmla="*/ 55853 w 216531"/>
                <a:gd name="connsiteY26" fmla="*/ 314997 h 623158"/>
                <a:gd name="connsiteX27" fmla="*/ 81756 w 216531"/>
                <a:gd name="connsiteY27" fmla="*/ 265751 h 623158"/>
                <a:gd name="connsiteX28" fmla="*/ 106040 w 216531"/>
                <a:gd name="connsiteY28" fmla="*/ 232174 h 623158"/>
                <a:gd name="connsiteX29" fmla="*/ 134776 w 216531"/>
                <a:gd name="connsiteY29" fmla="*/ 192628 h 623158"/>
                <a:gd name="connsiteX30" fmla="*/ 127895 w 216531"/>
                <a:gd name="connsiteY30" fmla="*/ 229936 h 623158"/>
                <a:gd name="connsiteX31" fmla="*/ 126276 w 216531"/>
                <a:gd name="connsiteY31" fmla="*/ 238143 h 623158"/>
                <a:gd name="connsiteX32" fmla="*/ 113730 w 216531"/>
                <a:gd name="connsiteY32" fmla="*/ 335890 h 623158"/>
                <a:gd name="connsiteX33" fmla="*/ 113325 w 216531"/>
                <a:gd name="connsiteY33" fmla="*/ 345590 h 623158"/>
                <a:gd name="connsiteX34" fmla="*/ 140037 w 216531"/>
                <a:gd name="connsiteY34" fmla="*/ 347828 h 623158"/>
                <a:gd name="connsiteX35" fmla="*/ 129109 w 216531"/>
                <a:gd name="connsiteY35" fmla="*/ 411251 h 623158"/>
                <a:gd name="connsiteX36" fmla="*/ 108063 w 216531"/>
                <a:gd name="connsiteY36" fmla="*/ 564212 h 623158"/>
                <a:gd name="connsiteX37" fmla="*/ 115753 w 216531"/>
                <a:gd name="connsiteY37" fmla="*/ 591820 h 623158"/>
                <a:gd name="connsiteX38" fmla="*/ 133561 w 216531"/>
                <a:gd name="connsiteY38" fmla="*/ 508997 h 623158"/>
                <a:gd name="connsiteX39" fmla="*/ 140037 w 216531"/>
                <a:gd name="connsiteY39" fmla="*/ 461989 h 623158"/>
                <a:gd name="connsiteX40" fmla="*/ 143275 w 216531"/>
                <a:gd name="connsiteY40" fmla="*/ 461243 h 623158"/>
                <a:gd name="connsiteX41" fmla="*/ 156226 w 216531"/>
                <a:gd name="connsiteY41" fmla="*/ 476912 h 623158"/>
                <a:gd name="connsiteX42" fmla="*/ 156631 w 216531"/>
                <a:gd name="connsiteY42" fmla="*/ 478405 h 623158"/>
                <a:gd name="connsiteX43" fmla="*/ 157036 w 216531"/>
                <a:gd name="connsiteY43" fmla="*/ 524666 h 623158"/>
                <a:gd name="connsiteX44" fmla="*/ 156631 w 216531"/>
                <a:gd name="connsiteY44" fmla="*/ 524666 h 623158"/>
                <a:gd name="connsiteX45" fmla="*/ 144489 w 216531"/>
                <a:gd name="connsiteY45" fmla="*/ 517951 h 623158"/>
                <a:gd name="connsiteX46" fmla="*/ 156631 w 216531"/>
                <a:gd name="connsiteY46" fmla="*/ 570928 h 623158"/>
                <a:gd name="connsiteX47" fmla="*/ 161083 w 216531"/>
                <a:gd name="connsiteY47" fmla="*/ 579135 h 623158"/>
                <a:gd name="connsiteX48" fmla="*/ 182939 w 216531"/>
                <a:gd name="connsiteY48" fmla="*/ 558989 h 623158"/>
                <a:gd name="connsiteX49" fmla="*/ 181320 w 216531"/>
                <a:gd name="connsiteY49" fmla="*/ 338874 h 623158"/>
                <a:gd name="connsiteX50" fmla="*/ 169987 w 216531"/>
                <a:gd name="connsiteY50" fmla="*/ 306790 h 623158"/>
                <a:gd name="connsiteX51" fmla="*/ 183343 w 216531"/>
                <a:gd name="connsiteY51" fmla="*/ 275451 h 623158"/>
                <a:gd name="connsiteX52" fmla="*/ 184558 w 216531"/>
                <a:gd name="connsiteY52" fmla="*/ 243367 h 623158"/>
                <a:gd name="connsiteX53" fmla="*/ 183343 w 216531"/>
                <a:gd name="connsiteY53" fmla="*/ 244113 h 623158"/>
                <a:gd name="connsiteX54" fmla="*/ 156631 w 216531"/>
                <a:gd name="connsiteY54" fmla="*/ 271720 h 623158"/>
                <a:gd name="connsiteX55" fmla="*/ 148941 w 216531"/>
                <a:gd name="connsiteY55" fmla="*/ 282166 h 623158"/>
                <a:gd name="connsiteX56" fmla="*/ 156631 w 216531"/>
                <a:gd name="connsiteY56" fmla="*/ 250082 h 623158"/>
                <a:gd name="connsiteX57" fmla="*/ 170797 w 216531"/>
                <a:gd name="connsiteY57" fmla="*/ 210536 h 623158"/>
                <a:gd name="connsiteX58" fmla="*/ 172011 w 216531"/>
                <a:gd name="connsiteY58" fmla="*/ 207551 h 623158"/>
                <a:gd name="connsiteX59" fmla="*/ 172416 w 216531"/>
                <a:gd name="connsiteY59" fmla="*/ 200836 h 623158"/>
                <a:gd name="connsiteX60" fmla="*/ 178891 w 216531"/>
                <a:gd name="connsiteY60" fmla="*/ 131444 h 623158"/>
                <a:gd name="connsiteX61" fmla="*/ 184962 w 216531"/>
                <a:gd name="connsiteY61" fmla="*/ 44890 h 623158"/>
                <a:gd name="connsiteX62" fmla="*/ 188605 w 216531"/>
                <a:gd name="connsiteY62" fmla="*/ 66528 h 623158"/>
                <a:gd name="connsiteX63" fmla="*/ 184962 w 216531"/>
                <a:gd name="connsiteY63" fmla="*/ 73244 h 623158"/>
                <a:gd name="connsiteX64" fmla="*/ 181320 w 216531"/>
                <a:gd name="connsiteY64" fmla="*/ 77721 h 623158"/>
                <a:gd name="connsiteX65" fmla="*/ 180915 w 216531"/>
                <a:gd name="connsiteY65" fmla="*/ 44144 h 623158"/>
                <a:gd name="connsiteX66" fmla="*/ 184962 w 216531"/>
                <a:gd name="connsiteY66" fmla="*/ 44890 h 623158"/>
                <a:gd name="connsiteX67" fmla="*/ 155822 w 216531"/>
                <a:gd name="connsiteY67" fmla="*/ 352305 h 623158"/>
                <a:gd name="connsiteX68" fmla="*/ 158250 w 216531"/>
                <a:gd name="connsiteY68" fmla="*/ 353051 h 623158"/>
                <a:gd name="connsiteX69" fmla="*/ 161083 w 216531"/>
                <a:gd name="connsiteY69" fmla="*/ 356036 h 623158"/>
                <a:gd name="connsiteX70" fmla="*/ 159869 w 216531"/>
                <a:gd name="connsiteY70" fmla="*/ 375436 h 623158"/>
                <a:gd name="connsiteX71" fmla="*/ 158250 w 216531"/>
                <a:gd name="connsiteY71" fmla="*/ 373197 h 623158"/>
                <a:gd name="connsiteX72" fmla="*/ 156226 w 216531"/>
                <a:gd name="connsiteY72" fmla="*/ 371705 h 623158"/>
                <a:gd name="connsiteX73" fmla="*/ 155822 w 216531"/>
                <a:gd name="connsiteY73" fmla="*/ 352305 h 623158"/>
                <a:gd name="connsiteX74" fmla="*/ 157845 w 216531"/>
                <a:gd name="connsiteY74" fmla="*/ 411997 h 623158"/>
                <a:gd name="connsiteX75" fmla="*/ 158250 w 216531"/>
                <a:gd name="connsiteY75" fmla="*/ 412743 h 623158"/>
                <a:gd name="connsiteX76" fmla="*/ 158250 w 216531"/>
                <a:gd name="connsiteY76" fmla="*/ 438859 h 623158"/>
                <a:gd name="connsiteX77" fmla="*/ 157845 w 216531"/>
                <a:gd name="connsiteY77" fmla="*/ 438112 h 623158"/>
                <a:gd name="connsiteX78" fmla="*/ 150965 w 216531"/>
                <a:gd name="connsiteY78" fmla="*/ 432889 h 623158"/>
                <a:gd name="connsiteX79" fmla="*/ 149346 w 216531"/>
                <a:gd name="connsiteY79" fmla="*/ 426920 h 623158"/>
                <a:gd name="connsiteX80" fmla="*/ 149346 w 216531"/>
                <a:gd name="connsiteY80" fmla="*/ 420205 h 623158"/>
                <a:gd name="connsiteX81" fmla="*/ 148941 w 216531"/>
                <a:gd name="connsiteY81" fmla="*/ 413489 h 623158"/>
                <a:gd name="connsiteX82" fmla="*/ 149346 w 216531"/>
                <a:gd name="connsiteY82" fmla="*/ 406774 h 623158"/>
                <a:gd name="connsiteX83" fmla="*/ 157845 w 216531"/>
                <a:gd name="connsiteY83" fmla="*/ 411997 h 62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216531" h="623158">
                  <a:moveTo>
                    <a:pt x="178891" y="131444"/>
                  </a:moveTo>
                  <a:lnTo>
                    <a:pt x="184558" y="126221"/>
                  </a:lnTo>
                  <a:cubicBezTo>
                    <a:pt x="197509" y="113536"/>
                    <a:pt x="215317" y="88913"/>
                    <a:pt x="216531" y="65782"/>
                  </a:cubicBezTo>
                  <a:cubicBezTo>
                    <a:pt x="209651" y="47874"/>
                    <a:pt x="194271" y="24744"/>
                    <a:pt x="184558" y="23998"/>
                  </a:cubicBezTo>
                  <a:lnTo>
                    <a:pt x="183343" y="23998"/>
                  </a:lnTo>
                  <a:cubicBezTo>
                    <a:pt x="182939" y="3851"/>
                    <a:pt x="177677" y="-3610"/>
                    <a:pt x="169987" y="1613"/>
                  </a:cubicBezTo>
                  <a:cubicBezTo>
                    <a:pt x="164321" y="12805"/>
                    <a:pt x="160274" y="26982"/>
                    <a:pt x="157845" y="41159"/>
                  </a:cubicBezTo>
                  <a:cubicBezTo>
                    <a:pt x="151370" y="74736"/>
                    <a:pt x="149751" y="115028"/>
                    <a:pt x="138823" y="145620"/>
                  </a:cubicBezTo>
                  <a:cubicBezTo>
                    <a:pt x="135180" y="151590"/>
                    <a:pt x="135180" y="151590"/>
                    <a:pt x="87827" y="200090"/>
                  </a:cubicBezTo>
                  <a:cubicBezTo>
                    <a:pt x="80946" y="210536"/>
                    <a:pt x="66781" y="224713"/>
                    <a:pt x="57877" y="235905"/>
                  </a:cubicBezTo>
                  <a:cubicBezTo>
                    <a:pt x="42902" y="267243"/>
                    <a:pt x="44925" y="284405"/>
                    <a:pt x="42902" y="332905"/>
                  </a:cubicBezTo>
                  <a:cubicBezTo>
                    <a:pt x="42092" y="345590"/>
                    <a:pt x="40473" y="357528"/>
                    <a:pt x="37235" y="367974"/>
                  </a:cubicBezTo>
                  <a:cubicBezTo>
                    <a:pt x="37235" y="338874"/>
                    <a:pt x="46139" y="301566"/>
                    <a:pt x="29950" y="291867"/>
                  </a:cubicBezTo>
                  <a:cubicBezTo>
                    <a:pt x="26712" y="279182"/>
                    <a:pt x="24284" y="266497"/>
                    <a:pt x="22665" y="253067"/>
                  </a:cubicBezTo>
                  <a:cubicBezTo>
                    <a:pt x="21855" y="247097"/>
                    <a:pt x="19832" y="241874"/>
                    <a:pt x="16999" y="238143"/>
                  </a:cubicBezTo>
                  <a:cubicBezTo>
                    <a:pt x="3238" y="248590"/>
                    <a:pt x="0" y="272467"/>
                    <a:pt x="0" y="298582"/>
                  </a:cubicBezTo>
                  <a:lnTo>
                    <a:pt x="0" y="301566"/>
                  </a:lnTo>
                  <a:cubicBezTo>
                    <a:pt x="0" y="314251"/>
                    <a:pt x="405" y="327682"/>
                    <a:pt x="1214" y="339620"/>
                  </a:cubicBezTo>
                  <a:cubicBezTo>
                    <a:pt x="2024" y="351559"/>
                    <a:pt x="1619" y="364243"/>
                    <a:pt x="1619" y="376928"/>
                  </a:cubicBezTo>
                  <a:cubicBezTo>
                    <a:pt x="1214" y="410505"/>
                    <a:pt x="1214" y="444082"/>
                    <a:pt x="405" y="478405"/>
                  </a:cubicBezTo>
                  <a:cubicBezTo>
                    <a:pt x="405" y="495566"/>
                    <a:pt x="0" y="514220"/>
                    <a:pt x="0" y="532128"/>
                  </a:cubicBezTo>
                  <a:cubicBezTo>
                    <a:pt x="1214" y="553766"/>
                    <a:pt x="2833" y="574659"/>
                    <a:pt x="5261" y="596297"/>
                  </a:cubicBezTo>
                  <a:cubicBezTo>
                    <a:pt x="10118" y="605997"/>
                    <a:pt x="15785" y="614205"/>
                    <a:pt x="22260" y="620174"/>
                  </a:cubicBezTo>
                  <a:cubicBezTo>
                    <a:pt x="23474" y="621666"/>
                    <a:pt x="24284" y="622412"/>
                    <a:pt x="25498" y="623158"/>
                  </a:cubicBezTo>
                  <a:cubicBezTo>
                    <a:pt x="37640" y="613458"/>
                    <a:pt x="34807" y="578389"/>
                    <a:pt x="34807" y="559735"/>
                  </a:cubicBezTo>
                  <a:cubicBezTo>
                    <a:pt x="36426" y="539589"/>
                    <a:pt x="38045" y="520189"/>
                    <a:pt x="39664" y="500043"/>
                  </a:cubicBezTo>
                  <a:cubicBezTo>
                    <a:pt x="51401" y="440351"/>
                    <a:pt x="56662" y="377674"/>
                    <a:pt x="55853" y="314997"/>
                  </a:cubicBezTo>
                  <a:cubicBezTo>
                    <a:pt x="59091" y="276943"/>
                    <a:pt x="59495" y="277690"/>
                    <a:pt x="81756" y="265751"/>
                  </a:cubicBezTo>
                  <a:cubicBezTo>
                    <a:pt x="88636" y="257543"/>
                    <a:pt x="90660" y="253067"/>
                    <a:pt x="106040" y="232174"/>
                  </a:cubicBezTo>
                  <a:cubicBezTo>
                    <a:pt x="112920" y="220982"/>
                    <a:pt x="124253" y="192628"/>
                    <a:pt x="134776" y="192628"/>
                  </a:cubicBezTo>
                  <a:cubicBezTo>
                    <a:pt x="136799" y="203820"/>
                    <a:pt x="131538" y="217997"/>
                    <a:pt x="127895" y="229936"/>
                  </a:cubicBezTo>
                  <a:cubicBezTo>
                    <a:pt x="127490" y="232174"/>
                    <a:pt x="125872" y="235159"/>
                    <a:pt x="126276" y="238143"/>
                  </a:cubicBezTo>
                  <a:cubicBezTo>
                    <a:pt x="130728" y="275451"/>
                    <a:pt x="128705" y="304551"/>
                    <a:pt x="113730" y="335890"/>
                  </a:cubicBezTo>
                  <a:cubicBezTo>
                    <a:pt x="113325" y="338874"/>
                    <a:pt x="113325" y="342605"/>
                    <a:pt x="113325" y="345590"/>
                  </a:cubicBezTo>
                  <a:cubicBezTo>
                    <a:pt x="119801" y="368720"/>
                    <a:pt x="129514" y="347828"/>
                    <a:pt x="140037" y="347828"/>
                  </a:cubicBezTo>
                  <a:cubicBezTo>
                    <a:pt x="136799" y="367974"/>
                    <a:pt x="130324" y="386628"/>
                    <a:pt x="129109" y="411251"/>
                  </a:cubicBezTo>
                  <a:cubicBezTo>
                    <a:pt x="120610" y="461243"/>
                    <a:pt x="113325" y="512728"/>
                    <a:pt x="108063" y="564212"/>
                  </a:cubicBezTo>
                  <a:cubicBezTo>
                    <a:pt x="108468" y="580628"/>
                    <a:pt x="107659" y="579135"/>
                    <a:pt x="115753" y="591820"/>
                  </a:cubicBezTo>
                  <a:cubicBezTo>
                    <a:pt x="133561" y="597043"/>
                    <a:pt x="132347" y="523920"/>
                    <a:pt x="133561" y="508997"/>
                  </a:cubicBezTo>
                  <a:cubicBezTo>
                    <a:pt x="137204" y="486612"/>
                    <a:pt x="137609" y="471689"/>
                    <a:pt x="140037" y="461989"/>
                  </a:cubicBezTo>
                  <a:cubicBezTo>
                    <a:pt x="141251" y="461243"/>
                    <a:pt x="142061" y="461243"/>
                    <a:pt x="143275" y="461243"/>
                  </a:cubicBezTo>
                  <a:cubicBezTo>
                    <a:pt x="146108" y="471689"/>
                    <a:pt x="147727" y="471689"/>
                    <a:pt x="156226" y="476912"/>
                  </a:cubicBezTo>
                  <a:cubicBezTo>
                    <a:pt x="156226" y="477659"/>
                    <a:pt x="156631" y="477659"/>
                    <a:pt x="156631" y="478405"/>
                  </a:cubicBezTo>
                  <a:cubicBezTo>
                    <a:pt x="159464" y="493328"/>
                    <a:pt x="159464" y="509743"/>
                    <a:pt x="157036" y="524666"/>
                  </a:cubicBezTo>
                  <a:lnTo>
                    <a:pt x="156631" y="524666"/>
                  </a:lnTo>
                  <a:cubicBezTo>
                    <a:pt x="152989" y="523920"/>
                    <a:pt x="152584" y="523920"/>
                    <a:pt x="144489" y="517951"/>
                  </a:cubicBezTo>
                  <a:cubicBezTo>
                    <a:pt x="143680" y="530636"/>
                    <a:pt x="149751" y="555259"/>
                    <a:pt x="156631" y="570928"/>
                  </a:cubicBezTo>
                  <a:cubicBezTo>
                    <a:pt x="157845" y="573912"/>
                    <a:pt x="159464" y="576897"/>
                    <a:pt x="161083" y="579135"/>
                  </a:cubicBezTo>
                  <a:cubicBezTo>
                    <a:pt x="167964" y="579135"/>
                    <a:pt x="180915" y="576151"/>
                    <a:pt x="182939" y="558989"/>
                  </a:cubicBezTo>
                  <a:cubicBezTo>
                    <a:pt x="176058" y="481389"/>
                    <a:pt x="172011" y="410505"/>
                    <a:pt x="181320" y="338874"/>
                  </a:cubicBezTo>
                  <a:cubicBezTo>
                    <a:pt x="179701" y="313505"/>
                    <a:pt x="171606" y="314997"/>
                    <a:pt x="169987" y="306790"/>
                  </a:cubicBezTo>
                  <a:cubicBezTo>
                    <a:pt x="171606" y="297836"/>
                    <a:pt x="178487" y="286643"/>
                    <a:pt x="183343" y="275451"/>
                  </a:cubicBezTo>
                  <a:cubicBezTo>
                    <a:pt x="188200" y="264259"/>
                    <a:pt x="191438" y="253067"/>
                    <a:pt x="184558" y="243367"/>
                  </a:cubicBezTo>
                  <a:cubicBezTo>
                    <a:pt x="184153" y="243367"/>
                    <a:pt x="183748" y="243367"/>
                    <a:pt x="183343" y="244113"/>
                  </a:cubicBezTo>
                  <a:cubicBezTo>
                    <a:pt x="173630" y="249336"/>
                    <a:pt x="164321" y="259036"/>
                    <a:pt x="156631" y="271720"/>
                  </a:cubicBezTo>
                  <a:cubicBezTo>
                    <a:pt x="154203" y="274705"/>
                    <a:pt x="151774" y="278436"/>
                    <a:pt x="148941" y="282166"/>
                  </a:cubicBezTo>
                  <a:cubicBezTo>
                    <a:pt x="150560" y="270974"/>
                    <a:pt x="153393" y="259782"/>
                    <a:pt x="156631" y="250082"/>
                  </a:cubicBezTo>
                  <a:cubicBezTo>
                    <a:pt x="161083" y="236651"/>
                    <a:pt x="165535" y="223220"/>
                    <a:pt x="170797" y="210536"/>
                  </a:cubicBezTo>
                  <a:cubicBezTo>
                    <a:pt x="171201" y="209790"/>
                    <a:pt x="171606" y="209043"/>
                    <a:pt x="172011" y="207551"/>
                  </a:cubicBezTo>
                  <a:cubicBezTo>
                    <a:pt x="173225" y="204567"/>
                    <a:pt x="173225" y="204567"/>
                    <a:pt x="172416" y="200836"/>
                  </a:cubicBezTo>
                  <a:cubicBezTo>
                    <a:pt x="171201" y="173228"/>
                    <a:pt x="165535" y="154574"/>
                    <a:pt x="178891" y="131444"/>
                  </a:cubicBezTo>
                  <a:close/>
                  <a:moveTo>
                    <a:pt x="184962" y="44890"/>
                  </a:moveTo>
                  <a:cubicBezTo>
                    <a:pt x="187795" y="50859"/>
                    <a:pt x="189414" y="58321"/>
                    <a:pt x="188605" y="66528"/>
                  </a:cubicBezTo>
                  <a:lnTo>
                    <a:pt x="184962" y="73244"/>
                  </a:lnTo>
                  <a:lnTo>
                    <a:pt x="181320" y="77721"/>
                  </a:lnTo>
                  <a:cubicBezTo>
                    <a:pt x="181320" y="65782"/>
                    <a:pt x="181320" y="54590"/>
                    <a:pt x="180915" y="44144"/>
                  </a:cubicBezTo>
                  <a:cubicBezTo>
                    <a:pt x="182129" y="43398"/>
                    <a:pt x="183343" y="44144"/>
                    <a:pt x="184962" y="44890"/>
                  </a:cubicBezTo>
                  <a:close/>
                  <a:moveTo>
                    <a:pt x="155822" y="352305"/>
                  </a:moveTo>
                  <a:cubicBezTo>
                    <a:pt x="156226" y="351559"/>
                    <a:pt x="157036" y="352305"/>
                    <a:pt x="158250" y="353051"/>
                  </a:cubicBezTo>
                  <a:cubicBezTo>
                    <a:pt x="159464" y="353797"/>
                    <a:pt x="160274" y="355290"/>
                    <a:pt x="161083" y="356036"/>
                  </a:cubicBezTo>
                  <a:cubicBezTo>
                    <a:pt x="161083" y="362751"/>
                    <a:pt x="160678" y="368720"/>
                    <a:pt x="159869" y="375436"/>
                  </a:cubicBezTo>
                  <a:cubicBezTo>
                    <a:pt x="159060" y="374689"/>
                    <a:pt x="158655" y="373943"/>
                    <a:pt x="158250" y="373197"/>
                  </a:cubicBezTo>
                  <a:cubicBezTo>
                    <a:pt x="157845" y="372451"/>
                    <a:pt x="157036" y="371705"/>
                    <a:pt x="156226" y="371705"/>
                  </a:cubicBezTo>
                  <a:cubicBezTo>
                    <a:pt x="153393" y="369466"/>
                    <a:pt x="154607" y="359020"/>
                    <a:pt x="155822" y="352305"/>
                  </a:cubicBezTo>
                  <a:close/>
                  <a:moveTo>
                    <a:pt x="157845" y="411997"/>
                  </a:moveTo>
                  <a:cubicBezTo>
                    <a:pt x="157845" y="412743"/>
                    <a:pt x="158250" y="412743"/>
                    <a:pt x="158250" y="412743"/>
                  </a:cubicBezTo>
                  <a:cubicBezTo>
                    <a:pt x="157845" y="421697"/>
                    <a:pt x="157845" y="429905"/>
                    <a:pt x="158250" y="438859"/>
                  </a:cubicBezTo>
                  <a:lnTo>
                    <a:pt x="157845" y="438112"/>
                  </a:lnTo>
                  <a:lnTo>
                    <a:pt x="150965" y="432889"/>
                  </a:lnTo>
                  <a:lnTo>
                    <a:pt x="149346" y="426920"/>
                  </a:lnTo>
                  <a:lnTo>
                    <a:pt x="149346" y="420205"/>
                  </a:lnTo>
                  <a:lnTo>
                    <a:pt x="148941" y="413489"/>
                  </a:lnTo>
                  <a:lnTo>
                    <a:pt x="149346" y="406774"/>
                  </a:lnTo>
                  <a:cubicBezTo>
                    <a:pt x="152989" y="406774"/>
                    <a:pt x="155417" y="409013"/>
                    <a:pt x="157845" y="41199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0" name="Freeform 1059"/>
            <p:cNvSpPr/>
            <p:nvPr/>
          </p:nvSpPr>
          <p:spPr>
            <a:xfrm>
              <a:off x="10671914" y="-169385"/>
              <a:ext cx="36889" cy="59986"/>
            </a:xfrm>
            <a:custGeom>
              <a:avLst/>
              <a:gdLst>
                <a:gd name="connsiteX0" fmla="*/ 13039 w 36889"/>
                <a:gd name="connsiteY0" fmla="*/ 55509 h 59986"/>
                <a:gd name="connsiteX1" fmla="*/ 17086 w 36889"/>
                <a:gd name="connsiteY1" fmla="*/ 59986 h 59986"/>
                <a:gd name="connsiteX2" fmla="*/ 18705 w 36889"/>
                <a:gd name="connsiteY2" fmla="*/ 59986 h 59986"/>
                <a:gd name="connsiteX3" fmla="*/ 22347 w 36889"/>
                <a:gd name="connsiteY3" fmla="*/ 59240 h 59986"/>
                <a:gd name="connsiteX4" fmla="*/ 31252 w 36889"/>
                <a:gd name="connsiteY4" fmla="*/ 53271 h 59986"/>
                <a:gd name="connsiteX5" fmla="*/ 36513 w 36889"/>
                <a:gd name="connsiteY5" fmla="*/ 42078 h 59986"/>
                <a:gd name="connsiteX6" fmla="*/ 18300 w 36889"/>
                <a:gd name="connsiteY6" fmla="*/ 1786 h 59986"/>
                <a:gd name="connsiteX7" fmla="*/ 87 w 36889"/>
                <a:gd name="connsiteY7" fmla="*/ 1040 h 59986"/>
                <a:gd name="connsiteX8" fmla="*/ 13039 w 36889"/>
                <a:gd name="connsiteY8" fmla="*/ 55509 h 59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889" h="59986">
                  <a:moveTo>
                    <a:pt x="13039" y="55509"/>
                  </a:moveTo>
                  <a:cubicBezTo>
                    <a:pt x="14253" y="57748"/>
                    <a:pt x="15467" y="59240"/>
                    <a:pt x="17086" y="59986"/>
                  </a:cubicBezTo>
                  <a:lnTo>
                    <a:pt x="18705" y="59986"/>
                  </a:lnTo>
                  <a:cubicBezTo>
                    <a:pt x="19919" y="59986"/>
                    <a:pt x="21133" y="59986"/>
                    <a:pt x="22347" y="59240"/>
                  </a:cubicBezTo>
                  <a:cubicBezTo>
                    <a:pt x="25585" y="57748"/>
                    <a:pt x="28418" y="56255"/>
                    <a:pt x="31252" y="53271"/>
                  </a:cubicBezTo>
                  <a:cubicBezTo>
                    <a:pt x="34085" y="50286"/>
                    <a:pt x="35704" y="49540"/>
                    <a:pt x="36513" y="42078"/>
                  </a:cubicBezTo>
                  <a:cubicBezTo>
                    <a:pt x="38942" y="17455"/>
                    <a:pt x="29228" y="5517"/>
                    <a:pt x="18300" y="1786"/>
                  </a:cubicBezTo>
                  <a:cubicBezTo>
                    <a:pt x="12229" y="-452"/>
                    <a:pt x="6158" y="-452"/>
                    <a:pt x="87" y="1040"/>
                  </a:cubicBezTo>
                  <a:cubicBezTo>
                    <a:pt x="-722" y="22678"/>
                    <a:pt x="4135" y="43571"/>
                    <a:pt x="13039" y="5550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1" name="Freeform 1060"/>
            <p:cNvSpPr/>
            <p:nvPr/>
          </p:nvSpPr>
          <p:spPr>
            <a:xfrm>
              <a:off x="11491161" y="219505"/>
              <a:ext cx="120228" cy="157586"/>
            </a:xfrm>
            <a:custGeom>
              <a:avLst/>
              <a:gdLst>
                <a:gd name="connsiteX0" fmla="*/ 90273 w 120228"/>
                <a:gd name="connsiteY0" fmla="*/ 3133 h 157586"/>
                <a:gd name="connsiteX1" fmla="*/ 64775 w 120228"/>
                <a:gd name="connsiteY1" fmla="*/ 2387 h 157586"/>
                <a:gd name="connsiteX2" fmla="*/ 55061 w 120228"/>
                <a:gd name="connsiteY2" fmla="*/ 16564 h 157586"/>
                <a:gd name="connsiteX3" fmla="*/ 14184 w 120228"/>
                <a:gd name="connsiteY3" fmla="*/ 40440 h 157586"/>
                <a:gd name="connsiteX4" fmla="*/ 18 w 120228"/>
                <a:gd name="connsiteY4" fmla="*/ 53871 h 157586"/>
                <a:gd name="connsiteX5" fmla="*/ 14184 w 120228"/>
                <a:gd name="connsiteY5" fmla="*/ 79987 h 157586"/>
                <a:gd name="connsiteX6" fmla="*/ 34015 w 120228"/>
                <a:gd name="connsiteY6" fmla="*/ 84463 h 157586"/>
                <a:gd name="connsiteX7" fmla="*/ 67608 w 120228"/>
                <a:gd name="connsiteY7" fmla="*/ 58348 h 157586"/>
                <a:gd name="connsiteX8" fmla="*/ 67608 w 120228"/>
                <a:gd name="connsiteY8" fmla="*/ 118786 h 157586"/>
                <a:gd name="connsiteX9" fmla="*/ 21064 w 120228"/>
                <a:gd name="connsiteY9" fmla="*/ 103117 h 157586"/>
                <a:gd name="connsiteX10" fmla="*/ 74489 w 120228"/>
                <a:gd name="connsiteY10" fmla="*/ 157586 h 157586"/>
                <a:gd name="connsiteX11" fmla="*/ 90273 w 120228"/>
                <a:gd name="connsiteY11" fmla="*/ 126248 h 157586"/>
                <a:gd name="connsiteX12" fmla="*/ 92701 w 120228"/>
                <a:gd name="connsiteY12" fmla="*/ 88194 h 157586"/>
                <a:gd name="connsiteX13" fmla="*/ 90273 w 120228"/>
                <a:gd name="connsiteY13" fmla="*/ 82225 h 157586"/>
                <a:gd name="connsiteX14" fmla="*/ 90273 w 120228"/>
                <a:gd name="connsiteY14" fmla="*/ 56856 h 157586"/>
                <a:gd name="connsiteX15" fmla="*/ 120223 w 120228"/>
                <a:gd name="connsiteY15" fmla="*/ 14325 h 157586"/>
                <a:gd name="connsiteX16" fmla="*/ 103629 w 120228"/>
                <a:gd name="connsiteY16" fmla="*/ 148 h 157586"/>
                <a:gd name="connsiteX17" fmla="*/ 90273 w 120228"/>
                <a:gd name="connsiteY17" fmla="*/ 3133 h 15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228" h="157586">
                  <a:moveTo>
                    <a:pt x="90273" y="3133"/>
                  </a:moveTo>
                  <a:cubicBezTo>
                    <a:pt x="80155" y="6117"/>
                    <a:pt x="69227" y="9102"/>
                    <a:pt x="64775" y="2387"/>
                  </a:cubicBezTo>
                  <a:cubicBezTo>
                    <a:pt x="52228" y="148"/>
                    <a:pt x="61132" y="7610"/>
                    <a:pt x="55061" y="16564"/>
                  </a:cubicBezTo>
                  <a:cubicBezTo>
                    <a:pt x="41705" y="24025"/>
                    <a:pt x="27135" y="30740"/>
                    <a:pt x="14184" y="40440"/>
                  </a:cubicBezTo>
                  <a:cubicBezTo>
                    <a:pt x="9327" y="44171"/>
                    <a:pt x="4470" y="48648"/>
                    <a:pt x="18" y="53871"/>
                  </a:cubicBezTo>
                  <a:cubicBezTo>
                    <a:pt x="-387" y="68794"/>
                    <a:pt x="6089" y="76256"/>
                    <a:pt x="14184" y="79987"/>
                  </a:cubicBezTo>
                  <a:cubicBezTo>
                    <a:pt x="20659" y="82225"/>
                    <a:pt x="27540" y="83717"/>
                    <a:pt x="34015" y="84463"/>
                  </a:cubicBezTo>
                  <a:cubicBezTo>
                    <a:pt x="46157" y="77002"/>
                    <a:pt x="51419" y="59094"/>
                    <a:pt x="67608" y="58348"/>
                  </a:cubicBezTo>
                  <a:cubicBezTo>
                    <a:pt x="70441" y="71033"/>
                    <a:pt x="73274" y="103863"/>
                    <a:pt x="67608" y="118786"/>
                  </a:cubicBezTo>
                  <a:cubicBezTo>
                    <a:pt x="50609" y="123263"/>
                    <a:pt x="32396" y="102371"/>
                    <a:pt x="21064" y="103117"/>
                  </a:cubicBezTo>
                  <a:cubicBezTo>
                    <a:pt x="14184" y="125502"/>
                    <a:pt x="63156" y="151617"/>
                    <a:pt x="74489" y="157586"/>
                  </a:cubicBezTo>
                  <a:cubicBezTo>
                    <a:pt x="82988" y="154602"/>
                    <a:pt x="87845" y="141171"/>
                    <a:pt x="90273" y="126248"/>
                  </a:cubicBezTo>
                  <a:cubicBezTo>
                    <a:pt x="92297" y="113563"/>
                    <a:pt x="93106" y="100879"/>
                    <a:pt x="92701" y="88194"/>
                  </a:cubicBezTo>
                  <a:cubicBezTo>
                    <a:pt x="91892" y="85956"/>
                    <a:pt x="91083" y="84463"/>
                    <a:pt x="90273" y="82225"/>
                  </a:cubicBezTo>
                  <a:cubicBezTo>
                    <a:pt x="86630" y="70287"/>
                    <a:pt x="87035" y="62825"/>
                    <a:pt x="90273" y="56856"/>
                  </a:cubicBezTo>
                  <a:cubicBezTo>
                    <a:pt x="98368" y="42679"/>
                    <a:pt x="120628" y="39694"/>
                    <a:pt x="120223" y="14325"/>
                  </a:cubicBezTo>
                  <a:cubicBezTo>
                    <a:pt x="115366" y="7610"/>
                    <a:pt x="109700" y="2387"/>
                    <a:pt x="103629" y="148"/>
                  </a:cubicBezTo>
                  <a:cubicBezTo>
                    <a:pt x="100391" y="-598"/>
                    <a:pt x="95130" y="1640"/>
                    <a:pt x="90273" y="313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2" name="Freeform 1061"/>
            <p:cNvSpPr/>
            <p:nvPr/>
          </p:nvSpPr>
          <p:spPr>
            <a:xfrm>
              <a:off x="11472156" y="-255832"/>
              <a:ext cx="182534" cy="376994"/>
            </a:xfrm>
            <a:custGeom>
              <a:avLst/>
              <a:gdLst>
                <a:gd name="connsiteX0" fmla="*/ 124657 w 182534"/>
                <a:gd name="connsiteY0" fmla="*/ 199410 h 376994"/>
                <a:gd name="connsiteX1" fmla="*/ 133561 w 182534"/>
                <a:gd name="connsiteY1" fmla="*/ 159118 h 376994"/>
                <a:gd name="connsiteX2" fmla="*/ 113730 w 182534"/>
                <a:gd name="connsiteY2" fmla="*/ 133002 h 376994"/>
                <a:gd name="connsiteX3" fmla="*/ 113325 w 182534"/>
                <a:gd name="connsiteY3" fmla="*/ 128526 h 376994"/>
                <a:gd name="connsiteX4" fmla="*/ 138418 w 182534"/>
                <a:gd name="connsiteY4" fmla="*/ 76295 h 376994"/>
                <a:gd name="connsiteX5" fmla="*/ 155012 w 182534"/>
                <a:gd name="connsiteY5" fmla="*/ 15110 h 376994"/>
                <a:gd name="connsiteX6" fmla="*/ 129919 w 182534"/>
                <a:gd name="connsiteY6" fmla="*/ 14364 h 376994"/>
                <a:gd name="connsiteX7" fmla="*/ 109277 w 182534"/>
                <a:gd name="connsiteY7" fmla="*/ 91964 h 376994"/>
                <a:gd name="connsiteX8" fmla="*/ 88232 w 182534"/>
                <a:gd name="connsiteY8" fmla="*/ 134495 h 376994"/>
                <a:gd name="connsiteX9" fmla="*/ 78923 w 182534"/>
                <a:gd name="connsiteY9" fmla="*/ 162102 h 376994"/>
                <a:gd name="connsiteX10" fmla="*/ 104825 w 182534"/>
                <a:gd name="connsiteY10" fmla="*/ 156133 h 376994"/>
                <a:gd name="connsiteX11" fmla="*/ 80946 w 182534"/>
                <a:gd name="connsiteY11" fmla="*/ 247164 h 376994"/>
                <a:gd name="connsiteX12" fmla="*/ 67995 w 182534"/>
                <a:gd name="connsiteY12" fmla="*/ 249402 h 376994"/>
                <a:gd name="connsiteX13" fmla="*/ 67590 w 182534"/>
                <a:gd name="connsiteY13" fmla="*/ 266564 h 376994"/>
                <a:gd name="connsiteX14" fmla="*/ 33188 w 182534"/>
                <a:gd name="connsiteY14" fmla="*/ 316556 h 376994"/>
                <a:gd name="connsiteX15" fmla="*/ 32783 w 182534"/>
                <a:gd name="connsiteY15" fmla="*/ 317302 h 376994"/>
                <a:gd name="connsiteX16" fmla="*/ 0 w 182534"/>
                <a:gd name="connsiteY16" fmla="*/ 308348 h 376994"/>
                <a:gd name="connsiteX17" fmla="*/ 0 w 182534"/>
                <a:gd name="connsiteY17" fmla="*/ 315064 h 376994"/>
                <a:gd name="connsiteX18" fmla="*/ 26307 w 182534"/>
                <a:gd name="connsiteY18" fmla="*/ 376995 h 376994"/>
                <a:gd name="connsiteX19" fmla="*/ 30760 w 182534"/>
                <a:gd name="connsiteY19" fmla="*/ 375502 h 376994"/>
                <a:gd name="connsiteX20" fmla="*/ 33188 w 182534"/>
                <a:gd name="connsiteY20" fmla="*/ 356848 h 376994"/>
                <a:gd name="connsiteX21" fmla="*/ 36021 w 182534"/>
                <a:gd name="connsiteY21" fmla="*/ 337448 h 376994"/>
                <a:gd name="connsiteX22" fmla="*/ 74066 w 182534"/>
                <a:gd name="connsiteY22" fmla="*/ 298648 h 376994"/>
                <a:gd name="connsiteX23" fmla="*/ 100373 w 182534"/>
                <a:gd name="connsiteY23" fmla="*/ 294172 h 376994"/>
                <a:gd name="connsiteX24" fmla="*/ 76090 w 182534"/>
                <a:gd name="connsiteY24" fmla="*/ 335210 h 376994"/>
                <a:gd name="connsiteX25" fmla="*/ 76899 w 182534"/>
                <a:gd name="connsiteY25" fmla="*/ 341179 h 376994"/>
                <a:gd name="connsiteX26" fmla="*/ 108873 w 182534"/>
                <a:gd name="connsiteY26" fmla="*/ 311333 h 376994"/>
                <a:gd name="connsiteX27" fmla="*/ 141656 w 182534"/>
                <a:gd name="connsiteY27" fmla="*/ 289695 h 376994"/>
                <a:gd name="connsiteX28" fmla="*/ 148537 w 182534"/>
                <a:gd name="connsiteY28" fmla="*/ 281487 h 376994"/>
                <a:gd name="connsiteX29" fmla="*/ 182534 w 182534"/>
                <a:gd name="connsiteY29" fmla="*/ 209856 h 376994"/>
                <a:gd name="connsiteX30" fmla="*/ 182534 w 182534"/>
                <a:gd name="connsiteY30" fmla="*/ 195679 h 376994"/>
                <a:gd name="connsiteX31" fmla="*/ 124657 w 182534"/>
                <a:gd name="connsiteY31" fmla="*/ 199410 h 376994"/>
                <a:gd name="connsiteX32" fmla="*/ 129919 w 182534"/>
                <a:gd name="connsiteY32" fmla="*/ 259102 h 376994"/>
                <a:gd name="connsiteX33" fmla="*/ 109682 w 182534"/>
                <a:gd name="connsiteY33" fmla="*/ 256864 h 376994"/>
                <a:gd name="connsiteX34" fmla="*/ 100778 w 182534"/>
                <a:gd name="connsiteY34" fmla="*/ 268056 h 376994"/>
                <a:gd name="connsiteX35" fmla="*/ 109682 w 182534"/>
                <a:gd name="connsiteY35" fmla="*/ 230749 h 376994"/>
                <a:gd name="connsiteX36" fmla="*/ 112111 w 182534"/>
                <a:gd name="connsiteY36" fmla="*/ 226272 h 376994"/>
                <a:gd name="connsiteX37" fmla="*/ 158250 w 182534"/>
                <a:gd name="connsiteY37" fmla="*/ 212841 h 376994"/>
                <a:gd name="connsiteX38" fmla="*/ 129919 w 182534"/>
                <a:gd name="connsiteY38" fmla="*/ 259102 h 37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2534" h="376994">
                  <a:moveTo>
                    <a:pt x="124657" y="199410"/>
                  </a:moveTo>
                  <a:cubicBezTo>
                    <a:pt x="123038" y="182249"/>
                    <a:pt x="129514" y="171056"/>
                    <a:pt x="133561" y="159118"/>
                  </a:cubicBezTo>
                  <a:cubicBezTo>
                    <a:pt x="133157" y="130764"/>
                    <a:pt x="126681" y="137479"/>
                    <a:pt x="113730" y="133002"/>
                  </a:cubicBezTo>
                  <a:cubicBezTo>
                    <a:pt x="113730" y="131510"/>
                    <a:pt x="113325" y="129272"/>
                    <a:pt x="113325" y="128526"/>
                  </a:cubicBezTo>
                  <a:cubicBezTo>
                    <a:pt x="122634" y="112856"/>
                    <a:pt x="131133" y="94949"/>
                    <a:pt x="138418" y="76295"/>
                  </a:cubicBezTo>
                  <a:cubicBezTo>
                    <a:pt x="151370" y="53910"/>
                    <a:pt x="163916" y="42718"/>
                    <a:pt x="155012" y="15110"/>
                  </a:cubicBezTo>
                  <a:cubicBezTo>
                    <a:pt x="145299" y="2426"/>
                    <a:pt x="131538" y="-11005"/>
                    <a:pt x="129919" y="14364"/>
                  </a:cubicBezTo>
                  <a:cubicBezTo>
                    <a:pt x="131538" y="45703"/>
                    <a:pt x="121015" y="69579"/>
                    <a:pt x="109277" y="91964"/>
                  </a:cubicBezTo>
                  <a:cubicBezTo>
                    <a:pt x="101992" y="105395"/>
                    <a:pt x="94707" y="119572"/>
                    <a:pt x="88232" y="134495"/>
                  </a:cubicBezTo>
                  <a:cubicBezTo>
                    <a:pt x="80542" y="144941"/>
                    <a:pt x="78518" y="143449"/>
                    <a:pt x="78923" y="162102"/>
                  </a:cubicBezTo>
                  <a:cubicBezTo>
                    <a:pt x="85803" y="168072"/>
                    <a:pt x="95112" y="156133"/>
                    <a:pt x="104825" y="156133"/>
                  </a:cubicBezTo>
                  <a:cubicBezTo>
                    <a:pt x="106444" y="180756"/>
                    <a:pt x="90660" y="226272"/>
                    <a:pt x="80946" y="247164"/>
                  </a:cubicBezTo>
                  <a:cubicBezTo>
                    <a:pt x="76494" y="247910"/>
                    <a:pt x="72042" y="248656"/>
                    <a:pt x="67995" y="249402"/>
                  </a:cubicBezTo>
                  <a:cubicBezTo>
                    <a:pt x="67590" y="254625"/>
                    <a:pt x="67590" y="260595"/>
                    <a:pt x="67590" y="266564"/>
                  </a:cubicBezTo>
                  <a:cubicBezTo>
                    <a:pt x="56662" y="285218"/>
                    <a:pt x="43711" y="296410"/>
                    <a:pt x="33188" y="316556"/>
                  </a:cubicBezTo>
                  <a:lnTo>
                    <a:pt x="32783" y="317302"/>
                  </a:lnTo>
                  <a:cubicBezTo>
                    <a:pt x="13356" y="332972"/>
                    <a:pt x="11737" y="307602"/>
                    <a:pt x="0" y="308348"/>
                  </a:cubicBezTo>
                  <a:lnTo>
                    <a:pt x="0" y="315064"/>
                  </a:lnTo>
                  <a:cubicBezTo>
                    <a:pt x="405" y="340433"/>
                    <a:pt x="10118" y="362818"/>
                    <a:pt x="26307" y="376995"/>
                  </a:cubicBezTo>
                  <a:lnTo>
                    <a:pt x="30760" y="375502"/>
                  </a:lnTo>
                  <a:cubicBezTo>
                    <a:pt x="31974" y="369533"/>
                    <a:pt x="32783" y="363564"/>
                    <a:pt x="33188" y="356848"/>
                  </a:cubicBezTo>
                  <a:cubicBezTo>
                    <a:pt x="33997" y="350133"/>
                    <a:pt x="34807" y="343418"/>
                    <a:pt x="36021" y="337448"/>
                  </a:cubicBezTo>
                  <a:cubicBezTo>
                    <a:pt x="48163" y="314318"/>
                    <a:pt x="55448" y="309841"/>
                    <a:pt x="74066" y="298648"/>
                  </a:cubicBezTo>
                  <a:cubicBezTo>
                    <a:pt x="87017" y="282979"/>
                    <a:pt x="84994" y="281487"/>
                    <a:pt x="100373" y="294172"/>
                  </a:cubicBezTo>
                  <a:cubicBezTo>
                    <a:pt x="99159" y="309095"/>
                    <a:pt x="83375" y="325510"/>
                    <a:pt x="76090" y="335210"/>
                  </a:cubicBezTo>
                  <a:cubicBezTo>
                    <a:pt x="76090" y="337448"/>
                    <a:pt x="76494" y="338941"/>
                    <a:pt x="76899" y="341179"/>
                  </a:cubicBezTo>
                  <a:cubicBezTo>
                    <a:pt x="87827" y="335956"/>
                    <a:pt x="98350" y="322525"/>
                    <a:pt x="108873" y="311333"/>
                  </a:cubicBezTo>
                  <a:cubicBezTo>
                    <a:pt x="119396" y="300141"/>
                    <a:pt x="129514" y="290441"/>
                    <a:pt x="141656" y="289695"/>
                  </a:cubicBezTo>
                  <a:cubicBezTo>
                    <a:pt x="143680" y="286710"/>
                    <a:pt x="146108" y="283725"/>
                    <a:pt x="148537" y="281487"/>
                  </a:cubicBezTo>
                  <a:cubicBezTo>
                    <a:pt x="158655" y="254625"/>
                    <a:pt x="180510" y="241941"/>
                    <a:pt x="182534" y="209856"/>
                  </a:cubicBezTo>
                  <a:lnTo>
                    <a:pt x="182534" y="195679"/>
                  </a:lnTo>
                  <a:cubicBezTo>
                    <a:pt x="161893" y="168818"/>
                    <a:pt x="144489" y="186725"/>
                    <a:pt x="124657" y="199410"/>
                  </a:cubicBezTo>
                  <a:close/>
                  <a:moveTo>
                    <a:pt x="129919" y="259102"/>
                  </a:moveTo>
                  <a:cubicBezTo>
                    <a:pt x="114944" y="244925"/>
                    <a:pt x="112515" y="250148"/>
                    <a:pt x="109682" y="256864"/>
                  </a:cubicBezTo>
                  <a:cubicBezTo>
                    <a:pt x="107659" y="262833"/>
                    <a:pt x="104421" y="267310"/>
                    <a:pt x="100778" y="268056"/>
                  </a:cubicBezTo>
                  <a:cubicBezTo>
                    <a:pt x="93898" y="257610"/>
                    <a:pt x="104421" y="240449"/>
                    <a:pt x="109682" y="230749"/>
                  </a:cubicBezTo>
                  <a:lnTo>
                    <a:pt x="112111" y="226272"/>
                  </a:lnTo>
                  <a:cubicBezTo>
                    <a:pt x="119801" y="223287"/>
                    <a:pt x="155012" y="192695"/>
                    <a:pt x="158250" y="212841"/>
                  </a:cubicBezTo>
                  <a:cubicBezTo>
                    <a:pt x="150560" y="232241"/>
                    <a:pt x="144084" y="255372"/>
                    <a:pt x="129919" y="25910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3" name="Freeform 1062"/>
            <p:cNvSpPr/>
            <p:nvPr/>
          </p:nvSpPr>
          <p:spPr>
            <a:xfrm>
              <a:off x="11506426" y="71412"/>
              <a:ext cx="125662" cy="139287"/>
            </a:xfrm>
            <a:custGeom>
              <a:avLst/>
              <a:gdLst>
                <a:gd name="connsiteX0" fmla="*/ 102530 w 125662"/>
                <a:gd name="connsiteY0" fmla="*/ 1249 h 139287"/>
                <a:gd name="connsiteX1" fmla="*/ 75008 w 125662"/>
                <a:gd name="connsiteY1" fmla="*/ 28111 h 139287"/>
                <a:gd name="connsiteX2" fmla="*/ 70152 w 125662"/>
                <a:gd name="connsiteY2" fmla="*/ 33334 h 139287"/>
                <a:gd name="connsiteX3" fmla="*/ 2966 w 125662"/>
                <a:gd name="connsiteY3" fmla="*/ 96757 h 139287"/>
                <a:gd name="connsiteX4" fmla="*/ 133 w 125662"/>
                <a:gd name="connsiteY4" fmla="*/ 109441 h 139287"/>
                <a:gd name="connsiteX5" fmla="*/ 6609 w 125662"/>
                <a:gd name="connsiteY5" fmla="*/ 113918 h 139287"/>
                <a:gd name="connsiteX6" fmla="*/ 30892 w 125662"/>
                <a:gd name="connsiteY6" fmla="*/ 110934 h 139287"/>
                <a:gd name="connsiteX7" fmla="*/ 56391 w 125662"/>
                <a:gd name="connsiteY7" fmla="*/ 86311 h 139287"/>
                <a:gd name="connsiteX8" fmla="*/ 57605 w 125662"/>
                <a:gd name="connsiteY8" fmla="*/ 90042 h 139287"/>
                <a:gd name="connsiteX9" fmla="*/ 38178 w 125662"/>
                <a:gd name="connsiteY9" fmla="*/ 138541 h 139287"/>
                <a:gd name="connsiteX10" fmla="*/ 42630 w 125662"/>
                <a:gd name="connsiteY10" fmla="*/ 139288 h 139287"/>
                <a:gd name="connsiteX11" fmla="*/ 75413 w 125662"/>
                <a:gd name="connsiteY11" fmla="*/ 96011 h 139287"/>
                <a:gd name="connsiteX12" fmla="*/ 98887 w 125662"/>
                <a:gd name="connsiteY12" fmla="*/ 70642 h 139287"/>
                <a:gd name="connsiteX13" fmla="*/ 125600 w 125662"/>
                <a:gd name="connsiteY13" fmla="*/ 21395 h 139287"/>
                <a:gd name="connsiteX14" fmla="*/ 102530 w 125662"/>
                <a:gd name="connsiteY14" fmla="*/ 1249 h 139287"/>
                <a:gd name="connsiteX15" fmla="*/ 75008 w 125662"/>
                <a:gd name="connsiteY15" fmla="*/ 65418 h 139287"/>
                <a:gd name="connsiteX16" fmla="*/ 59628 w 125662"/>
                <a:gd name="connsiteY16" fmla="*/ 84072 h 139287"/>
                <a:gd name="connsiteX17" fmla="*/ 75008 w 125662"/>
                <a:gd name="connsiteY17" fmla="*/ 49003 h 139287"/>
                <a:gd name="connsiteX18" fmla="*/ 84722 w 125662"/>
                <a:gd name="connsiteY18" fmla="*/ 34826 h 139287"/>
                <a:gd name="connsiteX19" fmla="*/ 90793 w 125662"/>
                <a:gd name="connsiteY19" fmla="*/ 33334 h 139287"/>
                <a:gd name="connsiteX20" fmla="*/ 75008 w 125662"/>
                <a:gd name="connsiteY20" fmla="*/ 65418 h 13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5662" h="139287">
                  <a:moveTo>
                    <a:pt x="102530" y="1249"/>
                  </a:moveTo>
                  <a:cubicBezTo>
                    <a:pt x="93221" y="10203"/>
                    <a:pt x="84317" y="19157"/>
                    <a:pt x="75008" y="28111"/>
                  </a:cubicBezTo>
                  <a:cubicBezTo>
                    <a:pt x="73389" y="29603"/>
                    <a:pt x="71770" y="31842"/>
                    <a:pt x="70152" y="33334"/>
                  </a:cubicBezTo>
                  <a:cubicBezTo>
                    <a:pt x="47487" y="51988"/>
                    <a:pt x="24822" y="78103"/>
                    <a:pt x="2966" y="96757"/>
                  </a:cubicBezTo>
                  <a:cubicBezTo>
                    <a:pt x="133" y="101980"/>
                    <a:pt x="-272" y="100488"/>
                    <a:pt x="133" y="109441"/>
                  </a:cubicBezTo>
                  <a:cubicBezTo>
                    <a:pt x="2157" y="112426"/>
                    <a:pt x="4180" y="113918"/>
                    <a:pt x="6609" y="113918"/>
                  </a:cubicBezTo>
                  <a:cubicBezTo>
                    <a:pt x="14298" y="113172"/>
                    <a:pt x="22798" y="111680"/>
                    <a:pt x="30892" y="110934"/>
                  </a:cubicBezTo>
                  <a:cubicBezTo>
                    <a:pt x="41820" y="112426"/>
                    <a:pt x="47891" y="94518"/>
                    <a:pt x="56391" y="86311"/>
                  </a:cubicBezTo>
                  <a:cubicBezTo>
                    <a:pt x="58010" y="84818"/>
                    <a:pt x="58819" y="87803"/>
                    <a:pt x="57605" y="90042"/>
                  </a:cubicBezTo>
                  <a:cubicBezTo>
                    <a:pt x="51129" y="101234"/>
                    <a:pt x="38178" y="122872"/>
                    <a:pt x="38178" y="138541"/>
                  </a:cubicBezTo>
                  <a:cubicBezTo>
                    <a:pt x="39797" y="138541"/>
                    <a:pt x="41011" y="138541"/>
                    <a:pt x="42630" y="139288"/>
                  </a:cubicBezTo>
                  <a:cubicBezTo>
                    <a:pt x="53153" y="123618"/>
                    <a:pt x="64081" y="109441"/>
                    <a:pt x="75413" y="96011"/>
                  </a:cubicBezTo>
                  <a:cubicBezTo>
                    <a:pt x="83103" y="87057"/>
                    <a:pt x="90388" y="78849"/>
                    <a:pt x="98887" y="70642"/>
                  </a:cubicBezTo>
                  <a:cubicBezTo>
                    <a:pt x="104554" y="57957"/>
                    <a:pt x="117910" y="27365"/>
                    <a:pt x="125600" y="21395"/>
                  </a:cubicBezTo>
                  <a:cubicBezTo>
                    <a:pt x="126814" y="-4720"/>
                    <a:pt x="110220" y="-243"/>
                    <a:pt x="102530" y="1249"/>
                  </a:cubicBezTo>
                  <a:close/>
                  <a:moveTo>
                    <a:pt x="75008" y="65418"/>
                  </a:moveTo>
                  <a:cubicBezTo>
                    <a:pt x="69342" y="72880"/>
                    <a:pt x="62866" y="79595"/>
                    <a:pt x="59628" y="84072"/>
                  </a:cubicBezTo>
                  <a:cubicBezTo>
                    <a:pt x="59224" y="75865"/>
                    <a:pt x="67723" y="60942"/>
                    <a:pt x="75008" y="49003"/>
                  </a:cubicBezTo>
                  <a:cubicBezTo>
                    <a:pt x="79056" y="43034"/>
                    <a:pt x="82698" y="37811"/>
                    <a:pt x="84722" y="34826"/>
                  </a:cubicBezTo>
                  <a:cubicBezTo>
                    <a:pt x="86745" y="34080"/>
                    <a:pt x="88769" y="33334"/>
                    <a:pt x="90793" y="33334"/>
                  </a:cubicBezTo>
                  <a:cubicBezTo>
                    <a:pt x="91198" y="43780"/>
                    <a:pt x="83103" y="54972"/>
                    <a:pt x="75008" y="6541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4" name="Freeform 1063"/>
            <p:cNvSpPr/>
            <p:nvPr/>
          </p:nvSpPr>
          <p:spPr>
            <a:xfrm>
              <a:off x="11485239" y="-70599"/>
              <a:ext cx="40761" cy="100730"/>
            </a:xfrm>
            <a:custGeom>
              <a:avLst/>
              <a:gdLst>
                <a:gd name="connsiteX0" fmla="*/ 20106 w 40761"/>
                <a:gd name="connsiteY0" fmla="*/ 100731 h 100730"/>
                <a:gd name="connsiteX1" fmla="*/ 40747 w 40761"/>
                <a:gd name="connsiteY1" fmla="*/ 62677 h 100730"/>
                <a:gd name="connsiteX2" fmla="*/ 20510 w 40761"/>
                <a:gd name="connsiteY2" fmla="*/ 31338 h 100730"/>
                <a:gd name="connsiteX3" fmla="*/ 8368 w 40761"/>
                <a:gd name="connsiteY3" fmla="*/ 6715 h 100730"/>
                <a:gd name="connsiteX4" fmla="*/ 3916 w 40761"/>
                <a:gd name="connsiteY4" fmla="*/ 0 h 100730"/>
                <a:gd name="connsiteX5" fmla="*/ 18891 w 40761"/>
                <a:gd name="connsiteY5" fmla="*/ 70884 h 100730"/>
                <a:gd name="connsiteX6" fmla="*/ 20106 w 40761"/>
                <a:gd name="connsiteY6" fmla="*/ 100731 h 10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61" h="100730">
                  <a:moveTo>
                    <a:pt x="20106" y="100731"/>
                  </a:moveTo>
                  <a:cubicBezTo>
                    <a:pt x="33057" y="96254"/>
                    <a:pt x="41151" y="88792"/>
                    <a:pt x="40747" y="62677"/>
                  </a:cubicBezTo>
                  <a:cubicBezTo>
                    <a:pt x="35081" y="53723"/>
                    <a:pt x="27391" y="42531"/>
                    <a:pt x="20510" y="31338"/>
                  </a:cubicBezTo>
                  <a:cubicBezTo>
                    <a:pt x="15653" y="24623"/>
                    <a:pt x="11606" y="16415"/>
                    <a:pt x="8368" y="6715"/>
                  </a:cubicBezTo>
                  <a:lnTo>
                    <a:pt x="3916" y="0"/>
                  </a:lnTo>
                  <a:cubicBezTo>
                    <a:pt x="-8630" y="14923"/>
                    <a:pt x="12416" y="55961"/>
                    <a:pt x="18891" y="70884"/>
                  </a:cubicBezTo>
                  <a:cubicBezTo>
                    <a:pt x="19296" y="80584"/>
                    <a:pt x="19296" y="90284"/>
                    <a:pt x="20106" y="1007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5" name="Freeform 1064"/>
            <p:cNvSpPr/>
            <p:nvPr/>
          </p:nvSpPr>
          <p:spPr>
            <a:xfrm>
              <a:off x="10967456" y="-236052"/>
              <a:ext cx="191842" cy="607921"/>
            </a:xfrm>
            <a:custGeom>
              <a:avLst/>
              <a:gdLst>
                <a:gd name="connsiteX0" fmla="*/ 175654 w 191842"/>
                <a:gd name="connsiteY0" fmla="*/ 36369 h 607921"/>
                <a:gd name="connsiteX1" fmla="*/ 161083 w 191842"/>
                <a:gd name="connsiteY1" fmla="*/ 55769 h 607921"/>
                <a:gd name="connsiteX2" fmla="*/ 173225 w 191842"/>
                <a:gd name="connsiteY2" fmla="*/ 19953 h 607921"/>
                <a:gd name="connsiteX3" fmla="*/ 156631 w 191842"/>
                <a:gd name="connsiteY3" fmla="*/ 1299 h 607921"/>
                <a:gd name="connsiteX4" fmla="*/ 114134 w 191842"/>
                <a:gd name="connsiteY4" fmla="*/ 102030 h 607921"/>
                <a:gd name="connsiteX5" fmla="*/ 109682 w 191842"/>
                <a:gd name="connsiteY5" fmla="*/ 105015 h 607921"/>
                <a:gd name="connsiteX6" fmla="*/ 102802 w 191842"/>
                <a:gd name="connsiteY6" fmla="*/ 109492 h 607921"/>
                <a:gd name="connsiteX7" fmla="*/ 77304 w 191842"/>
                <a:gd name="connsiteY7" fmla="*/ 128145 h 607921"/>
                <a:gd name="connsiteX8" fmla="*/ 53829 w 191842"/>
                <a:gd name="connsiteY8" fmla="*/ 71438 h 607921"/>
                <a:gd name="connsiteX9" fmla="*/ 46949 w 191842"/>
                <a:gd name="connsiteY9" fmla="*/ 158738 h 607921"/>
                <a:gd name="connsiteX10" fmla="*/ 1619 w 191842"/>
                <a:gd name="connsiteY10" fmla="*/ 199776 h 607921"/>
                <a:gd name="connsiteX11" fmla="*/ 1619 w 191842"/>
                <a:gd name="connsiteY11" fmla="*/ 204253 h 607921"/>
                <a:gd name="connsiteX12" fmla="*/ 50187 w 191842"/>
                <a:gd name="connsiteY12" fmla="*/ 193061 h 607921"/>
                <a:gd name="connsiteX13" fmla="*/ 57472 w 191842"/>
                <a:gd name="connsiteY13" fmla="*/ 199030 h 607921"/>
                <a:gd name="connsiteX14" fmla="*/ 95517 w 191842"/>
                <a:gd name="connsiteY14" fmla="*/ 144561 h 607921"/>
                <a:gd name="connsiteX15" fmla="*/ 74066 w 191842"/>
                <a:gd name="connsiteY15" fmla="*/ 188584 h 607921"/>
                <a:gd name="connsiteX16" fmla="*/ 43711 w 191842"/>
                <a:gd name="connsiteY16" fmla="*/ 303491 h 607921"/>
                <a:gd name="connsiteX17" fmla="*/ 39259 w 191842"/>
                <a:gd name="connsiteY17" fmla="*/ 293791 h 607921"/>
                <a:gd name="connsiteX18" fmla="*/ 27926 w 191842"/>
                <a:gd name="connsiteY18" fmla="*/ 337815 h 607921"/>
                <a:gd name="connsiteX19" fmla="*/ 405 w 191842"/>
                <a:gd name="connsiteY19" fmla="*/ 366914 h 607921"/>
                <a:gd name="connsiteX20" fmla="*/ 0 w 191842"/>
                <a:gd name="connsiteY20" fmla="*/ 378853 h 607921"/>
                <a:gd name="connsiteX21" fmla="*/ 34807 w 191842"/>
                <a:gd name="connsiteY21" fmla="*/ 354230 h 607921"/>
                <a:gd name="connsiteX22" fmla="*/ 72852 w 191842"/>
                <a:gd name="connsiteY22" fmla="*/ 310953 h 607921"/>
                <a:gd name="connsiteX23" fmla="*/ 70828 w 191842"/>
                <a:gd name="connsiteY23" fmla="*/ 351991 h 607921"/>
                <a:gd name="connsiteX24" fmla="*/ 63138 w 191842"/>
                <a:gd name="connsiteY24" fmla="*/ 363184 h 607921"/>
                <a:gd name="connsiteX25" fmla="*/ 63138 w 191842"/>
                <a:gd name="connsiteY25" fmla="*/ 369153 h 607921"/>
                <a:gd name="connsiteX26" fmla="*/ 69614 w 191842"/>
                <a:gd name="connsiteY26" fmla="*/ 374376 h 607921"/>
                <a:gd name="connsiteX27" fmla="*/ 4452 w 191842"/>
                <a:gd name="connsiteY27" fmla="*/ 469137 h 607921"/>
                <a:gd name="connsiteX28" fmla="*/ 4047 w 191842"/>
                <a:gd name="connsiteY28" fmla="*/ 474361 h 607921"/>
                <a:gd name="connsiteX29" fmla="*/ 34402 w 191842"/>
                <a:gd name="connsiteY29" fmla="*/ 463168 h 607921"/>
                <a:gd name="connsiteX30" fmla="*/ 72852 w 191842"/>
                <a:gd name="connsiteY30" fmla="*/ 418399 h 607921"/>
                <a:gd name="connsiteX31" fmla="*/ 73661 w 191842"/>
                <a:gd name="connsiteY31" fmla="*/ 482568 h 607921"/>
                <a:gd name="connsiteX32" fmla="*/ 58686 w 191842"/>
                <a:gd name="connsiteY32" fmla="*/ 492268 h 607921"/>
                <a:gd name="connsiteX33" fmla="*/ 73661 w 191842"/>
                <a:gd name="connsiteY33" fmla="*/ 514653 h 607921"/>
                <a:gd name="connsiteX34" fmla="*/ 89850 w 191842"/>
                <a:gd name="connsiteY34" fmla="*/ 607922 h 607921"/>
                <a:gd name="connsiteX35" fmla="*/ 95517 w 191842"/>
                <a:gd name="connsiteY35" fmla="*/ 593745 h 607921"/>
                <a:gd name="connsiteX36" fmla="*/ 94707 w 191842"/>
                <a:gd name="connsiteY36" fmla="*/ 546737 h 607921"/>
                <a:gd name="connsiteX37" fmla="*/ 97136 w 191842"/>
                <a:gd name="connsiteY37" fmla="*/ 492268 h 607921"/>
                <a:gd name="connsiteX38" fmla="*/ 103207 w 191842"/>
                <a:gd name="connsiteY38" fmla="*/ 484807 h 607921"/>
                <a:gd name="connsiteX39" fmla="*/ 110087 w 191842"/>
                <a:gd name="connsiteY39" fmla="*/ 476599 h 607921"/>
                <a:gd name="connsiteX40" fmla="*/ 148536 w 191842"/>
                <a:gd name="connsiteY40" fmla="*/ 407953 h 607921"/>
                <a:gd name="connsiteX41" fmla="*/ 128300 w 191842"/>
                <a:gd name="connsiteY41" fmla="*/ 374376 h 607921"/>
                <a:gd name="connsiteX42" fmla="*/ 159060 w 191842"/>
                <a:gd name="connsiteY42" fmla="*/ 319907 h 607921"/>
                <a:gd name="connsiteX43" fmla="*/ 150560 w 191842"/>
                <a:gd name="connsiteY43" fmla="*/ 293791 h 607921"/>
                <a:gd name="connsiteX44" fmla="*/ 110087 w 191842"/>
                <a:gd name="connsiteY44" fmla="*/ 333338 h 607921"/>
                <a:gd name="connsiteX45" fmla="*/ 103207 w 191842"/>
                <a:gd name="connsiteY45" fmla="*/ 336322 h 607921"/>
                <a:gd name="connsiteX46" fmla="*/ 103207 w 191842"/>
                <a:gd name="connsiteY46" fmla="*/ 330353 h 607921"/>
                <a:gd name="connsiteX47" fmla="*/ 110087 w 191842"/>
                <a:gd name="connsiteY47" fmla="*/ 320653 h 607921"/>
                <a:gd name="connsiteX48" fmla="*/ 152584 w 191842"/>
                <a:gd name="connsiteY48" fmla="*/ 229622 h 607921"/>
                <a:gd name="connsiteX49" fmla="*/ 158250 w 191842"/>
                <a:gd name="connsiteY49" fmla="*/ 186345 h 607921"/>
                <a:gd name="connsiteX50" fmla="*/ 109682 w 191842"/>
                <a:gd name="connsiteY50" fmla="*/ 187092 h 607921"/>
                <a:gd name="connsiteX51" fmla="*/ 102802 w 191842"/>
                <a:gd name="connsiteY51" fmla="*/ 193807 h 607921"/>
                <a:gd name="connsiteX52" fmla="*/ 98755 w 191842"/>
                <a:gd name="connsiteY52" fmla="*/ 196045 h 607921"/>
                <a:gd name="connsiteX53" fmla="*/ 102802 w 191842"/>
                <a:gd name="connsiteY53" fmla="*/ 175899 h 607921"/>
                <a:gd name="connsiteX54" fmla="*/ 109682 w 191842"/>
                <a:gd name="connsiteY54" fmla="*/ 166199 h 607921"/>
                <a:gd name="connsiteX55" fmla="*/ 127490 w 191842"/>
                <a:gd name="connsiteY55" fmla="*/ 125907 h 607921"/>
                <a:gd name="connsiteX56" fmla="*/ 186177 w 191842"/>
                <a:gd name="connsiteY56" fmla="*/ 72184 h 607921"/>
                <a:gd name="connsiteX57" fmla="*/ 191843 w 191842"/>
                <a:gd name="connsiteY57" fmla="*/ 55022 h 607921"/>
                <a:gd name="connsiteX58" fmla="*/ 191843 w 191842"/>
                <a:gd name="connsiteY58" fmla="*/ 52038 h 607921"/>
                <a:gd name="connsiteX59" fmla="*/ 175654 w 191842"/>
                <a:gd name="connsiteY59" fmla="*/ 36369 h 607921"/>
                <a:gd name="connsiteX60" fmla="*/ 105635 w 191842"/>
                <a:gd name="connsiteY60" fmla="*/ 400491 h 607921"/>
                <a:gd name="connsiteX61" fmla="*/ 109277 w 191842"/>
                <a:gd name="connsiteY61" fmla="*/ 400491 h 607921"/>
                <a:gd name="connsiteX62" fmla="*/ 122634 w 191842"/>
                <a:gd name="connsiteY62" fmla="*/ 419891 h 607921"/>
                <a:gd name="connsiteX63" fmla="*/ 109277 w 191842"/>
                <a:gd name="connsiteY63" fmla="*/ 446007 h 607921"/>
                <a:gd name="connsiteX64" fmla="*/ 102397 w 191842"/>
                <a:gd name="connsiteY64" fmla="*/ 452722 h 607921"/>
                <a:gd name="connsiteX65" fmla="*/ 96326 w 191842"/>
                <a:gd name="connsiteY65" fmla="*/ 457199 h 607921"/>
                <a:gd name="connsiteX66" fmla="*/ 102397 w 191842"/>
                <a:gd name="connsiteY66" fmla="*/ 404222 h 607921"/>
                <a:gd name="connsiteX67" fmla="*/ 105635 w 191842"/>
                <a:gd name="connsiteY67" fmla="*/ 400491 h 607921"/>
                <a:gd name="connsiteX68" fmla="*/ 102802 w 191842"/>
                <a:gd name="connsiteY68" fmla="*/ 229622 h 607921"/>
                <a:gd name="connsiteX69" fmla="*/ 109682 w 191842"/>
                <a:gd name="connsiteY69" fmla="*/ 216192 h 607921"/>
                <a:gd name="connsiteX70" fmla="*/ 129514 w 191842"/>
                <a:gd name="connsiteY70" fmla="*/ 193807 h 607921"/>
                <a:gd name="connsiteX71" fmla="*/ 132347 w 191842"/>
                <a:gd name="connsiteY71" fmla="*/ 194553 h 607921"/>
                <a:gd name="connsiteX72" fmla="*/ 132752 w 191842"/>
                <a:gd name="connsiteY72" fmla="*/ 199776 h 607921"/>
                <a:gd name="connsiteX73" fmla="*/ 126276 w 191842"/>
                <a:gd name="connsiteY73" fmla="*/ 209476 h 607921"/>
                <a:gd name="connsiteX74" fmla="*/ 109682 w 191842"/>
                <a:gd name="connsiteY74" fmla="*/ 240068 h 607921"/>
                <a:gd name="connsiteX75" fmla="*/ 102802 w 191842"/>
                <a:gd name="connsiteY75" fmla="*/ 246038 h 607921"/>
                <a:gd name="connsiteX76" fmla="*/ 100373 w 191842"/>
                <a:gd name="connsiteY76" fmla="*/ 248276 h 607921"/>
                <a:gd name="connsiteX77" fmla="*/ 102802 w 191842"/>
                <a:gd name="connsiteY77" fmla="*/ 229622 h 607921"/>
                <a:gd name="connsiteX78" fmla="*/ 102802 w 191842"/>
                <a:gd name="connsiteY78" fmla="*/ 273645 h 607921"/>
                <a:gd name="connsiteX79" fmla="*/ 108468 w 191842"/>
                <a:gd name="connsiteY79" fmla="*/ 269915 h 607921"/>
                <a:gd name="connsiteX80" fmla="*/ 102802 w 191842"/>
                <a:gd name="connsiteY80" fmla="*/ 292299 h 607921"/>
                <a:gd name="connsiteX81" fmla="*/ 96326 w 191842"/>
                <a:gd name="connsiteY81" fmla="*/ 299761 h 607921"/>
                <a:gd name="connsiteX82" fmla="*/ 102802 w 191842"/>
                <a:gd name="connsiteY82" fmla="*/ 273645 h 60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91842" h="607921">
                  <a:moveTo>
                    <a:pt x="175654" y="36369"/>
                  </a:moveTo>
                  <a:cubicBezTo>
                    <a:pt x="172011" y="47561"/>
                    <a:pt x="166749" y="50546"/>
                    <a:pt x="161083" y="55769"/>
                  </a:cubicBezTo>
                  <a:cubicBezTo>
                    <a:pt x="162702" y="41592"/>
                    <a:pt x="170797" y="34130"/>
                    <a:pt x="173225" y="19953"/>
                  </a:cubicBezTo>
                  <a:cubicBezTo>
                    <a:pt x="168773" y="-4670"/>
                    <a:pt x="166749" y="-193"/>
                    <a:pt x="156631" y="1299"/>
                  </a:cubicBezTo>
                  <a:cubicBezTo>
                    <a:pt x="142465" y="32638"/>
                    <a:pt x="127895" y="69946"/>
                    <a:pt x="114134" y="102030"/>
                  </a:cubicBezTo>
                  <a:lnTo>
                    <a:pt x="109682" y="105015"/>
                  </a:lnTo>
                  <a:lnTo>
                    <a:pt x="102802" y="109492"/>
                  </a:lnTo>
                  <a:cubicBezTo>
                    <a:pt x="93898" y="115461"/>
                    <a:pt x="85803" y="122176"/>
                    <a:pt x="77304" y="128145"/>
                  </a:cubicBezTo>
                  <a:cubicBezTo>
                    <a:pt x="67590" y="113969"/>
                    <a:pt x="68400" y="71438"/>
                    <a:pt x="53829" y="71438"/>
                  </a:cubicBezTo>
                  <a:cubicBezTo>
                    <a:pt x="51401" y="96807"/>
                    <a:pt x="59495" y="137845"/>
                    <a:pt x="46949" y="158738"/>
                  </a:cubicBezTo>
                  <a:cubicBezTo>
                    <a:pt x="29545" y="173661"/>
                    <a:pt x="29545" y="173661"/>
                    <a:pt x="1619" y="199776"/>
                  </a:cubicBezTo>
                  <a:lnTo>
                    <a:pt x="1619" y="204253"/>
                  </a:lnTo>
                  <a:cubicBezTo>
                    <a:pt x="20641" y="232607"/>
                    <a:pt x="29950" y="193061"/>
                    <a:pt x="50187" y="193061"/>
                  </a:cubicBezTo>
                  <a:cubicBezTo>
                    <a:pt x="52615" y="195299"/>
                    <a:pt x="54639" y="196792"/>
                    <a:pt x="57472" y="199030"/>
                  </a:cubicBezTo>
                  <a:cubicBezTo>
                    <a:pt x="74471" y="192315"/>
                    <a:pt x="72447" y="150530"/>
                    <a:pt x="95517" y="144561"/>
                  </a:cubicBezTo>
                  <a:cubicBezTo>
                    <a:pt x="93898" y="172169"/>
                    <a:pt x="79732" y="168438"/>
                    <a:pt x="74066" y="188584"/>
                  </a:cubicBezTo>
                  <a:cubicBezTo>
                    <a:pt x="73661" y="222907"/>
                    <a:pt x="72852" y="302745"/>
                    <a:pt x="43711" y="303491"/>
                  </a:cubicBezTo>
                  <a:cubicBezTo>
                    <a:pt x="42092" y="300507"/>
                    <a:pt x="40878" y="296776"/>
                    <a:pt x="39259" y="293791"/>
                  </a:cubicBezTo>
                  <a:cubicBezTo>
                    <a:pt x="27926" y="299015"/>
                    <a:pt x="33593" y="319161"/>
                    <a:pt x="27926" y="337815"/>
                  </a:cubicBezTo>
                  <a:cubicBezTo>
                    <a:pt x="15785" y="349007"/>
                    <a:pt x="8499" y="359453"/>
                    <a:pt x="405" y="366914"/>
                  </a:cubicBezTo>
                  <a:cubicBezTo>
                    <a:pt x="0" y="370645"/>
                    <a:pt x="0" y="375122"/>
                    <a:pt x="0" y="378853"/>
                  </a:cubicBezTo>
                  <a:cubicBezTo>
                    <a:pt x="9714" y="388553"/>
                    <a:pt x="25903" y="364676"/>
                    <a:pt x="34807" y="354230"/>
                  </a:cubicBezTo>
                  <a:cubicBezTo>
                    <a:pt x="51806" y="364676"/>
                    <a:pt x="57877" y="310953"/>
                    <a:pt x="72852" y="310953"/>
                  </a:cubicBezTo>
                  <a:cubicBezTo>
                    <a:pt x="74875" y="316176"/>
                    <a:pt x="72852" y="343784"/>
                    <a:pt x="70828" y="351991"/>
                  </a:cubicBezTo>
                  <a:cubicBezTo>
                    <a:pt x="68400" y="355722"/>
                    <a:pt x="65162" y="359453"/>
                    <a:pt x="63138" y="363184"/>
                  </a:cubicBezTo>
                  <a:lnTo>
                    <a:pt x="63138" y="369153"/>
                  </a:lnTo>
                  <a:cubicBezTo>
                    <a:pt x="64757" y="372138"/>
                    <a:pt x="67185" y="373630"/>
                    <a:pt x="69614" y="374376"/>
                  </a:cubicBezTo>
                  <a:cubicBezTo>
                    <a:pt x="66781" y="404222"/>
                    <a:pt x="17403" y="460184"/>
                    <a:pt x="4452" y="469137"/>
                  </a:cubicBezTo>
                  <a:cubicBezTo>
                    <a:pt x="4452" y="470630"/>
                    <a:pt x="4047" y="472868"/>
                    <a:pt x="4047" y="474361"/>
                  </a:cubicBezTo>
                  <a:cubicBezTo>
                    <a:pt x="17403" y="487045"/>
                    <a:pt x="22260" y="488537"/>
                    <a:pt x="34402" y="463168"/>
                  </a:cubicBezTo>
                  <a:cubicBezTo>
                    <a:pt x="45330" y="452722"/>
                    <a:pt x="59900" y="418399"/>
                    <a:pt x="72852" y="418399"/>
                  </a:cubicBezTo>
                  <a:cubicBezTo>
                    <a:pt x="74875" y="427353"/>
                    <a:pt x="77304" y="468391"/>
                    <a:pt x="73661" y="482568"/>
                  </a:cubicBezTo>
                  <a:cubicBezTo>
                    <a:pt x="69209" y="487791"/>
                    <a:pt x="63948" y="490776"/>
                    <a:pt x="58686" y="492268"/>
                  </a:cubicBezTo>
                  <a:cubicBezTo>
                    <a:pt x="59900" y="511668"/>
                    <a:pt x="60305" y="510176"/>
                    <a:pt x="73661" y="514653"/>
                  </a:cubicBezTo>
                  <a:cubicBezTo>
                    <a:pt x="76090" y="542260"/>
                    <a:pt x="75280" y="584791"/>
                    <a:pt x="89850" y="607922"/>
                  </a:cubicBezTo>
                  <a:cubicBezTo>
                    <a:pt x="93088" y="606430"/>
                    <a:pt x="95517" y="600460"/>
                    <a:pt x="95517" y="593745"/>
                  </a:cubicBezTo>
                  <a:cubicBezTo>
                    <a:pt x="95112" y="577330"/>
                    <a:pt x="94707" y="562407"/>
                    <a:pt x="94707" y="546737"/>
                  </a:cubicBezTo>
                  <a:cubicBezTo>
                    <a:pt x="96326" y="495999"/>
                    <a:pt x="96326" y="495999"/>
                    <a:pt x="97136" y="492268"/>
                  </a:cubicBezTo>
                  <a:cubicBezTo>
                    <a:pt x="99159" y="489284"/>
                    <a:pt x="101183" y="487045"/>
                    <a:pt x="103207" y="484807"/>
                  </a:cubicBezTo>
                  <a:cubicBezTo>
                    <a:pt x="105230" y="481822"/>
                    <a:pt x="107659" y="479584"/>
                    <a:pt x="110087" y="476599"/>
                  </a:cubicBezTo>
                  <a:cubicBezTo>
                    <a:pt x="128300" y="456453"/>
                    <a:pt x="155417" y="427353"/>
                    <a:pt x="148536" y="407953"/>
                  </a:cubicBezTo>
                  <a:cubicBezTo>
                    <a:pt x="137204" y="395268"/>
                    <a:pt x="128300" y="395268"/>
                    <a:pt x="128300" y="374376"/>
                  </a:cubicBezTo>
                  <a:cubicBezTo>
                    <a:pt x="136395" y="351245"/>
                    <a:pt x="147727" y="337068"/>
                    <a:pt x="159060" y="319907"/>
                  </a:cubicBezTo>
                  <a:cubicBezTo>
                    <a:pt x="159060" y="301253"/>
                    <a:pt x="157441" y="298268"/>
                    <a:pt x="150560" y="293791"/>
                  </a:cubicBezTo>
                  <a:cubicBezTo>
                    <a:pt x="142870" y="300507"/>
                    <a:pt x="121824" y="324384"/>
                    <a:pt x="110087" y="333338"/>
                  </a:cubicBezTo>
                  <a:cubicBezTo>
                    <a:pt x="108063" y="335576"/>
                    <a:pt x="105635" y="336322"/>
                    <a:pt x="103207" y="336322"/>
                  </a:cubicBezTo>
                  <a:lnTo>
                    <a:pt x="103207" y="330353"/>
                  </a:lnTo>
                  <a:cubicBezTo>
                    <a:pt x="105635" y="327368"/>
                    <a:pt x="108063" y="324384"/>
                    <a:pt x="110087" y="320653"/>
                  </a:cubicBezTo>
                  <a:cubicBezTo>
                    <a:pt x="126276" y="293791"/>
                    <a:pt x="136799" y="254245"/>
                    <a:pt x="152584" y="229622"/>
                  </a:cubicBezTo>
                  <a:cubicBezTo>
                    <a:pt x="162297" y="209476"/>
                    <a:pt x="167964" y="203507"/>
                    <a:pt x="158250" y="186345"/>
                  </a:cubicBezTo>
                  <a:cubicBezTo>
                    <a:pt x="153798" y="134115"/>
                    <a:pt x="127490" y="169184"/>
                    <a:pt x="109682" y="187092"/>
                  </a:cubicBezTo>
                  <a:cubicBezTo>
                    <a:pt x="107659" y="189330"/>
                    <a:pt x="105230" y="191568"/>
                    <a:pt x="102802" y="193807"/>
                  </a:cubicBezTo>
                  <a:cubicBezTo>
                    <a:pt x="101588" y="194553"/>
                    <a:pt x="99969" y="195299"/>
                    <a:pt x="98755" y="196045"/>
                  </a:cubicBezTo>
                  <a:cubicBezTo>
                    <a:pt x="100373" y="183361"/>
                    <a:pt x="100778" y="180376"/>
                    <a:pt x="102802" y="175899"/>
                  </a:cubicBezTo>
                  <a:cubicBezTo>
                    <a:pt x="104825" y="172169"/>
                    <a:pt x="107254" y="169184"/>
                    <a:pt x="109682" y="166199"/>
                  </a:cubicBezTo>
                  <a:cubicBezTo>
                    <a:pt x="115348" y="152769"/>
                    <a:pt x="121419" y="139338"/>
                    <a:pt x="127490" y="125907"/>
                  </a:cubicBezTo>
                  <a:cubicBezTo>
                    <a:pt x="143680" y="102030"/>
                    <a:pt x="165940" y="85615"/>
                    <a:pt x="186177" y="72184"/>
                  </a:cubicBezTo>
                  <a:cubicBezTo>
                    <a:pt x="189010" y="67707"/>
                    <a:pt x="191033" y="61738"/>
                    <a:pt x="191843" y="55022"/>
                  </a:cubicBezTo>
                  <a:lnTo>
                    <a:pt x="191843" y="52038"/>
                  </a:lnTo>
                  <a:cubicBezTo>
                    <a:pt x="190629" y="40099"/>
                    <a:pt x="181725" y="32638"/>
                    <a:pt x="175654" y="36369"/>
                  </a:cubicBezTo>
                  <a:close/>
                  <a:moveTo>
                    <a:pt x="105635" y="400491"/>
                  </a:moveTo>
                  <a:lnTo>
                    <a:pt x="109277" y="400491"/>
                  </a:lnTo>
                  <a:cubicBezTo>
                    <a:pt x="116563" y="399745"/>
                    <a:pt x="116563" y="399745"/>
                    <a:pt x="122634" y="419891"/>
                  </a:cubicBezTo>
                  <a:cubicBezTo>
                    <a:pt x="121015" y="430338"/>
                    <a:pt x="115348" y="439291"/>
                    <a:pt x="109277" y="446007"/>
                  </a:cubicBezTo>
                  <a:cubicBezTo>
                    <a:pt x="106849" y="448991"/>
                    <a:pt x="104825" y="451230"/>
                    <a:pt x="102397" y="452722"/>
                  </a:cubicBezTo>
                  <a:lnTo>
                    <a:pt x="96326" y="457199"/>
                  </a:lnTo>
                  <a:cubicBezTo>
                    <a:pt x="95921" y="434814"/>
                    <a:pt x="93493" y="416161"/>
                    <a:pt x="102397" y="404222"/>
                  </a:cubicBezTo>
                  <a:cubicBezTo>
                    <a:pt x="103611" y="402730"/>
                    <a:pt x="104421" y="401238"/>
                    <a:pt x="105635" y="400491"/>
                  </a:cubicBezTo>
                  <a:close/>
                  <a:moveTo>
                    <a:pt x="102802" y="229622"/>
                  </a:moveTo>
                  <a:cubicBezTo>
                    <a:pt x="104421" y="224399"/>
                    <a:pt x="106849" y="219922"/>
                    <a:pt x="109682" y="216192"/>
                  </a:cubicBezTo>
                  <a:cubicBezTo>
                    <a:pt x="115348" y="207984"/>
                    <a:pt x="122634" y="202015"/>
                    <a:pt x="129514" y="193807"/>
                  </a:cubicBezTo>
                  <a:cubicBezTo>
                    <a:pt x="130324" y="193807"/>
                    <a:pt x="131538" y="193807"/>
                    <a:pt x="132347" y="194553"/>
                  </a:cubicBezTo>
                  <a:cubicBezTo>
                    <a:pt x="132347" y="196045"/>
                    <a:pt x="132347" y="198284"/>
                    <a:pt x="132752" y="199776"/>
                  </a:cubicBezTo>
                  <a:cubicBezTo>
                    <a:pt x="131133" y="203507"/>
                    <a:pt x="128705" y="207238"/>
                    <a:pt x="126276" y="209476"/>
                  </a:cubicBezTo>
                  <a:cubicBezTo>
                    <a:pt x="123038" y="222907"/>
                    <a:pt x="116967" y="234099"/>
                    <a:pt x="109682" y="240068"/>
                  </a:cubicBezTo>
                  <a:cubicBezTo>
                    <a:pt x="107659" y="242307"/>
                    <a:pt x="105230" y="244545"/>
                    <a:pt x="102802" y="246038"/>
                  </a:cubicBezTo>
                  <a:lnTo>
                    <a:pt x="100373" y="248276"/>
                  </a:lnTo>
                  <a:cubicBezTo>
                    <a:pt x="99969" y="241561"/>
                    <a:pt x="100778" y="234845"/>
                    <a:pt x="102802" y="229622"/>
                  </a:cubicBezTo>
                  <a:close/>
                  <a:moveTo>
                    <a:pt x="102802" y="273645"/>
                  </a:moveTo>
                  <a:cubicBezTo>
                    <a:pt x="104825" y="272153"/>
                    <a:pt x="106444" y="270661"/>
                    <a:pt x="108468" y="269915"/>
                  </a:cubicBezTo>
                  <a:cubicBezTo>
                    <a:pt x="110087" y="276630"/>
                    <a:pt x="106444" y="285584"/>
                    <a:pt x="102802" y="292299"/>
                  </a:cubicBezTo>
                  <a:cubicBezTo>
                    <a:pt x="100778" y="295284"/>
                    <a:pt x="98755" y="298268"/>
                    <a:pt x="96326" y="299761"/>
                  </a:cubicBezTo>
                  <a:cubicBezTo>
                    <a:pt x="95921" y="285584"/>
                    <a:pt x="97540" y="278122"/>
                    <a:pt x="102802" y="27364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6" name="Freeform 1065"/>
            <p:cNvSpPr/>
            <p:nvPr/>
          </p:nvSpPr>
          <p:spPr>
            <a:xfrm>
              <a:off x="11214342" y="-142976"/>
              <a:ext cx="152512" cy="456645"/>
            </a:xfrm>
            <a:custGeom>
              <a:avLst/>
              <a:gdLst>
                <a:gd name="connsiteX0" fmla="*/ 150155 w 152512"/>
                <a:gd name="connsiteY0" fmla="*/ 129084 h 456645"/>
                <a:gd name="connsiteX1" fmla="*/ 135990 w 152512"/>
                <a:gd name="connsiteY1" fmla="*/ 112669 h 456645"/>
                <a:gd name="connsiteX2" fmla="*/ 129109 w 152512"/>
                <a:gd name="connsiteY2" fmla="*/ 151469 h 456645"/>
                <a:gd name="connsiteX3" fmla="*/ 114539 w 152512"/>
                <a:gd name="connsiteY3" fmla="*/ 167884 h 456645"/>
                <a:gd name="connsiteX4" fmla="*/ 114134 w 152512"/>
                <a:gd name="connsiteY4" fmla="*/ 157438 h 456645"/>
                <a:gd name="connsiteX5" fmla="*/ 126681 w 152512"/>
                <a:gd name="connsiteY5" fmla="*/ 20892 h 456645"/>
                <a:gd name="connsiteX6" fmla="*/ 116158 w 152512"/>
                <a:gd name="connsiteY6" fmla="*/ 0 h 456645"/>
                <a:gd name="connsiteX7" fmla="*/ 107254 w 152512"/>
                <a:gd name="connsiteY7" fmla="*/ 30592 h 456645"/>
                <a:gd name="connsiteX8" fmla="*/ 83779 w 152512"/>
                <a:gd name="connsiteY8" fmla="*/ 199223 h 456645"/>
                <a:gd name="connsiteX9" fmla="*/ 45735 w 152512"/>
                <a:gd name="connsiteY9" fmla="*/ 243992 h 456645"/>
                <a:gd name="connsiteX10" fmla="*/ 36426 w 152512"/>
                <a:gd name="connsiteY10" fmla="*/ 281300 h 456645"/>
                <a:gd name="connsiteX11" fmla="*/ 73256 w 152512"/>
                <a:gd name="connsiteY11" fmla="*/ 268615 h 456645"/>
                <a:gd name="connsiteX12" fmla="*/ 73661 w 152512"/>
                <a:gd name="connsiteY12" fmla="*/ 273838 h 456645"/>
                <a:gd name="connsiteX13" fmla="*/ 1214 w 152512"/>
                <a:gd name="connsiteY13" fmla="*/ 446946 h 456645"/>
                <a:gd name="connsiteX14" fmla="*/ 0 w 152512"/>
                <a:gd name="connsiteY14" fmla="*/ 451423 h 456645"/>
                <a:gd name="connsiteX15" fmla="*/ 809 w 152512"/>
                <a:gd name="connsiteY15" fmla="*/ 456646 h 456645"/>
                <a:gd name="connsiteX16" fmla="*/ 87422 w 152512"/>
                <a:gd name="connsiteY16" fmla="*/ 312638 h 456645"/>
                <a:gd name="connsiteX17" fmla="*/ 100373 w 152512"/>
                <a:gd name="connsiteY17" fmla="*/ 242500 h 456645"/>
                <a:gd name="connsiteX18" fmla="*/ 129109 w 152512"/>
                <a:gd name="connsiteY18" fmla="*/ 202954 h 456645"/>
                <a:gd name="connsiteX19" fmla="*/ 150155 w 152512"/>
                <a:gd name="connsiteY19" fmla="*/ 129084 h 4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2512" h="456645">
                  <a:moveTo>
                    <a:pt x="150155" y="129084"/>
                  </a:moveTo>
                  <a:cubicBezTo>
                    <a:pt x="145299" y="124607"/>
                    <a:pt x="140442" y="118638"/>
                    <a:pt x="135990" y="112669"/>
                  </a:cubicBezTo>
                  <a:cubicBezTo>
                    <a:pt x="131942" y="120877"/>
                    <a:pt x="131942" y="138784"/>
                    <a:pt x="129109" y="151469"/>
                  </a:cubicBezTo>
                  <a:cubicBezTo>
                    <a:pt x="126681" y="161915"/>
                    <a:pt x="120610" y="168631"/>
                    <a:pt x="114539" y="167884"/>
                  </a:cubicBezTo>
                  <a:cubicBezTo>
                    <a:pt x="114134" y="164154"/>
                    <a:pt x="114134" y="161169"/>
                    <a:pt x="114134" y="157438"/>
                  </a:cubicBezTo>
                  <a:cubicBezTo>
                    <a:pt x="119800" y="112669"/>
                    <a:pt x="123848" y="67154"/>
                    <a:pt x="126681" y="20892"/>
                  </a:cubicBezTo>
                  <a:cubicBezTo>
                    <a:pt x="124252" y="5969"/>
                    <a:pt x="119800" y="4477"/>
                    <a:pt x="116158" y="0"/>
                  </a:cubicBezTo>
                  <a:cubicBezTo>
                    <a:pt x="104421" y="8208"/>
                    <a:pt x="112920" y="19400"/>
                    <a:pt x="107254" y="30592"/>
                  </a:cubicBezTo>
                  <a:cubicBezTo>
                    <a:pt x="103207" y="85808"/>
                    <a:pt x="93088" y="142515"/>
                    <a:pt x="83779" y="199223"/>
                  </a:cubicBezTo>
                  <a:cubicBezTo>
                    <a:pt x="72042" y="217130"/>
                    <a:pt x="59495" y="232054"/>
                    <a:pt x="45735" y="243992"/>
                  </a:cubicBezTo>
                  <a:cubicBezTo>
                    <a:pt x="26712" y="250707"/>
                    <a:pt x="12951" y="256677"/>
                    <a:pt x="36426" y="281300"/>
                  </a:cubicBezTo>
                  <a:cubicBezTo>
                    <a:pt x="48163" y="280553"/>
                    <a:pt x="59900" y="272346"/>
                    <a:pt x="73256" y="268615"/>
                  </a:cubicBezTo>
                  <a:cubicBezTo>
                    <a:pt x="73256" y="270107"/>
                    <a:pt x="73256" y="271600"/>
                    <a:pt x="73661" y="273838"/>
                  </a:cubicBezTo>
                  <a:cubicBezTo>
                    <a:pt x="66376" y="346961"/>
                    <a:pt x="37235" y="422323"/>
                    <a:pt x="1214" y="446946"/>
                  </a:cubicBezTo>
                  <a:lnTo>
                    <a:pt x="0" y="451423"/>
                  </a:lnTo>
                  <a:lnTo>
                    <a:pt x="809" y="456646"/>
                  </a:lnTo>
                  <a:cubicBezTo>
                    <a:pt x="44116" y="440230"/>
                    <a:pt x="62329" y="383523"/>
                    <a:pt x="87422" y="312638"/>
                  </a:cubicBezTo>
                  <a:cubicBezTo>
                    <a:pt x="91874" y="288761"/>
                    <a:pt x="96326" y="265630"/>
                    <a:pt x="100373" y="242500"/>
                  </a:cubicBezTo>
                  <a:cubicBezTo>
                    <a:pt x="104421" y="236530"/>
                    <a:pt x="117372" y="220861"/>
                    <a:pt x="129109" y="202954"/>
                  </a:cubicBezTo>
                  <a:cubicBezTo>
                    <a:pt x="144084" y="177584"/>
                    <a:pt x="158250" y="148484"/>
                    <a:pt x="150155" y="129084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7" name="Freeform 1066"/>
            <p:cNvSpPr/>
            <p:nvPr/>
          </p:nvSpPr>
          <p:spPr>
            <a:xfrm>
              <a:off x="11319573" y="173392"/>
              <a:ext cx="74475" cy="120130"/>
            </a:xfrm>
            <a:custGeom>
              <a:avLst/>
              <a:gdLst>
                <a:gd name="connsiteX0" fmla="*/ 52210 w 74475"/>
                <a:gd name="connsiteY0" fmla="*/ 71631 h 120130"/>
                <a:gd name="connsiteX1" fmla="*/ 23474 w 74475"/>
                <a:gd name="connsiteY1" fmla="*/ 35815 h 120130"/>
                <a:gd name="connsiteX2" fmla="*/ 7690 w 74475"/>
                <a:gd name="connsiteY2" fmla="*/ 3731 h 120130"/>
                <a:gd name="connsiteX3" fmla="*/ 0 w 74475"/>
                <a:gd name="connsiteY3" fmla="*/ 746 h 120130"/>
                <a:gd name="connsiteX4" fmla="*/ 405 w 74475"/>
                <a:gd name="connsiteY4" fmla="*/ 23131 h 120130"/>
                <a:gd name="connsiteX5" fmla="*/ 23879 w 74475"/>
                <a:gd name="connsiteY5" fmla="*/ 105954 h 120130"/>
                <a:gd name="connsiteX6" fmla="*/ 29545 w 74475"/>
                <a:gd name="connsiteY6" fmla="*/ 115654 h 120130"/>
                <a:gd name="connsiteX7" fmla="*/ 39664 w 74475"/>
                <a:gd name="connsiteY7" fmla="*/ 120131 h 120130"/>
                <a:gd name="connsiteX8" fmla="*/ 74471 w 74475"/>
                <a:gd name="connsiteY8" fmla="*/ 73869 h 120130"/>
                <a:gd name="connsiteX9" fmla="*/ 52210 w 74475"/>
                <a:gd name="connsiteY9" fmla="*/ 71631 h 1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475" h="120130">
                  <a:moveTo>
                    <a:pt x="52210" y="71631"/>
                  </a:moveTo>
                  <a:cubicBezTo>
                    <a:pt x="41687" y="61931"/>
                    <a:pt x="32378" y="49992"/>
                    <a:pt x="23474" y="35815"/>
                  </a:cubicBezTo>
                  <a:cubicBezTo>
                    <a:pt x="16999" y="26861"/>
                    <a:pt x="11737" y="16415"/>
                    <a:pt x="7690" y="3731"/>
                  </a:cubicBezTo>
                  <a:cubicBezTo>
                    <a:pt x="2428" y="-2239"/>
                    <a:pt x="2833" y="746"/>
                    <a:pt x="0" y="746"/>
                  </a:cubicBezTo>
                  <a:cubicBezTo>
                    <a:pt x="0" y="8208"/>
                    <a:pt x="0" y="15669"/>
                    <a:pt x="405" y="23131"/>
                  </a:cubicBezTo>
                  <a:cubicBezTo>
                    <a:pt x="4047" y="43277"/>
                    <a:pt x="13356" y="83569"/>
                    <a:pt x="23879" y="105954"/>
                  </a:cubicBezTo>
                  <a:cubicBezTo>
                    <a:pt x="25498" y="109684"/>
                    <a:pt x="27522" y="112669"/>
                    <a:pt x="29545" y="115654"/>
                  </a:cubicBezTo>
                  <a:cubicBezTo>
                    <a:pt x="32783" y="116400"/>
                    <a:pt x="36426" y="118638"/>
                    <a:pt x="39664" y="120131"/>
                  </a:cubicBezTo>
                  <a:cubicBezTo>
                    <a:pt x="48568" y="117892"/>
                    <a:pt x="74875" y="92523"/>
                    <a:pt x="74471" y="73869"/>
                  </a:cubicBezTo>
                  <a:cubicBezTo>
                    <a:pt x="66781" y="73869"/>
                    <a:pt x="59900" y="73123"/>
                    <a:pt x="52210" y="716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8" name="Freeform 1067"/>
            <p:cNvSpPr/>
            <p:nvPr/>
          </p:nvSpPr>
          <p:spPr>
            <a:xfrm>
              <a:off x="11387524" y="487429"/>
              <a:ext cx="46638" cy="104555"/>
            </a:xfrm>
            <a:custGeom>
              <a:avLst/>
              <a:gdLst>
                <a:gd name="connsiteX0" fmla="*/ 25946 w 46638"/>
                <a:gd name="connsiteY0" fmla="*/ 94 h 104555"/>
                <a:gd name="connsiteX1" fmla="*/ 23518 w 46638"/>
                <a:gd name="connsiteY1" fmla="*/ 840 h 104555"/>
                <a:gd name="connsiteX2" fmla="*/ 7329 w 46638"/>
                <a:gd name="connsiteY2" fmla="*/ 15017 h 104555"/>
                <a:gd name="connsiteX3" fmla="*/ 43 w 46638"/>
                <a:gd name="connsiteY3" fmla="*/ 53071 h 104555"/>
                <a:gd name="connsiteX4" fmla="*/ 6924 w 46638"/>
                <a:gd name="connsiteY4" fmla="*/ 90378 h 104555"/>
                <a:gd name="connsiteX5" fmla="*/ 23518 w 46638"/>
                <a:gd name="connsiteY5" fmla="*/ 104555 h 104555"/>
                <a:gd name="connsiteX6" fmla="*/ 25137 w 46638"/>
                <a:gd name="connsiteY6" fmla="*/ 104555 h 104555"/>
                <a:gd name="connsiteX7" fmla="*/ 46588 w 46638"/>
                <a:gd name="connsiteY7" fmla="*/ 91870 h 104555"/>
                <a:gd name="connsiteX8" fmla="*/ 46588 w 46638"/>
                <a:gd name="connsiteY8" fmla="*/ 79932 h 104555"/>
                <a:gd name="connsiteX9" fmla="*/ 37279 w 46638"/>
                <a:gd name="connsiteY9" fmla="*/ 89632 h 104555"/>
                <a:gd name="connsiteX10" fmla="*/ 28779 w 46638"/>
                <a:gd name="connsiteY10" fmla="*/ 92617 h 104555"/>
                <a:gd name="connsiteX11" fmla="*/ 23518 w 46638"/>
                <a:gd name="connsiteY11" fmla="*/ 91870 h 104555"/>
                <a:gd name="connsiteX12" fmla="*/ 14614 w 46638"/>
                <a:gd name="connsiteY12" fmla="*/ 81424 h 104555"/>
                <a:gd name="connsiteX13" fmla="*/ 9757 w 46638"/>
                <a:gd name="connsiteY13" fmla="*/ 50086 h 104555"/>
                <a:gd name="connsiteX14" fmla="*/ 9757 w 46638"/>
                <a:gd name="connsiteY14" fmla="*/ 47101 h 104555"/>
                <a:gd name="connsiteX15" fmla="*/ 46588 w 46638"/>
                <a:gd name="connsiteY15" fmla="*/ 47101 h 104555"/>
                <a:gd name="connsiteX16" fmla="*/ 46588 w 46638"/>
                <a:gd name="connsiteY16" fmla="*/ 40386 h 104555"/>
                <a:gd name="connsiteX17" fmla="*/ 40921 w 46638"/>
                <a:gd name="connsiteY17" fmla="*/ 10540 h 104555"/>
                <a:gd name="connsiteX18" fmla="*/ 25946 w 46638"/>
                <a:gd name="connsiteY18" fmla="*/ 94 h 104555"/>
                <a:gd name="connsiteX19" fmla="*/ 36065 w 46638"/>
                <a:gd name="connsiteY19" fmla="*/ 38894 h 104555"/>
                <a:gd name="connsiteX20" fmla="*/ 10162 w 46638"/>
                <a:gd name="connsiteY20" fmla="*/ 38894 h 104555"/>
                <a:gd name="connsiteX21" fmla="*/ 14614 w 46638"/>
                <a:gd name="connsiteY21" fmla="*/ 18001 h 104555"/>
                <a:gd name="connsiteX22" fmla="*/ 23518 w 46638"/>
                <a:gd name="connsiteY22" fmla="*/ 9047 h 104555"/>
                <a:gd name="connsiteX23" fmla="*/ 24732 w 46638"/>
                <a:gd name="connsiteY23" fmla="*/ 9047 h 104555"/>
                <a:gd name="connsiteX24" fmla="*/ 33636 w 46638"/>
                <a:gd name="connsiteY24" fmla="*/ 15763 h 104555"/>
                <a:gd name="connsiteX25" fmla="*/ 36469 w 46638"/>
                <a:gd name="connsiteY25" fmla="*/ 35163 h 10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6638" h="104555">
                  <a:moveTo>
                    <a:pt x="25946" y="94"/>
                  </a:moveTo>
                  <a:cubicBezTo>
                    <a:pt x="25137" y="94"/>
                    <a:pt x="24327" y="840"/>
                    <a:pt x="23518" y="840"/>
                  </a:cubicBezTo>
                  <a:cubicBezTo>
                    <a:pt x="17447" y="1586"/>
                    <a:pt x="11376" y="6809"/>
                    <a:pt x="7329" y="15017"/>
                  </a:cubicBezTo>
                  <a:cubicBezTo>
                    <a:pt x="2472" y="25463"/>
                    <a:pt x="43" y="38894"/>
                    <a:pt x="43" y="53071"/>
                  </a:cubicBezTo>
                  <a:cubicBezTo>
                    <a:pt x="-361" y="66501"/>
                    <a:pt x="2067" y="79932"/>
                    <a:pt x="6924" y="90378"/>
                  </a:cubicBezTo>
                  <a:cubicBezTo>
                    <a:pt x="11376" y="99332"/>
                    <a:pt x="17042" y="103809"/>
                    <a:pt x="23518" y="104555"/>
                  </a:cubicBezTo>
                  <a:lnTo>
                    <a:pt x="25137" y="104555"/>
                  </a:lnTo>
                  <a:cubicBezTo>
                    <a:pt x="32827" y="104555"/>
                    <a:pt x="40112" y="100078"/>
                    <a:pt x="46588" y="91870"/>
                  </a:cubicBezTo>
                  <a:lnTo>
                    <a:pt x="46588" y="79932"/>
                  </a:lnTo>
                  <a:cubicBezTo>
                    <a:pt x="43754" y="83663"/>
                    <a:pt x="40517" y="87394"/>
                    <a:pt x="37279" y="89632"/>
                  </a:cubicBezTo>
                  <a:cubicBezTo>
                    <a:pt x="34446" y="91124"/>
                    <a:pt x="31612" y="91870"/>
                    <a:pt x="28779" y="92617"/>
                  </a:cubicBezTo>
                  <a:cubicBezTo>
                    <a:pt x="27161" y="92617"/>
                    <a:pt x="25137" y="92617"/>
                    <a:pt x="23518" y="91870"/>
                  </a:cubicBezTo>
                  <a:cubicBezTo>
                    <a:pt x="20280" y="90378"/>
                    <a:pt x="17042" y="86647"/>
                    <a:pt x="14614" y="81424"/>
                  </a:cubicBezTo>
                  <a:cubicBezTo>
                    <a:pt x="10971" y="72471"/>
                    <a:pt x="9352" y="61278"/>
                    <a:pt x="9757" y="50086"/>
                  </a:cubicBezTo>
                  <a:lnTo>
                    <a:pt x="9757" y="47101"/>
                  </a:lnTo>
                  <a:lnTo>
                    <a:pt x="46588" y="47101"/>
                  </a:lnTo>
                  <a:lnTo>
                    <a:pt x="46588" y="40386"/>
                  </a:lnTo>
                  <a:cubicBezTo>
                    <a:pt x="46992" y="29194"/>
                    <a:pt x="44969" y="18747"/>
                    <a:pt x="40921" y="10540"/>
                  </a:cubicBezTo>
                  <a:cubicBezTo>
                    <a:pt x="36874" y="3078"/>
                    <a:pt x="31612" y="-653"/>
                    <a:pt x="25946" y="94"/>
                  </a:cubicBezTo>
                  <a:close/>
                  <a:moveTo>
                    <a:pt x="36065" y="38894"/>
                  </a:moveTo>
                  <a:lnTo>
                    <a:pt x="10162" y="38894"/>
                  </a:lnTo>
                  <a:cubicBezTo>
                    <a:pt x="10162" y="31432"/>
                    <a:pt x="11781" y="23971"/>
                    <a:pt x="14614" y="18001"/>
                  </a:cubicBezTo>
                  <a:cubicBezTo>
                    <a:pt x="17042" y="13524"/>
                    <a:pt x="19875" y="10540"/>
                    <a:pt x="23518" y="9047"/>
                  </a:cubicBezTo>
                  <a:lnTo>
                    <a:pt x="24732" y="9047"/>
                  </a:lnTo>
                  <a:cubicBezTo>
                    <a:pt x="27970" y="8301"/>
                    <a:pt x="31208" y="11286"/>
                    <a:pt x="33636" y="15763"/>
                  </a:cubicBezTo>
                  <a:cubicBezTo>
                    <a:pt x="35660" y="20986"/>
                    <a:pt x="36874" y="28447"/>
                    <a:pt x="36469" y="3516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9" name="Freeform 1068"/>
            <p:cNvSpPr/>
            <p:nvPr/>
          </p:nvSpPr>
          <p:spPr>
            <a:xfrm>
              <a:off x="11442206" y="487522"/>
              <a:ext cx="39259" cy="102969"/>
            </a:xfrm>
            <a:custGeom>
              <a:avLst/>
              <a:gdLst>
                <a:gd name="connsiteX0" fmla="*/ 32378 w 39259"/>
                <a:gd name="connsiteY0" fmla="*/ 0 h 102969"/>
                <a:gd name="connsiteX1" fmla="*/ 30760 w 39259"/>
                <a:gd name="connsiteY1" fmla="*/ 746 h 102969"/>
                <a:gd name="connsiteX2" fmla="*/ 29545 w 39259"/>
                <a:gd name="connsiteY2" fmla="*/ 746 h 102969"/>
                <a:gd name="connsiteX3" fmla="*/ 23070 w 39259"/>
                <a:gd name="connsiteY3" fmla="*/ 11192 h 102969"/>
                <a:gd name="connsiteX4" fmla="*/ 17403 w 39259"/>
                <a:gd name="connsiteY4" fmla="*/ 21638 h 102969"/>
                <a:gd name="connsiteX5" fmla="*/ 17403 w 39259"/>
                <a:gd name="connsiteY5" fmla="*/ 2238 h 102969"/>
                <a:gd name="connsiteX6" fmla="*/ 12951 w 39259"/>
                <a:gd name="connsiteY6" fmla="*/ 2238 h 102969"/>
                <a:gd name="connsiteX7" fmla="*/ 0 w 39259"/>
                <a:gd name="connsiteY7" fmla="*/ 8954 h 102969"/>
                <a:gd name="connsiteX8" fmla="*/ 0 w 39259"/>
                <a:gd name="connsiteY8" fmla="*/ 15669 h 102969"/>
                <a:gd name="connsiteX9" fmla="*/ 7690 w 39259"/>
                <a:gd name="connsiteY9" fmla="*/ 15669 h 102969"/>
                <a:gd name="connsiteX10" fmla="*/ 7690 w 39259"/>
                <a:gd name="connsiteY10" fmla="*/ 91031 h 102969"/>
                <a:gd name="connsiteX11" fmla="*/ 5666 w 39259"/>
                <a:gd name="connsiteY11" fmla="*/ 94761 h 102969"/>
                <a:gd name="connsiteX12" fmla="*/ 0 w 39259"/>
                <a:gd name="connsiteY12" fmla="*/ 95508 h 102969"/>
                <a:gd name="connsiteX13" fmla="*/ 0 w 39259"/>
                <a:gd name="connsiteY13" fmla="*/ 102969 h 102969"/>
                <a:gd name="connsiteX14" fmla="*/ 27117 w 39259"/>
                <a:gd name="connsiteY14" fmla="*/ 102969 h 102969"/>
                <a:gd name="connsiteX15" fmla="*/ 27117 w 39259"/>
                <a:gd name="connsiteY15" fmla="*/ 95508 h 102969"/>
                <a:gd name="connsiteX16" fmla="*/ 19427 w 39259"/>
                <a:gd name="connsiteY16" fmla="*/ 94761 h 102969"/>
                <a:gd name="connsiteX17" fmla="*/ 17808 w 39259"/>
                <a:gd name="connsiteY17" fmla="*/ 91031 h 102969"/>
                <a:gd name="connsiteX18" fmla="*/ 17808 w 39259"/>
                <a:gd name="connsiteY18" fmla="*/ 31338 h 102969"/>
                <a:gd name="connsiteX19" fmla="*/ 24284 w 39259"/>
                <a:gd name="connsiteY19" fmla="*/ 20146 h 102969"/>
                <a:gd name="connsiteX20" fmla="*/ 29950 w 39259"/>
                <a:gd name="connsiteY20" fmla="*/ 16415 h 102969"/>
                <a:gd name="connsiteX21" fmla="*/ 33188 w 39259"/>
                <a:gd name="connsiteY21" fmla="*/ 17161 h 102969"/>
                <a:gd name="connsiteX22" fmla="*/ 35616 w 39259"/>
                <a:gd name="connsiteY22" fmla="*/ 20892 h 102969"/>
                <a:gd name="connsiteX23" fmla="*/ 39259 w 39259"/>
                <a:gd name="connsiteY23" fmla="*/ 20892 h 102969"/>
                <a:gd name="connsiteX24" fmla="*/ 39259 w 39259"/>
                <a:gd name="connsiteY24" fmla="*/ 2985 h 102969"/>
                <a:gd name="connsiteX25" fmla="*/ 35616 w 39259"/>
                <a:gd name="connsiteY25" fmla="*/ 746 h 102969"/>
                <a:gd name="connsiteX26" fmla="*/ 32378 w 39259"/>
                <a:gd name="connsiteY26" fmla="*/ 0 h 10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9259" h="102969">
                  <a:moveTo>
                    <a:pt x="32378" y="0"/>
                  </a:moveTo>
                  <a:cubicBezTo>
                    <a:pt x="31974" y="0"/>
                    <a:pt x="31164" y="0"/>
                    <a:pt x="30760" y="746"/>
                  </a:cubicBezTo>
                  <a:lnTo>
                    <a:pt x="29545" y="746"/>
                  </a:lnTo>
                  <a:lnTo>
                    <a:pt x="23070" y="11192"/>
                  </a:lnTo>
                  <a:lnTo>
                    <a:pt x="17403" y="21638"/>
                  </a:lnTo>
                  <a:lnTo>
                    <a:pt x="17403" y="2238"/>
                  </a:lnTo>
                  <a:lnTo>
                    <a:pt x="12951" y="2238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7690" y="15669"/>
                  </a:lnTo>
                  <a:lnTo>
                    <a:pt x="7690" y="91031"/>
                  </a:lnTo>
                  <a:lnTo>
                    <a:pt x="5666" y="94761"/>
                  </a:lnTo>
                  <a:lnTo>
                    <a:pt x="0" y="95508"/>
                  </a:lnTo>
                  <a:lnTo>
                    <a:pt x="0" y="102969"/>
                  </a:lnTo>
                  <a:lnTo>
                    <a:pt x="27117" y="102969"/>
                  </a:lnTo>
                  <a:lnTo>
                    <a:pt x="27117" y="95508"/>
                  </a:lnTo>
                  <a:lnTo>
                    <a:pt x="19427" y="94761"/>
                  </a:lnTo>
                  <a:lnTo>
                    <a:pt x="17808" y="91031"/>
                  </a:lnTo>
                  <a:lnTo>
                    <a:pt x="17808" y="31338"/>
                  </a:lnTo>
                  <a:cubicBezTo>
                    <a:pt x="19427" y="26861"/>
                    <a:pt x="21855" y="23131"/>
                    <a:pt x="24284" y="20146"/>
                  </a:cubicBezTo>
                  <a:cubicBezTo>
                    <a:pt x="25903" y="17908"/>
                    <a:pt x="27926" y="16415"/>
                    <a:pt x="29950" y="16415"/>
                  </a:cubicBezTo>
                  <a:cubicBezTo>
                    <a:pt x="31164" y="16415"/>
                    <a:pt x="31974" y="17161"/>
                    <a:pt x="33188" y="17161"/>
                  </a:cubicBezTo>
                  <a:cubicBezTo>
                    <a:pt x="33997" y="17908"/>
                    <a:pt x="35212" y="19400"/>
                    <a:pt x="35616" y="20892"/>
                  </a:cubicBezTo>
                  <a:lnTo>
                    <a:pt x="39259" y="20892"/>
                  </a:lnTo>
                  <a:lnTo>
                    <a:pt x="39259" y="2985"/>
                  </a:lnTo>
                  <a:lnTo>
                    <a:pt x="35616" y="746"/>
                  </a:lnTo>
                  <a:cubicBezTo>
                    <a:pt x="34402" y="0"/>
                    <a:pt x="33593" y="0"/>
                    <a:pt x="3237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0" name="Freeform 1069"/>
            <p:cNvSpPr/>
            <p:nvPr/>
          </p:nvSpPr>
          <p:spPr>
            <a:xfrm>
              <a:off x="11486727" y="487410"/>
              <a:ext cx="36021" cy="105432"/>
            </a:xfrm>
            <a:custGeom>
              <a:avLst/>
              <a:gdLst>
                <a:gd name="connsiteX0" fmla="*/ 31569 w 36021"/>
                <a:gd name="connsiteY0" fmla="*/ 55328 h 105432"/>
                <a:gd name="connsiteX1" fmla="*/ 22665 w 36021"/>
                <a:gd name="connsiteY1" fmla="*/ 45628 h 105432"/>
                <a:gd name="connsiteX2" fmla="*/ 19832 w 36021"/>
                <a:gd name="connsiteY2" fmla="*/ 43390 h 105432"/>
                <a:gd name="connsiteX3" fmla="*/ 12142 w 36021"/>
                <a:gd name="connsiteY3" fmla="*/ 34436 h 105432"/>
                <a:gd name="connsiteX4" fmla="*/ 10118 w 36021"/>
                <a:gd name="connsiteY4" fmla="*/ 23990 h 105432"/>
                <a:gd name="connsiteX5" fmla="*/ 12547 w 36021"/>
                <a:gd name="connsiteY5" fmla="*/ 13543 h 105432"/>
                <a:gd name="connsiteX6" fmla="*/ 19427 w 36021"/>
                <a:gd name="connsiteY6" fmla="*/ 9066 h 105432"/>
                <a:gd name="connsiteX7" fmla="*/ 23474 w 36021"/>
                <a:gd name="connsiteY7" fmla="*/ 9813 h 105432"/>
                <a:gd name="connsiteX8" fmla="*/ 27926 w 36021"/>
                <a:gd name="connsiteY8" fmla="*/ 13543 h 105432"/>
                <a:gd name="connsiteX9" fmla="*/ 28736 w 36021"/>
                <a:gd name="connsiteY9" fmla="*/ 27720 h 105432"/>
                <a:gd name="connsiteX10" fmla="*/ 34402 w 36021"/>
                <a:gd name="connsiteY10" fmla="*/ 27720 h 105432"/>
                <a:gd name="connsiteX11" fmla="*/ 34402 w 36021"/>
                <a:gd name="connsiteY11" fmla="*/ 4590 h 105432"/>
                <a:gd name="connsiteX12" fmla="*/ 27926 w 36021"/>
                <a:gd name="connsiteY12" fmla="*/ 1605 h 105432"/>
                <a:gd name="connsiteX13" fmla="*/ 21046 w 36021"/>
                <a:gd name="connsiteY13" fmla="*/ 113 h 105432"/>
                <a:gd name="connsiteX14" fmla="*/ 6071 w 36021"/>
                <a:gd name="connsiteY14" fmla="*/ 8320 h 105432"/>
                <a:gd name="connsiteX15" fmla="*/ 809 w 36021"/>
                <a:gd name="connsiteY15" fmla="*/ 29959 h 105432"/>
                <a:gd name="connsiteX16" fmla="*/ 4047 w 36021"/>
                <a:gd name="connsiteY16" fmla="*/ 45628 h 105432"/>
                <a:gd name="connsiteX17" fmla="*/ 15380 w 36021"/>
                <a:gd name="connsiteY17" fmla="*/ 58313 h 105432"/>
                <a:gd name="connsiteX18" fmla="*/ 25093 w 36021"/>
                <a:gd name="connsiteY18" fmla="*/ 68759 h 105432"/>
                <a:gd name="connsiteX19" fmla="*/ 27117 w 36021"/>
                <a:gd name="connsiteY19" fmla="*/ 79205 h 105432"/>
                <a:gd name="connsiteX20" fmla="*/ 24284 w 36021"/>
                <a:gd name="connsiteY20" fmla="*/ 91889 h 105432"/>
                <a:gd name="connsiteX21" fmla="*/ 16594 w 36021"/>
                <a:gd name="connsiteY21" fmla="*/ 97113 h 105432"/>
                <a:gd name="connsiteX22" fmla="*/ 12142 w 36021"/>
                <a:gd name="connsiteY22" fmla="*/ 95620 h 105432"/>
                <a:gd name="connsiteX23" fmla="*/ 7285 w 36021"/>
                <a:gd name="connsiteY23" fmla="*/ 91889 h 105432"/>
                <a:gd name="connsiteX24" fmla="*/ 6071 w 36021"/>
                <a:gd name="connsiteY24" fmla="*/ 73982 h 105432"/>
                <a:gd name="connsiteX25" fmla="*/ 0 w 36021"/>
                <a:gd name="connsiteY25" fmla="*/ 73982 h 105432"/>
                <a:gd name="connsiteX26" fmla="*/ 0 w 36021"/>
                <a:gd name="connsiteY26" fmla="*/ 101589 h 105432"/>
                <a:gd name="connsiteX27" fmla="*/ 6880 w 36021"/>
                <a:gd name="connsiteY27" fmla="*/ 104574 h 105432"/>
                <a:gd name="connsiteX28" fmla="*/ 14570 w 36021"/>
                <a:gd name="connsiteY28" fmla="*/ 105320 h 105432"/>
                <a:gd name="connsiteX29" fmla="*/ 30355 w 36021"/>
                <a:gd name="connsiteY29" fmla="*/ 97113 h 105432"/>
                <a:gd name="connsiteX30" fmla="*/ 36021 w 36021"/>
                <a:gd name="connsiteY30" fmla="*/ 73982 h 105432"/>
                <a:gd name="connsiteX31" fmla="*/ 34807 w 36021"/>
                <a:gd name="connsiteY31" fmla="*/ 63536 h 105432"/>
                <a:gd name="connsiteX32" fmla="*/ 31569 w 36021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6021" h="105432">
                  <a:moveTo>
                    <a:pt x="31569" y="55328"/>
                  </a:moveTo>
                  <a:cubicBezTo>
                    <a:pt x="28736" y="51597"/>
                    <a:pt x="25903" y="48613"/>
                    <a:pt x="22665" y="45628"/>
                  </a:cubicBezTo>
                  <a:cubicBezTo>
                    <a:pt x="21046" y="44882"/>
                    <a:pt x="20237" y="44136"/>
                    <a:pt x="19832" y="43390"/>
                  </a:cubicBezTo>
                  <a:cubicBezTo>
                    <a:pt x="16999" y="41151"/>
                    <a:pt x="14570" y="38166"/>
                    <a:pt x="12142" y="34436"/>
                  </a:cubicBezTo>
                  <a:cubicBezTo>
                    <a:pt x="10523" y="31451"/>
                    <a:pt x="10118" y="27720"/>
                    <a:pt x="10118" y="23990"/>
                  </a:cubicBezTo>
                  <a:cubicBezTo>
                    <a:pt x="10118" y="19513"/>
                    <a:pt x="10928" y="15782"/>
                    <a:pt x="12547" y="13543"/>
                  </a:cubicBezTo>
                  <a:cubicBezTo>
                    <a:pt x="14570" y="10559"/>
                    <a:pt x="16999" y="9066"/>
                    <a:pt x="19427" y="9066"/>
                  </a:cubicBezTo>
                  <a:cubicBezTo>
                    <a:pt x="20641" y="9066"/>
                    <a:pt x="22260" y="9813"/>
                    <a:pt x="23474" y="9813"/>
                  </a:cubicBezTo>
                  <a:cubicBezTo>
                    <a:pt x="25093" y="10559"/>
                    <a:pt x="26307" y="12051"/>
                    <a:pt x="27926" y="13543"/>
                  </a:cubicBezTo>
                  <a:lnTo>
                    <a:pt x="28736" y="27720"/>
                  </a:lnTo>
                  <a:lnTo>
                    <a:pt x="34402" y="27720"/>
                  </a:lnTo>
                  <a:lnTo>
                    <a:pt x="34402" y="4590"/>
                  </a:lnTo>
                  <a:cubicBezTo>
                    <a:pt x="32378" y="3097"/>
                    <a:pt x="30355" y="1605"/>
                    <a:pt x="27926" y="1605"/>
                  </a:cubicBezTo>
                  <a:cubicBezTo>
                    <a:pt x="25498" y="113"/>
                    <a:pt x="23474" y="113"/>
                    <a:pt x="21046" y="113"/>
                  </a:cubicBezTo>
                  <a:cubicBezTo>
                    <a:pt x="15784" y="-634"/>
                    <a:pt x="10523" y="2351"/>
                    <a:pt x="6071" y="8320"/>
                  </a:cubicBezTo>
                  <a:cubicBezTo>
                    <a:pt x="2428" y="13543"/>
                    <a:pt x="405" y="21751"/>
                    <a:pt x="809" y="29959"/>
                  </a:cubicBezTo>
                  <a:cubicBezTo>
                    <a:pt x="809" y="35928"/>
                    <a:pt x="2024" y="41151"/>
                    <a:pt x="4047" y="45628"/>
                  </a:cubicBezTo>
                  <a:cubicBezTo>
                    <a:pt x="7285" y="50851"/>
                    <a:pt x="11332" y="55328"/>
                    <a:pt x="15380" y="58313"/>
                  </a:cubicBezTo>
                  <a:cubicBezTo>
                    <a:pt x="19022" y="60551"/>
                    <a:pt x="22260" y="64282"/>
                    <a:pt x="25093" y="68759"/>
                  </a:cubicBezTo>
                  <a:cubicBezTo>
                    <a:pt x="26712" y="71743"/>
                    <a:pt x="27117" y="75474"/>
                    <a:pt x="27117" y="79205"/>
                  </a:cubicBezTo>
                  <a:cubicBezTo>
                    <a:pt x="27117" y="83682"/>
                    <a:pt x="26307" y="88905"/>
                    <a:pt x="24284" y="91889"/>
                  </a:cubicBezTo>
                  <a:cubicBezTo>
                    <a:pt x="22260" y="94874"/>
                    <a:pt x="19427" y="97113"/>
                    <a:pt x="16594" y="97113"/>
                  </a:cubicBezTo>
                  <a:cubicBezTo>
                    <a:pt x="14975" y="97113"/>
                    <a:pt x="13356" y="96366"/>
                    <a:pt x="12142" y="95620"/>
                  </a:cubicBezTo>
                  <a:cubicBezTo>
                    <a:pt x="10523" y="94874"/>
                    <a:pt x="8499" y="94128"/>
                    <a:pt x="7285" y="91889"/>
                  </a:cubicBezTo>
                  <a:lnTo>
                    <a:pt x="607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1737" y="105320"/>
                    <a:pt x="14570" y="105320"/>
                  </a:cubicBezTo>
                  <a:cubicBezTo>
                    <a:pt x="20237" y="106066"/>
                    <a:pt x="25498" y="103082"/>
                    <a:pt x="30355" y="97113"/>
                  </a:cubicBezTo>
                  <a:cubicBezTo>
                    <a:pt x="33997" y="91143"/>
                    <a:pt x="36021" y="82936"/>
                    <a:pt x="36021" y="73982"/>
                  </a:cubicBezTo>
                  <a:cubicBezTo>
                    <a:pt x="36021" y="70251"/>
                    <a:pt x="35616" y="67266"/>
                    <a:pt x="34807" y="63536"/>
                  </a:cubicBezTo>
                  <a:cubicBezTo>
                    <a:pt x="33997" y="59805"/>
                    <a:pt x="33188" y="56820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1" name="Freeform 1070"/>
            <p:cNvSpPr/>
            <p:nvPr/>
          </p:nvSpPr>
          <p:spPr>
            <a:xfrm>
              <a:off x="11531247" y="489015"/>
              <a:ext cx="25498" cy="101476"/>
            </a:xfrm>
            <a:custGeom>
              <a:avLst/>
              <a:gdLst>
                <a:gd name="connsiteX0" fmla="*/ 13356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808 w 25498"/>
                <a:gd name="connsiteY11" fmla="*/ 88792 h 101476"/>
                <a:gd name="connsiteX12" fmla="*/ 17808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808" y="88792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2" name="Freeform 1071"/>
            <p:cNvSpPr/>
            <p:nvPr/>
          </p:nvSpPr>
          <p:spPr>
            <a:xfrm>
              <a:off x="11538128" y="441261"/>
              <a:ext cx="13356" cy="24623"/>
            </a:xfrm>
            <a:custGeom>
              <a:avLst/>
              <a:gdLst>
                <a:gd name="connsiteX0" fmla="*/ 6880 w 13356"/>
                <a:gd name="connsiteY0" fmla="*/ 24623 h 24623"/>
                <a:gd name="connsiteX1" fmla="*/ 11332 w 13356"/>
                <a:gd name="connsiteY1" fmla="*/ 20892 h 24623"/>
                <a:gd name="connsiteX2" fmla="*/ 13356 w 13356"/>
                <a:gd name="connsiteY2" fmla="*/ 12685 h 24623"/>
                <a:gd name="connsiteX3" fmla="*/ 6476 w 13356"/>
                <a:gd name="connsiteY3" fmla="*/ 0 h 24623"/>
                <a:gd name="connsiteX4" fmla="*/ 0 w 13356"/>
                <a:gd name="connsiteY4" fmla="*/ 11938 h 24623"/>
                <a:gd name="connsiteX5" fmla="*/ 1619 w 13356"/>
                <a:gd name="connsiteY5" fmla="*/ 20146 h 24623"/>
                <a:gd name="connsiteX6" fmla="*/ 6880 w 13356"/>
                <a:gd name="connsiteY6" fmla="*/ 24623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56" h="24623">
                  <a:moveTo>
                    <a:pt x="6880" y="24623"/>
                  </a:move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2833" y="0"/>
                    <a:pt x="0" y="5223"/>
                    <a:pt x="0" y="11938"/>
                  </a:cubicBezTo>
                  <a:cubicBezTo>
                    <a:pt x="0" y="14923"/>
                    <a:pt x="405" y="17908"/>
                    <a:pt x="1619" y="20146"/>
                  </a:cubicBezTo>
                  <a:cubicBezTo>
                    <a:pt x="3238" y="23877"/>
                    <a:pt x="4857" y="24623"/>
                    <a:pt x="6880" y="246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3" name="Freeform 1072"/>
            <p:cNvSpPr/>
            <p:nvPr/>
          </p:nvSpPr>
          <p:spPr>
            <a:xfrm>
              <a:off x="11562007" y="469615"/>
              <a:ext cx="33592" cy="121622"/>
            </a:xfrm>
            <a:custGeom>
              <a:avLst/>
              <a:gdLst>
                <a:gd name="connsiteX0" fmla="*/ 16594 w 33592"/>
                <a:gd name="connsiteY0" fmla="*/ 0 h 121622"/>
                <a:gd name="connsiteX1" fmla="*/ 12142 w 33592"/>
                <a:gd name="connsiteY1" fmla="*/ 0 h 121622"/>
                <a:gd name="connsiteX2" fmla="*/ 7285 w 33592"/>
                <a:gd name="connsiteY2" fmla="*/ 19400 h 121622"/>
                <a:gd name="connsiteX3" fmla="*/ 0 w 33592"/>
                <a:gd name="connsiteY3" fmla="*/ 26115 h 121622"/>
                <a:gd name="connsiteX4" fmla="*/ 0 w 33592"/>
                <a:gd name="connsiteY4" fmla="*/ 32831 h 121622"/>
                <a:gd name="connsiteX5" fmla="*/ 6880 w 33592"/>
                <a:gd name="connsiteY5" fmla="*/ 32831 h 121622"/>
                <a:gd name="connsiteX6" fmla="*/ 6880 w 33592"/>
                <a:gd name="connsiteY6" fmla="*/ 99984 h 121622"/>
                <a:gd name="connsiteX7" fmla="*/ 9309 w 33592"/>
                <a:gd name="connsiteY7" fmla="*/ 116400 h 121622"/>
                <a:gd name="connsiteX8" fmla="*/ 18618 w 33592"/>
                <a:gd name="connsiteY8" fmla="*/ 121623 h 121622"/>
                <a:gd name="connsiteX9" fmla="*/ 25903 w 33592"/>
                <a:gd name="connsiteY9" fmla="*/ 120877 h 121622"/>
                <a:gd name="connsiteX10" fmla="*/ 33593 w 33592"/>
                <a:gd name="connsiteY10" fmla="*/ 117146 h 121622"/>
                <a:gd name="connsiteX11" fmla="*/ 33593 w 33592"/>
                <a:gd name="connsiteY11" fmla="*/ 109684 h 121622"/>
                <a:gd name="connsiteX12" fmla="*/ 29545 w 33592"/>
                <a:gd name="connsiteY12" fmla="*/ 110431 h 121622"/>
                <a:gd name="connsiteX13" fmla="*/ 25903 w 33592"/>
                <a:gd name="connsiteY13" fmla="*/ 111177 h 121622"/>
                <a:gd name="connsiteX14" fmla="*/ 18618 w 33592"/>
                <a:gd name="connsiteY14" fmla="*/ 105954 h 121622"/>
                <a:gd name="connsiteX15" fmla="*/ 16594 w 33592"/>
                <a:gd name="connsiteY15" fmla="*/ 88046 h 121622"/>
                <a:gd name="connsiteX16" fmla="*/ 16594 w 33592"/>
                <a:gd name="connsiteY16" fmla="*/ 33577 h 121622"/>
                <a:gd name="connsiteX17" fmla="*/ 33593 w 33592"/>
                <a:gd name="connsiteY17" fmla="*/ 33577 h 121622"/>
                <a:gd name="connsiteX18" fmla="*/ 33593 w 33592"/>
                <a:gd name="connsiteY18" fmla="*/ 23877 h 121622"/>
                <a:gd name="connsiteX19" fmla="*/ 16189 w 33592"/>
                <a:gd name="connsiteY19" fmla="*/ 23877 h 121622"/>
                <a:gd name="connsiteX20" fmla="*/ 16189 w 33592"/>
                <a:gd name="connsiteY20" fmla="*/ 0 h 12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592" h="121622">
                  <a:moveTo>
                    <a:pt x="16594" y="0"/>
                  </a:moveTo>
                  <a:lnTo>
                    <a:pt x="12142" y="0"/>
                  </a:lnTo>
                  <a:lnTo>
                    <a:pt x="7285" y="19400"/>
                  </a:lnTo>
                  <a:lnTo>
                    <a:pt x="0" y="26115"/>
                  </a:lnTo>
                  <a:lnTo>
                    <a:pt x="0" y="32831"/>
                  </a:lnTo>
                  <a:lnTo>
                    <a:pt x="6880" y="32831"/>
                  </a:lnTo>
                  <a:lnTo>
                    <a:pt x="6880" y="99984"/>
                  </a:lnTo>
                  <a:cubicBezTo>
                    <a:pt x="6476" y="105954"/>
                    <a:pt x="7285" y="111923"/>
                    <a:pt x="9309" y="116400"/>
                  </a:cubicBezTo>
                  <a:cubicBezTo>
                    <a:pt x="12142" y="120131"/>
                    <a:pt x="15380" y="121623"/>
                    <a:pt x="18618" y="121623"/>
                  </a:cubicBezTo>
                  <a:cubicBezTo>
                    <a:pt x="21046" y="121623"/>
                    <a:pt x="23474" y="120877"/>
                    <a:pt x="25903" y="120877"/>
                  </a:cubicBezTo>
                  <a:cubicBezTo>
                    <a:pt x="28331" y="120131"/>
                    <a:pt x="30760" y="118638"/>
                    <a:pt x="33593" y="117146"/>
                  </a:cubicBezTo>
                  <a:lnTo>
                    <a:pt x="33593" y="109684"/>
                  </a:lnTo>
                  <a:cubicBezTo>
                    <a:pt x="32378" y="110431"/>
                    <a:pt x="30760" y="110431"/>
                    <a:pt x="29545" y="110431"/>
                  </a:cubicBezTo>
                  <a:cubicBezTo>
                    <a:pt x="28331" y="111177"/>
                    <a:pt x="27117" y="111177"/>
                    <a:pt x="25903" y="111177"/>
                  </a:cubicBezTo>
                  <a:cubicBezTo>
                    <a:pt x="23070" y="111923"/>
                    <a:pt x="20641" y="109684"/>
                    <a:pt x="18618" y="105954"/>
                  </a:cubicBezTo>
                  <a:cubicBezTo>
                    <a:pt x="16999" y="100731"/>
                    <a:pt x="16189" y="94015"/>
                    <a:pt x="16594" y="88046"/>
                  </a:cubicBezTo>
                  <a:lnTo>
                    <a:pt x="16594" y="33577"/>
                  </a:lnTo>
                  <a:lnTo>
                    <a:pt x="33593" y="33577"/>
                  </a:lnTo>
                  <a:lnTo>
                    <a:pt x="33593" y="23877"/>
                  </a:lnTo>
                  <a:lnTo>
                    <a:pt x="16189" y="23877"/>
                  </a:lnTo>
                  <a:lnTo>
                    <a:pt x="16189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4" name="Freeform 1073"/>
            <p:cNvSpPr/>
            <p:nvPr/>
          </p:nvSpPr>
          <p:spPr>
            <a:xfrm>
              <a:off x="11596814" y="488269"/>
              <a:ext cx="58686" cy="146440"/>
            </a:xfrm>
            <a:custGeom>
              <a:avLst/>
              <a:gdLst>
                <a:gd name="connsiteX0" fmla="*/ 38045 w 58686"/>
                <a:gd name="connsiteY0" fmla="*/ 746 h 146440"/>
                <a:gd name="connsiteX1" fmla="*/ 38045 w 58686"/>
                <a:gd name="connsiteY1" fmla="*/ 8954 h 146440"/>
                <a:gd name="connsiteX2" fmla="*/ 44116 w 58686"/>
                <a:gd name="connsiteY2" fmla="*/ 9700 h 146440"/>
                <a:gd name="connsiteX3" fmla="*/ 44925 w 58686"/>
                <a:gd name="connsiteY3" fmla="*/ 13431 h 146440"/>
                <a:gd name="connsiteX4" fmla="*/ 30759 w 58686"/>
                <a:gd name="connsiteY4" fmla="*/ 78346 h 146440"/>
                <a:gd name="connsiteX5" fmla="*/ 16999 w 58686"/>
                <a:gd name="connsiteY5" fmla="*/ 13431 h 146440"/>
                <a:gd name="connsiteX6" fmla="*/ 18617 w 58686"/>
                <a:gd name="connsiteY6" fmla="*/ 9700 h 146440"/>
                <a:gd name="connsiteX7" fmla="*/ 24284 w 58686"/>
                <a:gd name="connsiteY7" fmla="*/ 8954 h 146440"/>
                <a:gd name="connsiteX8" fmla="*/ 24284 w 58686"/>
                <a:gd name="connsiteY8" fmla="*/ 746 h 146440"/>
                <a:gd name="connsiteX9" fmla="*/ 0 w 58686"/>
                <a:gd name="connsiteY9" fmla="*/ 746 h 146440"/>
                <a:gd name="connsiteX10" fmla="*/ 0 w 58686"/>
                <a:gd name="connsiteY10" fmla="*/ 8954 h 146440"/>
                <a:gd name="connsiteX11" fmla="*/ 6880 w 58686"/>
                <a:gd name="connsiteY11" fmla="*/ 9700 h 146440"/>
                <a:gd name="connsiteX12" fmla="*/ 26307 w 58686"/>
                <a:gd name="connsiteY12" fmla="*/ 100731 h 146440"/>
                <a:gd name="connsiteX13" fmla="*/ 21855 w 58686"/>
                <a:gd name="connsiteY13" fmla="*/ 118638 h 146440"/>
                <a:gd name="connsiteX14" fmla="*/ 16999 w 58686"/>
                <a:gd name="connsiteY14" fmla="*/ 131323 h 146440"/>
                <a:gd name="connsiteX15" fmla="*/ 6071 w 58686"/>
                <a:gd name="connsiteY15" fmla="*/ 123861 h 146440"/>
                <a:gd name="connsiteX16" fmla="*/ 3642 w 58686"/>
                <a:gd name="connsiteY16" fmla="*/ 129084 h 146440"/>
                <a:gd name="connsiteX17" fmla="*/ 3238 w 58686"/>
                <a:gd name="connsiteY17" fmla="*/ 135054 h 146440"/>
                <a:gd name="connsiteX18" fmla="*/ 5261 w 58686"/>
                <a:gd name="connsiteY18" fmla="*/ 143261 h 146440"/>
                <a:gd name="connsiteX19" fmla="*/ 10928 w 58686"/>
                <a:gd name="connsiteY19" fmla="*/ 146246 h 146440"/>
                <a:gd name="connsiteX20" fmla="*/ 20641 w 58686"/>
                <a:gd name="connsiteY20" fmla="*/ 138038 h 146440"/>
                <a:gd name="connsiteX21" fmla="*/ 29141 w 58686"/>
                <a:gd name="connsiteY21" fmla="*/ 111177 h 146440"/>
                <a:gd name="connsiteX22" fmla="*/ 51806 w 58686"/>
                <a:gd name="connsiteY22" fmla="*/ 9700 h 146440"/>
                <a:gd name="connsiteX23" fmla="*/ 58686 w 58686"/>
                <a:gd name="connsiteY23" fmla="*/ 8208 h 146440"/>
                <a:gd name="connsiteX24" fmla="*/ 58686 w 58686"/>
                <a:gd name="connsiteY24" fmla="*/ 0 h 146440"/>
                <a:gd name="connsiteX25" fmla="*/ 38045 w 58686"/>
                <a:gd name="connsiteY25" fmla="*/ 0 h 14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8686" h="146440">
                  <a:moveTo>
                    <a:pt x="38045" y="746"/>
                  </a:moveTo>
                  <a:lnTo>
                    <a:pt x="38045" y="8954"/>
                  </a:lnTo>
                  <a:lnTo>
                    <a:pt x="44116" y="9700"/>
                  </a:lnTo>
                  <a:lnTo>
                    <a:pt x="44925" y="13431"/>
                  </a:lnTo>
                  <a:lnTo>
                    <a:pt x="30759" y="78346"/>
                  </a:lnTo>
                  <a:lnTo>
                    <a:pt x="16999" y="13431"/>
                  </a:lnTo>
                  <a:lnTo>
                    <a:pt x="18617" y="9700"/>
                  </a:lnTo>
                  <a:lnTo>
                    <a:pt x="24284" y="8954"/>
                  </a:lnTo>
                  <a:lnTo>
                    <a:pt x="24284" y="746"/>
                  </a:lnTo>
                  <a:lnTo>
                    <a:pt x="0" y="746"/>
                  </a:lnTo>
                  <a:lnTo>
                    <a:pt x="0" y="8954"/>
                  </a:lnTo>
                  <a:lnTo>
                    <a:pt x="6880" y="9700"/>
                  </a:lnTo>
                  <a:lnTo>
                    <a:pt x="26307" y="100731"/>
                  </a:lnTo>
                  <a:cubicBezTo>
                    <a:pt x="24688" y="107446"/>
                    <a:pt x="23474" y="113415"/>
                    <a:pt x="21855" y="118638"/>
                  </a:cubicBezTo>
                  <a:cubicBezTo>
                    <a:pt x="20641" y="123115"/>
                    <a:pt x="19022" y="127592"/>
                    <a:pt x="16999" y="131323"/>
                  </a:cubicBezTo>
                  <a:lnTo>
                    <a:pt x="6071" y="123861"/>
                  </a:lnTo>
                  <a:cubicBezTo>
                    <a:pt x="5261" y="125354"/>
                    <a:pt x="4452" y="126846"/>
                    <a:pt x="3642" y="129084"/>
                  </a:cubicBezTo>
                  <a:cubicBezTo>
                    <a:pt x="3238" y="131323"/>
                    <a:pt x="3238" y="132815"/>
                    <a:pt x="3238" y="135054"/>
                  </a:cubicBezTo>
                  <a:cubicBezTo>
                    <a:pt x="3238" y="138038"/>
                    <a:pt x="4047" y="141023"/>
                    <a:pt x="5261" y="143261"/>
                  </a:cubicBezTo>
                  <a:cubicBezTo>
                    <a:pt x="6880" y="145500"/>
                    <a:pt x="8904" y="146992"/>
                    <a:pt x="10928" y="146246"/>
                  </a:cubicBezTo>
                  <a:cubicBezTo>
                    <a:pt x="14570" y="146246"/>
                    <a:pt x="18213" y="143261"/>
                    <a:pt x="20641" y="138038"/>
                  </a:cubicBezTo>
                  <a:cubicBezTo>
                    <a:pt x="24284" y="129831"/>
                    <a:pt x="27117" y="120877"/>
                    <a:pt x="29141" y="111177"/>
                  </a:cubicBezTo>
                  <a:lnTo>
                    <a:pt x="51806" y="9700"/>
                  </a:lnTo>
                  <a:lnTo>
                    <a:pt x="58686" y="8208"/>
                  </a:lnTo>
                  <a:lnTo>
                    <a:pt x="58686" y="0"/>
                  </a:lnTo>
                  <a:lnTo>
                    <a:pt x="38045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5" name="Freeform 1074"/>
            <p:cNvSpPr/>
            <p:nvPr/>
          </p:nvSpPr>
          <p:spPr>
            <a:xfrm>
              <a:off x="11326453" y="489015"/>
              <a:ext cx="58281" cy="101476"/>
            </a:xfrm>
            <a:custGeom>
              <a:avLst/>
              <a:gdLst>
                <a:gd name="connsiteX0" fmla="*/ 45330 w 58281"/>
                <a:gd name="connsiteY0" fmla="*/ 12685 h 101476"/>
                <a:gd name="connsiteX1" fmla="*/ 30760 w 58281"/>
                <a:gd name="connsiteY1" fmla="*/ 80584 h 101476"/>
                <a:gd name="connsiteX2" fmla="*/ 17403 w 58281"/>
                <a:gd name="connsiteY2" fmla="*/ 12685 h 101476"/>
                <a:gd name="connsiteX3" fmla="*/ 18618 w 58281"/>
                <a:gd name="connsiteY3" fmla="*/ 8954 h 101476"/>
                <a:gd name="connsiteX4" fmla="*/ 24689 w 58281"/>
                <a:gd name="connsiteY4" fmla="*/ 8208 h 101476"/>
                <a:gd name="connsiteX5" fmla="*/ 24689 w 58281"/>
                <a:gd name="connsiteY5" fmla="*/ 0 h 101476"/>
                <a:gd name="connsiteX6" fmla="*/ 0 w 58281"/>
                <a:gd name="connsiteY6" fmla="*/ 0 h 101476"/>
                <a:gd name="connsiteX7" fmla="*/ 0 w 58281"/>
                <a:gd name="connsiteY7" fmla="*/ 8208 h 101476"/>
                <a:gd name="connsiteX8" fmla="*/ 6880 w 58281"/>
                <a:gd name="connsiteY8" fmla="*/ 9700 h 101476"/>
                <a:gd name="connsiteX9" fmla="*/ 25498 w 58281"/>
                <a:gd name="connsiteY9" fmla="*/ 101477 h 101476"/>
                <a:gd name="connsiteX10" fmla="*/ 31974 w 58281"/>
                <a:gd name="connsiteY10" fmla="*/ 101477 h 101476"/>
                <a:gd name="connsiteX11" fmla="*/ 51806 w 58281"/>
                <a:gd name="connsiteY11" fmla="*/ 9700 h 101476"/>
                <a:gd name="connsiteX12" fmla="*/ 58281 w 58281"/>
                <a:gd name="connsiteY12" fmla="*/ 8208 h 101476"/>
                <a:gd name="connsiteX13" fmla="*/ 58281 w 58281"/>
                <a:gd name="connsiteY13" fmla="*/ 0 h 101476"/>
                <a:gd name="connsiteX14" fmla="*/ 38449 w 58281"/>
                <a:gd name="connsiteY14" fmla="*/ 0 h 101476"/>
                <a:gd name="connsiteX15" fmla="*/ 38449 w 58281"/>
                <a:gd name="connsiteY15" fmla="*/ 8208 h 101476"/>
                <a:gd name="connsiteX16" fmla="*/ 44520 w 58281"/>
                <a:gd name="connsiteY16" fmla="*/ 8954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8281" h="101476">
                  <a:moveTo>
                    <a:pt x="45330" y="12685"/>
                  </a:moveTo>
                  <a:lnTo>
                    <a:pt x="30760" y="80584"/>
                  </a:lnTo>
                  <a:lnTo>
                    <a:pt x="17403" y="12685"/>
                  </a:lnTo>
                  <a:lnTo>
                    <a:pt x="18618" y="8954"/>
                  </a:lnTo>
                  <a:lnTo>
                    <a:pt x="24689" y="8208"/>
                  </a:lnTo>
                  <a:lnTo>
                    <a:pt x="24689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880" y="9700"/>
                  </a:lnTo>
                  <a:lnTo>
                    <a:pt x="25498" y="101477"/>
                  </a:lnTo>
                  <a:lnTo>
                    <a:pt x="31974" y="101477"/>
                  </a:lnTo>
                  <a:lnTo>
                    <a:pt x="51806" y="9700"/>
                  </a:lnTo>
                  <a:lnTo>
                    <a:pt x="58281" y="8208"/>
                  </a:lnTo>
                  <a:lnTo>
                    <a:pt x="58281" y="0"/>
                  </a:lnTo>
                  <a:lnTo>
                    <a:pt x="38449" y="0"/>
                  </a:lnTo>
                  <a:lnTo>
                    <a:pt x="38449" y="8208"/>
                  </a:lnTo>
                  <a:lnTo>
                    <a:pt x="4452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6" name="Freeform 1075"/>
            <p:cNvSpPr/>
            <p:nvPr/>
          </p:nvSpPr>
          <p:spPr>
            <a:xfrm>
              <a:off x="11067829" y="486663"/>
              <a:ext cx="50996" cy="103968"/>
            </a:xfrm>
            <a:custGeom>
              <a:avLst/>
              <a:gdLst>
                <a:gd name="connsiteX0" fmla="*/ 42902 w 50996"/>
                <a:gd name="connsiteY0" fmla="*/ 91144 h 103968"/>
                <a:gd name="connsiteX1" fmla="*/ 42902 w 50996"/>
                <a:gd name="connsiteY1" fmla="*/ 30706 h 103968"/>
                <a:gd name="connsiteX2" fmla="*/ 38854 w 50996"/>
                <a:gd name="connsiteY2" fmla="*/ 7575 h 103968"/>
                <a:gd name="connsiteX3" fmla="*/ 25903 w 50996"/>
                <a:gd name="connsiteY3" fmla="*/ 113 h 103968"/>
                <a:gd name="connsiteX4" fmla="*/ 21855 w 50996"/>
                <a:gd name="connsiteY4" fmla="*/ 860 h 103968"/>
                <a:gd name="connsiteX5" fmla="*/ 9309 w 50996"/>
                <a:gd name="connsiteY5" fmla="*/ 7575 h 103968"/>
                <a:gd name="connsiteX6" fmla="*/ 3238 w 50996"/>
                <a:gd name="connsiteY6" fmla="*/ 24736 h 103968"/>
                <a:gd name="connsiteX7" fmla="*/ 3642 w 50996"/>
                <a:gd name="connsiteY7" fmla="*/ 29960 h 103968"/>
                <a:gd name="connsiteX8" fmla="*/ 6476 w 50996"/>
                <a:gd name="connsiteY8" fmla="*/ 31452 h 103968"/>
                <a:gd name="connsiteX9" fmla="*/ 14166 w 50996"/>
                <a:gd name="connsiteY9" fmla="*/ 31452 h 103968"/>
                <a:gd name="connsiteX10" fmla="*/ 14166 w 50996"/>
                <a:gd name="connsiteY10" fmla="*/ 13544 h 103968"/>
                <a:gd name="connsiteX11" fmla="*/ 18618 w 50996"/>
                <a:gd name="connsiteY11" fmla="*/ 10560 h 103968"/>
                <a:gd name="connsiteX12" fmla="*/ 21451 w 50996"/>
                <a:gd name="connsiteY12" fmla="*/ 9813 h 103968"/>
                <a:gd name="connsiteX13" fmla="*/ 22665 w 50996"/>
                <a:gd name="connsiteY13" fmla="*/ 9813 h 103968"/>
                <a:gd name="connsiteX14" fmla="*/ 30760 w 50996"/>
                <a:gd name="connsiteY14" fmla="*/ 15036 h 103968"/>
                <a:gd name="connsiteX15" fmla="*/ 33188 w 50996"/>
                <a:gd name="connsiteY15" fmla="*/ 32944 h 103968"/>
                <a:gd name="connsiteX16" fmla="*/ 33188 w 50996"/>
                <a:gd name="connsiteY16" fmla="*/ 39660 h 103968"/>
                <a:gd name="connsiteX17" fmla="*/ 21451 w 50996"/>
                <a:gd name="connsiteY17" fmla="*/ 44883 h 103968"/>
                <a:gd name="connsiteX18" fmla="*/ 6071 w 50996"/>
                <a:gd name="connsiteY18" fmla="*/ 56075 h 103968"/>
                <a:gd name="connsiteX19" fmla="*/ 0 w 50996"/>
                <a:gd name="connsiteY19" fmla="*/ 77713 h 103968"/>
                <a:gd name="connsiteX20" fmla="*/ 4047 w 50996"/>
                <a:gd name="connsiteY20" fmla="*/ 97113 h 103968"/>
                <a:gd name="connsiteX21" fmla="*/ 14570 w 50996"/>
                <a:gd name="connsiteY21" fmla="*/ 103829 h 103968"/>
                <a:gd name="connsiteX22" fmla="*/ 21451 w 50996"/>
                <a:gd name="connsiteY22" fmla="*/ 101590 h 103968"/>
                <a:gd name="connsiteX23" fmla="*/ 23070 w 50996"/>
                <a:gd name="connsiteY23" fmla="*/ 100844 h 103968"/>
                <a:gd name="connsiteX24" fmla="*/ 33188 w 50996"/>
                <a:gd name="connsiteY24" fmla="*/ 90398 h 103968"/>
                <a:gd name="connsiteX25" fmla="*/ 34807 w 50996"/>
                <a:gd name="connsiteY25" fmla="*/ 103083 h 103968"/>
                <a:gd name="connsiteX26" fmla="*/ 50996 w 50996"/>
                <a:gd name="connsiteY26" fmla="*/ 103083 h 103968"/>
                <a:gd name="connsiteX27" fmla="*/ 50996 w 50996"/>
                <a:gd name="connsiteY27" fmla="*/ 95621 h 103968"/>
                <a:gd name="connsiteX28" fmla="*/ 44925 w 50996"/>
                <a:gd name="connsiteY28" fmla="*/ 94875 h 103968"/>
                <a:gd name="connsiteX29" fmla="*/ 33593 w 50996"/>
                <a:gd name="connsiteY29" fmla="*/ 84429 h 103968"/>
                <a:gd name="connsiteX30" fmla="*/ 25903 w 50996"/>
                <a:gd name="connsiteY30" fmla="*/ 91144 h 103968"/>
                <a:gd name="connsiteX31" fmla="*/ 22260 w 50996"/>
                <a:gd name="connsiteY31" fmla="*/ 93383 h 103968"/>
                <a:gd name="connsiteX32" fmla="*/ 19832 w 50996"/>
                <a:gd name="connsiteY32" fmla="*/ 93383 h 103968"/>
                <a:gd name="connsiteX33" fmla="*/ 12951 w 50996"/>
                <a:gd name="connsiteY33" fmla="*/ 88906 h 103968"/>
                <a:gd name="connsiteX34" fmla="*/ 10523 w 50996"/>
                <a:gd name="connsiteY34" fmla="*/ 76221 h 103968"/>
                <a:gd name="connsiteX35" fmla="*/ 14975 w 50996"/>
                <a:gd name="connsiteY35" fmla="*/ 59806 h 103968"/>
                <a:gd name="connsiteX36" fmla="*/ 21855 w 50996"/>
                <a:gd name="connsiteY36" fmla="*/ 53090 h 103968"/>
                <a:gd name="connsiteX37" fmla="*/ 33593 w 50996"/>
                <a:gd name="connsiteY37" fmla="*/ 46375 h 10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0996" h="103968">
                  <a:moveTo>
                    <a:pt x="42902" y="91144"/>
                  </a:moveTo>
                  <a:lnTo>
                    <a:pt x="42902" y="30706"/>
                  </a:lnTo>
                  <a:cubicBezTo>
                    <a:pt x="43306" y="22498"/>
                    <a:pt x="41687" y="14290"/>
                    <a:pt x="38854" y="7575"/>
                  </a:cubicBezTo>
                  <a:cubicBezTo>
                    <a:pt x="35212" y="2352"/>
                    <a:pt x="30355" y="-633"/>
                    <a:pt x="25903" y="113"/>
                  </a:cubicBezTo>
                  <a:cubicBezTo>
                    <a:pt x="24284" y="113"/>
                    <a:pt x="23474" y="860"/>
                    <a:pt x="21855" y="860"/>
                  </a:cubicBezTo>
                  <a:cubicBezTo>
                    <a:pt x="17403" y="860"/>
                    <a:pt x="12951" y="3098"/>
                    <a:pt x="9309" y="7575"/>
                  </a:cubicBezTo>
                  <a:cubicBezTo>
                    <a:pt x="5666" y="10560"/>
                    <a:pt x="3238" y="17275"/>
                    <a:pt x="3238" y="24736"/>
                  </a:cubicBezTo>
                  <a:cubicBezTo>
                    <a:pt x="3238" y="26975"/>
                    <a:pt x="3238" y="28467"/>
                    <a:pt x="3642" y="29960"/>
                  </a:cubicBezTo>
                  <a:cubicBezTo>
                    <a:pt x="4452" y="31452"/>
                    <a:pt x="5666" y="31452"/>
                    <a:pt x="6476" y="31452"/>
                  </a:cubicBezTo>
                  <a:lnTo>
                    <a:pt x="14166" y="31452"/>
                  </a:lnTo>
                  <a:lnTo>
                    <a:pt x="14166" y="13544"/>
                  </a:lnTo>
                  <a:cubicBezTo>
                    <a:pt x="15380" y="12052"/>
                    <a:pt x="16999" y="11306"/>
                    <a:pt x="18618" y="10560"/>
                  </a:cubicBezTo>
                  <a:cubicBezTo>
                    <a:pt x="19427" y="10560"/>
                    <a:pt x="20641" y="9813"/>
                    <a:pt x="21451" y="9813"/>
                  </a:cubicBezTo>
                  <a:lnTo>
                    <a:pt x="22665" y="9813"/>
                  </a:lnTo>
                  <a:cubicBezTo>
                    <a:pt x="25498" y="9067"/>
                    <a:pt x="28736" y="11306"/>
                    <a:pt x="30760" y="15036"/>
                  </a:cubicBezTo>
                  <a:cubicBezTo>
                    <a:pt x="32378" y="20260"/>
                    <a:pt x="33188" y="26975"/>
                    <a:pt x="33188" y="32944"/>
                  </a:cubicBezTo>
                  <a:lnTo>
                    <a:pt x="33188" y="39660"/>
                  </a:lnTo>
                  <a:cubicBezTo>
                    <a:pt x="28736" y="41152"/>
                    <a:pt x="25093" y="43390"/>
                    <a:pt x="21451" y="44883"/>
                  </a:cubicBezTo>
                  <a:cubicBezTo>
                    <a:pt x="16189" y="47121"/>
                    <a:pt x="10928" y="51598"/>
                    <a:pt x="6071" y="56075"/>
                  </a:cubicBezTo>
                  <a:cubicBezTo>
                    <a:pt x="2024" y="60552"/>
                    <a:pt x="0" y="68760"/>
                    <a:pt x="0" y="77713"/>
                  </a:cubicBezTo>
                  <a:cubicBezTo>
                    <a:pt x="0" y="85175"/>
                    <a:pt x="1214" y="91890"/>
                    <a:pt x="4047" y="97113"/>
                  </a:cubicBezTo>
                  <a:cubicBezTo>
                    <a:pt x="6880" y="102336"/>
                    <a:pt x="10523" y="104575"/>
                    <a:pt x="14570" y="103829"/>
                  </a:cubicBezTo>
                  <a:cubicBezTo>
                    <a:pt x="16999" y="103829"/>
                    <a:pt x="19427" y="103083"/>
                    <a:pt x="21451" y="101590"/>
                  </a:cubicBezTo>
                  <a:cubicBezTo>
                    <a:pt x="21855" y="100844"/>
                    <a:pt x="22665" y="100844"/>
                    <a:pt x="23070" y="100844"/>
                  </a:cubicBezTo>
                  <a:cubicBezTo>
                    <a:pt x="26712" y="98606"/>
                    <a:pt x="29950" y="94875"/>
                    <a:pt x="33188" y="90398"/>
                  </a:cubicBezTo>
                  <a:lnTo>
                    <a:pt x="34807" y="103083"/>
                  </a:lnTo>
                  <a:lnTo>
                    <a:pt x="50996" y="103083"/>
                  </a:lnTo>
                  <a:lnTo>
                    <a:pt x="50996" y="95621"/>
                  </a:lnTo>
                  <a:lnTo>
                    <a:pt x="44925" y="94875"/>
                  </a:lnTo>
                  <a:close/>
                  <a:moveTo>
                    <a:pt x="33593" y="84429"/>
                  </a:moveTo>
                  <a:cubicBezTo>
                    <a:pt x="31164" y="87413"/>
                    <a:pt x="28331" y="89652"/>
                    <a:pt x="25903" y="91144"/>
                  </a:cubicBezTo>
                  <a:lnTo>
                    <a:pt x="22260" y="93383"/>
                  </a:lnTo>
                  <a:lnTo>
                    <a:pt x="19832" y="93383"/>
                  </a:lnTo>
                  <a:cubicBezTo>
                    <a:pt x="17403" y="94129"/>
                    <a:pt x="14975" y="92636"/>
                    <a:pt x="12951" y="88906"/>
                  </a:cubicBezTo>
                  <a:cubicBezTo>
                    <a:pt x="11332" y="85921"/>
                    <a:pt x="10118" y="81444"/>
                    <a:pt x="10523" y="76221"/>
                  </a:cubicBezTo>
                  <a:cubicBezTo>
                    <a:pt x="10523" y="69506"/>
                    <a:pt x="12142" y="63536"/>
                    <a:pt x="14975" y="59806"/>
                  </a:cubicBezTo>
                  <a:cubicBezTo>
                    <a:pt x="16999" y="56821"/>
                    <a:pt x="19427" y="54583"/>
                    <a:pt x="21855" y="53090"/>
                  </a:cubicBezTo>
                  <a:cubicBezTo>
                    <a:pt x="25093" y="50852"/>
                    <a:pt x="28736" y="48613"/>
                    <a:pt x="33593" y="4637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7" name="Freeform 1076"/>
            <p:cNvSpPr/>
            <p:nvPr/>
          </p:nvSpPr>
          <p:spPr>
            <a:xfrm>
              <a:off x="11306216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2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0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0" y="16415"/>
                    <a:pt x="809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8" name="Freeform 1077"/>
            <p:cNvSpPr/>
            <p:nvPr/>
          </p:nvSpPr>
          <p:spPr>
            <a:xfrm>
              <a:off x="11299336" y="489015"/>
              <a:ext cx="25902" cy="101476"/>
            </a:xfrm>
            <a:custGeom>
              <a:avLst/>
              <a:gdLst>
                <a:gd name="connsiteX0" fmla="*/ 13356 w 25902"/>
                <a:gd name="connsiteY0" fmla="*/ 0 h 101476"/>
                <a:gd name="connsiteX1" fmla="*/ 0 w 25902"/>
                <a:gd name="connsiteY1" fmla="*/ 6715 h 101476"/>
                <a:gd name="connsiteX2" fmla="*/ 0 w 25902"/>
                <a:gd name="connsiteY2" fmla="*/ 13431 h 101476"/>
                <a:gd name="connsiteX3" fmla="*/ 8095 w 25902"/>
                <a:gd name="connsiteY3" fmla="*/ 13431 h 101476"/>
                <a:gd name="connsiteX4" fmla="*/ 8095 w 25902"/>
                <a:gd name="connsiteY4" fmla="*/ 88792 h 101476"/>
                <a:gd name="connsiteX5" fmla="*/ 6071 w 25902"/>
                <a:gd name="connsiteY5" fmla="*/ 92523 h 101476"/>
                <a:gd name="connsiteX6" fmla="*/ 0 w 25902"/>
                <a:gd name="connsiteY6" fmla="*/ 94015 h 101476"/>
                <a:gd name="connsiteX7" fmla="*/ 0 w 25902"/>
                <a:gd name="connsiteY7" fmla="*/ 101477 h 101476"/>
                <a:gd name="connsiteX8" fmla="*/ 25903 w 25902"/>
                <a:gd name="connsiteY8" fmla="*/ 101477 h 101476"/>
                <a:gd name="connsiteX9" fmla="*/ 25903 w 25902"/>
                <a:gd name="connsiteY9" fmla="*/ 94015 h 101476"/>
                <a:gd name="connsiteX10" fmla="*/ 19427 w 25902"/>
                <a:gd name="connsiteY10" fmla="*/ 92523 h 101476"/>
                <a:gd name="connsiteX11" fmla="*/ 17403 w 25902"/>
                <a:gd name="connsiteY11" fmla="*/ 88792 h 101476"/>
                <a:gd name="connsiteX12" fmla="*/ 17403 w 25902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902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903" y="101477"/>
                  </a:lnTo>
                  <a:lnTo>
                    <a:pt x="25903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9" name="Freeform 1078"/>
            <p:cNvSpPr/>
            <p:nvPr/>
          </p:nvSpPr>
          <p:spPr>
            <a:xfrm>
              <a:off x="11234983" y="486776"/>
              <a:ext cx="59090" cy="102223"/>
            </a:xfrm>
            <a:custGeom>
              <a:avLst/>
              <a:gdLst>
                <a:gd name="connsiteX0" fmla="*/ 50591 w 59090"/>
                <a:gd name="connsiteY0" fmla="*/ 91031 h 102223"/>
                <a:gd name="connsiteX1" fmla="*/ 50591 w 59090"/>
                <a:gd name="connsiteY1" fmla="*/ 32831 h 102223"/>
                <a:gd name="connsiteX2" fmla="*/ 46949 w 59090"/>
                <a:gd name="connsiteY2" fmla="*/ 8954 h 102223"/>
                <a:gd name="connsiteX3" fmla="*/ 35616 w 59090"/>
                <a:gd name="connsiteY3" fmla="*/ 0 h 102223"/>
                <a:gd name="connsiteX4" fmla="*/ 28331 w 59090"/>
                <a:gd name="connsiteY4" fmla="*/ 2985 h 102223"/>
                <a:gd name="connsiteX5" fmla="*/ 17403 w 59090"/>
                <a:gd name="connsiteY5" fmla="*/ 12685 h 102223"/>
                <a:gd name="connsiteX6" fmla="*/ 17403 w 59090"/>
                <a:gd name="connsiteY6" fmla="*/ 1492 h 102223"/>
                <a:gd name="connsiteX7" fmla="*/ 12951 w 59090"/>
                <a:gd name="connsiteY7" fmla="*/ 1492 h 102223"/>
                <a:gd name="connsiteX8" fmla="*/ 0 w 59090"/>
                <a:gd name="connsiteY8" fmla="*/ 8208 h 102223"/>
                <a:gd name="connsiteX9" fmla="*/ 0 w 59090"/>
                <a:gd name="connsiteY9" fmla="*/ 14923 h 102223"/>
                <a:gd name="connsiteX10" fmla="*/ 8095 w 59090"/>
                <a:gd name="connsiteY10" fmla="*/ 14923 h 102223"/>
                <a:gd name="connsiteX11" fmla="*/ 8095 w 59090"/>
                <a:gd name="connsiteY11" fmla="*/ 90284 h 102223"/>
                <a:gd name="connsiteX12" fmla="*/ 6071 w 59090"/>
                <a:gd name="connsiteY12" fmla="*/ 94015 h 102223"/>
                <a:gd name="connsiteX13" fmla="*/ 0 w 59090"/>
                <a:gd name="connsiteY13" fmla="*/ 94761 h 102223"/>
                <a:gd name="connsiteX14" fmla="*/ 0 w 59090"/>
                <a:gd name="connsiteY14" fmla="*/ 102223 h 102223"/>
                <a:gd name="connsiteX15" fmla="*/ 24689 w 59090"/>
                <a:gd name="connsiteY15" fmla="*/ 102223 h 102223"/>
                <a:gd name="connsiteX16" fmla="*/ 24689 w 59090"/>
                <a:gd name="connsiteY16" fmla="*/ 94761 h 102223"/>
                <a:gd name="connsiteX17" fmla="*/ 19427 w 59090"/>
                <a:gd name="connsiteY17" fmla="*/ 94015 h 102223"/>
                <a:gd name="connsiteX18" fmla="*/ 17403 w 59090"/>
                <a:gd name="connsiteY18" fmla="*/ 90284 h 102223"/>
                <a:gd name="connsiteX19" fmla="*/ 17403 w 59090"/>
                <a:gd name="connsiteY19" fmla="*/ 20146 h 102223"/>
                <a:gd name="connsiteX20" fmla="*/ 24284 w 59090"/>
                <a:gd name="connsiteY20" fmla="*/ 14923 h 102223"/>
                <a:gd name="connsiteX21" fmla="*/ 30355 w 59090"/>
                <a:gd name="connsiteY21" fmla="*/ 13431 h 102223"/>
                <a:gd name="connsiteX22" fmla="*/ 39259 w 59090"/>
                <a:gd name="connsiteY22" fmla="*/ 18654 h 102223"/>
                <a:gd name="connsiteX23" fmla="*/ 41687 w 59090"/>
                <a:gd name="connsiteY23" fmla="*/ 35069 h 102223"/>
                <a:gd name="connsiteX24" fmla="*/ 41687 w 59090"/>
                <a:gd name="connsiteY24" fmla="*/ 90284 h 102223"/>
                <a:gd name="connsiteX25" fmla="*/ 39664 w 59090"/>
                <a:gd name="connsiteY25" fmla="*/ 94015 h 102223"/>
                <a:gd name="connsiteX26" fmla="*/ 34402 w 59090"/>
                <a:gd name="connsiteY26" fmla="*/ 94761 h 102223"/>
                <a:gd name="connsiteX27" fmla="*/ 34402 w 59090"/>
                <a:gd name="connsiteY27" fmla="*/ 102223 h 102223"/>
                <a:gd name="connsiteX28" fmla="*/ 59091 w 59090"/>
                <a:gd name="connsiteY28" fmla="*/ 102223 h 102223"/>
                <a:gd name="connsiteX29" fmla="*/ 59091 w 59090"/>
                <a:gd name="connsiteY29" fmla="*/ 94761 h 102223"/>
                <a:gd name="connsiteX30" fmla="*/ 53020 w 59090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090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6" y="16415"/>
                    <a:pt x="24284" y="14923"/>
                  </a:cubicBezTo>
                  <a:cubicBezTo>
                    <a:pt x="26307" y="14177"/>
                    <a:pt x="28331" y="13431"/>
                    <a:pt x="30355" y="13431"/>
                  </a:cubicBezTo>
                  <a:cubicBezTo>
                    <a:pt x="33593" y="12685"/>
                    <a:pt x="36831" y="14923"/>
                    <a:pt x="39259" y="18654"/>
                  </a:cubicBezTo>
                  <a:cubicBezTo>
                    <a:pt x="41283" y="23131"/>
                    <a:pt x="42092" y="29100"/>
                    <a:pt x="41687" y="35069"/>
                  </a:cubicBezTo>
                  <a:lnTo>
                    <a:pt x="41687" y="90284"/>
                  </a:lnTo>
                  <a:lnTo>
                    <a:pt x="39664" y="94015"/>
                  </a:lnTo>
                  <a:lnTo>
                    <a:pt x="34402" y="94761"/>
                  </a:lnTo>
                  <a:lnTo>
                    <a:pt x="34402" y="102223"/>
                  </a:lnTo>
                  <a:lnTo>
                    <a:pt x="59091" y="102223"/>
                  </a:lnTo>
                  <a:lnTo>
                    <a:pt x="59091" y="94761"/>
                  </a:lnTo>
                  <a:lnTo>
                    <a:pt x="53020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0" name="Freeform 1079"/>
            <p:cNvSpPr/>
            <p:nvPr/>
          </p:nvSpPr>
          <p:spPr>
            <a:xfrm>
              <a:off x="11155656" y="450215"/>
              <a:ext cx="74470" cy="142515"/>
            </a:xfrm>
            <a:custGeom>
              <a:avLst/>
              <a:gdLst>
                <a:gd name="connsiteX0" fmla="*/ 49782 w 74470"/>
                <a:gd name="connsiteY0" fmla="*/ 8208 h 142515"/>
                <a:gd name="connsiteX1" fmla="*/ 56662 w 74470"/>
                <a:gd name="connsiteY1" fmla="*/ 10446 h 142515"/>
                <a:gd name="connsiteX2" fmla="*/ 58686 w 74470"/>
                <a:gd name="connsiteY2" fmla="*/ 14177 h 142515"/>
                <a:gd name="connsiteX3" fmla="*/ 58686 w 74470"/>
                <a:gd name="connsiteY3" fmla="*/ 88046 h 142515"/>
                <a:gd name="connsiteX4" fmla="*/ 54234 w 74470"/>
                <a:gd name="connsiteY4" fmla="*/ 119384 h 142515"/>
                <a:gd name="connsiteX5" fmla="*/ 23474 w 74470"/>
                <a:gd name="connsiteY5" fmla="*/ 119384 h 142515"/>
                <a:gd name="connsiteX6" fmla="*/ 19022 w 74470"/>
                <a:gd name="connsiteY6" fmla="*/ 88046 h 142515"/>
                <a:gd name="connsiteX7" fmla="*/ 19022 w 74470"/>
                <a:gd name="connsiteY7" fmla="*/ 11938 h 142515"/>
                <a:gd name="connsiteX8" fmla="*/ 20641 w 74470"/>
                <a:gd name="connsiteY8" fmla="*/ 8954 h 142515"/>
                <a:gd name="connsiteX9" fmla="*/ 27522 w 74470"/>
                <a:gd name="connsiteY9" fmla="*/ 8208 h 142515"/>
                <a:gd name="connsiteX10" fmla="*/ 27522 w 74470"/>
                <a:gd name="connsiteY10" fmla="*/ 0 h 142515"/>
                <a:gd name="connsiteX11" fmla="*/ 0 w 74470"/>
                <a:gd name="connsiteY11" fmla="*/ 0 h 142515"/>
                <a:gd name="connsiteX12" fmla="*/ 0 w 74470"/>
                <a:gd name="connsiteY12" fmla="*/ 8208 h 142515"/>
                <a:gd name="connsiteX13" fmla="*/ 6476 w 74470"/>
                <a:gd name="connsiteY13" fmla="*/ 8954 h 142515"/>
                <a:gd name="connsiteX14" fmla="*/ 8499 w 74470"/>
                <a:gd name="connsiteY14" fmla="*/ 11938 h 142515"/>
                <a:gd name="connsiteX15" fmla="*/ 8499 w 74470"/>
                <a:gd name="connsiteY15" fmla="*/ 89538 h 142515"/>
                <a:gd name="connsiteX16" fmla="*/ 9713 w 74470"/>
                <a:gd name="connsiteY16" fmla="*/ 112669 h 142515"/>
                <a:gd name="connsiteX17" fmla="*/ 13356 w 74470"/>
                <a:gd name="connsiteY17" fmla="*/ 126846 h 142515"/>
                <a:gd name="connsiteX18" fmla="*/ 23070 w 74470"/>
                <a:gd name="connsiteY18" fmla="*/ 138038 h 142515"/>
                <a:gd name="connsiteX19" fmla="*/ 37235 w 74470"/>
                <a:gd name="connsiteY19" fmla="*/ 142515 h 142515"/>
                <a:gd name="connsiteX20" fmla="*/ 50996 w 74470"/>
                <a:gd name="connsiteY20" fmla="*/ 138038 h 142515"/>
                <a:gd name="connsiteX21" fmla="*/ 60710 w 74470"/>
                <a:gd name="connsiteY21" fmla="*/ 126846 h 142515"/>
                <a:gd name="connsiteX22" fmla="*/ 64352 w 74470"/>
                <a:gd name="connsiteY22" fmla="*/ 112669 h 142515"/>
                <a:gd name="connsiteX23" fmla="*/ 65566 w 74470"/>
                <a:gd name="connsiteY23" fmla="*/ 89538 h 142515"/>
                <a:gd name="connsiteX24" fmla="*/ 65566 w 74470"/>
                <a:gd name="connsiteY24" fmla="*/ 14177 h 142515"/>
                <a:gd name="connsiteX25" fmla="*/ 67590 w 74470"/>
                <a:gd name="connsiteY25" fmla="*/ 10446 h 142515"/>
                <a:gd name="connsiteX26" fmla="*/ 74471 w 74470"/>
                <a:gd name="connsiteY26" fmla="*/ 8208 h 142515"/>
                <a:gd name="connsiteX27" fmla="*/ 74471 w 74470"/>
                <a:gd name="connsiteY27" fmla="*/ 0 h 142515"/>
                <a:gd name="connsiteX28" fmla="*/ 50187 w 74470"/>
                <a:gd name="connsiteY28" fmla="*/ 0 h 14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4470" h="142515">
                  <a:moveTo>
                    <a:pt x="49782" y="8208"/>
                  </a:moveTo>
                  <a:lnTo>
                    <a:pt x="56662" y="10446"/>
                  </a:lnTo>
                  <a:lnTo>
                    <a:pt x="58686" y="14177"/>
                  </a:lnTo>
                  <a:lnTo>
                    <a:pt x="58686" y="88046"/>
                  </a:lnTo>
                  <a:cubicBezTo>
                    <a:pt x="59091" y="99238"/>
                    <a:pt x="57472" y="110431"/>
                    <a:pt x="54234" y="119384"/>
                  </a:cubicBezTo>
                  <a:cubicBezTo>
                    <a:pt x="44925" y="132069"/>
                    <a:pt x="32378" y="132069"/>
                    <a:pt x="23474" y="119384"/>
                  </a:cubicBezTo>
                  <a:cubicBezTo>
                    <a:pt x="20237" y="112669"/>
                    <a:pt x="19022" y="102223"/>
                    <a:pt x="19022" y="88046"/>
                  </a:cubicBezTo>
                  <a:lnTo>
                    <a:pt x="19022" y="11938"/>
                  </a:lnTo>
                  <a:lnTo>
                    <a:pt x="20641" y="8954"/>
                  </a:lnTo>
                  <a:lnTo>
                    <a:pt x="27522" y="8208"/>
                  </a:lnTo>
                  <a:lnTo>
                    <a:pt x="27522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476" y="8954"/>
                  </a:lnTo>
                  <a:lnTo>
                    <a:pt x="8499" y="11938"/>
                  </a:lnTo>
                  <a:lnTo>
                    <a:pt x="8499" y="89538"/>
                  </a:lnTo>
                  <a:cubicBezTo>
                    <a:pt x="8499" y="97000"/>
                    <a:pt x="8904" y="105208"/>
                    <a:pt x="9713" y="112669"/>
                  </a:cubicBezTo>
                  <a:cubicBezTo>
                    <a:pt x="10523" y="117892"/>
                    <a:pt x="11737" y="122369"/>
                    <a:pt x="13356" y="126846"/>
                  </a:cubicBezTo>
                  <a:cubicBezTo>
                    <a:pt x="16189" y="132069"/>
                    <a:pt x="19427" y="135800"/>
                    <a:pt x="23070" y="138038"/>
                  </a:cubicBezTo>
                  <a:cubicBezTo>
                    <a:pt x="27522" y="141023"/>
                    <a:pt x="32378" y="142515"/>
                    <a:pt x="37235" y="142515"/>
                  </a:cubicBezTo>
                  <a:cubicBezTo>
                    <a:pt x="42092" y="142515"/>
                    <a:pt x="46544" y="141023"/>
                    <a:pt x="50996" y="138038"/>
                  </a:cubicBezTo>
                  <a:cubicBezTo>
                    <a:pt x="54639" y="135800"/>
                    <a:pt x="57877" y="132069"/>
                    <a:pt x="60710" y="126846"/>
                  </a:cubicBezTo>
                  <a:cubicBezTo>
                    <a:pt x="62733" y="123115"/>
                    <a:pt x="63947" y="117892"/>
                    <a:pt x="64352" y="112669"/>
                  </a:cubicBezTo>
                  <a:cubicBezTo>
                    <a:pt x="65162" y="105208"/>
                    <a:pt x="65566" y="97000"/>
                    <a:pt x="65566" y="89538"/>
                  </a:cubicBezTo>
                  <a:lnTo>
                    <a:pt x="65566" y="14177"/>
                  </a:lnTo>
                  <a:lnTo>
                    <a:pt x="67590" y="10446"/>
                  </a:lnTo>
                  <a:lnTo>
                    <a:pt x="74471" y="8208"/>
                  </a:lnTo>
                  <a:lnTo>
                    <a:pt x="74471" y="0"/>
                  </a:lnTo>
                  <a:lnTo>
                    <a:pt x="50187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1" name="Freeform 1080"/>
            <p:cNvSpPr/>
            <p:nvPr/>
          </p:nvSpPr>
          <p:spPr>
            <a:xfrm>
              <a:off x="10880034" y="487522"/>
              <a:ext cx="53424" cy="148624"/>
            </a:xfrm>
            <a:custGeom>
              <a:avLst/>
              <a:gdLst>
                <a:gd name="connsiteX0" fmla="*/ 31164 w 53424"/>
                <a:gd name="connsiteY0" fmla="*/ 1492 h 148624"/>
                <a:gd name="connsiteX1" fmla="*/ 24689 w 53424"/>
                <a:gd name="connsiteY1" fmla="*/ 0 h 148624"/>
                <a:gd name="connsiteX2" fmla="*/ 23474 w 53424"/>
                <a:gd name="connsiteY2" fmla="*/ 746 h 148624"/>
                <a:gd name="connsiteX3" fmla="*/ 8499 w 53424"/>
                <a:gd name="connsiteY3" fmla="*/ 9700 h 148624"/>
                <a:gd name="connsiteX4" fmla="*/ 2428 w 53424"/>
                <a:gd name="connsiteY4" fmla="*/ 35069 h 148624"/>
                <a:gd name="connsiteX5" fmla="*/ 6071 w 53424"/>
                <a:gd name="connsiteY5" fmla="*/ 55215 h 148624"/>
                <a:gd name="connsiteX6" fmla="*/ 16594 w 53424"/>
                <a:gd name="connsiteY6" fmla="*/ 66408 h 148624"/>
                <a:gd name="connsiteX7" fmla="*/ 12547 w 53424"/>
                <a:gd name="connsiteY7" fmla="*/ 76854 h 148624"/>
                <a:gd name="connsiteX8" fmla="*/ 10928 w 53424"/>
                <a:gd name="connsiteY8" fmla="*/ 85808 h 148624"/>
                <a:gd name="connsiteX9" fmla="*/ 11332 w 53424"/>
                <a:gd name="connsiteY9" fmla="*/ 91031 h 148624"/>
                <a:gd name="connsiteX10" fmla="*/ 12142 w 53424"/>
                <a:gd name="connsiteY10" fmla="*/ 96254 h 148624"/>
                <a:gd name="connsiteX11" fmla="*/ 3238 w 53424"/>
                <a:gd name="connsiteY11" fmla="*/ 105208 h 148624"/>
                <a:gd name="connsiteX12" fmla="*/ 0 w 53424"/>
                <a:gd name="connsiteY12" fmla="*/ 121623 h 148624"/>
                <a:gd name="connsiteX13" fmla="*/ 5666 w 53424"/>
                <a:gd name="connsiteY13" fmla="*/ 141769 h 148624"/>
                <a:gd name="connsiteX14" fmla="*/ 20641 w 53424"/>
                <a:gd name="connsiteY14" fmla="*/ 148484 h 148624"/>
                <a:gd name="connsiteX15" fmla="*/ 23474 w 53424"/>
                <a:gd name="connsiteY15" fmla="*/ 148484 h 148624"/>
                <a:gd name="connsiteX16" fmla="*/ 32783 w 53424"/>
                <a:gd name="connsiteY16" fmla="*/ 145500 h 148624"/>
                <a:gd name="connsiteX17" fmla="*/ 42901 w 53424"/>
                <a:gd name="connsiteY17" fmla="*/ 135054 h 148624"/>
                <a:gd name="connsiteX18" fmla="*/ 48163 w 53424"/>
                <a:gd name="connsiteY18" fmla="*/ 123861 h 148624"/>
                <a:gd name="connsiteX19" fmla="*/ 49782 w 53424"/>
                <a:gd name="connsiteY19" fmla="*/ 111177 h 148624"/>
                <a:gd name="connsiteX20" fmla="*/ 45330 w 53424"/>
                <a:gd name="connsiteY20" fmla="*/ 94761 h 148624"/>
                <a:gd name="connsiteX21" fmla="*/ 30355 w 53424"/>
                <a:gd name="connsiteY21" fmla="*/ 85808 h 148624"/>
                <a:gd name="connsiteX22" fmla="*/ 23070 w 53424"/>
                <a:gd name="connsiteY22" fmla="*/ 83569 h 148624"/>
                <a:gd name="connsiteX23" fmla="*/ 19427 w 53424"/>
                <a:gd name="connsiteY23" fmla="*/ 82823 h 148624"/>
                <a:gd name="connsiteX24" fmla="*/ 19427 w 53424"/>
                <a:gd name="connsiteY24" fmla="*/ 81331 h 148624"/>
                <a:gd name="connsiteX25" fmla="*/ 19022 w 53424"/>
                <a:gd name="connsiteY25" fmla="*/ 78346 h 148624"/>
                <a:gd name="connsiteX26" fmla="*/ 19427 w 53424"/>
                <a:gd name="connsiteY26" fmla="*/ 73123 h 148624"/>
                <a:gd name="connsiteX27" fmla="*/ 20641 w 53424"/>
                <a:gd name="connsiteY27" fmla="*/ 68646 h 148624"/>
                <a:gd name="connsiteX28" fmla="*/ 23070 w 53424"/>
                <a:gd name="connsiteY28" fmla="*/ 68646 h 148624"/>
                <a:gd name="connsiteX29" fmla="*/ 38045 w 53424"/>
                <a:gd name="connsiteY29" fmla="*/ 59692 h 148624"/>
                <a:gd name="connsiteX30" fmla="*/ 44116 w 53424"/>
                <a:gd name="connsiteY30" fmla="*/ 35815 h 148624"/>
                <a:gd name="connsiteX31" fmla="*/ 43306 w 53424"/>
                <a:gd name="connsiteY31" fmla="*/ 25369 h 148624"/>
                <a:gd name="connsiteX32" fmla="*/ 40878 w 53424"/>
                <a:gd name="connsiteY32" fmla="*/ 16415 h 148624"/>
                <a:gd name="connsiteX33" fmla="*/ 53425 w 53424"/>
                <a:gd name="connsiteY33" fmla="*/ 16415 h 148624"/>
                <a:gd name="connsiteX34" fmla="*/ 53425 w 53424"/>
                <a:gd name="connsiteY34" fmla="*/ 6715 h 148624"/>
                <a:gd name="connsiteX35" fmla="*/ 37235 w 53424"/>
                <a:gd name="connsiteY35" fmla="*/ 6715 h 148624"/>
                <a:gd name="connsiteX36" fmla="*/ 31164 w 53424"/>
                <a:gd name="connsiteY36" fmla="*/ 1492 h 148624"/>
                <a:gd name="connsiteX37" fmla="*/ 23474 w 53424"/>
                <a:gd name="connsiteY37" fmla="*/ 98492 h 148624"/>
                <a:gd name="connsiteX38" fmla="*/ 29950 w 53424"/>
                <a:gd name="connsiteY38" fmla="*/ 100731 h 148624"/>
                <a:gd name="connsiteX39" fmla="*/ 39664 w 53424"/>
                <a:gd name="connsiteY39" fmla="*/ 106700 h 148624"/>
                <a:gd name="connsiteX40" fmla="*/ 41687 w 53424"/>
                <a:gd name="connsiteY40" fmla="*/ 117146 h 148624"/>
                <a:gd name="connsiteX41" fmla="*/ 36830 w 53424"/>
                <a:gd name="connsiteY41" fmla="*/ 133561 h 148624"/>
                <a:gd name="connsiteX42" fmla="*/ 24689 w 53424"/>
                <a:gd name="connsiteY42" fmla="*/ 140277 h 148624"/>
                <a:gd name="connsiteX43" fmla="*/ 23474 w 53424"/>
                <a:gd name="connsiteY43" fmla="*/ 140277 h 148624"/>
                <a:gd name="connsiteX44" fmla="*/ 13761 w 53424"/>
                <a:gd name="connsiteY44" fmla="*/ 133561 h 148624"/>
                <a:gd name="connsiteX45" fmla="*/ 9309 w 53424"/>
                <a:gd name="connsiteY45" fmla="*/ 117892 h 148624"/>
                <a:gd name="connsiteX46" fmla="*/ 11737 w 53424"/>
                <a:gd name="connsiteY46" fmla="*/ 105208 h 148624"/>
                <a:gd name="connsiteX47" fmla="*/ 19022 w 53424"/>
                <a:gd name="connsiteY47" fmla="*/ 97000 h 148624"/>
                <a:gd name="connsiteX48" fmla="*/ 31569 w 53424"/>
                <a:gd name="connsiteY48" fmla="*/ 52977 h 148624"/>
                <a:gd name="connsiteX49" fmla="*/ 23474 w 53424"/>
                <a:gd name="connsiteY49" fmla="*/ 59692 h 148624"/>
                <a:gd name="connsiteX50" fmla="*/ 15784 w 53424"/>
                <a:gd name="connsiteY50" fmla="*/ 52977 h 148624"/>
                <a:gd name="connsiteX51" fmla="*/ 12547 w 53424"/>
                <a:gd name="connsiteY51" fmla="*/ 35069 h 148624"/>
                <a:gd name="connsiteX52" fmla="*/ 15380 w 53424"/>
                <a:gd name="connsiteY52" fmla="*/ 16415 h 148624"/>
                <a:gd name="connsiteX53" fmla="*/ 30355 w 53424"/>
                <a:gd name="connsiteY53" fmla="*/ 14177 h 148624"/>
                <a:gd name="connsiteX54" fmla="*/ 31569 w 53424"/>
                <a:gd name="connsiteY54" fmla="*/ 16415 h 148624"/>
                <a:gd name="connsiteX55" fmla="*/ 34402 w 53424"/>
                <a:gd name="connsiteY55" fmla="*/ 35069 h 148624"/>
                <a:gd name="connsiteX56" fmla="*/ 31569 w 53424"/>
                <a:gd name="connsiteY56" fmla="*/ 52977 h 14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424" h="148624">
                  <a:moveTo>
                    <a:pt x="31164" y="1492"/>
                  </a:moveTo>
                  <a:cubicBezTo>
                    <a:pt x="29141" y="746"/>
                    <a:pt x="27117" y="0"/>
                    <a:pt x="24689" y="0"/>
                  </a:cubicBezTo>
                  <a:cubicBezTo>
                    <a:pt x="24284" y="0"/>
                    <a:pt x="23879" y="0"/>
                    <a:pt x="23474" y="746"/>
                  </a:cubicBezTo>
                  <a:cubicBezTo>
                    <a:pt x="18213" y="0"/>
                    <a:pt x="12951" y="3731"/>
                    <a:pt x="8499" y="9700"/>
                  </a:cubicBezTo>
                  <a:cubicBezTo>
                    <a:pt x="4452" y="15669"/>
                    <a:pt x="2428" y="25369"/>
                    <a:pt x="2428" y="35069"/>
                  </a:cubicBezTo>
                  <a:cubicBezTo>
                    <a:pt x="2428" y="42531"/>
                    <a:pt x="3642" y="49992"/>
                    <a:pt x="6071" y="55215"/>
                  </a:cubicBezTo>
                  <a:cubicBezTo>
                    <a:pt x="8904" y="60438"/>
                    <a:pt x="12547" y="64915"/>
                    <a:pt x="16594" y="66408"/>
                  </a:cubicBezTo>
                  <a:cubicBezTo>
                    <a:pt x="14975" y="69392"/>
                    <a:pt x="13761" y="73123"/>
                    <a:pt x="12547" y="76854"/>
                  </a:cubicBezTo>
                  <a:cubicBezTo>
                    <a:pt x="11737" y="79838"/>
                    <a:pt x="11332" y="82077"/>
                    <a:pt x="10928" y="85808"/>
                  </a:cubicBezTo>
                  <a:cubicBezTo>
                    <a:pt x="10928" y="87300"/>
                    <a:pt x="10928" y="88792"/>
                    <a:pt x="11332" y="91031"/>
                  </a:cubicBezTo>
                  <a:lnTo>
                    <a:pt x="12142" y="96254"/>
                  </a:lnTo>
                  <a:cubicBezTo>
                    <a:pt x="8499" y="97000"/>
                    <a:pt x="5261" y="100731"/>
                    <a:pt x="3238" y="105208"/>
                  </a:cubicBezTo>
                  <a:cubicBezTo>
                    <a:pt x="1214" y="109684"/>
                    <a:pt x="0" y="115654"/>
                    <a:pt x="0" y="121623"/>
                  </a:cubicBezTo>
                  <a:cubicBezTo>
                    <a:pt x="0" y="129831"/>
                    <a:pt x="2024" y="137292"/>
                    <a:pt x="5666" y="141769"/>
                  </a:cubicBezTo>
                  <a:cubicBezTo>
                    <a:pt x="10118" y="146992"/>
                    <a:pt x="15380" y="149231"/>
                    <a:pt x="20641" y="148484"/>
                  </a:cubicBezTo>
                  <a:lnTo>
                    <a:pt x="23474" y="148484"/>
                  </a:lnTo>
                  <a:cubicBezTo>
                    <a:pt x="26712" y="147738"/>
                    <a:pt x="29545" y="146992"/>
                    <a:pt x="32783" y="145500"/>
                  </a:cubicBezTo>
                  <a:cubicBezTo>
                    <a:pt x="36426" y="143261"/>
                    <a:pt x="40068" y="139531"/>
                    <a:pt x="42901" y="135054"/>
                  </a:cubicBezTo>
                  <a:cubicBezTo>
                    <a:pt x="44925" y="132069"/>
                    <a:pt x="46949" y="128338"/>
                    <a:pt x="48163" y="123861"/>
                  </a:cubicBezTo>
                  <a:cubicBezTo>
                    <a:pt x="49377" y="120131"/>
                    <a:pt x="49782" y="115654"/>
                    <a:pt x="49782" y="111177"/>
                  </a:cubicBezTo>
                  <a:cubicBezTo>
                    <a:pt x="49782" y="104461"/>
                    <a:pt x="48163" y="98492"/>
                    <a:pt x="45330" y="94761"/>
                  </a:cubicBezTo>
                  <a:cubicBezTo>
                    <a:pt x="40878" y="89538"/>
                    <a:pt x="35616" y="86554"/>
                    <a:pt x="30355" y="85808"/>
                  </a:cubicBezTo>
                  <a:lnTo>
                    <a:pt x="23070" y="83569"/>
                  </a:lnTo>
                  <a:lnTo>
                    <a:pt x="19427" y="82823"/>
                  </a:lnTo>
                  <a:lnTo>
                    <a:pt x="19427" y="81331"/>
                  </a:lnTo>
                  <a:cubicBezTo>
                    <a:pt x="19427" y="80584"/>
                    <a:pt x="19427" y="79092"/>
                    <a:pt x="19022" y="78346"/>
                  </a:cubicBezTo>
                  <a:cubicBezTo>
                    <a:pt x="19022" y="76854"/>
                    <a:pt x="19427" y="75361"/>
                    <a:pt x="19427" y="73123"/>
                  </a:cubicBezTo>
                  <a:lnTo>
                    <a:pt x="20641" y="68646"/>
                  </a:lnTo>
                  <a:lnTo>
                    <a:pt x="23070" y="68646"/>
                  </a:lnTo>
                  <a:cubicBezTo>
                    <a:pt x="28331" y="68646"/>
                    <a:pt x="33593" y="65661"/>
                    <a:pt x="38045" y="59692"/>
                  </a:cubicBezTo>
                  <a:cubicBezTo>
                    <a:pt x="42092" y="53723"/>
                    <a:pt x="44116" y="45515"/>
                    <a:pt x="44116" y="35815"/>
                  </a:cubicBezTo>
                  <a:cubicBezTo>
                    <a:pt x="44116" y="32085"/>
                    <a:pt x="43711" y="29100"/>
                    <a:pt x="43306" y="25369"/>
                  </a:cubicBezTo>
                  <a:cubicBezTo>
                    <a:pt x="42901" y="22385"/>
                    <a:pt x="42092" y="18654"/>
                    <a:pt x="40878" y="16415"/>
                  </a:cubicBezTo>
                  <a:lnTo>
                    <a:pt x="53425" y="16415"/>
                  </a:lnTo>
                  <a:lnTo>
                    <a:pt x="53425" y="6715"/>
                  </a:lnTo>
                  <a:lnTo>
                    <a:pt x="37235" y="6715"/>
                  </a:lnTo>
                  <a:cubicBezTo>
                    <a:pt x="35616" y="3731"/>
                    <a:pt x="33188" y="2238"/>
                    <a:pt x="31164" y="1492"/>
                  </a:cubicBezTo>
                  <a:close/>
                  <a:moveTo>
                    <a:pt x="23474" y="98492"/>
                  </a:moveTo>
                  <a:lnTo>
                    <a:pt x="29950" y="100731"/>
                  </a:lnTo>
                  <a:cubicBezTo>
                    <a:pt x="33188" y="101477"/>
                    <a:pt x="36830" y="103715"/>
                    <a:pt x="39664" y="106700"/>
                  </a:cubicBezTo>
                  <a:cubicBezTo>
                    <a:pt x="41283" y="109684"/>
                    <a:pt x="41687" y="113415"/>
                    <a:pt x="41687" y="117146"/>
                  </a:cubicBezTo>
                  <a:cubicBezTo>
                    <a:pt x="41687" y="123861"/>
                    <a:pt x="39664" y="129831"/>
                    <a:pt x="36830" y="133561"/>
                  </a:cubicBezTo>
                  <a:cubicBezTo>
                    <a:pt x="33188" y="138038"/>
                    <a:pt x="29141" y="140277"/>
                    <a:pt x="24689" y="140277"/>
                  </a:cubicBezTo>
                  <a:lnTo>
                    <a:pt x="23474" y="140277"/>
                  </a:lnTo>
                  <a:cubicBezTo>
                    <a:pt x="19832" y="140277"/>
                    <a:pt x="16594" y="138038"/>
                    <a:pt x="13761" y="133561"/>
                  </a:cubicBezTo>
                  <a:cubicBezTo>
                    <a:pt x="10928" y="129831"/>
                    <a:pt x="9309" y="123861"/>
                    <a:pt x="9309" y="117892"/>
                  </a:cubicBezTo>
                  <a:cubicBezTo>
                    <a:pt x="9309" y="113415"/>
                    <a:pt x="10118" y="108938"/>
                    <a:pt x="11737" y="105208"/>
                  </a:cubicBezTo>
                  <a:cubicBezTo>
                    <a:pt x="13761" y="101477"/>
                    <a:pt x="16189" y="98492"/>
                    <a:pt x="19022" y="97000"/>
                  </a:cubicBezTo>
                  <a:close/>
                  <a:moveTo>
                    <a:pt x="31569" y="52977"/>
                  </a:moveTo>
                  <a:cubicBezTo>
                    <a:pt x="29545" y="57454"/>
                    <a:pt x="26712" y="60438"/>
                    <a:pt x="23474" y="59692"/>
                  </a:cubicBezTo>
                  <a:cubicBezTo>
                    <a:pt x="20237" y="59692"/>
                    <a:pt x="17403" y="57454"/>
                    <a:pt x="15784" y="52977"/>
                  </a:cubicBezTo>
                  <a:cubicBezTo>
                    <a:pt x="13356" y="47754"/>
                    <a:pt x="12142" y="41038"/>
                    <a:pt x="12547" y="35069"/>
                  </a:cubicBezTo>
                  <a:cubicBezTo>
                    <a:pt x="12142" y="28354"/>
                    <a:pt x="13356" y="21638"/>
                    <a:pt x="15380" y="16415"/>
                  </a:cubicBezTo>
                  <a:cubicBezTo>
                    <a:pt x="19427" y="8208"/>
                    <a:pt x="25903" y="7461"/>
                    <a:pt x="30355" y="14177"/>
                  </a:cubicBezTo>
                  <a:lnTo>
                    <a:pt x="31569" y="16415"/>
                  </a:lnTo>
                  <a:cubicBezTo>
                    <a:pt x="33593" y="21638"/>
                    <a:pt x="34807" y="28354"/>
                    <a:pt x="34402" y="35069"/>
                  </a:cubicBezTo>
                  <a:cubicBezTo>
                    <a:pt x="34402" y="41038"/>
                    <a:pt x="33593" y="47008"/>
                    <a:pt x="31569" y="529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2" name="Freeform 1081"/>
            <p:cNvSpPr/>
            <p:nvPr/>
          </p:nvSpPr>
          <p:spPr>
            <a:xfrm>
              <a:off x="11001453" y="487522"/>
              <a:ext cx="58686" cy="106066"/>
            </a:xfrm>
            <a:custGeom>
              <a:avLst/>
              <a:gdLst>
                <a:gd name="connsiteX0" fmla="*/ 51401 w 58686"/>
                <a:gd name="connsiteY0" fmla="*/ 90284 h 106066"/>
                <a:gd name="connsiteX1" fmla="*/ 51401 w 58686"/>
                <a:gd name="connsiteY1" fmla="*/ 0 h 106066"/>
                <a:gd name="connsiteX2" fmla="*/ 46949 w 58686"/>
                <a:gd name="connsiteY2" fmla="*/ 0 h 106066"/>
                <a:gd name="connsiteX3" fmla="*/ 33997 w 58686"/>
                <a:gd name="connsiteY3" fmla="*/ 8208 h 106066"/>
                <a:gd name="connsiteX4" fmla="*/ 33997 w 58686"/>
                <a:gd name="connsiteY4" fmla="*/ 14923 h 106066"/>
                <a:gd name="connsiteX5" fmla="*/ 41687 w 58686"/>
                <a:gd name="connsiteY5" fmla="*/ 14923 h 106066"/>
                <a:gd name="connsiteX6" fmla="*/ 41687 w 58686"/>
                <a:gd name="connsiteY6" fmla="*/ 85808 h 106066"/>
                <a:gd name="connsiteX7" fmla="*/ 34807 w 58686"/>
                <a:gd name="connsiteY7" fmla="*/ 91031 h 106066"/>
                <a:gd name="connsiteX8" fmla="*/ 28331 w 58686"/>
                <a:gd name="connsiteY8" fmla="*/ 92523 h 106066"/>
                <a:gd name="connsiteX9" fmla="*/ 20237 w 58686"/>
                <a:gd name="connsiteY9" fmla="*/ 87300 h 106066"/>
                <a:gd name="connsiteX10" fmla="*/ 17808 w 58686"/>
                <a:gd name="connsiteY10" fmla="*/ 70138 h 106066"/>
                <a:gd name="connsiteX11" fmla="*/ 17808 w 58686"/>
                <a:gd name="connsiteY11" fmla="*/ 746 h 106066"/>
                <a:gd name="connsiteX12" fmla="*/ 13356 w 58686"/>
                <a:gd name="connsiteY12" fmla="*/ 746 h 106066"/>
                <a:gd name="connsiteX13" fmla="*/ 0 w 58686"/>
                <a:gd name="connsiteY13" fmla="*/ 8954 h 106066"/>
                <a:gd name="connsiteX14" fmla="*/ 0 w 58686"/>
                <a:gd name="connsiteY14" fmla="*/ 15669 h 106066"/>
                <a:gd name="connsiteX15" fmla="*/ 8095 w 58686"/>
                <a:gd name="connsiteY15" fmla="*/ 15669 h 106066"/>
                <a:gd name="connsiteX16" fmla="*/ 8095 w 58686"/>
                <a:gd name="connsiteY16" fmla="*/ 73869 h 106066"/>
                <a:gd name="connsiteX17" fmla="*/ 12142 w 58686"/>
                <a:gd name="connsiteY17" fmla="*/ 97746 h 106066"/>
                <a:gd name="connsiteX18" fmla="*/ 23070 w 58686"/>
                <a:gd name="connsiteY18" fmla="*/ 105954 h 106066"/>
                <a:gd name="connsiteX19" fmla="*/ 31974 w 58686"/>
                <a:gd name="connsiteY19" fmla="*/ 102969 h 106066"/>
                <a:gd name="connsiteX20" fmla="*/ 41687 w 58686"/>
                <a:gd name="connsiteY20" fmla="*/ 92523 h 106066"/>
                <a:gd name="connsiteX21" fmla="*/ 41687 w 58686"/>
                <a:gd name="connsiteY21" fmla="*/ 104461 h 106066"/>
                <a:gd name="connsiteX22" fmla="*/ 58686 w 58686"/>
                <a:gd name="connsiteY22" fmla="*/ 104461 h 106066"/>
                <a:gd name="connsiteX23" fmla="*/ 58686 w 58686"/>
                <a:gd name="connsiteY23" fmla="*/ 97000 h 106066"/>
                <a:gd name="connsiteX24" fmla="*/ 53425 w 58686"/>
                <a:gd name="connsiteY24" fmla="*/ 96254 h 10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686" h="106066">
                  <a:moveTo>
                    <a:pt x="51401" y="90284"/>
                  </a:moveTo>
                  <a:lnTo>
                    <a:pt x="51401" y="0"/>
                  </a:lnTo>
                  <a:lnTo>
                    <a:pt x="46949" y="0"/>
                  </a:lnTo>
                  <a:lnTo>
                    <a:pt x="33997" y="8208"/>
                  </a:lnTo>
                  <a:lnTo>
                    <a:pt x="33997" y="14923"/>
                  </a:lnTo>
                  <a:lnTo>
                    <a:pt x="41687" y="14923"/>
                  </a:lnTo>
                  <a:lnTo>
                    <a:pt x="41687" y="85808"/>
                  </a:lnTo>
                  <a:cubicBezTo>
                    <a:pt x="39664" y="88046"/>
                    <a:pt x="37235" y="89538"/>
                    <a:pt x="34807" y="91031"/>
                  </a:cubicBezTo>
                  <a:cubicBezTo>
                    <a:pt x="32783" y="91777"/>
                    <a:pt x="30760" y="92523"/>
                    <a:pt x="28331" y="92523"/>
                  </a:cubicBezTo>
                  <a:cubicBezTo>
                    <a:pt x="25498" y="92523"/>
                    <a:pt x="22260" y="91031"/>
                    <a:pt x="20237" y="87300"/>
                  </a:cubicBezTo>
                  <a:cubicBezTo>
                    <a:pt x="18213" y="82077"/>
                    <a:pt x="17403" y="76108"/>
                    <a:pt x="17808" y="70138"/>
                  </a:cubicBezTo>
                  <a:lnTo>
                    <a:pt x="17808" y="746"/>
                  </a:lnTo>
                  <a:lnTo>
                    <a:pt x="13356" y="746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8095" y="15669"/>
                  </a:lnTo>
                  <a:lnTo>
                    <a:pt x="8095" y="73869"/>
                  </a:lnTo>
                  <a:cubicBezTo>
                    <a:pt x="7690" y="82077"/>
                    <a:pt x="9309" y="91031"/>
                    <a:pt x="12142" y="97746"/>
                  </a:cubicBezTo>
                  <a:cubicBezTo>
                    <a:pt x="14975" y="103715"/>
                    <a:pt x="19022" y="106700"/>
                    <a:pt x="23070" y="105954"/>
                  </a:cubicBezTo>
                  <a:cubicBezTo>
                    <a:pt x="25903" y="105954"/>
                    <a:pt x="29141" y="104461"/>
                    <a:pt x="31974" y="102969"/>
                  </a:cubicBezTo>
                  <a:cubicBezTo>
                    <a:pt x="35616" y="100731"/>
                    <a:pt x="38854" y="97000"/>
                    <a:pt x="41687" y="92523"/>
                  </a:cubicBezTo>
                  <a:lnTo>
                    <a:pt x="41687" y="104461"/>
                  </a:lnTo>
                  <a:lnTo>
                    <a:pt x="58686" y="104461"/>
                  </a:lnTo>
                  <a:lnTo>
                    <a:pt x="58686" y="97000"/>
                  </a:lnTo>
                  <a:lnTo>
                    <a:pt x="53425" y="962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3" name="Freeform 1082"/>
            <p:cNvSpPr/>
            <p:nvPr/>
          </p:nvSpPr>
          <p:spPr>
            <a:xfrm>
              <a:off x="10936696" y="435292"/>
              <a:ext cx="59900" cy="153707"/>
            </a:xfrm>
            <a:custGeom>
              <a:avLst/>
              <a:gdLst>
                <a:gd name="connsiteX0" fmla="*/ 52210 w 59900"/>
                <a:gd name="connsiteY0" fmla="*/ 142515 h 153707"/>
                <a:gd name="connsiteX1" fmla="*/ 52210 w 59900"/>
                <a:gd name="connsiteY1" fmla="*/ 84315 h 153707"/>
                <a:gd name="connsiteX2" fmla="*/ 48568 w 59900"/>
                <a:gd name="connsiteY2" fmla="*/ 60438 h 153707"/>
                <a:gd name="connsiteX3" fmla="*/ 37235 w 59900"/>
                <a:gd name="connsiteY3" fmla="*/ 51485 h 153707"/>
                <a:gd name="connsiteX4" fmla="*/ 29545 w 59900"/>
                <a:gd name="connsiteY4" fmla="*/ 54469 h 153707"/>
                <a:gd name="connsiteX5" fmla="*/ 18618 w 59900"/>
                <a:gd name="connsiteY5" fmla="*/ 64169 h 153707"/>
                <a:gd name="connsiteX6" fmla="*/ 18618 w 59900"/>
                <a:gd name="connsiteY6" fmla="*/ 0 h 153707"/>
                <a:gd name="connsiteX7" fmla="*/ 14166 w 59900"/>
                <a:gd name="connsiteY7" fmla="*/ 0 h 153707"/>
                <a:gd name="connsiteX8" fmla="*/ 0 w 59900"/>
                <a:gd name="connsiteY8" fmla="*/ 7461 h 153707"/>
                <a:gd name="connsiteX9" fmla="*/ 0 w 59900"/>
                <a:gd name="connsiteY9" fmla="*/ 14177 h 153707"/>
                <a:gd name="connsiteX10" fmla="*/ 8904 w 59900"/>
                <a:gd name="connsiteY10" fmla="*/ 14177 h 153707"/>
                <a:gd name="connsiteX11" fmla="*/ 8904 w 59900"/>
                <a:gd name="connsiteY11" fmla="*/ 141769 h 153707"/>
                <a:gd name="connsiteX12" fmla="*/ 7285 w 59900"/>
                <a:gd name="connsiteY12" fmla="*/ 145500 h 153707"/>
                <a:gd name="connsiteX13" fmla="*/ 1214 w 59900"/>
                <a:gd name="connsiteY13" fmla="*/ 146246 h 153707"/>
                <a:gd name="connsiteX14" fmla="*/ 1214 w 59900"/>
                <a:gd name="connsiteY14" fmla="*/ 153708 h 153707"/>
                <a:gd name="connsiteX15" fmla="*/ 25903 w 59900"/>
                <a:gd name="connsiteY15" fmla="*/ 153708 h 153707"/>
                <a:gd name="connsiteX16" fmla="*/ 25903 w 59900"/>
                <a:gd name="connsiteY16" fmla="*/ 146246 h 153707"/>
                <a:gd name="connsiteX17" fmla="*/ 20641 w 59900"/>
                <a:gd name="connsiteY17" fmla="*/ 145500 h 153707"/>
                <a:gd name="connsiteX18" fmla="*/ 18618 w 59900"/>
                <a:gd name="connsiteY18" fmla="*/ 141769 h 153707"/>
                <a:gd name="connsiteX19" fmla="*/ 18618 w 59900"/>
                <a:gd name="connsiteY19" fmla="*/ 71631 h 153707"/>
                <a:gd name="connsiteX20" fmla="*/ 25498 w 59900"/>
                <a:gd name="connsiteY20" fmla="*/ 66408 h 153707"/>
                <a:gd name="connsiteX21" fmla="*/ 31164 w 59900"/>
                <a:gd name="connsiteY21" fmla="*/ 64915 h 153707"/>
                <a:gd name="connsiteX22" fmla="*/ 40068 w 59900"/>
                <a:gd name="connsiteY22" fmla="*/ 70138 h 153707"/>
                <a:gd name="connsiteX23" fmla="*/ 42497 w 59900"/>
                <a:gd name="connsiteY23" fmla="*/ 86554 h 153707"/>
                <a:gd name="connsiteX24" fmla="*/ 42497 w 59900"/>
                <a:gd name="connsiteY24" fmla="*/ 141769 h 153707"/>
                <a:gd name="connsiteX25" fmla="*/ 40878 w 59900"/>
                <a:gd name="connsiteY25" fmla="*/ 145500 h 153707"/>
                <a:gd name="connsiteX26" fmla="*/ 35616 w 59900"/>
                <a:gd name="connsiteY26" fmla="*/ 146246 h 153707"/>
                <a:gd name="connsiteX27" fmla="*/ 35616 w 59900"/>
                <a:gd name="connsiteY27" fmla="*/ 153708 h 153707"/>
                <a:gd name="connsiteX28" fmla="*/ 59900 w 59900"/>
                <a:gd name="connsiteY28" fmla="*/ 153708 h 153707"/>
                <a:gd name="connsiteX29" fmla="*/ 59900 w 59900"/>
                <a:gd name="connsiteY29" fmla="*/ 146246 h 153707"/>
                <a:gd name="connsiteX30" fmla="*/ 54234 w 59900"/>
                <a:gd name="connsiteY30" fmla="*/ 145500 h 15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900" h="153707">
                  <a:moveTo>
                    <a:pt x="52210" y="142515"/>
                  </a:moveTo>
                  <a:lnTo>
                    <a:pt x="52210" y="84315"/>
                  </a:lnTo>
                  <a:cubicBezTo>
                    <a:pt x="52615" y="76108"/>
                    <a:pt x="51401" y="67154"/>
                    <a:pt x="48568" y="60438"/>
                  </a:cubicBezTo>
                  <a:cubicBezTo>
                    <a:pt x="45735" y="54469"/>
                    <a:pt x="41283" y="51485"/>
                    <a:pt x="37235" y="51485"/>
                  </a:cubicBezTo>
                  <a:cubicBezTo>
                    <a:pt x="34807" y="51485"/>
                    <a:pt x="31974" y="52977"/>
                    <a:pt x="29545" y="54469"/>
                  </a:cubicBezTo>
                  <a:cubicBezTo>
                    <a:pt x="25903" y="56708"/>
                    <a:pt x="22260" y="60438"/>
                    <a:pt x="18618" y="64169"/>
                  </a:cubicBezTo>
                  <a:lnTo>
                    <a:pt x="18618" y="0"/>
                  </a:lnTo>
                  <a:lnTo>
                    <a:pt x="14166" y="0"/>
                  </a:lnTo>
                  <a:lnTo>
                    <a:pt x="0" y="7461"/>
                  </a:lnTo>
                  <a:lnTo>
                    <a:pt x="0" y="14177"/>
                  </a:lnTo>
                  <a:lnTo>
                    <a:pt x="8904" y="14177"/>
                  </a:lnTo>
                  <a:lnTo>
                    <a:pt x="8904" y="141769"/>
                  </a:lnTo>
                  <a:lnTo>
                    <a:pt x="7285" y="145500"/>
                  </a:lnTo>
                  <a:lnTo>
                    <a:pt x="1214" y="146246"/>
                  </a:lnTo>
                  <a:lnTo>
                    <a:pt x="1214" y="153708"/>
                  </a:lnTo>
                  <a:lnTo>
                    <a:pt x="25903" y="153708"/>
                  </a:lnTo>
                  <a:lnTo>
                    <a:pt x="25903" y="146246"/>
                  </a:lnTo>
                  <a:lnTo>
                    <a:pt x="20641" y="145500"/>
                  </a:lnTo>
                  <a:lnTo>
                    <a:pt x="18618" y="141769"/>
                  </a:lnTo>
                  <a:lnTo>
                    <a:pt x="18618" y="71631"/>
                  </a:lnTo>
                  <a:cubicBezTo>
                    <a:pt x="21046" y="69392"/>
                    <a:pt x="23070" y="67900"/>
                    <a:pt x="25498" y="66408"/>
                  </a:cubicBezTo>
                  <a:cubicBezTo>
                    <a:pt x="27522" y="65661"/>
                    <a:pt x="29545" y="64915"/>
                    <a:pt x="31164" y="64915"/>
                  </a:cubicBezTo>
                  <a:cubicBezTo>
                    <a:pt x="34402" y="64169"/>
                    <a:pt x="37640" y="66408"/>
                    <a:pt x="40068" y="70138"/>
                  </a:cubicBezTo>
                  <a:cubicBezTo>
                    <a:pt x="42092" y="74615"/>
                    <a:pt x="42901" y="80584"/>
                    <a:pt x="42497" y="86554"/>
                  </a:cubicBezTo>
                  <a:lnTo>
                    <a:pt x="42497" y="141769"/>
                  </a:lnTo>
                  <a:lnTo>
                    <a:pt x="40878" y="145500"/>
                  </a:lnTo>
                  <a:lnTo>
                    <a:pt x="35616" y="146246"/>
                  </a:lnTo>
                  <a:lnTo>
                    <a:pt x="35616" y="153708"/>
                  </a:lnTo>
                  <a:lnTo>
                    <a:pt x="59900" y="153708"/>
                  </a:lnTo>
                  <a:lnTo>
                    <a:pt x="59900" y="146246"/>
                  </a:lnTo>
                  <a:lnTo>
                    <a:pt x="54234" y="1455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4" name="Freeform 1083"/>
            <p:cNvSpPr/>
            <p:nvPr/>
          </p:nvSpPr>
          <p:spPr>
            <a:xfrm>
              <a:off x="10814872" y="486776"/>
              <a:ext cx="58686" cy="102223"/>
            </a:xfrm>
            <a:custGeom>
              <a:avLst/>
              <a:gdLst>
                <a:gd name="connsiteX0" fmla="*/ 50591 w 58686"/>
                <a:gd name="connsiteY0" fmla="*/ 91031 h 102223"/>
                <a:gd name="connsiteX1" fmla="*/ 50591 w 58686"/>
                <a:gd name="connsiteY1" fmla="*/ 32831 h 102223"/>
                <a:gd name="connsiteX2" fmla="*/ 46949 w 58686"/>
                <a:gd name="connsiteY2" fmla="*/ 8954 h 102223"/>
                <a:gd name="connsiteX3" fmla="*/ 35616 w 58686"/>
                <a:gd name="connsiteY3" fmla="*/ 0 h 102223"/>
                <a:gd name="connsiteX4" fmla="*/ 28331 w 58686"/>
                <a:gd name="connsiteY4" fmla="*/ 2985 h 102223"/>
                <a:gd name="connsiteX5" fmla="*/ 17403 w 58686"/>
                <a:gd name="connsiteY5" fmla="*/ 12685 h 102223"/>
                <a:gd name="connsiteX6" fmla="*/ 17403 w 58686"/>
                <a:gd name="connsiteY6" fmla="*/ 1492 h 102223"/>
                <a:gd name="connsiteX7" fmla="*/ 12951 w 58686"/>
                <a:gd name="connsiteY7" fmla="*/ 1492 h 102223"/>
                <a:gd name="connsiteX8" fmla="*/ 0 w 58686"/>
                <a:gd name="connsiteY8" fmla="*/ 8208 h 102223"/>
                <a:gd name="connsiteX9" fmla="*/ 0 w 58686"/>
                <a:gd name="connsiteY9" fmla="*/ 14923 h 102223"/>
                <a:gd name="connsiteX10" fmla="*/ 8095 w 58686"/>
                <a:gd name="connsiteY10" fmla="*/ 14923 h 102223"/>
                <a:gd name="connsiteX11" fmla="*/ 8095 w 58686"/>
                <a:gd name="connsiteY11" fmla="*/ 90284 h 102223"/>
                <a:gd name="connsiteX12" fmla="*/ 6071 w 58686"/>
                <a:gd name="connsiteY12" fmla="*/ 94015 h 102223"/>
                <a:gd name="connsiteX13" fmla="*/ 0 w 58686"/>
                <a:gd name="connsiteY13" fmla="*/ 94761 h 102223"/>
                <a:gd name="connsiteX14" fmla="*/ 0 w 58686"/>
                <a:gd name="connsiteY14" fmla="*/ 102223 h 102223"/>
                <a:gd name="connsiteX15" fmla="*/ 24689 w 58686"/>
                <a:gd name="connsiteY15" fmla="*/ 102223 h 102223"/>
                <a:gd name="connsiteX16" fmla="*/ 24689 w 58686"/>
                <a:gd name="connsiteY16" fmla="*/ 94761 h 102223"/>
                <a:gd name="connsiteX17" fmla="*/ 19427 w 58686"/>
                <a:gd name="connsiteY17" fmla="*/ 94015 h 102223"/>
                <a:gd name="connsiteX18" fmla="*/ 17403 w 58686"/>
                <a:gd name="connsiteY18" fmla="*/ 90284 h 102223"/>
                <a:gd name="connsiteX19" fmla="*/ 17403 w 58686"/>
                <a:gd name="connsiteY19" fmla="*/ 20146 h 102223"/>
                <a:gd name="connsiteX20" fmla="*/ 24284 w 58686"/>
                <a:gd name="connsiteY20" fmla="*/ 14923 h 102223"/>
                <a:gd name="connsiteX21" fmla="*/ 29950 w 58686"/>
                <a:gd name="connsiteY21" fmla="*/ 13431 h 102223"/>
                <a:gd name="connsiteX22" fmla="*/ 38854 w 58686"/>
                <a:gd name="connsiteY22" fmla="*/ 18654 h 102223"/>
                <a:gd name="connsiteX23" fmla="*/ 41283 w 58686"/>
                <a:gd name="connsiteY23" fmla="*/ 35069 h 102223"/>
                <a:gd name="connsiteX24" fmla="*/ 41283 w 58686"/>
                <a:gd name="connsiteY24" fmla="*/ 90284 h 102223"/>
                <a:gd name="connsiteX25" fmla="*/ 39259 w 58686"/>
                <a:gd name="connsiteY25" fmla="*/ 94015 h 102223"/>
                <a:gd name="connsiteX26" fmla="*/ 33593 w 58686"/>
                <a:gd name="connsiteY26" fmla="*/ 94761 h 102223"/>
                <a:gd name="connsiteX27" fmla="*/ 33593 w 58686"/>
                <a:gd name="connsiteY27" fmla="*/ 102223 h 102223"/>
                <a:gd name="connsiteX28" fmla="*/ 58686 w 58686"/>
                <a:gd name="connsiteY28" fmla="*/ 102223 h 102223"/>
                <a:gd name="connsiteX29" fmla="*/ 58686 w 58686"/>
                <a:gd name="connsiteY29" fmla="*/ 94761 h 102223"/>
                <a:gd name="connsiteX30" fmla="*/ 52615 w 58686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8686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5" y="16415"/>
                    <a:pt x="24284" y="14923"/>
                  </a:cubicBezTo>
                  <a:cubicBezTo>
                    <a:pt x="26307" y="14177"/>
                    <a:pt x="28331" y="13431"/>
                    <a:pt x="29950" y="13431"/>
                  </a:cubicBezTo>
                  <a:cubicBezTo>
                    <a:pt x="33188" y="12685"/>
                    <a:pt x="36426" y="14177"/>
                    <a:pt x="38854" y="18654"/>
                  </a:cubicBezTo>
                  <a:cubicBezTo>
                    <a:pt x="40878" y="23131"/>
                    <a:pt x="41687" y="29100"/>
                    <a:pt x="41283" y="35069"/>
                  </a:cubicBezTo>
                  <a:lnTo>
                    <a:pt x="41283" y="90284"/>
                  </a:lnTo>
                  <a:lnTo>
                    <a:pt x="39259" y="94015"/>
                  </a:lnTo>
                  <a:lnTo>
                    <a:pt x="33593" y="94761"/>
                  </a:lnTo>
                  <a:lnTo>
                    <a:pt x="33593" y="102223"/>
                  </a:lnTo>
                  <a:lnTo>
                    <a:pt x="58686" y="102223"/>
                  </a:lnTo>
                  <a:lnTo>
                    <a:pt x="58686" y="94761"/>
                  </a:lnTo>
                  <a:lnTo>
                    <a:pt x="52615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5" name="Freeform 1084"/>
            <p:cNvSpPr/>
            <p:nvPr/>
          </p:nvSpPr>
          <p:spPr>
            <a:xfrm>
              <a:off x="10789779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1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405" y="16415"/>
                    <a:pt x="1214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6" name="Freeform 1085"/>
            <p:cNvSpPr/>
            <p:nvPr/>
          </p:nvSpPr>
          <p:spPr>
            <a:xfrm>
              <a:off x="10783303" y="489015"/>
              <a:ext cx="25498" cy="101476"/>
            </a:xfrm>
            <a:custGeom>
              <a:avLst/>
              <a:gdLst>
                <a:gd name="connsiteX0" fmla="*/ 12951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403 w 25498"/>
                <a:gd name="connsiteY11" fmla="*/ 88792 h 101476"/>
                <a:gd name="connsiteX12" fmla="*/ 17403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2951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7" name="Freeform 1086"/>
            <p:cNvSpPr/>
            <p:nvPr/>
          </p:nvSpPr>
          <p:spPr>
            <a:xfrm>
              <a:off x="10738782" y="487410"/>
              <a:ext cx="35616" cy="105432"/>
            </a:xfrm>
            <a:custGeom>
              <a:avLst/>
              <a:gdLst>
                <a:gd name="connsiteX0" fmla="*/ 31569 w 35616"/>
                <a:gd name="connsiteY0" fmla="*/ 55328 h 105432"/>
                <a:gd name="connsiteX1" fmla="*/ 22260 w 35616"/>
                <a:gd name="connsiteY1" fmla="*/ 45628 h 105432"/>
                <a:gd name="connsiteX2" fmla="*/ 19427 w 35616"/>
                <a:gd name="connsiteY2" fmla="*/ 43390 h 105432"/>
                <a:gd name="connsiteX3" fmla="*/ 11737 w 35616"/>
                <a:gd name="connsiteY3" fmla="*/ 34436 h 105432"/>
                <a:gd name="connsiteX4" fmla="*/ 9714 w 35616"/>
                <a:gd name="connsiteY4" fmla="*/ 23990 h 105432"/>
                <a:gd name="connsiteX5" fmla="*/ 12142 w 35616"/>
                <a:gd name="connsiteY5" fmla="*/ 13543 h 105432"/>
                <a:gd name="connsiteX6" fmla="*/ 19022 w 35616"/>
                <a:gd name="connsiteY6" fmla="*/ 9066 h 105432"/>
                <a:gd name="connsiteX7" fmla="*/ 23070 w 35616"/>
                <a:gd name="connsiteY7" fmla="*/ 9813 h 105432"/>
                <a:gd name="connsiteX8" fmla="*/ 27117 w 35616"/>
                <a:gd name="connsiteY8" fmla="*/ 13543 h 105432"/>
                <a:gd name="connsiteX9" fmla="*/ 28331 w 35616"/>
                <a:gd name="connsiteY9" fmla="*/ 27720 h 105432"/>
                <a:gd name="connsiteX10" fmla="*/ 33997 w 35616"/>
                <a:gd name="connsiteY10" fmla="*/ 27720 h 105432"/>
                <a:gd name="connsiteX11" fmla="*/ 33997 w 35616"/>
                <a:gd name="connsiteY11" fmla="*/ 4590 h 105432"/>
                <a:gd name="connsiteX12" fmla="*/ 27926 w 35616"/>
                <a:gd name="connsiteY12" fmla="*/ 1605 h 105432"/>
                <a:gd name="connsiteX13" fmla="*/ 20641 w 35616"/>
                <a:gd name="connsiteY13" fmla="*/ 113 h 105432"/>
                <a:gd name="connsiteX14" fmla="*/ 5666 w 35616"/>
                <a:gd name="connsiteY14" fmla="*/ 8320 h 105432"/>
                <a:gd name="connsiteX15" fmla="*/ 405 w 35616"/>
                <a:gd name="connsiteY15" fmla="*/ 29959 h 105432"/>
                <a:gd name="connsiteX16" fmla="*/ 3643 w 35616"/>
                <a:gd name="connsiteY16" fmla="*/ 45628 h 105432"/>
                <a:gd name="connsiteX17" fmla="*/ 14975 w 35616"/>
                <a:gd name="connsiteY17" fmla="*/ 58313 h 105432"/>
                <a:gd name="connsiteX18" fmla="*/ 24689 w 35616"/>
                <a:gd name="connsiteY18" fmla="*/ 68759 h 105432"/>
                <a:gd name="connsiteX19" fmla="*/ 26712 w 35616"/>
                <a:gd name="connsiteY19" fmla="*/ 79205 h 105432"/>
                <a:gd name="connsiteX20" fmla="*/ 23879 w 35616"/>
                <a:gd name="connsiteY20" fmla="*/ 91889 h 105432"/>
                <a:gd name="connsiteX21" fmla="*/ 16189 w 35616"/>
                <a:gd name="connsiteY21" fmla="*/ 97113 h 105432"/>
                <a:gd name="connsiteX22" fmla="*/ 11332 w 35616"/>
                <a:gd name="connsiteY22" fmla="*/ 95620 h 105432"/>
                <a:gd name="connsiteX23" fmla="*/ 6476 w 35616"/>
                <a:gd name="connsiteY23" fmla="*/ 91889 h 105432"/>
                <a:gd name="connsiteX24" fmla="*/ 5261 w 35616"/>
                <a:gd name="connsiteY24" fmla="*/ 73982 h 105432"/>
                <a:gd name="connsiteX25" fmla="*/ 0 w 35616"/>
                <a:gd name="connsiteY25" fmla="*/ 73982 h 105432"/>
                <a:gd name="connsiteX26" fmla="*/ 0 w 35616"/>
                <a:gd name="connsiteY26" fmla="*/ 101589 h 105432"/>
                <a:gd name="connsiteX27" fmla="*/ 6880 w 35616"/>
                <a:gd name="connsiteY27" fmla="*/ 104574 h 105432"/>
                <a:gd name="connsiteX28" fmla="*/ 14570 w 35616"/>
                <a:gd name="connsiteY28" fmla="*/ 105320 h 105432"/>
                <a:gd name="connsiteX29" fmla="*/ 29950 w 35616"/>
                <a:gd name="connsiteY29" fmla="*/ 97113 h 105432"/>
                <a:gd name="connsiteX30" fmla="*/ 35616 w 35616"/>
                <a:gd name="connsiteY30" fmla="*/ 73982 h 105432"/>
                <a:gd name="connsiteX31" fmla="*/ 34807 w 35616"/>
                <a:gd name="connsiteY31" fmla="*/ 63536 h 105432"/>
                <a:gd name="connsiteX32" fmla="*/ 31569 w 35616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616" h="105432">
                  <a:moveTo>
                    <a:pt x="31569" y="55328"/>
                  </a:moveTo>
                  <a:cubicBezTo>
                    <a:pt x="28736" y="51597"/>
                    <a:pt x="25498" y="48613"/>
                    <a:pt x="22260" y="45628"/>
                  </a:cubicBezTo>
                  <a:cubicBezTo>
                    <a:pt x="20641" y="44882"/>
                    <a:pt x="19832" y="44136"/>
                    <a:pt x="19427" y="43390"/>
                  </a:cubicBezTo>
                  <a:cubicBezTo>
                    <a:pt x="16594" y="41151"/>
                    <a:pt x="14166" y="38166"/>
                    <a:pt x="11737" y="34436"/>
                  </a:cubicBezTo>
                  <a:cubicBezTo>
                    <a:pt x="10523" y="31451"/>
                    <a:pt x="9714" y="27720"/>
                    <a:pt x="9714" y="23990"/>
                  </a:cubicBezTo>
                  <a:cubicBezTo>
                    <a:pt x="9714" y="19513"/>
                    <a:pt x="10523" y="15782"/>
                    <a:pt x="12142" y="13543"/>
                  </a:cubicBezTo>
                  <a:cubicBezTo>
                    <a:pt x="14166" y="10559"/>
                    <a:pt x="16594" y="9066"/>
                    <a:pt x="19022" y="9066"/>
                  </a:cubicBezTo>
                  <a:cubicBezTo>
                    <a:pt x="20237" y="9066"/>
                    <a:pt x="21855" y="9813"/>
                    <a:pt x="23070" y="9813"/>
                  </a:cubicBezTo>
                  <a:cubicBezTo>
                    <a:pt x="24284" y="10559"/>
                    <a:pt x="25498" y="12051"/>
                    <a:pt x="27117" y="13543"/>
                  </a:cubicBezTo>
                  <a:lnTo>
                    <a:pt x="28331" y="27720"/>
                  </a:lnTo>
                  <a:lnTo>
                    <a:pt x="33997" y="27720"/>
                  </a:lnTo>
                  <a:lnTo>
                    <a:pt x="33997" y="4590"/>
                  </a:lnTo>
                  <a:cubicBezTo>
                    <a:pt x="31974" y="3097"/>
                    <a:pt x="29950" y="1605"/>
                    <a:pt x="27926" y="1605"/>
                  </a:cubicBezTo>
                  <a:cubicBezTo>
                    <a:pt x="25498" y="859"/>
                    <a:pt x="23070" y="113"/>
                    <a:pt x="20641" y="113"/>
                  </a:cubicBezTo>
                  <a:cubicBezTo>
                    <a:pt x="15380" y="-634"/>
                    <a:pt x="10118" y="2351"/>
                    <a:pt x="5666" y="8320"/>
                  </a:cubicBezTo>
                  <a:cubicBezTo>
                    <a:pt x="2024" y="13543"/>
                    <a:pt x="0" y="21751"/>
                    <a:pt x="405" y="29959"/>
                  </a:cubicBezTo>
                  <a:cubicBezTo>
                    <a:pt x="405" y="35928"/>
                    <a:pt x="1619" y="41151"/>
                    <a:pt x="3643" y="45628"/>
                  </a:cubicBezTo>
                  <a:cubicBezTo>
                    <a:pt x="6880" y="50851"/>
                    <a:pt x="10928" y="55328"/>
                    <a:pt x="14975" y="58313"/>
                  </a:cubicBezTo>
                  <a:cubicBezTo>
                    <a:pt x="18618" y="60551"/>
                    <a:pt x="21855" y="64282"/>
                    <a:pt x="24689" y="68759"/>
                  </a:cubicBezTo>
                  <a:cubicBezTo>
                    <a:pt x="26307" y="71743"/>
                    <a:pt x="26712" y="75474"/>
                    <a:pt x="26712" y="79205"/>
                  </a:cubicBezTo>
                  <a:cubicBezTo>
                    <a:pt x="26712" y="83682"/>
                    <a:pt x="25903" y="88905"/>
                    <a:pt x="23879" y="91889"/>
                  </a:cubicBezTo>
                  <a:cubicBezTo>
                    <a:pt x="21855" y="94874"/>
                    <a:pt x="19022" y="97113"/>
                    <a:pt x="16189" y="97113"/>
                  </a:cubicBezTo>
                  <a:cubicBezTo>
                    <a:pt x="14570" y="97113"/>
                    <a:pt x="12951" y="96366"/>
                    <a:pt x="11332" y="95620"/>
                  </a:cubicBezTo>
                  <a:cubicBezTo>
                    <a:pt x="9714" y="94874"/>
                    <a:pt x="7690" y="94128"/>
                    <a:pt x="6476" y="91889"/>
                  </a:cubicBezTo>
                  <a:lnTo>
                    <a:pt x="526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2142" y="105320"/>
                    <a:pt x="14570" y="105320"/>
                  </a:cubicBezTo>
                  <a:cubicBezTo>
                    <a:pt x="20237" y="106066"/>
                    <a:pt x="25498" y="103082"/>
                    <a:pt x="29950" y="97113"/>
                  </a:cubicBezTo>
                  <a:cubicBezTo>
                    <a:pt x="33593" y="91143"/>
                    <a:pt x="35616" y="82936"/>
                    <a:pt x="35616" y="73982"/>
                  </a:cubicBezTo>
                  <a:cubicBezTo>
                    <a:pt x="35616" y="70251"/>
                    <a:pt x="35212" y="67266"/>
                    <a:pt x="34807" y="63536"/>
                  </a:cubicBezTo>
                  <a:cubicBezTo>
                    <a:pt x="33997" y="59805"/>
                    <a:pt x="32783" y="57566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8" name="Freeform 1087"/>
            <p:cNvSpPr/>
            <p:nvPr/>
          </p:nvSpPr>
          <p:spPr>
            <a:xfrm>
              <a:off x="10667954" y="450215"/>
              <a:ext cx="63947" cy="140276"/>
            </a:xfrm>
            <a:custGeom>
              <a:avLst/>
              <a:gdLst>
                <a:gd name="connsiteX0" fmla="*/ 7690 w 63947"/>
                <a:gd name="connsiteY0" fmla="*/ 11938 h 140276"/>
                <a:gd name="connsiteX1" fmla="*/ 9714 w 63947"/>
                <a:gd name="connsiteY1" fmla="*/ 8954 h 140276"/>
                <a:gd name="connsiteX2" fmla="*/ 26712 w 63947"/>
                <a:gd name="connsiteY2" fmla="*/ 8954 h 140276"/>
                <a:gd name="connsiteX3" fmla="*/ 26712 w 63947"/>
                <a:gd name="connsiteY3" fmla="*/ 127592 h 140276"/>
                <a:gd name="connsiteX4" fmla="*/ 25093 w 63947"/>
                <a:gd name="connsiteY4" fmla="*/ 130577 h 140276"/>
                <a:gd name="connsiteX5" fmla="*/ 17403 w 63947"/>
                <a:gd name="connsiteY5" fmla="*/ 131323 h 140276"/>
                <a:gd name="connsiteX6" fmla="*/ 17403 w 63947"/>
                <a:gd name="connsiteY6" fmla="*/ 140277 h 140276"/>
                <a:gd name="connsiteX7" fmla="*/ 46949 w 63947"/>
                <a:gd name="connsiteY7" fmla="*/ 140277 h 140276"/>
                <a:gd name="connsiteX8" fmla="*/ 46949 w 63947"/>
                <a:gd name="connsiteY8" fmla="*/ 131323 h 140276"/>
                <a:gd name="connsiteX9" fmla="*/ 39259 w 63947"/>
                <a:gd name="connsiteY9" fmla="*/ 130577 h 140276"/>
                <a:gd name="connsiteX10" fmla="*/ 37640 w 63947"/>
                <a:gd name="connsiteY10" fmla="*/ 127592 h 140276"/>
                <a:gd name="connsiteX11" fmla="*/ 37640 w 63947"/>
                <a:gd name="connsiteY11" fmla="*/ 8954 h 140276"/>
                <a:gd name="connsiteX12" fmla="*/ 54639 w 63947"/>
                <a:gd name="connsiteY12" fmla="*/ 8954 h 140276"/>
                <a:gd name="connsiteX13" fmla="*/ 56662 w 63947"/>
                <a:gd name="connsiteY13" fmla="*/ 11938 h 140276"/>
                <a:gd name="connsiteX14" fmla="*/ 57877 w 63947"/>
                <a:gd name="connsiteY14" fmla="*/ 31338 h 140276"/>
                <a:gd name="connsiteX15" fmla="*/ 63948 w 63947"/>
                <a:gd name="connsiteY15" fmla="*/ 31338 h 140276"/>
                <a:gd name="connsiteX16" fmla="*/ 63948 w 63947"/>
                <a:gd name="connsiteY16" fmla="*/ 0 h 140276"/>
                <a:gd name="connsiteX17" fmla="*/ 0 w 63947"/>
                <a:gd name="connsiteY17" fmla="*/ 0 h 140276"/>
                <a:gd name="connsiteX18" fmla="*/ 0 w 63947"/>
                <a:gd name="connsiteY18" fmla="*/ 31338 h 140276"/>
                <a:gd name="connsiteX19" fmla="*/ 6476 w 63947"/>
                <a:gd name="connsiteY19" fmla="*/ 31338 h 140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3947" h="140276">
                  <a:moveTo>
                    <a:pt x="7690" y="11938"/>
                  </a:moveTo>
                  <a:lnTo>
                    <a:pt x="9714" y="8954"/>
                  </a:lnTo>
                  <a:lnTo>
                    <a:pt x="26712" y="8954"/>
                  </a:lnTo>
                  <a:lnTo>
                    <a:pt x="26712" y="127592"/>
                  </a:lnTo>
                  <a:lnTo>
                    <a:pt x="25093" y="130577"/>
                  </a:lnTo>
                  <a:lnTo>
                    <a:pt x="17403" y="131323"/>
                  </a:lnTo>
                  <a:lnTo>
                    <a:pt x="17403" y="140277"/>
                  </a:lnTo>
                  <a:lnTo>
                    <a:pt x="46949" y="140277"/>
                  </a:lnTo>
                  <a:lnTo>
                    <a:pt x="46949" y="131323"/>
                  </a:lnTo>
                  <a:lnTo>
                    <a:pt x="39259" y="130577"/>
                  </a:lnTo>
                  <a:lnTo>
                    <a:pt x="37640" y="127592"/>
                  </a:lnTo>
                  <a:lnTo>
                    <a:pt x="37640" y="8954"/>
                  </a:lnTo>
                  <a:lnTo>
                    <a:pt x="54639" y="8954"/>
                  </a:lnTo>
                  <a:lnTo>
                    <a:pt x="56662" y="11938"/>
                  </a:lnTo>
                  <a:lnTo>
                    <a:pt x="57877" y="31338"/>
                  </a:lnTo>
                  <a:lnTo>
                    <a:pt x="63948" y="31338"/>
                  </a:lnTo>
                  <a:lnTo>
                    <a:pt x="63948" y="0"/>
                  </a:lnTo>
                  <a:lnTo>
                    <a:pt x="0" y="0"/>
                  </a:lnTo>
                  <a:lnTo>
                    <a:pt x="0" y="31338"/>
                  </a:lnTo>
                  <a:lnTo>
                    <a:pt x="6476" y="313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15925" y="1177925"/>
            <a:ext cx="869950" cy="1012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114" y="1095375"/>
            <a:ext cx="898071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0" y="0"/>
            <a:ext cx="12192000" cy="764891"/>
          </a:xfrm>
          <a:prstGeom prst="rect">
            <a:avLst/>
          </a:prstGeom>
          <a:gradFill>
            <a:gsLst>
              <a:gs pos="66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232715" y="22562"/>
            <a:ext cx="9867275" cy="80495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代表成果介绍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6667908"/>
            <a:ext cx="12192000" cy="190092"/>
          </a:xfrm>
          <a:prstGeom prst="rect">
            <a:avLst/>
          </a:prstGeom>
          <a:gradFill>
            <a:gsLst>
              <a:gs pos="62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1" name="Picture 53"/>
          <p:cNvGrpSpPr/>
          <p:nvPr/>
        </p:nvGrpSpPr>
        <p:grpSpPr>
          <a:xfrm>
            <a:off x="10418760" y="158425"/>
            <a:ext cx="1540525" cy="464437"/>
            <a:chOff x="10114975" y="-255832"/>
            <a:chExt cx="1540525" cy="891980"/>
          </a:xfrm>
          <a:solidFill>
            <a:schemeClr val="bg1"/>
          </a:solidFill>
        </p:grpSpPr>
        <p:sp>
          <p:nvSpPr>
            <p:cNvPr id="92" name="Freeform 91"/>
            <p:cNvSpPr/>
            <p:nvPr/>
          </p:nvSpPr>
          <p:spPr>
            <a:xfrm>
              <a:off x="10114975" y="-254712"/>
              <a:ext cx="477006" cy="883258"/>
            </a:xfrm>
            <a:custGeom>
              <a:avLst/>
              <a:gdLst>
                <a:gd name="connsiteX0" fmla="*/ 475676 w 477006"/>
                <a:gd name="connsiteY0" fmla="*/ 461682 h 883258"/>
                <a:gd name="connsiteX1" fmla="*/ 475271 w 477006"/>
                <a:gd name="connsiteY1" fmla="*/ 456459 h 883258"/>
                <a:gd name="connsiteX2" fmla="*/ 475676 w 477006"/>
                <a:gd name="connsiteY2" fmla="*/ 422882 h 883258"/>
                <a:gd name="connsiteX3" fmla="*/ 475271 w 477006"/>
                <a:gd name="connsiteY3" fmla="*/ 418405 h 883258"/>
                <a:gd name="connsiteX4" fmla="*/ 474057 w 477006"/>
                <a:gd name="connsiteY4" fmla="*/ 384828 h 883258"/>
                <a:gd name="connsiteX5" fmla="*/ 473248 w 477006"/>
                <a:gd name="connsiteY5" fmla="*/ 380351 h 883258"/>
                <a:gd name="connsiteX6" fmla="*/ 470414 w 477006"/>
                <a:gd name="connsiteY6" fmla="*/ 346775 h 883258"/>
                <a:gd name="connsiteX7" fmla="*/ 469605 w 477006"/>
                <a:gd name="connsiteY7" fmla="*/ 342298 h 883258"/>
                <a:gd name="connsiteX8" fmla="*/ 465153 w 477006"/>
                <a:gd name="connsiteY8" fmla="*/ 309467 h 883258"/>
                <a:gd name="connsiteX9" fmla="*/ 463939 w 477006"/>
                <a:gd name="connsiteY9" fmla="*/ 305736 h 883258"/>
                <a:gd name="connsiteX10" fmla="*/ 458273 w 477006"/>
                <a:gd name="connsiteY10" fmla="*/ 273652 h 883258"/>
                <a:gd name="connsiteX11" fmla="*/ 456654 w 477006"/>
                <a:gd name="connsiteY11" fmla="*/ 269921 h 883258"/>
                <a:gd name="connsiteX12" fmla="*/ 456249 w 477006"/>
                <a:gd name="connsiteY12" fmla="*/ 260967 h 883258"/>
                <a:gd name="connsiteX13" fmla="*/ 450987 w 477006"/>
                <a:gd name="connsiteY13" fmla="*/ 241567 h 883258"/>
                <a:gd name="connsiteX14" fmla="*/ 449773 w 477006"/>
                <a:gd name="connsiteY14" fmla="*/ 238582 h 883258"/>
                <a:gd name="connsiteX15" fmla="*/ 448154 w 477006"/>
                <a:gd name="connsiteY15" fmla="*/ 234852 h 883258"/>
                <a:gd name="connsiteX16" fmla="*/ 447749 w 477006"/>
                <a:gd name="connsiteY16" fmla="*/ 231121 h 883258"/>
                <a:gd name="connsiteX17" fmla="*/ 440060 w 477006"/>
                <a:gd name="connsiteY17" fmla="*/ 206498 h 883258"/>
                <a:gd name="connsiteX18" fmla="*/ 439655 w 477006"/>
                <a:gd name="connsiteY18" fmla="*/ 205752 h 883258"/>
                <a:gd name="connsiteX19" fmla="*/ 437631 w 477006"/>
                <a:gd name="connsiteY19" fmla="*/ 202021 h 883258"/>
                <a:gd name="connsiteX20" fmla="*/ 430751 w 477006"/>
                <a:gd name="connsiteY20" fmla="*/ 179636 h 883258"/>
                <a:gd name="connsiteX21" fmla="*/ 427513 w 477006"/>
                <a:gd name="connsiteY21" fmla="*/ 173667 h 883258"/>
                <a:gd name="connsiteX22" fmla="*/ 425894 w 477006"/>
                <a:gd name="connsiteY22" fmla="*/ 170682 h 883258"/>
                <a:gd name="connsiteX23" fmla="*/ 420228 w 477006"/>
                <a:gd name="connsiteY23" fmla="*/ 154267 h 883258"/>
                <a:gd name="connsiteX24" fmla="*/ 414561 w 477006"/>
                <a:gd name="connsiteY24" fmla="*/ 144567 h 883258"/>
                <a:gd name="connsiteX25" fmla="*/ 412538 w 477006"/>
                <a:gd name="connsiteY25" fmla="*/ 141582 h 883258"/>
                <a:gd name="connsiteX26" fmla="*/ 408086 w 477006"/>
                <a:gd name="connsiteY26" fmla="*/ 128898 h 883258"/>
                <a:gd name="connsiteX27" fmla="*/ 399991 w 477006"/>
                <a:gd name="connsiteY27" fmla="*/ 116959 h 883258"/>
                <a:gd name="connsiteX28" fmla="*/ 397563 w 477006"/>
                <a:gd name="connsiteY28" fmla="*/ 113975 h 883258"/>
                <a:gd name="connsiteX29" fmla="*/ 397158 w 477006"/>
                <a:gd name="connsiteY29" fmla="*/ 110990 h 883258"/>
                <a:gd name="connsiteX30" fmla="*/ 385421 w 477006"/>
                <a:gd name="connsiteY30" fmla="*/ 92336 h 883258"/>
                <a:gd name="connsiteX31" fmla="*/ 384207 w 477006"/>
                <a:gd name="connsiteY31" fmla="*/ 91590 h 883258"/>
                <a:gd name="connsiteX32" fmla="*/ 381778 w 477006"/>
                <a:gd name="connsiteY32" fmla="*/ 89352 h 883258"/>
                <a:gd name="connsiteX33" fmla="*/ 378945 w 477006"/>
                <a:gd name="connsiteY33" fmla="*/ 82636 h 883258"/>
                <a:gd name="connsiteX34" fmla="*/ 376112 w 477006"/>
                <a:gd name="connsiteY34" fmla="*/ 78159 h 883258"/>
                <a:gd name="connsiteX35" fmla="*/ 369232 w 477006"/>
                <a:gd name="connsiteY35" fmla="*/ 71444 h 883258"/>
                <a:gd name="connsiteX36" fmla="*/ 366398 w 477006"/>
                <a:gd name="connsiteY36" fmla="*/ 68459 h 883258"/>
                <a:gd name="connsiteX37" fmla="*/ 363565 w 477006"/>
                <a:gd name="connsiteY37" fmla="*/ 66967 h 883258"/>
                <a:gd name="connsiteX38" fmla="*/ 363161 w 477006"/>
                <a:gd name="connsiteY38" fmla="*/ 66221 h 883258"/>
                <a:gd name="connsiteX39" fmla="*/ 360327 w 477006"/>
                <a:gd name="connsiteY39" fmla="*/ 60998 h 883258"/>
                <a:gd name="connsiteX40" fmla="*/ 358708 w 477006"/>
                <a:gd name="connsiteY40" fmla="*/ 58759 h 883258"/>
                <a:gd name="connsiteX41" fmla="*/ 357494 w 477006"/>
                <a:gd name="connsiteY41" fmla="*/ 58013 h 883258"/>
                <a:gd name="connsiteX42" fmla="*/ 352233 w 477006"/>
                <a:gd name="connsiteY42" fmla="*/ 52790 h 883258"/>
                <a:gd name="connsiteX43" fmla="*/ 351019 w 477006"/>
                <a:gd name="connsiteY43" fmla="*/ 52044 h 883258"/>
                <a:gd name="connsiteX44" fmla="*/ 349400 w 477006"/>
                <a:gd name="connsiteY44" fmla="*/ 51298 h 883258"/>
                <a:gd name="connsiteX45" fmla="*/ 347781 w 477006"/>
                <a:gd name="connsiteY45" fmla="*/ 50552 h 883258"/>
                <a:gd name="connsiteX46" fmla="*/ 346971 w 477006"/>
                <a:gd name="connsiteY46" fmla="*/ 51298 h 883258"/>
                <a:gd name="connsiteX47" fmla="*/ 344948 w 477006"/>
                <a:gd name="connsiteY47" fmla="*/ 47567 h 883258"/>
                <a:gd name="connsiteX48" fmla="*/ 343733 w 477006"/>
                <a:gd name="connsiteY48" fmla="*/ 46075 h 883258"/>
                <a:gd name="connsiteX49" fmla="*/ 339686 w 477006"/>
                <a:gd name="connsiteY49" fmla="*/ 41598 h 883258"/>
                <a:gd name="connsiteX50" fmla="*/ 337662 w 477006"/>
                <a:gd name="connsiteY50" fmla="*/ 40106 h 883258"/>
                <a:gd name="connsiteX51" fmla="*/ 336044 w 477006"/>
                <a:gd name="connsiteY51" fmla="*/ 39360 h 883258"/>
                <a:gd name="connsiteX52" fmla="*/ 335234 w 477006"/>
                <a:gd name="connsiteY52" fmla="*/ 38613 h 883258"/>
                <a:gd name="connsiteX53" fmla="*/ 330377 w 477006"/>
                <a:gd name="connsiteY53" fmla="*/ 36375 h 883258"/>
                <a:gd name="connsiteX54" fmla="*/ 329973 w 477006"/>
                <a:gd name="connsiteY54" fmla="*/ 36375 h 883258"/>
                <a:gd name="connsiteX55" fmla="*/ 327949 w 477006"/>
                <a:gd name="connsiteY55" fmla="*/ 35629 h 883258"/>
                <a:gd name="connsiteX56" fmla="*/ 327544 w 477006"/>
                <a:gd name="connsiteY56" fmla="*/ 34883 h 883258"/>
                <a:gd name="connsiteX57" fmla="*/ 323902 w 477006"/>
                <a:gd name="connsiteY57" fmla="*/ 29660 h 883258"/>
                <a:gd name="connsiteX58" fmla="*/ 322687 w 477006"/>
                <a:gd name="connsiteY58" fmla="*/ 28167 h 883258"/>
                <a:gd name="connsiteX59" fmla="*/ 321878 w 477006"/>
                <a:gd name="connsiteY59" fmla="*/ 28167 h 883258"/>
                <a:gd name="connsiteX60" fmla="*/ 321473 w 477006"/>
                <a:gd name="connsiteY60" fmla="*/ 27421 h 883258"/>
                <a:gd name="connsiteX61" fmla="*/ 318640 w 477006"/>
                <a:gd name="connsiteY61" fmla="*/ 25929 h 883258"/>
                <a:gd name="connsiteX62" fmla="*/ 315402 w 477006"/>
                <a:gd name="connsiteY62" fmla="*/ 24436 h 883258"/>
                <a:gd name="connsiteX63" fmla="*/ 313783 w 477006"/>
                <a:gd name="connsiteY63" fmla="*/ 23690 h 883258"/>
                <a:gd name="connsiteX64" fmla="*/ 310950 w 477006"/>
                <a:gd name="connsiteY64" fmla="*/ 22944 h 883258"/>
                <a:gd name="connsiteX65" fmla="*/ 308522 w 477006"/>
                <a:gd name="connsiteY65" fmla="*/ 22198 h 883258"/>
                <a:gd name="connsiteX66" fmla="*/ 307308 w 477006"/>
                <a:gd name="connsiteY66" fmla="*/ 19960 h 883258"/>
                <a:gd name="connsiteX67" fmla="*/ 302451 w 477006"/>
                <a:gd name="connsiteY67" fmla="*/ 15483 h 883258"/>
                <a:gd name="connsiteX68" fmla="*/ 300427 w 477006"/>
                <a:gd name="connsiteY68" fmla="*/ 14736 h 883258"/>
                <a:gd name="connsiteX69" fmla="*/ 299213 w 477006"/>
                <a:gd name="connsiteY69" fmla="*/ 13990 h 883258"/>
                <a:gd name="connsiteX70" fmla="*/ 297189 w 477006"/>
                <a:gd name="connsiteY70" fmla="*/ 13244 h 883258"/>
                <a:gd name="connsiteX71" fmla="*/ 294356 w 477006"/>
                <a:gd name="connsiteY71" fmla="*/ 13244 h 883258"/>
                <a:gd name="connsiteX72" fmla="*/ 292737 w 477006"/>
                <a:gd name="connsiteY72" fmla="*/ 13244 h 883258"/>
                <a:gd name="connsiteX73" fmla="*/ 291118 w 477006"/>
                <a:gd name="connsiteY73" fmla="*/ 12498 h 883258"/>
                <a:gd name="connsiteX74" fmla="*/ 288285 w 477006"/>
                <a:gd name="connsiteY74" fmla="*/ 12498 h 883258"/>
                <a:gd name="connsiteX75" fmla="*/ 287071 w 477006"/>
                <a:gd name="connsiteY75" fmla="*/ 11006 h 883258"/>
                <a:gd name="connsiteX76" fmla="*/ 286262 w 477006"/>
                <a:gd name="connsiteY76" fmla="*/ 10260 h 883258"/>
                <a:gd name="connsiteX77" fmla="*/ 284238 w 477006"/>
                <a:gd name="connsiteY77" fmla="*/ 8767 h 883258"/>
                <a:gd name="connsiteX78" fmla="*/ 281405 w 477006"/>
                <a:gd name="connsiteY78" fmla="*/ 7275 h 883258"/>
                <a:gd name="connsiteX79" fmla="*/ 279786 w 477006"/>
                <a:gd name="connsiteY79" fmla="*/ 6529 h 883258"/>
                <a:gd name="connsiteX80" fmla="*/ 272905 w 477006"/>
                <a:gd name="connsiteY80" fmla="*/ 5783 h 883258"/>
                <a:gd name="connsiteX81" fmla="*/ 270882 w 477006"/>
                <a:gd name="connsiteY81" fmla="*/ 5783 h 883258"/>
                <a:gd name="connsiteX82" fmla="*/ 268049 w 477006"/>
                <a:gd name="connsiteY82" fmla="*/ 6529 h 883258"/>
                <a:gd name="connsiteX83" fmla="*/ 267239 w 477006"/>
                <a:gd name="connsiteY83" fmla="*/ 5036 h 883258"/>
                <a:gd name="connsiteX84" fmla="*/ 261573 w 477006"/>
                <a:gd name="connsiteY84" fmla="*/ 2052 h 883258"/>
                <a:gd name="connsiteX85" fmla="*/ 259954 w 477006"/>
                <a:gd name="connsiteY85" fmla="*/ 2052 h 883258"/>
                <a:gd name="connsiteX86" fmla="*/ 257526 w 477006"/>
                <a:gd name="connsiteY86" fmla="*/ 1306 h 883258"/>
                <a:gd name="connsiteX87" fmla="*/ 254692 w 477006"/>
                <a:gd name="connsiteY87" fmla="*/ 2052 h 883258"/>
                <a:gd name="connsiteX88" fmla="*/ 250645 w 477006"/>
                <a:gd name="connsiteY88" fmla="*/ 2798 h 883258"/>
                <a:gd name="connsiteX89" fmla="*/ 250240 w 477006"/>
                <a:gd name="connsiteY89" fmla="*/ 2798 h 883258"/>
                <a:gd name="connsiteX90" fmla="*/ 248217 w 477006"/>
                <a:gd name="connsiteY90" fmla="*/ 3544 h 883258"/>
                <a:gd name="connsiteX91" fmla="*/ 247812 w 477006"/>
                <a:gd name="connsiteY91" fmla="*/ 3544 h 883258"/>
                <a:gd name="connsiteX92" fmla="*/ 241741 w 477006"/>
                <a:gd name="connsiteY92" fmla="*/ 560 h 883258"/>
                <a:gd name="connsiteX93" fmla="*/ 235670 w 477006"/>
                <a:gd name="connsiteY93" fmla="*/ 560 h 883258"/>
                <a:gd name="connsiteX94" fmla="*/ 234861 w 477006"/>
                <a:gd name="connsiteY94" fmla="*/ 560 h 883258"/>
                <a:gd name="connsiteX95" fmla="*/ 229599 w 477006"/>
                <a:gd name="connsiteY95" fmla="*/ 2052 h 883258"/>
                <a:gd name="connsiteX96" fmla="*/ 228790 w 477006"/>
                <a:gd name="connsiteY96" fmla="*/ 2798 h 883258"/>
                <a:gd name="connsiteX97" fmla="*/ 227171 w 477006"/>
                <a:gd name="connsiteY97" fmla="*/ 3544 h 883258"/>
                <a:gd name="connsiteX98" fmla="*/ 224742 w 477006"/>
                <a:gd name="connsiteY98" fmla="*/ 2798 h 883258"/>
                <a:gd name="connsiteX99" fmla="*/ 221909 w 477006"/>
                <a:gd name="connsiteY99" fmla="*/ 2052 h 883258"/>
                <a:gd name="connsiteX100" fmla="*/ 219481 w 477006"/>
                <a:gd name="connsiteY100" fmla="*/ 2052 h 883258"/>
                <a:gd name="connsiteX101" fmla="*/ 216648 w 477006"/>
                <a:gd name="connsiteY101" fmla="*/ 2798 h 883258"/>
                <a:gd name="connsiteX102" fmla="*/ 215029 w 477006"/>
                <a:gd name="connsiteY102" fmla="*/ 3544 h 883258"/>
                <a:gd name="connsiteX103" fmla="*/ 211791 w 477006"/>
                <a:gd name="connsiteY103" fmla="*/ 4290 h 883258"/>
                <a:gd name="connsiteX104" fmla="*/ 208958 w 477006"/>
                <a:gd name="connsiteY104" fmla="*/ 5036 h 883258"/>
                <a:gd name="connsiteX105" fmla="*/ 208553 w 477006"/>
                <a:gd name="connsiteY105" fmla="*/ 5783 h 883258"/>
                <a:gd name="connsiteX106" fmla="*/ 206125 w 477006"/>
                <a:gd name="connsiteY106" fmla="*/ 7275 h 883258"/>
                <a:gd name="connsiteX107" fmla="*/ 204910 w 477006"/>
                <a:gd name="connsiteY107" fmla="*/ 6529 h 883258"/>
                <a:gd name="connsiteX108" fmla="*/ 202887 w 477006"/>
                <a:gd name="connsiteY108" fmla="*/ 5783 h 883258"/>
                <a:gd name="connsiteX109" fmla="*/ 196006 w 477006"/>
                <a:gd name="connsiteY109" fmla="*/ 7275 h 883258"/>
                <a:gd name="connsiteX110" fmla="*/ 194387 w 477006"/>
                <a:gd name="connsiteY110" fmla="*/ 8021 h 883258"/>
                <a:gd name="connsiteX111" fmla="*/ 190340 w 477006"/>
                <a:gd name="connsiteY111" fmla="*/ 10260 h 883258"/>
                <a:gd name="connsiteX112" fmla="*/ 188316 w 477006"/>
                <a:gd name="connsiteY112" fmla="*/ 11752 h 883258"/>
                <a:gd name="connsiteX113" fmla="*/ 186698 w 477006"/>
                <a:gd name="connsiteY113" fmla="*/ 12498 h 883258"/>
                <a:gd name="connsiteX114" fmla="*/ 185888 w 477006"/>
                <a:gd name="connsiteY114" fmla="*/ 13244 h 883258"/>
                <a:gd name="connsiteX115" fmla="*/ 183055 w 477006"/>
                <a:gd name="connsiteY115" fmla="*/ 13244 h 883258"/>
                <a:gd name="connsiteX116" fmla="*/ 178198 w 477006"/>
                <a:gd name="connsiteY116" fmla="*/ 13990 h 883258"/>
                <a:gd name="connsiteX117" fmla="*/ 176984 w 477006"/>
                <a:gd name="connsiteY117" fmla="*/ 14736 h 883258"/>
                <a:gd name="connsiteX118" fmla="*/ 176579 w 477006"/>
                <a:gd name="connsiteY118" fmla="*/ 14736 h 883258"/>
                <a:gd name="connsiteX119" fmla="*/ 172937 w 477006"/>
                <a:gd name="connsiteY119" fmla="*/ 16975 h 883258"/>
                <a:gd name="connsiteX120" fmla="*/ 168889 w 477006"/>
                <a:gd name="connsiteY120" fmla="*/ 19960 h 883258"/>
                <a:gd name="connsiteX121" fmla="*/ 168485 w 477006"/>
                <a:gd name="connsiteY121" fmla="*/ 21452 h 883258"/>
                <a:gd name="connsiteX122" fmla="*/ 166866 w 477006"/>
                <a:gd name="connsiteY122" fmla="*/ 22944 h 883258"/>
                <a:gd name="connsiteX123" fmla="*/ 166461 w 477006"/>
                <a:gd name="connsiteY123" fmla="*/ 23690 h 883258"/>
                <a:gd name="connsiteX124" fmla="*/ 163223 w 477006"/>
                <a:gd name="connsiteY124" fmla="*/ 23690 h 883258"/>
                <a:gd name="connsiteX125" fmla="*/ 161604 w 477006"/>
                <a:gd name="connsiteY125" fmla="*/ 24436 h 883258"/>
                <a:gd name="connsiteX126" fmla="*/ 158366 w 477006"/>
                <a:gd name="connsiteY126" fmla="*/ 25929 h 883258"/>
                <a:gd name="connsiteX127" fmla="*/ 155128 w 477006"/>
                <a:gd name="connsiteY127" fmla="*/ 28913 h 883258"/>
                <a:gd name="connsiteX128" fmla="*/ 154319 w 477006"/>
                <a:gd name="connsiteY128" fmla="*/ 29660 h 883258"/>
                <a:gd name="connsiteX129" fmla="*/ 152295 w 477006"/>
                <a:gd name="connsiteY129" fmla="*/ 31152 h 883258"/>
                <a:gd name="connsiteX130" fmla="*/ 150676 w 477006"/>
                <a:gd name="connsiteY130" fmla="*/ 33390 h 883258"/>
                <a:gd name="connsiteX131" fmla="*/ 149057 w 477006"/>
                <a:gd name="connsiteY131" fmla="*/ 34883 h 883258"/>
                <a:gd name="connsiteX132" fmla="*/ 147034 w 477006"/>
                <a:gd name="connsiteY132" fmla="*/ 37867 h 883258"/>
                <a:gd name="connsiteX133" fmla="*/ 146629 w 477006"/>
                <a:gd name="connsiteY133" fmla="*/ 37867 h 883258"/>
                <a:gd name="connsiteX134" fmla="*/ 140558 w 477006"/>
                <a:gd name="connsiteY134" fmla="*/ 40106 h 883258"/>
                <a:gd name="connsiteX135" fmla="*/ 139344 w 477006"/>
                <a:gd name="connsiteY135" fmla="*/ 40852 h 883258"/>
                <a:gd name="connsiteX136" fmla="*/ 138130 w 477006"/>
                <a:gd name="connsiteY136" fmla="*/ 41598 h 883258"/>
                <a:gd name="connsiteX137" fmla="*/ 137320 w 477006"/>
                <a:gd name="connsiteY137" fmla="*/ 42344 h 883258"/>
                <a:gd name="connsiteX138" fmla="*/ 135297 w 477006"/>
                <a:gd name="connsiteY138" fmla="*/ 43090 h 883258"/>
                <a:gd name="connsiteX139" fmla="*/ 131654 w 477006"/>
                <a:gd name="connsiteY139" fmla="*/ 47567 h 883258"/>
                <a:gd name="connsiteX140" fmla="*/ 130035 w 477006"/>
                <a:gd name="connsiteY140" fmla="*/ 49806 h 883258"/>
                <a:gd name="connsiteX141" fmla="*/ 129630 w 477006"/>
                <a:gd name="connsiteY141" fmla="*/ 50552 h 883258"/>
                <a:gd name="connsiteX142" fmla="*/ 128011 w 477006"/>
                <a:gd name="connsiteY142" fmla="*/ 52790 h 883258"/>
                <a:gd name="connsiteX143" fmla="*/ 127607 w 477006"/>
                <a:gd name="connsiteY143" fmla="*/ 52790 h 883258"/>
                <a:gd name="connsiteX144" fmla="*/ 123964 w 477006"/>
                <a:gd name="connsiteY144" fmla="*/ 54283 h 883258"/>
                <a:gd name="connsiteX145" fmla="*/ 122750 w 477006"/>
                <a:gd name="connsiteY145" fmla="*/ 55029 h 883258"/>
                <a:gd name="connsiteX146" fmla="*/ 117488 w 477006"/>
                <a:gd name="connsiteY146" fmla="*/ 60252 h 883258"/>
                <a:gd name="connsiteX147" fmla="*/ 116274 w 477006"/>
                <a:gd name="connsiteY147" fmla="*/ 61744 h 883258"/>
                <a:gd name="connsiteX148" fmla="*/ 114655 w 477006"/>
                <a:gd name="connsiteY148" fmla="*/ 63983 h 883258"/>
                <a:gd name="connsiteX149" fmla="*/ 112227 w 477006"/>
                <a:gd name="connsiteY149" fmla="*/ 66967 h 883258"/>
                <a:gd name="connsiteX150" fmla="*/ 111822 w 477006"/>
                <a:gd name="connsiteY150" fmla="*/ 67713 h 883258"/>
                <a:gd name="connsiteX151" fmla="*/ 109798 w 477006"/>
                <a:gd name="connsiteY151" fmla="*/ 71444 h 883258"/>
                <a:gd name="connsiteX152" fmla="*/ 106156 w 477006"/>
                <a:gd name="connsiteY152" fmla="*/ 72936 h 883258"/>
                <a:gd name="connsiteX153" fmla="*/ 103728 w 477006"/>
                <a:gd name="connsiteY153" fmla="*/ 75175 h 883258"/>
                <a:gd name="connsiteX154" fmla="*/ 98871 w 477006"/>
                <a:gd name="connsiteY154" fmla="*/ 81890 h 883258"/>
                <a:gd name="connsiteX155" fmla="*/ 94419 w 477006"/>
                <a:gd name="connsiteY155" fmla="*/ 90098 h 883258"/>
                <a:gd name="connsiteX156" fmla="*/ 92800 w 477006"/>
                <a:gd name="connsiteY156" fmla="*/ 93829 h 883258"/>
                <a:gd name="connsiteX157" fmla="*/ 90776 w 477006"/>
                <a:gd name="connsiteY157" fmla="*/ 94575 h 883258"/>
                <a:gd name="connsiteX158" fmla="*/ 78634 w 477006"/>
                <a:gd name="connsiteY158" fmla="*/ 113229 h 883258"/>
                <a:gd name="connsiteX159" fmla="*/ 78229 w 477006"/>
                <a:gd name="connsiteY159" fmla="*/ 113975 h 883258"/>
                <a:gd name="connsiteX160" fmla="*/ 76610 w 477006"/>
                <a:gd name="connsiteY160" fmla="*/ 117706 h 883258"/>
                <a:gd name="connsiteX161" fmla="*/ 67706 w 477006"/>
                <a:gd name="connsiteY161" fmla="*/ 131136 h 883258"/>
                <a:gd name="connsiteX162" fmla="*/ 63659 w 477006"/>
                <a:gd name="connsiteY162" fmla="*/ 141582 h 883258"/>
                <a:gd name="connsiteX163" fmla="*/ 62040 w 477006"/>
                <a:gd name="connsiteY163" fmla="*/ 146059 h 883258"/>
                <a:gd name="connsiteX164" fmla="*/ 56374 w 477006"/>
                <a:gd name="connsiteY164" fmla="*/ 155013 h 883258"/>
                <a:gd name="connsiteX165" fmla="*/ 50708 w 477006"/>
                <a:gd name="connsiteY165" fmla="*/ 170682 h 883258"/>
                <a:gd name="connsiteX166" fmla="*/ 49493 w 477006"/>
                <a:gd name="connsiteY166" fmla="*/ 175159 h 883258"/>
                <a:gd name="connsiteX167" fmla="*/ 45446 w 477006"/>
                <a:gd name="connsiteY167" fmla="*/ 181129 h 883258"/>
                <a:gd name="connsiteX168" fmla="*/ 38566 w 477006"/>
                <a:gd name="connsiteY168" fmla="*/ 202021 h 883258"/>
                <a:gd name="connsiteX169" fmla="*/ 37756 w 477006"/>
                <a:gd name="connsiteY169" fmla="*/ 206498 h 883258"/>
                <a:gd name="connsiteX170" fmla="*/ 36137 w 477006"/>
                <a:gd name="connsiteY170" fmla="*/ 207990 h 883258"/>
                <a:gd name="connsiteX171" fmla="*/ 28447 w 477006"/>
                <a:gd name="connsiteY171" fmla="*/ 232613 h 883258"/>
                <a:gd name="connsiteX172" fmla="*/ 28043 w 477006"/>
                <a:gd name="connsiteY172" fmla="*/ 234852 h 883258"/>
                <a:gd name="connsiteX173" fmla="*/ 27638 w 477006"/>
                <a:gd name="connsiteY173" fmla="*/ 239329 h 883258"/>
                <a:gd name="connsiteX174" fmla="*/ 25614 w 477006"/>
                <a:gd name="connsiteY174" fmla="*/ 243059 h 883258"/>
                <a:gd name="connsiteX175" fmla="*/ 20353 w 477006"/>
                <a:gd name="connsiteY175" fmla="*/ 263205 h 883258"/>
                <a:gd name="connsiteX176" fmla="*/ 19543 w 477006"/>
                <a:gd name="connsiteY176" fmla="*/ 269175 h 883258"/>
                <a:gd name="connsiteX177" fmla="*/ 19139 w 477006"/>
                <a:gd name="connsiteY177" fmla="*/ 274398 h 883258"/>
                <a:gd name="connsiteX178" fmla="*/ 12258 w 477006"/>
                <a:gd name="connsiteY178" fmla="*/ 305736 h 883258"/>
                <a:gd name="connsiteX179" fmla="*/ 11853 w 477006"/>
                <a:gd name="connsiteY179" fmla="*/ 310213 h 883258"/>
                <a:gd name="connsiteX180" fmla="*/ 6592 w 477006"/>
                <a:gd name="connsiteY180" fmla="*/ 342298 h 883258"/>
                <a:gd name="connsiteX181" fmla="*/ 6592 w 477006"/>
                <a:gd name="connsiteY181" fmla="*/ 347521 h 883258"/>
                <a:gd name="connsiteX182" fmla="*/ 2949 w 477006"/>
                <a:gd name="connsiteY182" fmla="*/ 380351 h 883258"/>
                <a:gd name="connsiteX183" fmla="*/ 3354 w 477006"/>
                <a:gd name="connsiteY183" fmla="*/ 385575 h 883258"/>
                <a:gd name="connsiteX184" fmla="*/ 1330 w 477006"/>
                <a:gd name="connsiteY184" fmla="*/ 419151 h 883258"/>
                <a:gd name="connsiteX185" fmla="*/ 1735 w 477006"/>
                <a:gd name="connsiteY185" fmla="*/ 424374 h 883258"/>
                <a:gd name="connsiteX186" fmla="*/ 1330 w 477006"/>
                <a:gd name="connsiteY186" fmla="*/ 457951 h 883258"/>
                <a:gd name="connsiteX187" fmla="*/ 1735 w 477006"/>
                <a:gd name="connsiteY187" fmla="*/ 463174 h 883258"/>
                <a:gd name="connsiteX188" fmla="*/ 2949 w 477006"/>
                <a:gd name="connsiteY188" fmla="*/ 496751 h 883258"/>
                <a:gd name="connsiteX189" fmla="*/ 3759 w 477006"/>
                <a:gd name="connsiteY189" fmla="*/ 501228 h 883258"/>
                <a:gd name="connsiteX190" fmla="*/ 6187 w 477006"/>
                <a:gd name="connsiteY190" fmla="*/ 534805 h 883258"/>
                <a:gd name="connsiteX191" fmla="*/ 6997 w 477006"/>
                <a:gd name="connsiteY191" fmla="*/ 539282 h 883258"/>
                <a:gd name="connsiteX192" fmla="*/ 11449 w 477006"/>
                <a:gd name="connsiteY192" fmla="*/ 572113 h 883258"/>
                <a:gd name="connsiteX193" fmla="*/ 12663 w 477006"/>
                <a:gd name="connsiteY193" fmla="*/ 576590 h 883258"/>
                <a:gd name="connsiteX194" fmla="*/ 18329 w 477006"/>
                <a:gd name="connsiteY194" fmla="*/ 607928 h 883258"/>
                <a:gd name="connsiteX195" fmla="*/ 19948 w 477006"/>
                <a:gd name="connsiteY195" fmla="*/ 611659 h 883258"/>
                <a:gd name="connsiteX196" fmla="*/ 20758 w 477006"/>
                <a:gd name="connsiteY196" fmla="*/ 620613 h 883258"/>
                <a:gd name="connsiteX197" fmla="*/ 26019 w 477006"/>
                <a:gd name="connsiteY197" fmla="*/ 639267 h 883258"/>
                <a:gd name="connsiteX198" fmla="*/ 27233 w 477006"/>
                <a:gd name="connsiteY198" fmla="*/ 642251 h 883258"/>
                <a:gd name="connsiteX199" fmla="*/ 28852 w 477006"/>
                <a:gd name="connsiteY199" fmla="*/ 645982 h 883258"/>
                <a:gd name="connsiteX200" fmla="*/ 29257 w 477006"/>
                <a:gd name="connsiteY200" fmla="*/ 648967 h 883258"/>
                <a:gd name="connsiteX201" fmla="*/ 36542 w 477006"/>
                <a:gd name="connsiteY201" fmla="*/ 673590 h 883258"/>
                <a:gd name="connsiteX202" fmla="*/ 36947 w 477006"/>
                <a:gd name="connsiteY202" fmla="*/ 674336 h 883258"/>
                <a:gd name="connsiteX203" fmla="*/ 38566 w 477006"/>
                <a:gd name="connsiteY203" fmla="*/ 678067 h 883258"/>
                <a:gd name="connsiteX204" fmla="*/ 45446 w 477006"/>
                <a:gd name="connsiteY204" fmla="*/ 700451 h 883258"/>
                <a:gd name="connsiteX205" fmla="*/ 48684 w 477006"/>
                <a:gd name="connsiteY205" fmla="*/ 706420 h 883258"/>
                <a:gd name="connsiteX206" fmla="*/ 50303 w 477006"/>
                <a:gd name="connsiteY206" fmla="*/ 709405 h 883258"/>
                <a:gd name="connsiteX207" fmla="*/ 56374 w 477006"/>
                <a:gd name="connsiteY207" fmla="*/ 725820 h 883258"/>
                <a:gd name="connsiteX208" fmla="*/ 62040 w 477006"/>
                <a:gd name="connsiteY208" fmla="*/ 735520 h 883258"/>
                <a:gd name="connsiteX209" fmla="*/ 64064 w 477006"/>
                <a:gd name="connsiteY209" fmla="*/ 738505 h 883258"/>
                <a:gd name="connsiteX210" fmla="*/ 68516 w 477006"/>
                <a:gd name="connsiteY210" fmla="*/ 751190 h 883258"/>
                <a:gd name="connsiteX211" fmla="*/ 76610 w 477006"/>
                <a:gd name="connsiteY211" fmla="*/ 763128 h 883258"/>
                <a:gd name="connsiteX212" fmla="*/ 79039 w 477006"/>
                <a:gd name="connsiteY212" fmla="*/ 766113 h 883258"/>
                <a:gd name="connsiteX213" fmla="*/ 79444 w 477006"/>
                <a:gd name="connsiteY213" fmla="*/ 768351 h 883258"/>
                <a:gd name="connsiteX214" fmla="*/ 91586 w 477006"/>
                <a:gd name="connsiteY214" fmla="*/ 787005 h 883258"/>
                <a:gd name="connsiteX215" fmla="*/ 92800 w 477006"/>
                <a:gd name="connsiteY215" fmla="*/ 788497 h 883258"/>
                <a:gd name="connsiteX216" fmla="*/ 95228 w 477006"/>
                <a:gd name="connsiteY216" fmla="*/ 790736 h 883258"/>
                <a:gd name="connsiteX217" fmla="*/ 99680 w 477006"/>
                <a:gd name="connsiteY217" fmla="*/ 800436 h 883258"/>
                <a:gd name="connsiteX218" fmla="*/ 104537 w 477006"/>
                <a:gd name="connsiteY218" fmla="*/ 806405 h 883258"/>
                <a:gd name="connsiteX219" fmla="*/ 106965 w 477006"/>
                <a:gd name="connsiteY219" fmla="*/ 808643 h 883258"/>
                <a:gd name="connsiteX220" fmla="*/ 109394 w 477006"/>
                <a:gd name="connsiteY220" fmla="*/ 810882 h 883258"/>
                <a:gd name="connsiteX221" fmla="*/ 111822 w 477006"/>
                <a:gd name="connsiteY221" fmla="*/ 812374 h 883258"/>
                <a:gd name="connsiteX222" fmla="*/ 113036 w 477006"/>
                <a:gd name="connsiteY222" fmla="*/ 814613 h 883258"/>
                <a:gd name="connsiteX223" fmla="*/ 115465 w 477006"/>
                <a:gd name="connsiteY223" fmla="*/ 819089 h 883258"/>
                <a:gd name="connsiteX224" fmla="*/ 117084 w 477006"/>
                <a:gd name="connsiteY224" fmla="*/ 821328 h 883258"/>
                <a:gd name="connsiteX225" fmla="*/ 118298 w 477006"/>
                <a:gd name="connsiteY225" fmla="*/ 822074 h 883258"/>
                <a:gd name="connsiteX226" fmla="*/ 123559 w 477006"/>
                <a:gd name="connsiteY226" fmla="*/ 827297 h 883258"/>
                <a:gd name="connsiteX227" fmla="*/ 124774 w 477006"/>
                <a:gd name="connsiteY227" fmla="*/ 828043 h 883258"/>
                <a:gd name="connsiteX228" fmla="*/ 127607 w 477006"/>
                <a:gd name="connsiteY228" fmla="*/ 830282 h 883258"/>
                <a:gd name="connsiteX229" fmla="*/ 128416 w 477006"/>
                <a:gd name="connsiteY229" fmla="*/ 831028 h 883258"/>
                <a:gd name="connsiteX230" fmla="*/ 130035 w 477006"/>
                <a:gd name="connsiteY230" fmla="*/ 831774 h 883258"/>
                <a:gd name="connsiteX231" fmla="*/ 132059 w 477006"/>
                <a:gd name="connsiteY231" fmla="*/ 835505 h 883258"/>
                <a:gd name="connsiteX232" fmla="*/ 135701 w 477006"/>
                <a:gd name="connsiteY232" fmla="*/ 840728 h 883258"/>
                <a:gd name="connsiteX233" fmla="*/ 137320 w 477006"/>
                <a:gd name="connsiteY233" fmla="*/ 841474 h 883258"/>
                <a:gd name="connsiteX234" fmla="*/ 138130 w 477006"/>
                <a:gd name="connsiteY234" fmla="*/ 842220 h 883258"/>
                <a:gd name="connsiteX235" fmla="*/ 139344 w 477006"/>
                <a:gd name="connsiteY235" fmla="*/ 842966 h 883258"/>
                <a:gd name="connsiteX236" fmla="*/ 140558 w 477006"/>
                <a:gd name="connsiteY236" fmla="*/ 843713 h 883258"/>
                <a:gd name="connsiteX237" fmla="*/ 146224 w 477006"/>
                <a:gd name="connsiteY237" fmla="*/ 846697 h 883258"/>
                <a:gd name="connsiteX238" fmla="*/ 146629 w 477006"/>
                <a:gd name="connsiteY238" fmla="*/ 846697 h 883258"/>
                <a:gd name="connsiteX239" fmla="*/ 148653 w 477006"/>
                <a:gd name="connsiteY239" fmla="*/ 847443 h 883258"/>
                <a:gd name="connsiteX240" fmla="*/ 150676 w 477006"/>
                <a:gd name="connsiteY240" fmla="*/ 850428 h 883258"/>
                <a:gd name="connsiteX241" fmla="*/ 152295 w 477006"/>
                <a:gd name="connsiteY241" fmla="*/ 852666 h 883258"/>
                <a:gd name="connsiteX242" fmla="*/ 154319 w 477006"/>
                <a:gd name="connsiteY242" fmla="*/ 854159 h 883258"/>
                <a:gd name="connsiteX243" fmla="*/ 155128 w 477006"/>
                <a:gd name="connsiteY243" fmla="*/ 854905 h 883258"/>
                <a:gd name="connsiteX244" fmla="*/ 158366 w 477006"/>
                <a:gd name="connsiteY244" fmla="*/ 857143 h 883258"/>
                <a:gd name="connsiteX245" fmla="*/ 161604 w 477006"/>
                <a:gd name="connsiteY245" fmla="*/ 858636 h 883258"/>
                <a:gd name="connsiteX246" fmla="*/ 163223 w 477006"/>
                <a:gd name="connsiteY246" fmla="*/ 859382 h 883258"/>
                <a:gd name="connsiteX247" fmla="*/ 165651 w 477006"/>
                <a:gd name="connsiteY247" fmla="*/ 860128 h 883258"/>
                <a:gd name="connsiteX248" fmla="*/ 167270 w 477006"/>
                <a:gd name="connsiteY248" fmla="*/ 860874 h 883258"/>
                <a:gd name="connsiteX249" fmla="*/ 168485 w 477006"/>
                <a:gd name="connsiteY249" fmla="*/ 860874 h 883258"/>
                <a:gd name="connsiteX250" fmla="*/ 170104 w 477006"/>
                <a:gd name="connsiteY250" fmla="*/ 863113 h 883258"/>
                <a:gd name="connsiteX251" fmla="*/ 174151 w 477006"/>
                <a:gd name="connsiteY251" fmla="*/ 866843 h 883258"/>
                <a:gd name="connsiteX252" fmla="*/ 177793 w 477006"/>
                <a:gd name="connsiteY252" fmla="*/ 868336 h 883258"/>
                <a:gd name="connsiteX253" fmla="*/ 178198 w 477006"/>
                <a:gd name="connsiteY253" fmla="*/ 868336 h 883258"/>
                <a:gd name="connsiteX254" fmla="*/ 179817 w 477006"/>
                <a:gd name="connsiteY254" fmla="*/ 869082 h 883258"/>
                <a:gd name="connsiteX255" fmla="*/ 184674 w 477006"/>
                <a:gd name="connsiteY255" fmla="*/ 870574 h 883258"/>
                <a:gd name="connsiteX256" fmla="*/ 189126 w 477006"/>
                <a:gd name="connsiteY256" fmla="*/ 870574 h 883258"/>
                <a:gd name="connsiteX257" fmla="*/ 191959 w 477006"/>
                <a:gd name="connsiteY257" fmla="*/ 873559 h 883258"/>
                <a:gd name="connsiteX258" fmla="*/ 196006 w 477006"/>
                <a:gd name="connsiteY258" fmla="*/ 876543 h 883258"/>
                <a:gd name="connsiteX259" fmla="*/ 197625 w 477006"/>
                <a:gd name="connsiteY259" fmla="*/ 877289 h 883258"/>
                <a:gd name="connsiteX260" fmla="*/ 204506 w 477006"/>
                <a:gd name="connsiteY260" fmla="*/ 878036 h 883258"/>
                <a:gd name="connsiteX261" fmla="*/ 206125 w 477006"/>
                <a:gd name="connsiteY261" fmla="*/ 878036 h 883258"/>
                <a:gd name="connsiteX262" fmla="*/ 208958 w 477006"/>
                <a:gd name="connsiteY262" fmla="*/ 877289 h 883258"/>
                <a:gd name="connsiteX263" fmla="*/ 210172 w 477006"/>
                <a:gd name="connsiteY263" fmla="*/ 878036 h 883258"/>
                <a:gd name="connsiteX264" fmla="*/ 213005 w 477006"/>
                <a:gd name="connsiteY264" fmla="*/ 880274 h 883258"/>
                <a:gd name="connsiteX265" fmla="*/ 216243 w 477006"/>
                <a:gd name="connsiteY265" fmla="*/ 881020 h 883258"/>
                <a:gd name="connsiteX266" fmla="*/ 217862 w 477006"/>
                <a:gd name="connsiteY266" fmla="*/ 881766 h 883258"/>
                <a:gd name="connsiteX267" fmla="*/ 222314 w 477006"/>
                <a:gd name="connsiteY267" fmla="*/ 881766 h 883258"/>
                <a:gd name="connsiteX268" fmla="*/ 225147 w 477006"/>
                <a:gd name="connsiteY268" fmla="*/ 881020 h 883258"/>
                <a:gd name="connsiteX269" fmla="*/ 226766 w 477006"/>
                <a:gd name="connsiteY269" fmla="*/ 880274 h 883258"/>
                <a:gd name="connsiteX270" fmla="*/ 227171 w 477006"/>
                <a:gd name="connsiteY270" fmla="*/ 880274 h 883258"/>
                <a:gd name="connsiteX271" fmla="*/ 228790 w 477006"/>
                <a:gd name="connsiteY271" fmla="*/ 879528 h 883258"/>
                <a:gd name="connsiteX272" fmla="*/ 229194 w 477006"/>
                <a:gd name="connsiteY272" fmla="*/ 879528 h 883258"/>
                <a:gd name="connsiteX273" fmla="*/ 234861 w 477006"/>
                <a:gd name="connsiteY273" fmla="*/ 882513 h 883258"/>
                <a:gd name="connsiteX274" fmla="*/ 235670 w 477006"/>
                <a:gd name="connsiteY274" fmla="*/ 883259 h 883258"/>
                <a:gd name="connsiteX275" fmla="*/ 241741 w 477006"/>
                <a:gd name="connsiteY275" fmla="*/ 882513 h 883258"/>
                <a:gd name="connsiteX276" fmla="*/ 247003 w 477006"/>
                <a:gd name="connsiteY276" fmla="*/ 881020 h 883258"/>
                <a:gd name="connsiteX277" fmla="*/ 247812 w 477006"/>
                <a:gd name="connsiteY277" fmla="*/ 880274 h 883258"/>
                <a:gd name="connsiteX278" fmla="*/ 249431 w 477006"/>
                <a:gd name="connsiteY278" fmla="*/ 879528 h 883258"/>
                <a:gd name="connsiteX279" fmla="*/ 249836 w 477006"/>
                <a:gd name="connsiteY279" fmla="*/ 879528 h 883258"/>
                <a:gd name="connsiteX280" fmla="*/ 254288 w 477006"/>
                <a:gd name="connsiteY280" fmla="*/ 881020 h 883258"/>
                <a:gd name="connsiteX281" fmla="*/ 257121 w 477006"/>
                <a:gd name="connsiteY281" fmla="*/ 881020 h 883258"/>
                <a:gd name="connsiteX282" fmla="*/ 259549 w 477006"/>
                <a:gd name="connsiteY282" fmla="*/ 880274 h 883258"/>
                <a:gd name="connsiteX283" fmla="*/ 261168 w 477006"/>
                <a:gd name="connsiteY283" fmla="*/ 880274 h 883258"/>
                <a:gd name="connsiteX284" fmla="*/ 266834 w 477006"/>
                <a:gd name="connsiteY284" fmla="*/ 877289 h 883258"/>
                <a:gd name="connsiteX285" fmla="*/ 267239 w 477006"/>
                <a:gd name="connsiteY285" fmla="*/ 876543 h 883258"/>
                <a:gd name="connsiteX286" fmla="*/ 269668 w 477006"/>
                <a:gd name="connsiteY286" fmla="*/ 875051 h 883258"/>
                <a:gd name="connsiteX287" fmla="*/ 270477 w 477006"/>
                <a:gd name="connsiteY287" fmla="*/ 875797 h 883258"/>
                <a:gd name="connsiteX288" fmla="*/ 273310 w 477006"/>
                <a:gd name="connsiteY288" fmla="*/ 876543 h 883258"/>
                <a:gd name="connsiteX289" fmla="*/ 280191 w 477006"/>
                <a:gd name="connsiteY289" fmla="*/ 875797 h 883258"/>
                <a:gd name="connsiteX290" fmla="*/ 281809 w 477006"/>
                <a:gd name="connsiteY290" fmla="*/ 875051 h 883258"/>
                <a:gd name="connsiteX291" fmla="*/ 284643 w 477006"/>
                <a:gd name="connsiteY291" fmla="*/ 874305 h 883258"/>
                <a:gd name="connsiteX292" fmla="*/ 286666 w 477006"/>
                <a:gd name="connsiteY292" fmla="*/ 872812 h 883258"/>
                <a:gd name="connsiteX293" fmla="*/ 287476 w 477006"/>
                <a:gd name="connsiteY293" fmla="*/ 872066 h 883258"/>
                <a:gd name="connsiteX294" fmla="*/ 287880 w 477006"/>
                <a:gd name="connsiteY294" fmla="*/ 871320 h 883258"/>
                <a:gd name="connsiteX295" fmla="*/ 289499 w 477006"/>
                <a:gd name="connsiteY295" fmla="*/ 870574 h 883258"/>
                <a:gd name="connsiteX296" fmla="*/ 290309 w 477006"/>
                <a:gd name="connsiteY296" fmla="*/ 869828 h 883258"/>
                <a:gd name="connsiteX297" fmla="*/ 291118 w 477006"/>
                <a:gd name="connsiteY297" fmla="*/ 869828 h 883258"/>
                <a:gd name="connsiteX298" fmla="*/ 293547 w 477006"/>
                <a:gd name="connsiteY298" fmla="*/ 870574 h 883258"/>
                <a:gd name="connsiteX299" fmla="*/ 295166 w 477006"/>
                <a:gd name="connsiteY299" fmla="*/ 870574 h 883258"/>
                <a:gd name="connsiteX300" fmla="*/ 298403 w 477006"/>
                <a:gd name="connsiteY300" fmla="*/ 869828 h 883258"/>
                <a:gd name="connsiteX301" fmla="*/ 300427 w 477006"/>
                <a:gd name="connsiteY301" fmla="*/ 869082 h 883258"/>
                <a:gd name="connsiteX302" fmla="*/ 301641 w 477006"/>
                <a:gd name="connsiteY302" fmla="*/ 868336 h 883258"/>
                <a:gd name="connsiteX303" fmla="*/ 303665 w 477006"/>
                <a:gd name="connsiteY303" fmla="*/ 866843 h 883258"/>
                <a:gd name="connsiteX304" fmla="*/ 308522 w 477006"/>
                <a:gd name="connsiteY304" fmla="*/ 863113 h 883258"/>
                <a:gd name="connsiteX305" fmla="*/ 308927 w 477006"/>
                <a:gd name="connsiteY305" fmla="*/ 862366 h 883258"/>
                <a:gd name="connsiteX306" fmla="*/ 309331 w 477006"/>
                <a:gd name="connsiteY306" fmla="*/ 861620 h 883258"/>
                <a:gd name="connsiteX307" fmla="*/ 310950 w 477006"/>
                <a:gd name="connsiteY307" fmla="*/ 860128 h 883258"/>
                <a:gd name="connsiteX308" fmla="*/ 314188 w 477006"/>
                <a:gd name="connsiteY308" fmla="*/ 860128 h 883258"/>
                <a:gd name="connsiteX309" fmla="*/ 315807 w 477006"/>
                <a:gd name="connsiteY309" fmla="*/ 859382 h 883258"/>
                <a:gd name="connsiteX310" fmla="*/ 319045 w 477006"/>
                <a:gd name="connsiteY310" fmla="*/ 857889 h 883258"/>
                <a:gd name="connsiteX311" fmla="*/ 321878 w 477006"/>
                <a:gd name="connsiteY311" fmla="*/ 856397 h 883258"/>
                <a:gd name="connsiteX312" fmla="*/ 322283 w 477006"/>
                <a:gd name="connsiteY312" fmla="*/ 855651 h 883258"/>
                <a:gd name="connsiteX313" fmla="*/ 323092 w 477006"/>
                <a:gd name="connsiteY313" fmla="*/ 854905 h 883258"/>
                <a:gd name="connsiteX314" fmla="*/ 324711 w 477006"/>
                <a:gd name="connsiteY314" fmla="*/ 853413 h 883258"/>
                <a:gd name="connsiteX315" fmla="*/ 328354 w 477006"/>
                <a:gd name="connsiteY315" fmla="*/ 850428 h 883258"/>
                <a:gd name="connsiteX316" fmla="*/ 330377 w 477006"/>
                <a:gd name="connsiteY316" fmla="*/ 847443 h 883258"/>
                <a:gd name="connsiteX317" fmla="*/ 330782 w 477006"/>
                <a:gd name="connsiteY317" fmla="*/ 847443 h 883258"/>
                <a:gd name="connsiteX318" fmla="*/ 335639 w 477006"/>
                <a:gd name="connsiteY318" fmla="*/ 845951 h 883258"/>
                <a:gd name="connsiteX319" fmla="*/ 336448 w 477006"/>
                <a:gd name="connsiteY319" fmla="*/ 845205 h 883258"/>
                <a:gd name="connsiteX320" fmla="*/ 338067 w 477006"/>
                <a:gd name="connsiteY320" fmla="*/ 844459 h 883258"/>
                <a:gd name="connsiteX321" fmla="*/ 340091 w 477006"/>
                <a:gd name="connsiteY321" fmla="*/ 842220 h 883258"/>
                <a:gd name="connsiteX322" fmla="*/ 344138 w 477006"/>
                <a:gd name="connsiteY322" fmla="*/ 837743 h 883258"/>
                <a:gd name="connsiteX323" fmla="*/ 345352 w 477006"/>
                <a:gd name="connsiteY323" fmla="*/ 836251 h 883258"/>
                <a:gd name="connsiteX324" fmla="*/ 346971 w 477006"/>
                <a:gd name="connsiteY324" fmla="*/ 834013 h 883258"/>
                <a:gd name="connsiteX325" fmla="*/ 347376 w 477006"/>
                <a:gd name="connsiteY325" fmla="*/ 833266 h 883258"/>
                <a:gd name="connsiteX326" fmla="*/ 348995 w 477006"/>
                <a:gd name="connsiteY326" fmla="*/ 830282 h 883258"/>
                <a:gd name="connsiteX327" fmla="*/ 351423 w 477006"/>
                <a:gd name="connsiteY327" fmla="*/ 829536 h 883258"/>
                <a:gd name="connsiteX328" fmla="*/ 353042 w 477006"/>
                <a:gd name="connsiteY328" fmla="*/ 828790 h 883258"/>
                <a:gd name="connsiteX329" fmla="*/ 354256 w 477006"/>
                <a:gd name="connsiteY329" fmla="*/ 828043 h 883258"/>
                <a:gd name="connsiteX330" fmla="*/ 359518 w 477006"/>
                <a:gd name="connsiteY330" fmla="*/ 822820 h 883258"/>
                <a:gd name="connsiteX331" fmla="*/ 360732 w 477006"/>
                <a:gd name="connsiteY331" fmla="*/ 822074 h 883258"/>
                <a:gd name="connsiteX332" fmla="*/ 362351 w 477006"/>
                <a:gd name="connsiteY332" fmla="*/ 819089 h 883258"/>
                <a:gd name="connsiteX333" fmla="*/ 365184 w 477006"/>
                <a:gd name="connsiteY333" fmla="*/ 814613 h 883258"/>
                <a:gd name="connsiteX334" fmla="*/ 367208 w 477006"/>
                <a:gd name="connsiteY334" fmla="*/ 811628 h 883258"/>
                <a:gd name="connsiteX335" fmla="*/ 370850 w 477006"/>
                <a:gd name="connsiteY335" fmla="*/ 809389 h 883258"/>
                <a:gd name="connsiteX336" fmla="*/ 377731 w 477006"/>
                <a:gd name="connsiteY336" fmla="*/ 801928 h 883258"/>
                <a:gd name="connsiteX337" fmla="*/ 380564 w 477006"/>
                <a:gd name="connsiteY337" fmla="*/ 797451 h 883258"/>
                <a:gd name="connsiteX338" fmla="*/ 382992 w 477006"/>
                <a:gd name="connsiteY338" fmla="*/ 792228 h 883258"/>
                <a:gd name="connsiteX339" fmla="*/ 384611 w 477006"/>
                <a:gd name="connsiteY339" fmla="*/ 789243 h 883258"/>
                <a:gd name="connsiteX340" fmla="*/ 386635 w 477006"/>
                <a:gd name="connsiteY340" fmla="*/ 787751 h 883258"/>
                <a:gd name="connsiteX341" fmla="*/ 398372 w 477006"/>
                <a:gd name="connsiteY341" fmla="*/ 769843 h 883258"/>
                <a:gd name="connsiteX342" fmla="*/ 398777 w 477006"/>
                <a:gd name="connsiteY342" fmla="*/ 769097 h 883258"/>
                <a:gd name="connsiteX343" fmla="*/ 400396 w 477006"/>
                <a:gd name="connsiteY343" fmla="*/ 765366 h 883258"/>
                <a:gd name="connsiteX344" fmla="*/ 409300 w 477006"/>
                <a:gd name="connsiteY344" fmla="*/ 752682 h 883258"/>
                <a:gd name="connsiteX345" fmla="*/ 413347 w 477006"/>
                <a:gd name="connsiteY345" fmla="*/ 742236 h 883258"/>
                <a:gd name="connsiteX346" fmla="*/ 414966 w 477006"/>
                <a:gd name="connsiteY346" fmla="*/ 737759 h 883258"/>
                <a:gd name="connsiteX347" fmla="*/ 421442 w 477006"/>
                <a:gd name="connsiteY347" fmla="*/ 728805 h 883258"/>
                <a:gd name="connsiteX348" fmla="*/ 427108 w 477006"/>
                <a:gd name="connsiteY348" fmla="*/ 713136 h 883258"/>
                <a:gd name="connsiteX349" fmla="*/ 428322 w 477006"/>
                <a:gd name="connsiteY349" fmla="*/ 708659 h 883258"/>
                <a:gd name="connsiteX350" fmla="*/ 432370 w 477006"/>
                <a:gd name="connsiteY350" fmla="*/ 702690 h 883258"/>
                <a:gd name="connsiteX351" fmla="*/ 439250 w 477006"/>
                <a:gd name="connsiteY351" fmla="*/ 681797 h 883258"/>
                <a:gd name="connsiteX352" fmla="*/ 440060 w 477006"/>
                <a:gd name="connsiteY352" fmla="*/ 677320 h 883258"/>
                <a:gd name="connsiteX353" fmla="*/ 441678 w 477006"/>
                <a:gd name="connsiteY353" fmla="*/ 675082 h 883258"/>
                <a:gd name="connsiteX354" fmla="*/ 449368 w 477006"/>
                <a:gd name="connsiteY354" fmla="*/ 650459 h 883258"/>
                <a:gd name="connsiteX355" fmla="*/ 449773 w 477006"/>
                <a:gd name="connsiteY355" fmla="*/ 648967 h 883258"/>
                <a:gd name="connsiteX356" fmla="*/ 450178 w 477006"/>
                <a:gd name="connsiteY356" fmla="*/ 643744 h 883258"/>
                <a:gd name="connsiteX357" fmla="*/ 452202 w 477006"/>
                <a:gd name="connsiteY357" fmla="*/ 640013 h 883258"/>
                <a:gd name="connsiteX358" fmla="*/ 457463 w 477006"/>
                <a:gd name="connsiteY358" fmla="*/ 619867 h 883258"/>
                <a:gd name="connsiteX359" fmla="*/ 457058 w 477006"/>
                <a:gd name="connsiteY359" fmla="*/ 610167 h 883258"/>
                <a:gd name="connsiteX360" fmla="*/ 457463 w 477006"/>
                <a:gd name="connsiteY360" fmla="*/ 605690 h 883258"/>
                <a:gd name="connsiteX361" fmla="*/ 464343 w 477006"/>
                <a:gd name="connsiteY361" fmla="*/ 574351 h 883258"/>
                <a:gd name="connsiteX362" fmla="*/ 464748 w 477006"/>
                <a:gd name="connsiteY362" fmla="*/ 569128 h 883258"/>
                <a:gd name="connsiteX363" fmla="*/ 470010 w 477006"/>
                <a:gd name="connsiteY363" fmla="*/ 537044 h 883258"/>
                <a:gd name="connsiteX364" fmla="*/ 470010 w 477006"/>
                <a:gd name="connsiteY364" fmla="*/ 531821 h 883258"/>
                <a:gd name="connsiteX365" fmla="*/ 473652 w 477006"/>
                <a:gd name="connsiteY365" fmla="*/ 498990 h 883258"/>
                <a:gd name="connsiteX366" fmla="*/ 473248 w 477006"/>
                <a:gd name="connsiteY366" fmla="*/ 493767 h 883258"/>
                <a:gd name="connsiteX367" fmla="*/ 475676 w 477006"/>
                <a:gd name="connsiteY367" fmla="*/ 461682 h 883258"/>
                <a:gd name="connsiteX368" fmla="*/ 470414 w 477006"/>
                <a:gd name="connsiteY368" fmla="*/ 390798 h 883258"/>
                <a:gd name="connsiteX369" fmla="*/ 470414 w 477006"/>
                <a:gd name="connsiteY369" fmla="*/ 391544 h 883258"/>
                <a:gd name="connsiteX370" fmla="*/ 470819 w 477006"/>
                <a:gd name="connsiteY370" fmla="*/ 391544 h 883258"/>
                <a:gd name="connsiteX371" fmla="*/ 456249 w 477006"/>
                <a:gd name="connsiteY371" fmla="*/ 436313 h 883258"/>
                <a:gd name="connsiteX372" fmla="*/ 454225 w 477006"/>
                <a:gd name="connsiteY372" fmla="*/ 439298 h 883258"/>
                <a:gd name="connsiteX373" fmla="*/ 454630 w 477006"/>
                <a:gd name="connsiteY373" fmla="*/ 415421 h 883258"/>
                <a:gd name="connsiteX374" fmla="*/ 456249 w 477006"/>
                <a:gd name="connsiteY374" fmla="*/ 411690 h 883258"/>
                <a:gd name="connsiteX375" fmla="*/ 470414 w 477006"/>
                <a:gd name="connsiteY375" fmla="*/ 390798 h 883258"/>
                <a:gd name="connsiteX376" fmla="*/ 467581 w 477006"/>
                <a:gd name="connsiteY376" fmla="*/ 354236 h 883258"/>
                <a:gd name="connsiteX377" fmla="*/ 456249 w 477006"/>
                <a:gd name="connsiteY377" fmla="*/ 399005 h 883258"/>
                <a:gd name="connsiteX378" fmla="*/ 453416 w 477006"/>
                <a:gd name="connsiteY378" fmla="*/ 404228 h 883258"/>
                <a:gd name="connsiteX379" fmla="*/ 452606 w 477006"/>
                <a:gd name="connsiteY379" fmla="*/ 380351 h 883258"/>
                <a:gd name="connsiteX380" fmla="*/ 456249 w 477006"/>
                <a:gd name="connsiteY380" fmla="*/ 372144 h 883258"/>
                <a:gd name="connsiteX381" fmla="*/ 467177 w 477006"/>
                <a:gd name="connsiteY381" fmla="*/ 353490 h 883258"/>
                <a:gd name="connsiteX382" fmla="*/ 462725 w 477006"/>
                <a:gd name="connsiteY382" fmla="*/ 317675 h 883258"/>
                <a:gd name="connsiteX383" fmla="*/ 456249 w 477006"/>
                <a:gd name="connsiteY383" fmla="*/ 360205 h 883258"/>
                <a:gd name="connsiteX384" fmla="*/ 450987 w 477006"/>
                <a:gd name="connsiteY384" fmla="*/ 369159 h 883258"/>
                <a:gd name="connsiteX385" fmla="*/ 450583 w 477006"/>
                <a:gd name="connsiteY385" fmla="*/ 369905 h 883258"/>
                <a:gd name="connsiteX386" fmla="*/ 448964 w 477006"/>
                <a:gd name="connsiteY386" fmla="*/ 346028 h 883258"/>
                <a:gd name="connsiteX387" fmla="*/ 450987 w 477006"/>
                <a:gd name="connsiteY387" fmla="*/ 340059 h 883258"/>
                <a:gd name="connsiteX388" fmla="*/ 456249 w 477006"/>
                <a:gd name="connsiteY388" fmla="*/ 329613 h 883258"/>
                <a:gd name="connsiteX389" fmla="*/ 462320 w 477006"/>
                <a:gd name="connsiteY389" fmla="*/ 316182 h 883258"/>
                <a:gd name="connsiteX390" fmla="*/ 455844 w 477006"/>
                <a:gd name="connsiteY390" fmla="*/ 282605 h 883258"/>
                <a:gd name="connsiteX391" fmla="*/ 455844 w 477006"/>
                <a:gd name="connsiteY391" fmla="*/ 282605 h 883258"/>
                <a:gd name="connsiteX392" fmla="*/ 456249 w 477006"/>
                <a:gd name="connsiteY392" fmla="*/ 318421 h 883258"/>
                <a:gd name="connsiteX393" fmla="*/ 450987 w 477006"/>
                <a:gd name="connsiteY393" fmla="*/ 327375 h 883258"/>
                <a:gd name="connsiteX394" fmla="*/ 447749 w 477006"/>
                <a:gd name="connsiteY394" fmla="*/ 333344 h 883258"/>
                <a:gd name="connsiteX395" fmla="*/ 446535 w 477006"/>
                <a:gd name="connsiteY395" fmla="*/ 336328 h 883258"/>
                <a:gd name="connsiteX396" fmla="*/ 443702 w 477006"/>
                <a:gd name="connsiteY396" fmla="*/ 312452 h 883258"/>
                <a:gd name="connsiteX397" fmla="*/ 447749 w 477006"/>
                <a:gd name="connsiteY397" fmla="*/ 300513 h 883258"/>
                <a:gd name="connsiteX398" fmla="*/ 450987 w 477006"/>
                <a:gd name="connsiteY398" fmla="*/ 293798 h 883258"/>
                <a:gd name="connsiteX399" fmla="*/ 455844 w 477006"/>
                <a:gd name="connsiteY399" fmla="*/ 281113 h 883258"/>
                <a:gd name="connsiteX400" fmla="*/ 447749 w 477006"/>
                <a:gd name="connsiteY400" fmla="*/ 248282 h 883258"/>
                <a:gd name="connsiteX401" fmla="*/ 450987 w 477006"/>
                <a:gd name="connsiteY401" fmla="*/ 257982 h 883258"/>
                <a:gd name="connsiteX402" fmla="*/ 450987 w 477006"/>
                <a:gd name="connsiteY402" fmla="*/ 280367 h 883258"/>
                <a:gd name="connsiteX403" fmla="*/ 447749 w 477006"/>
                <a:gd name="connsiteY403" fmla="*/ 287828 h 883258"/>
                <a:gd name="connsiteX404" fmla="*/ 440869 w 477006"/>
                <a:gd name="connsiteY404" fmla="*/ 303498 h 883258"/>
                <a:gd name="connsiteX405" fmla="*/ 440464 w 477006"/>
                <a:gd name="connsiteY405" fmla="*/ 300513 h 883258"/>
                <a:gd name="connsiteX406" fmla="*/ 436822 w 477006"/>
                <a:gd name="connsiteY406" fmla="*/ 280367 h 883258"/>
                <a:gd name="connsiteX407" fmla="*/ 440060 w 477006"/>
                <a:gd name="connsiteY407" fmla="*/ 268429 h 883258"/>
                <a:gd name="connsiteX408" fmla="*/ 446940 w 477006"/>
                <a:gd name="connsiteY408" fmla="*/ 246790 h 883258"/>
                <a:gd name="connsiteX409" fmla="*/ 438036 w 477006"/>
                <a:gd name="connsiteY409" fmla="*/ 215452 h 883258"/>
                <a:gd name="connsiteX410" fmla="*/ 440464 w 477006"/>
                <a:gd name="connsiteY410" fmla="*/ 219929 h 883258"/>
                <a:gd name="connsiteX411" fmla="*/ 440464 w 477006"/>
                <a:gd name="connsiteY411" fmla="*/ 253505 h 883258"/>
                <a:gd name="connsiteX412" fmla="*/ 433989 w 477006"/>
                <a:gd name="connsiteY412" fmla="*/ 271413 h 883258"/>
                <a:gd name="connsiteX413" fmla="*/ 431155 w 477006"/>
                <a:gd name="connsiteY413" fmla="*/ 263952 h 883258"/>
                <a:gd name="connsiteX414" fmla="*/ 428727 w 477006"/>
                <a:gd name="connsiteY414" fmla="*/ 249775 h 883258"/>
                <a:gd name="connsiteX415" fmla="*/ 431155 w 477006"/>
                <a:gd name="connsiteY415" fmla="*/ 238582 h 883258"/>
                <a:gd name="connsiteX416" fmla="*/ 437631 w 477006"/>
                <a:gd name="connsiteY416" fmla="*/ 214705 h 883258"/>
                <a:gd name="connsiteX417" fmla="*/ 426703 w 477006"/>
                <a:gd name="connsiteY417" fmla="*/ 184113 h 883258"/>
                <a:gd name="connsiteX418" fmla="*/ 431155 w 477006"/>
                <a:gd name="connsiteY418" fmla="*/ 193067 h 883258"/>
                <a:gd name="connsiteX419" fmla="*/ 431155 w 477006"/>
                <a:gd name="connsiteY419" fmla="*/ 220675 h 883258"/>
                <a:gd name="connsiteX420" fmla="*/ 425489 w 477006"/>
                <a:gd name="connsiteY420" fmla="*/ 240821 h 883258"/>
                <a:gd name="connsiteX421" fmla="*/ 420632 w 477006"/>
                <a:gd name="connsiteY421" fmla="*/ 228136 h 883258"/>
                <a:gd name="connsiteX422" fmla="*/ 419418 w 477006"/>
                <a:gd name="connsiteY422" fmla="*/ 219182 h 883258"/>
                <a:gd name="connsiteX423" fmla="*/ 420632 w 477006"/>
                <a:gd name="connsiteY423" fmla="*/ 210229 h 883258"/>
                <a:gd name="connsiteX424" fmla="*/ 426299 w 477006"/>
                <a:gd name="connsiteY424" fmla="*/ 183367 h 883258"/>
                <a:gd name="connsiteX425" fmla="*/ 413347 w 477006"/>
                <a:gd name="connsiteY425" fmla="*/ 154267 h 883258"/>
                <a:gd name="connsiteX426" fmla="*/ 413752 w 477006"/>
                <a:gd name="connsiteY426" fmla="*/ 155013 h 883258"/>
                <a:gd name="connsiteX427" fmla="*/ 420228 w 477006"/>
                <a:gd name="connsiteY427" fmla="*/ 168444 h 883258"/>
                <a:gd name="connsiteX428" fmla="*/ 420228 w 477006"/>
                <a:gd name="connsiteY428" fmla="*/ 189336 h 883258"/>
                <a:gd name="connsiteX429" fmla="*/ 414966 w 477006"/>
                <a:gd name="connsiteY429" fmla="*/ 211721 h 883258"/>
                <a:gd name="connsiteX430" fmla="*/ 408086 w 477006"/>
                <a:gd name="connsiteY430" fmla="*/ 195305 h 883258"/>
                <a:gd name="connsiteX431" fmla="*/ 407681 w 477006"/>
                <a:gd name="connsiteY431" fmla="*/ 192321 h 883258"/>
                <a:gd name="connsiteX432" fmla="*/ 408086 w 477006"/>
                <a:gd name="connsiteY432" fmla="*/ 186352 h 883258"/>
                <a:gd name="connsiteX433" fmla="*/ 413347 w 477006"/>
                <a:gd name="connsiteY433" fmla="*/ 154267 h 883258"/>
                <a:gd name="connsiteX434" fmla="*/ 397158 w 477006"/>
                <a:gd name="connsiteY434" fmla="*/ 145313 h 883258"/>
                <a:gd name="connsiteX435" fmla="*/ 398777 w 477006"/>
                <a:gd name="connsiteY435" fmla="*/ 127406 h 883258"/>
                <a:gd name="connsiteX436" fmla="*/ 399182 w 477006"/>
                <a:gd name="connsiteY436" fmla="*/ 128152 h 883258"/>
                <a:gd name="connsiteX437" fmla="*/ 399182 w 477006"/>
                <a:gd name="connsiteY437" fmla="*/ 127406 h 883258"/>
                <a:gd name="connsiteX438" fmla="*/ 408086 w 477006"/>
                <a:gd name="connsiteY438" fmla="*/ 146059 h 883258"/>
                <a:gd name="connsiteX439" fmla="*/ 408086 w 477006"/>
                <a:gd name="connsiteY439" fmla="*/ 157998 h 883258"/>
                <a:gd name="connsiteX440" fmla="*/ 403229 w 477006"/>
                <a:gd name="connsiteY440" fmla="*/ 184113 h 883258"/>
                <a:gd name="connsiteX441" fmla="*/ 397158 w 477006"/>
                <a:gd name="connsiteY441" fmla="*/ 172921 h 883258"/>
                <a:gd name="connsiteX442" fmla="*/ 395539 w 477006"/>
                <a:gd name="connsiteY442" fmla="*/ 165459 h 883258"/>
                <a:gd name="connsiteX443" fmla="*/ 397158 w 477006"/>
                <a:gd name="connsiteY443" fmla="*/ 145313 h 883258"/>
                <a:gd name="connsiteX444" fmla="*/ 383397 w 477006"/>
                <a:gd name="connsiteY444" fmla="*/ 102783 h 883258"/>
                <a:gd name="connsiteX445" fmla="*/ 383802 w 477006"/>
                <a:gd name="connsiteY445" fmla="*/ 103529 h 883258"/>
                <a:gd name="connsiteX446" fmla="*/ 383802 w 477006"/>
                <a:gd name="connsiteY446" fmla="*/ 102783 h 883258"/>
                <a:gd name="connsiteX447" fmla="*/ 385421 w 477006"/>
                <a:gd name="connsiteY447" fmla="*/ 104275 h 883258"/>
                <a:gd name="connsiteX448" fmla="*/ 390682 w 477006"/>
                <a:gd name="connsiteY448" fmla="*/ 157998 h 883258"/>
                <a:gd name="connsiteX449" fmla="*/ 385421 w 477006"/>
                <a:gd name="connsiteY449" fmla="*/ 151282 h 883258"/>
                <a:gd name="connsiteX450" fmla="*/ 381778 w 477006"/>
                <a:gd name="connsiteY450" fmla="*/ 140836 h 883258"/>
                <a:gd name="connsiteX451" fmla="*/ 383397 w 477006"/>
                <a:gd name="connsiteY451" fmla="*/ 102783 h 883258"/>
                <a:gd name="connsiteX452" fmla="*/ 367208 w 477006"/>
                <a:gd name="connsiteY452" fmla="*/ 80398 h 883258"/>
                <a:gd name="connsiteX453" fmla="*/ 367613 w 477006"/>
                <a:gd name="connsiteY453" fmla="*/ 80398 h 883258"/>
                <a:gd name="connsiteX454" fmla="*/ 370041 w 477006"/>
                <a:gd name="connsiteY454" fmla="*/ 82636 h 883258"/>
                <a:gd name="connsiteX455" fmla="*/ 376921 w 477006"/>
                <a:gd name="connsiteY455" fmla="*/ 92336 h 883258"/>
                <a:gd name="connsiteX456" fmla="*/ 376921 w 477006"/>
                <a:gd name="connsiteY456" fmla="*/ 134867 h 883258"/>
                <a:gd name="connsiteX457" fmla="*/ 370041 w 477006"/>
                <a:gd name="connsiteY457" fmla="*/ 126659 h 883258"/>
                <a:gd name="connsiteX458" fmla="*/ 367208 w 477006"/>
                <a:gd name="connsiteY458" fmla="*/ 119198 h 883258"/>
                <a:gd name="connsiteX459" fmla="*/ 367208 w 477006"/>
                <a:gd name="connsiteY459" fmla="*/ 80398 h 883258"/>
                <a:gd name="connsiteX460" fmla="*/ 350209 w 477006"/>
                <a:gd name="connsiteY460" fmla="*/ 60998 h 883258"/>
                <a:gd name="connsiteX461" fmla="*/ 350614 w 477006"/>
                <a:gd name="connsiteY461" fmla="*/ 61744 h 883258"/>
                <a:gd name="connsiteX462" fmla="*/ 352233 w 477006"/>
                <a:gd name="connsiteY462" fmla="*/ 62490 h 883258"/>
                <a:gd name="connsiteX463" fmla="*/ 353447 w 477006"/>
                <a:gd name="connsiteY463" fmla="*/ 63236 h 883258"/>
                <a:gd name="connsiteX464" fmla="*/ 358708 w 477006"/>
                <a:gd name="connsiteY464" fmla="*/ 69952 h 883258"/>
                <a:gd name="connsiteX465" fmla="*/ 359923 w 477006"/>
                <a:gd name="connsiteY465" fmla="*/ 71444 h 883258"/>
                <a:gd name="connsiteX466" fmla="*/ 361542 w 477006"/>
                <a:gd name="connsiteY466" fmla="*/ 75921 h 883258"/>
                <a:gd name="connsiteX467" fmla="*/ 361542 w 477006"/>
                <a:gd name="connsiteY467" fmla="*/ 105021 h 883258"/>
                <a:gd name="connsiteX468" fmla="*/ 361542 w 477006"/>
                <a:gd name="connsiteY468" fmla="*/ 110990 h 883258"/>
                <a:gd name="connsiteX469" fmla="*/ 361946 w 477006"/>
                <a:gd name="connsiteY469" fmla="*/ 113229 h 883258"/>
                <a:gd name="connsiteX470" fmla="*/ 361542 w 477006"/>
                <a:gd name="connsiteY470" fmla="*/ 112483 h 883258"/>
                <a:gd name="connsiteX471" fmla="*/ 359923 w 477006"/>
                <a:gd name="connsiteY471" fmla="*/ 111736 h 883258"/>
                <a:gd name="connsiteX472" fmla="*/ 358708 w 477006"/>
                <a:gd name="connsiteY472" fmla="*/ 110990 h 883258"/>
                <a:gd name="connsiteX473" fmla="*/ 353447 w 477006"/>
                <a:gd name="connsiteY473" fmla="*/ 104275 h 883258"/>
                <a:gd name="connsiteX474" fmla="*/ 352233 w 477006"/>
                <a:gd name="connsiteY474" fmla="*/ 102036 h 883258"/>
                <a:gd name="connsiteX475" fmla="*/ 351019 w 477006"/>
                <a:gd name="connsiteY475" fmla="*/ 99052 h 883258"/>
                <a:gd name="connsiteX476" fmla="*/ 350614 w 477006"/>
                <a:gd name="connsiteY476" fmla="*/ 93829 h 883258"/>
                <a:gd name="connsiteX477" fmla="*/ 349400 w 477006"/>
                <a:gd name="connsiteY477" fmla="*/ 60998 h 883258"/>
                <a:gd name="connsiteX478" fmla="*/ 331996 w 477006"/>
                <a:gd name="connsiteY478" fmla="*/ 44583 h 883258"/>
                <a:gd name="connsiteX479" fmla="*/ 335639 w 477006"/>
                <a:gd name="connsiteY479" fmla="*/ 46821 h 883258"/>
                <a:gd name="connsiteX480" fmla="*/ 336448 w 477006"/>
                <a:gd name="connsiteY480" fmla="*/ 47567 h 883258"/>
                <a:gd name="connsiteX481" fmla="*/ 338067 w 477006"/>
                <a:gd name="connsiteY481" fmla="*/ 48313 h 883258"/>
                <a:gd name="connsiteX482" fmla="*/ 339686 w 477006"/>
                <a:gd name="connsiteY482" fmla="*/ 50552 h 883258"/>
                <a:gd name="connsiteX483" fmla="*/ 343733 w 477006"/>
                <a:gd name="connsiteY483" fmla="*/ 57267 h 883258"/>
                <a:gd name="connsiteX484" fmla="*/ 344948 w 477006"/>
                <a:gd name="connsiteY484" fmla="*/ 63236 h 883258"/>
                <a:gd name="connsiteX485" fmla="*/ 345757 w 477006"/>
                <a:gd name="connsiteY485" fmla="*/ 94575 h 883258"/>
                <a:gd name="connsiteX486" fmla="*/ 344948 w 477006"/>
                <a:gd name="connsiteY486" fmla="*/ 93829 h 883258"/>
                <a:gd name="connsiteX487" fmla="*/ 343733 w 477006"/>
                <a:gd name="connsiteY487" fmla="*/ 93083 h 883258"/>
                <a:gd name="connsiteX488" fmla="*/ 339686 w 477006"/>
                <a:gd name="connsiteY488" fmla="*/ 90098 h 883258"/>
                <a:gd name="connsiteX489" fmla="*/ 337662 w 477006"/>
                <a:gd name="connsiteY489" fmla="*/ 87113 h 883258"/>
                <a:gd name="connsiteX490" fmla="*/ 336044 w 477006"/>
                <a:gd name="connsiteY490" fmla="*/ 84875 h 883258"/>
                <a:gd name="connsiteX491" fmla="*/ 335234 w 477006"/>
                <a:gd name="connsiteY491" fmla="*/ 82636 h 883258"/>
                <a:gd name="connsiteX492" fmla="*/ 334829 w 477006"/>
                <a:gd name="connsiteY492" fmla="*/ 81144 h 883258"/>
                <a:gd name="connsiteX493" fmla="*/ 331187 w 477006"/>
                <a:gd name="connsiteY493" fmla="*/ 43836 h 883258"/>
                <a:gd name="connsiteX494" fmla="*/ 312569 w 477006"/>
                <a:gd name="connsiteY494" fmla="*/ 31152 h 883258"/>
                <a:gd name="connsiteX495" fmla="*/ 313783 w 477006"/>
                <a:gd name="connsiteY495" fmla="*/ 31152 h 883258"/>
                <a:gd name="connsiteX496" fmla="*/ 315402 w 477006"/>
                <a:gd name="connsiteY496" fmla="*/ 31898 h 883258"/>
                <a:gd name="connsiteX497" fmla="*/ 318640 w 477006"/>
                <a:gd name="connsiteY497" fmla="*/ 33390 h 883258"/>
                <a:gd name="connsiteX498" fmla="*/ 321068 w 477006"/>
                <a:gd name="connsiteY498" fmla="*/ 35629 h 883258"/>
                <a:gd name="connsiteX499" fmla="*/ 321473 w 477006"/>
                <a:gd name="connsiteY499" fmla="*/ 36375 h 883258"/>
                <a:gd name="connsiteX500" fmla="*/ 322283 w 477006"/>
                <a:gd name="connsiteY500" fmla="*/ 37121 h 883258"/>
                <a:gd name="connsiteX501" fmla="*/ 323902 w 477006"/>
                <a:gd name="connsiteY501" fmla="*/ 40106 h 883258"/>
                <a:gd name="connsiteX502" fmla="*/ 327139 w 477006"/>
                <a:gd name="connsiteY502" fmla="*/ 54283 h 883258"/>
                <a:gd name="connsiteX503" fmla="*/ 328758 w 477006"/>
                <a:gd name="connsiteY503" fmla="*/ 78906 h 883258"/>
                <a:gd name="connsiteX504" fmla="*/ 327139 w 477006"/>
                <a:gd name="connsiteY504" fmla="*/ 78159 h 883258"/>
                <a:gd name="connsiteX505" fmla="*/ 323497 w 477006"/>
                <a:gd name="connsiteY505" fmla="*/ 75921 h 883258"/>
                <a:gd name="connsiteX506" fmla="*/ 321878 w 477006"/>
                <a:gd name="connsiteY506" fmla="*/ 75175 h 883258"/>
                <a:gd name="connsiteX507" fmla="*/ 321068 w 477006"/>
                <a:gd name="connsiteY507" fmla="*/ 74429 h 883258"/>
                <a:gd name="connsiteX508" fmla="*/ 320664 w 477006"/>
                <a:gd name="connsiteY508" fmla="*/ 73683 h 883258"/>
                <a:gd name="connsiteX509" fmla="*/ 317831 w 477006"/>
                <a:gd name="connsiteY509" fmla="*/ 69952 h 883258"/>
                <a:gd name="connsiteX510" fmla="*/ 317021 w 477006"/>
                <a:gd name="connsiteY510" fmla="*/ 67713 h 883258"/>
                <a:gd name="connsiteX511" fmla="*/ 314593 w 477006"/>
                <a:gd name="connsiteY511" fmla="*/ 54283 h 883258"/>
                <a:gd name="connsiteX512" fmla="*/ 312974 w 477006"/>
                <a:gd name="connsiteY512" fmla="*/ 39360 h 883258"/>
                <a:gd name="connsiteX513" fmla="*/ 311355 w 477006"/>
                <a:gd name="connsiteY513" fmla="*/ 30406 h 883258"/>
                <a:gd name="connsiteX514" fmla="*/ 293142 w 477006"/>
                <a:gd name="connsiteY514" fmla="*/ 20706 h 883258"/>
                <a:gd name="connsiteX515" fmla="*/ 294761 w 477006"/>
                <a:gd name="connsiteY515" fmla="*/ 20706 h 883258"/>
                <a:gd name="connsiteX516" fmla="*/ 297999 w 477006"/>
                <a:gd name="connsiteY516" fmla="*/ 21452 h 883258"/>
                <a:gd name="connsiteX517" fmla="*/ 300022 w 477006"/>
                <a:gd name="connsiteY517" fmla="*/ 22198 h 883258"/>
                <a:gd name="connsiteX518" fmla="*/ 301237 w 477006"/>
                <a:gd name="connsiteY518" fmla="*/ 22944 h 883258"/>
                <a:gd name="connsiteX519" fmla="*/ 303260 w 477006"/>
                <a:gd name="connsiteY519" fmla="*/ 24436 h 883258"/>
                <a:gd name="connsiteX520" fmla="*/ 308117 w 477006"/>
                <a:gd name="connsiteY520" fmla="*/ 33390 h 883258"/>
                <a:gd name="connsiteX521" fmla="*/ 309331 w 477006"/>
                <a:gd name="connsiteY521" fmla="*/ 38613 h 883258"/>
                <a:gd name="connsiteX522" fmla="*/ 311760 w 477006"/>
                <a:gd name="connsiteY522" fmla="*/ 65475 h 883258"/>
                <a:gd name="connsiteX523" fmla="*/ 308927 w 477006"/>
                <a:gd name="connsiteY523" fmla="*/ 64729 h 883258"/>
                <a:gd name="connsiteX524" fmla="*/ 307712 w 477006"/>
                <a:gd name="connsiteY524" fmla="*/ 63983 h 883258"/>
                <a:gd name="connsiteX525" fmla="*/ 302856 w 477006"/>
                <a:gd name="connsiteY525" fmla="*/ 60998 h 883258"/>
                <a:gd name="connsiteX526" fmla="*/ 300832 w 477006"/>
                <a:gd name="connsiteY526" fmla="*/ 58013 h 883258"/>
                <a:gd name="connsiteX527" fmla="*/ 299618 w 477006"/>
                <a:gd name="connsiteY527" fmla="*/ 56521 h 883258"/>
                <a:gd name="connsiteX528" fmla="*/ 299213 w 477006"/>
                <a:gd name="connsiteY528" fmla="*/ 56521 h 883258"/>
                <a:gd name="connsiteX529" fmla="*/ 297594 w 477006"/>
                <a:gd name="connsiteY529" fmla="*/ 49806 h 883258"/>
                <a:gd name="connsiteX530" fmla="*/ 294356 w 477006"/>
                <a:gd name="connsiteY530" fmla="*/ 29660 h 883258"/>
                <a:gd name="connsiteX531" fmla="*/ 292737 w 477006"/>
                <a:gd name="connsiteY531" fmla="*/ 22944 h 883258"/>
                <a:gd name="connsiteX532" fmla="*/ 291928 w 477006"/>
                <a:gd name="connsiteY532" fmla="*/ 20706 h 883258"/>
                <a:gd name="connsiteX533" fmla="*/ 272905 w 477006"/>
                <a:gd name="connsiteY533" fmla="*/ 13244 h 883258"/>
                <a:gd name="connsiteX534" fmla="*/ 273715 w 477006"/>
                <a:gd name="connsiteY534" fmla="*/ 13244 h 883258"/>
                <a:gd name="connsiteX535" fmla="*/ 280595 w 477006"/>
                <a:gd name="connsiteY535" fmla="*/ 14736 h 883258"/>
                <a:gd name="connsiteX536" fmla="*/ 282214 w 477006"/>
                <a:gd name="connsiteY536" fmla="*/ 15483 h 883258"/>
                <a:gd name="connsiteX537" fmla="*/ 285047 w 477006"/>
                <a:gd name="connsiteY537" fmla="*/ 18467 h 883258"/>
                <a:gd name="connsiteX538" fmla="*/ 287071 w 477006"/>
                <a:gd name="connsiteY538" fmla="*/ 21452 h 883258"/>
                <a:gd name="connsiteX539" fmla="*/ 287880 w 477006"/>
                <a:gd name="connsiteY539" fmla="*/ 22944 h 883258"/>
                <a:gd name="connsiteX540" fmla="*/ 289904 w 477006"/>
                <a:gd name="connsiteY540" fmla="*/ 30406 h 883258"/>
                <a:gd name="connsiteX541" fmla="*/ 291118 w 477006"/>
                <a:gd name="connsiteY541" fmla="*/ 36375 h 883258"/>
                <a:gd name="connsiteX542" fmla="*/ 293547 w 477006"/>
                <a:gd name="connsiteY542" fmla="*/ 53536 h 883258"/>
                <a:gd name="connsiteX543" fmla="*/ 293951 w 477006"/>
                <a:gd name="connsiteY543" fmla="*/ 55775 h 883258"/>
                <a:gd name="connsiteX544" fmla="*/ 291118 w 477006"/>
                <a:gd name="connsiteY544" fmla="*/ 55775 h 883258"/>
                <a:gd name="connsiteX545" fmla="*/ 289904 w 477006"/>
                <a:gd name="connsiteY545" fmla="*/ 55029 h 883258"/>
                <a:gd name="connsiteX546" fmla="*/ 287880 w 477006"/>
                <a:gd name="connsiteY546" fmla="*/ 54283 h 883258"/>
                <a:gd name="connsiteX547" fmla="*/ 286666 w 477006"/>
                <a:gd name="connsiteY547" fmla="*/ 53536 h 883258"/>
                <a:gd name="connsiteX548" fmla="*/ 284643 w 477006"/>
                <a:gd name="connsiteY548" fmla="*/ 52790 h 883258"/>
                <a:gd name="connsiteX549" fmla="*/ 281809 w 477006"/>
                <a:gd name="connsiteY549" fmla="*/ 49806 h 883258"/>
                <a:gd name="connsiteX550" fmla="*/ 281000 w 477006"/>
                <a:gd name="connsiteY550" fmla="*/ 48313 h 883258"/>
                <a:gd name="connsiteX551" fmla="*/ 280595 w 477006"/>
                <a:gd name="connsiteY551" fmla="*/ 46821 h 883258"/>
                <a:gd name="connsiteX552" fmla="*/ 273715 w 477006"/>
                <a:gd name="connsiteY552" fmla="*/ 18467 h 883258"/>
                <a:gd name="connsiteX553" fmla="*/ 272096 w 477006"/>
                <a:gd name="connsiteY553" fmla="*/ 13990 h 883258"/>
                <a:gd name="connsiteX554" fmla="*/ 252669 w 477006"/>
                <a:gd name="connsiteY554" fmla="*/ 9513 h 883258"/>
                <a:gd name="connsiteX555" fmla="*/ 254288 w 477006"/>
                <a:gd name="connsiteY555" fmla="*/ 8767 h 883258"/>
                <a:gd name="connsiteX556" fmla="*/ 257121 w 477006"/>
                <a:gd name="connsiteY556" fmla="*/ 8767 h 883258"/>
                <a:gd name="connsiteX557" fmla="*/ 259549 w 477006"/>
                <a:gd name="connsiteY557" fmla="*/ 9513 h 883258"/>
                <a:gd name="connsiteX558" fmla="*/ 261168 w 477006"/>
                <a:gd name="connsiteY558" fmla="*/ 10260 h 883258"/>
                <a:gd name="connsiteX559" fmla="*/ 266834 w 477006"/>
                <a:gd name="connsiteY559" fmla="*/ 15483 h 883258"/>
                <a:gd name="connsiteX560" fmla="*/ 270882 w 477006"/>
                <a:gd name="connsiteY560" fmla="*/ 27421 h 883258"/>
                <a:gd name="connsiteX561" fmla="*/ 273715 w 477006"/>
                <a:gd name="connsiteY561" fmla="*/ 43836 h 883258"/>
                <a:gd name="connsiteX562" fmla="*/ 275334 w 477006"/>
                <a:gd name="connsiteY562" fmla="*/ 48313 h 883258"/>
                <a:gd name="connsiteX563" fmla="*/ 273715 w 477006"/>
                <a:gd name="connsiteY563" fmla="*/ 49059 h 883258"/>
                <a:gd name="connsiteX564" fmla="*/ 270882 w 477006"/>
                <a:gd name="connsiteY564" fmla="*/ 48313 h 883258"/>
                <a:gd name="connsiteX565" fmla="*/ 267239 w 477006"/>
                <a:gd name="connsiteY565" fmla="*/ 47567 h 883258"/>
                <a:gd name="connsiteX566" fmla="*/ 262787 w 477006"/>
                <a:gd name="connsiteY566" fmla="*/ 43090 h 883258"/>
                <a:gd name="connsiteX567" fmla="*/ 261573 w 477006"/>
                <a:gd name="connsiteY567" fmla="*/ 40106 h 883258"/>
                <a:gd name="connsiteX568" fmla="*/ 259954 w 477006"/>
                <a:gd name="connsiteY568" fmla="*/ 35629 h 883258"/>
                <a:gd name="connsiteX569" fmla="*/ 257526 w 477006"/>
                <a:gd name="connsiteY569" fmla="*/ 26675 h 883258"/>
                <a:gd name="connsiteX570" fmla="*/ 254692 w 477006"/>
                <a:gd name="connsiteY570" fmla="*/ 16229 h 883258"/>
                <a:gd name="connsiteX571" fmla="*/ 252669 w 477006"/>
                <a:gd name="connsiteY571" fmla="*/ 9513 h 883258"/>
                <a:gd name="connsiteX572" fmla="*/ 232432 w 477006"/>
                <a:gd name="connsiteY572" fmla="*/ 8767 h 883258"/>
                <a:gd name="connsiteX573" fmla="*/ 234861 w 477006"/>
                <a:gd name="connsiteY573" fmla="*/ 8021 h 883258"/>
                <a:gd name="connsiteX574" fmla="*/ 235670 w 477006"/>
                <a:gd name="connsiteY574" fmla="*/ 8021 h 883258"/>
                <a:gd name="connsiteX575" fmla="*/ 241741 w 477006"/>
                <a:gd name="connsiteY575" fmla="*/ 8021 h 883258"/>
                <a:gd name="connsiteX576" fmla="*/ 247812 w 477006"/>
                <a:gd name="connsiteY576" fmla="*/ 13990 h 883258"/>
                <a:gd name="connsiteX577" fmla="*/ 249836 w 477006"/>
                <a:gd name="connsiteY577" fmla="*/ 18467 h 883258"/>
                <a:gd name="connsiteX578" fmla="*/ 254288 w 477006"/>
                <a:gd name="connsiteY578" fmla="*/ 37121 h 883258"/>
                <a:gd name="connsiteX579" fmla="*/ 256716 w 477006"/>
                <a:gd name="connsiteY579" fmla="*/ 43836 h 883258"/>
                <a:gd name="connsiteX580" fmla="*/ 254288 w 477006"/>
                <a:gd name="connsiteY580" fmla="*/ 44583 h 883258"/>
                <a:gd name="connsiteX581" fmla="*/ 249836 w 477006"/>
                <a:gd name="connsiteY581" fmla="*/ 44583 h 883258"/>
                <a:gd name="connsiteX582" fmla="*/ 247812 w 477006"/>
                <a:gd name="connsiteY582" fmla="*/ 43836 h 883258"/>
                <a:gd name="connsiteX583" fmla="*/ 243765 w 477006"/>
                <a:gd name="connsiteY583" fmla="*/ 40852 h 883258"/>
                <a:gd name="connsiteX584" fmla="*/ 241741 w 477006"/>
                <a:gd name="connsiteY584" fmla="*/ 36375 h 883258"/>
                <a:gd name="connsiteX585" fmla="*/ 235670 w 477006"/>
                <a:gd name="connsiteY585" fmla="*/ 17721 h 883258"/>
                <a:gd name="connsiteX586" fmla="*/ 234861 w 477006"/>
                <a:gd name="connsiteY586" fmla="*/ 15483 h 883258"/>
                <a:gd name="connsiteX587" fmla="*/ 232027 w 477006"/>
                <a:gd name="connsiteY587" fmla="*/ 8767 h 883258"/>
                <a:gd name="connsiteX588" fmla="*/ 212196 w 477006"/>
                <a:gd name="connsiteY588" fmla="*/ 11752 h 883258"/>
                <a:gd name="connsiteX589" fmla="*/ 215433 w 477006"/>
                <a:gd name="connsiteY589" fmla="*/ 10260 h 883258"/>
                <a:gd name="connsiteX590" fmla="*/ 217052 w 477006"/>
                <a:gd name="connsiteY590" fmla="*/ 9513 h 883258"/>
                <a:gd name="connsiteX591" fmla="*/ 219886 w 477006"/>
                <a:gd name="connsiteY591" fmla="*/ 8767 h 883258"/>
                <a:gd name="connsiteX592" fmla="*/ 222314 w 477006"/>
                <a:gd name="connsiteY592" fmla="*/ 9513 h 883258"/>
                <a:gd name="connsiteX593" fmla="*/ 225147 w 477006"/>
                <a:gd name="connsiteY593" fmla="*/ 10260 h 883258"/>
                <a:gd name="connsiteX594" fmla="*/ 227575 w 477006"/>
                <a:gd name="connsiteY594" fmla="*/ 12498 h 883258"/>
                <a:gd name="connsiteX595" fmla="*/ 229194 w 477006"/>
                <a:gd name="connsiteY595" fmla="*/ 15483 h 883258"/>
                <a:gd name="connsiteX596" fmla="*/ 235265 w 477006"/>
                <a:gd name="connsiteY596" fmla="*/ 34136 h 883258"/>
                <a:gd name="connsiteX597" fmla="*/ 236075 w 477006"/>
                <a:gd name="connsiteY597" fmla="*/ 36375 h 883258"/>
                <a:gd name="connsiteX598" fmla="*/ 238503 w 477006"/>
                <a:gd name="connsiteY598" fmla="*/ 41598 h 883258"/>
                <a:gd name="connsiteX599" fmla="*/ 235670 w 477006"/>
                <a:gd name="connsiteY599" fmla="*/ 43090 h 883258"/>
                <a:gd name="connsiteX600" fmla="*/ 234861 w 477006"/>
                <a:gd name="connsiteY600" fmla="*/ 43090 h 883258"/>
                <a:gd name="connsiteX601" fmla="*/ 228790 w 477006"/>
                <a:gd name="connsiteY601" fmla="*/ 43836 h 883258"/>
                <a:gd name="connsiteX602" fmla="*/ 227171 w 477006"/>
                <a:gd name="connsiteY602" fmla="*/ 43090 h 883258"/>
                <a:gd name="connsiteX603" fmla="*/ 225147 w 477006"/>
                <a:gd name="connsiteY603" fmla="*/ 41598 h 883258"/>
                <a:gd name="connsiteX604" fmla="*/ 224742 w 477006"/>
                <a:gd name="connsiteY604" fmla="*/ 40852 h 883258"/>
                <a:gd name="connsiteX605" fmla="*/ 221909 w 477006"/>
                <a:gd name="connsiteY605" fmla="*/ 36375 h 883258"/>
                <a:gd name="connsiteX606" fmla="*/ 219481 w 477006"/>
                <a:gd name="connsiteY606" fmla="*/ 31152 h 883258"/>
                <a:gd name="connsiteX607" fmla="*/ 216648 w 477006"/>
                <a:gd name="connsiteY607" fmla="*/ 23690 h 883258"/>
                <a:gd name="connsiteX608" fmla="*/ 215029 w 477006"/>
                <a:gd name="connsiteY608" fmla="*/ 19960 h 883258"/>
                <a:gd name="connsiteX609" fmla="*/ 211791 w 477006"/>
                <a:gd name="connsiteY609" fmla="*/ 13244 h 883258"/>
                <a:gd name="connsiteX610" fmla="*/ 211386 w 477006"/>
                <a:gd name="connsiteY610" fmla="*/ 12498 h 883258"/>
                <a:gd name="connsiteX611" fmla="*/ 191959 w 477006"/>
                <a:gd name="connsiteY611" fmla="*/ 16975 h 883258"/>
                <a:gd name="connsiteX612" fmla="*/ 194792 w 477006"/>
                <a:gd name="connsiteY612" fmla="*/ 15483 h 883258"/>
                <a:gd name="connsiteX613" fmla="*/ 196411 w 477006"/>
                <a:gd name="connsiteY613" fmla="*/ 14736 h 883258"/>
                <a:gd name="connsiteX614" fmla="*/ 202887 w 477006"/>
                <a:gd name="connsiteY614" fmla="*/ 13990 h 883258"/>
                <a:gd name="connsiteX615" fmla="*/ 205720 w 477006"/>
                <a:gd name="connsiteY615" fmla="*/ 14736 h 883258"/>
                <a:gd name="connsiteX616" fmla="*/ 209767 w 477006"/>
                <a:gd name="connsiteY616" fmla="*/ 19213 h 883258"/>
                <a:gd name="connsiteX617" fmla="*/ 212600 w 477006"/>
                <a:gd name="connsiteY617" fmla="*/ 25929 h 883258"/>
                <a:gd name="connsiteX618" fmla="*/ 215029 w 477006"/>
                <a:gd name="connsiteY618" fmla="*/ 35629 h 883258"/>
                <a:gd name="connsiteX619" fmla="*/ 216648 w 477006"/>
                <a:gd name="connsiteY619" fmla="*/ 40106 h 883258"/>
                <a:gd name="connsiteX620" fmla="*/ 219076 w 477006"/>
                <a:gd name="connsiteY620" fmla="*/ 43836 h 883258"/>
                <a:gd name="connsiteX621" fmla="*/ 217052 w 477006"/>
                <a:gd name="connsiteY621" fmla="*/ 44583 h 883258"/>
                <a:gd name="connsiteX622" fmla="*/ 215433 w 477006"/>
                <a:gd name="connsiteY622" fmla="*/ 45329 h 883258"/>
                <a:gd name="connsiteX623" fmla="*/ 212196 w 477006"/>
                <a:gd name="connsiteY623" fmla="*/ 46075 h 883258"/>
                <a:gd name="connsiteX624" fmla="*/ 209362 w 477006"/>
                <a:gd name="connsiteY624" fmla="*/ 46075 h 883258"/>
                <a:gd name="connsiteX625" fmla="*/ 205720 w 477006"/>
                <a:gd name="connsiteY625" fmla="*/ 44583 h 883258"/>
                <a:gd name="connsiteX626" fmla="*/ 205315 w 477006"/>
                <a:gd name="connsiteY626" fmla="*/ 43836 h 883258"/>
                <a:gd name="connsiteX627" fmla="*/ 202482 w 477006"/>
                <a:gd name="connsiteY627" fmla="*/ 39360 h 883258"/>
                <a:gd name="connsiteX628" fmla="*/ 196006 w 477006"/>
                <a:gd name="connsiteY628" fmla="*/ 25929 h 883258"/>
                <a:gd name="connsiteX629" fmla="*/ 194387 w 477006"/>
                <a:gd name="connsiteY629" fmla="*/ 22944 h 883258"/>
                <a:gd name="connsiteX630" fmla="*/ 191150 w 477006"/>
                <a:gd name="connsiteY630" fmla="*/ 17721 h 883258"/>
                <a:gd name="connsiteX631" fmla="*/ 172127 w 477006"/>
                <a:gd name="connsiteY631" fmla="*/ 26675 h 883258"/>
                <a:gd name="connsiteX632" fmla="*/ 173341 w 477006"/>
                <a:gd name="connsiteY632" fmla="*/ 25929 h 883258"/>
                <a:gd name="connsiteX633" fmla="*/ 176984 w 477006"/>
                <a:gd name="connsiteY633" fmla="*/ 23690 h 883258"/>
                <a:gd name="connsiteX634" fmla="*/ 177389 w 477006"/>
                <a:gd name="connsiteY634" fmla="*/ 22944 h 883258"/>
                <a:gd name="connsiteX635" fmla="*/ 179008 w 477006"/>
                <a:gd name="connsiteY635" fmla="*/ 22198 h 883258"/>
                <a:gd name="connsiteX636" fmla="*/ 183864 w 477006"/>
                <a:gd name="connsiteY636" fmla="*/ 21452 h 883258"/>
                <a:gd name="connsiteX637" fmla="*/ 184674 w 477006"/>
                <a:gd name="connsiteY637" fmla="*/ 21452 h 883258"/>
                <a:gd name="connsiteX638" fmla="*/ 186293 w 477006"/>
                <a:gd name="connsiteY638" fmla="*/ 22198 h 883258"/>
                <a:gd name="connsiteX639" fmla="*/ 187102 w 477006"/>
                <a:gd name="connsiteY639" fmla="*/ 22944 h 883258"/>
                <a:gd name="connsiteX640" fmla="*/ 190745 w 477006"/>
                <a:gd name="connsiteY640" fmla="*/ 27421 h 883258"/>
                <a:gd name="connsiteX641" fmla="*/ 194792 w 477006"/>
                <a:gd name="connsiteY641" fmla="*/ 36375 h 883258"/>
                <a:gd name="connsiteX642" fmla="*/ 196411 w 477006"/>
                <a:gd name="connsiteY642" fmla="*/ 39360 h 883258"/>
                <a:gd name="connsiteX643" fmla="*/ 200863 w 477006"/>
                <a:gd name="connsiteY643" fmla="*/ 48313 h 883258"/>
                <a:gd name="connsiteX644" fmla="*/ 196411 w 477006"/>
                <a:gd name="connsiteY644" fmla="*/ 51298 h 883258"/>
                <a:gd name="connsiteX645" fmla="*/ 194792 w 477006"/>
                <a:gd name="connsiteY645" fmla="*/ 52044 h 883258"/>
                <a:gd name="connsiteX646" fmla="*/ 190745 w 477006"/>
                <a:gd name="connsiteY646" fmla="*/ 52790 h 883258"/>
                <a:gd name="connsiteX647" fmla="*/ 187912 w 477006"/>
                <a:gd name="connsiteY647" fmla="*/ 52044 h 883258"/>
                <a:gd name="connsiteX648" fmla="*/ 187507 w 477006"/>
                <a:gd name="connsiteY648" fmla="*/ 51298 h 883258"/>
                <a:gd name="connsiteX649" fmla="*/ 186293 w 477006"/>
                <a:gd name="connsiteY649" fmla="*/ 49806 h 883258"/>
                <a:gd name="connsiteX650" fmla="*/ 184674 w 477006"/>
                <a:gd name="connsiteY650" fmla="*/ 48313 h 883258"/>
                <a:gd name="connsiteX651" fmla="*/ 184269 w 477006"/>
                <a:gd name="connsiteY651" fmla="*/ 47567 h 883258"/>
                <a:gd name="connsiteX652" fmla="*/ 183864 w 477006"/>
                <a:gd name="connsiteY652" fmla="*/ 46821 h 883258"/>
                <a:gd name="connsiteX653" fmla="*/ 179008 w 477006"/>
                <a:gd name="connsiteY653" fmla="*/ 37867 h 883258"/>
                <a:gd name="connsiteX654" fmla="*/ 176984 w 477006"/>
                <a:gd name="connsiteY654" fmla="*/ 34883 h 883258"/>
                <a:gd name="connsiteX655" fmla="*/ 176579 w 477006"/>
                <a:gd name="connsiteY655" fmla="*/ 34883 h 883258"/>
                <a:gd name="connsiteX656" fmla="*/ 172937 w 477006"/>
                <a:gd name="connsiteY656" fmla="*/ 28913 h 883258"/>
                <a:gd name="connsiteX657" fmla="*/ 171318 w 477006"/>
                <a:gd name="connsiteY657" fmla="*/ 26675 h 883258"/>
                <a:gd name="connsiteX658" fmla="*/ 152700 w 477006"/>
                <a:gd name="connsiteY658" fmla="*/ 38613 h 883258"/>
                <a:gd name="connsiteX659" fmla="*/ 154319 w 477006"/>
                <a:gd name="connsiteY659" fmla="*/ 37121 h 883258"/>
                <a:gd name="connsiteX660" fmla="*/ 155128 w 477006"/>
                <a:gd name="connsiteY660" fmla="*/ 36375 h 883258"/>
                <a:gd name="connsiteX661" fmla="*/ 158366 w 477006"/>
                <a:gd name="connsiteY661" fmla="*/ 33390 h 883258"/>
                <a:gd name="connsiteX662" fmla="*/ 161604 w 477006"/>
                <a:gd name="connsiteY662" fmla="*/ 31898 h 883258"/>
                <a:gd name="connsiteX663" fmla="*/ 163223 w 477006"/>
                <a:gd name="connsiteY663" fmla="*/ 31152 h 883258"/>
                <a:gd name="connsiteX664" fmla="*/ 166866 w 477006"/>
                <a:gd name="connsiteY664" fmla="*/ 31898 h 883258"/>
                <a:gd name="connsiteX665" fmla="*/ 169699 w 477006"/>
                <a:gd name="connsiteY665" fmla="*/ 34136 h 883258"/>
                <a:gd name="connsiteX666" fmla="*/ 173746 w 477006"/>
                <a:gd name="connsiteY666" fmla="*/ 40106 h 883258"/>
                <a:gd name="connsiteX667" fmla="*/ 177389 w 477006"/>
                <a:gd name="connsiteY667" fmla="*/ 46821 h 883258"/>
                <a:gd name="connsiteX668" fmla="*/ 177793 w 477006"/>
                <a:gd name="connsiteY668" fmla="*/ 47567 h 883258"/>
                <a:gd name="connsiteX669" fmla="*/ 179412 w 477006"/>
                <a:gd name="connsiteY669" fmla="*/ 50552 h 883258"/>
                <a:gd name="connsiteX670" fmla="*/ 183055 w 477006"/>
                <a:gd name="connsiteY670" fmla="*/ 55775 h 883258"/>
                <a:gd name="connsiteX671" fmla="*/ 179412 w 477006"/>
                <a:gd name="connsiteY671" fmla="*/ 58759 h 883258"/>
                <a:gd name="connsiteX672" fmla="*/ 177793 w 477006"/>
                <a:gd name="connsiteY672" fmla="*/ 59506 h 883258"/>
                <a:gd name="connsiteX673" fmla="*/ 177389 w 477006"/>
                <a:gd name="connsiteY673" fmla="*/ 59506 h 883258"/>
                <a:gd name="connsiteX674" fmla="*/ 173746 w 477006"/>
                <a:gd name="connsiteY674" fmla="*/ 60998 h 883258"/>
                <a:gd name="connsiteX675" fmla="*/ 169699 w 477006"/>
                <a:gd name="connsiteY675" fmla="*/ 60252 h 883258"/>
                <a:gd name="connsiteX676" fmla="*/ 166866 w 477006"/>
                <a:gd name="connsiteY676" fmla="*/ 57267 h 883258"/>
                <a:gd name="connsiteX677" fmla="*/ 163223 w 477006"/>
                <a:gd name="connsiteY677" fmla="*/ 52044 h 883258"/>
                <a:gd name="connsiteX678" fmla="*/ 161604 w 477006"/>
                <a:gd name="connsiteY678" fmla="*/ 49806 h 883258"/>
                <a:gd name="connsiteX679" fmla="*/ 158366 w 477006"/>
                <a:gd name="connsiteY679" fmla="*/ 44583 h 883258"/>
                <a:gd name="connsiteX680" fmla="*/ 155128 w 477006"/>
                <a:gd name="connsiteY680" fmla="*/ 39360 h 883258"/>
                <a:gd name="connsiteX681" fmla="*/ 154319 w 477006"/>
                <a:gd name="connsiteY681" fmla="*/ 38613 h 883258"/>
                <a:gd name="connsiteX682" fmla="*/ 152700 w 477006"/>
                <a:gd name="connsiteY682" fmla="*/ 38613 h 883258"/>
                <a:gd name="connsiteX683" fmla="*/ 134082 w 477006"/>
                <a:gd name="connsiteY683" fmla="*/ 53536 h 883258"/>
                <a:gd name="connsiteX684" fmla="*/ 135701 w 477006"/>
                <a:gd name="connsiteY684" fmla="*/ 52044 h 883258"/>
                <a:gd name="connsiteX685" fmla="*/ 136916 w 477006"/>
                <a:gd name="connsiteY685" fmla="*/ 50552 h 883258"/>
                <a:gd name="connsiteX686" fmla="*/ 137725 w 477006"/>
                <a:gd name="connsiteY686" fmla="*/ 49806 h 883258"/>
                <a:gd name="connsiteX687" fmla="*/ 138939 w 477006"/>
                <a:gd name="connsiteY687" fmla="*/ 49059 h 883258"/>
                <a:gd name="connsiteX688" fmla="*/ 140153 w 477006"/>
                <a:gd name="connsiteY688" fmla="*/ 48313 h 883258"/>
                <a:gd name="connsiteX689" fmla="*/ 146224 w 477006"/>
                <a:gd name="connsiteY689" fmla="*/ 46075 h 883258"/>
                <a:gd name="connsiteX690" fmla="*/ 150272 w 477006"/>
                <a:gd name="connsiteY690" fmla="*/ 48313 h 883258"/>
                <a:gd name="connsiteX691" fmla="*/ 151891 w 477006"/>
                <a:gd name="connsiteY691" fmla="*/ 49806 h 883258"/>
                <a:gd name="connsiteX692" fmla="*/ 153914 w 477006"/>
                <a:gd name="connsiteY692" fmla="*/ 52044 h 883258"/>
                <a:gd name="connsiteX693" fmla="*/ 154724 w 477006"/>
                <a:gd name="connsiteY693" fmla="*/ 52790 h 883258"/>
                <a:gd name="connsiteX694" fmla="*/ 157962 w 477006"/>
                <a:gd name="connsiteY694" fmla="*/ 58759 h 883258"/>
                <a:gd name="connsiteX695" fmla="*/ 161199 w 477006"/>
                <a:gd name="connsiteY695" fmla="*/ 63236 h 883258"/>
                <a:gd name="connsiteX696" fmla="*/ 162818 w 477006"/>
                <a:gd name="connsiteY696" fmla="*/ 64729 h 883258"/>
                <a:gd name="connsiteX697" fmla="*/ 164033 w 477006"/>
                <a:gd name="connsiteY697" fmla="*/ 66221 h 883258"/>
                <a:gd name="connsiteX698" fmla="*/ 162818 w 477006"/>
                <a:gd name="connsiteY698" fmla="*/ 66967 h 883258"/>
                <a:gd name="connsiteX699" fmla="*/ 161199 w 477006"/>
                <a:gd name="connsiteY699" fmla="*/ 68459 h 883258"/>
                <a:gd name="connsiteX700" fmla="*/ 157962 w 477006"/>
                <a:gd name="connsiteY700" fmla="*/ 71444 h 883258"/>
                <a:gd name="connsiteX701" fmla="*/ 154724 w 477006"/>
                <a:gd name="connsiteY701" fmla="*/ 72936 h 883258"/>
                <a:gd name="connsiteX702" fmla="*/ 153914 w 477006"/>
                <a:gd name="connsiteY702" fmla="*/ 73683 h 883258"/>
                <a:gd name="connsiteX703" fmla="*/ 151891 w 477006"/>
                <a:gd name="connsiteY703" fmla="*/ 73683 h 883258"/>
                <a:gd name="connsiteX704" fmla="*/ 151486 w 477006"/>
                <a:gd name="connsiteY704" fmla="*/ 72936 h 883258"/>
                <a:gd name="connsiteX705" fmla="*/ 149867 w 477006"/>
                <a:gd name="connsiteY705" fmla="*/ 72190 h 883258"/>
                <a:gd name="connsiteX706" fmla="*/ 145820 w 477006"/>
                <a:gd name="connsiteY706" fmla="*/ 67713 h 883258"/>
                <a:gd name="connsiteX707" fmla="*/ 139749 w 477006"/>
                <a:gd name="connsiteY707" fmla="*/ 60252 h 883258"/>
                <a:gd name="connsiteX708" fmla="*/ 138534 w 477006"/>
                <a:gd name="connsiteY708" fmla="*/ 59506 h 883258"/>
                <a:gd name="connsiteX709" fmla="*/ 137320 w 477006"/>
                <a:gd name="connsiteY709" fmla="*/ 57267 h 883258"/>
                <a:gd name="connsiteX710" fmla="*/ 136916 w 477006"/>
                <a:gd name="connsiteY710" fmla="*/ 58013 h 883258"/>
                <a:gd name="connsiteX711" fmla="*/ 135297 w 477006"/>
                <a:gd name="connsiteY711" fmla="*/ 56521 h 883258"/>
                <a:gd name="connsiteX712" fmla="*/ 133678 w 477006"/>
                <a:gd name="connsiteY712" fmla="*/ 55775 h 883258"/>
                <a:gd name="connsiteX713" fmla="*/ 116274 w 477006"/>
                <a:gd name="connsiteY713" fmla="*/ 72190 h 883258"/>
                <a:gd name="connsiteX714" fmla="*/ 117893 w 477006"/>
                <a:gd name="connsiteY714" fmla="*/ 69952 h 883258"/>
                <a:gd name="connsiteX715" fmla="*/ 122750 w 477006"/>
                <a:gd name="connsiteY715" fmla="*/ 63983 h 883258"/>
                <a:gd name="connsiteX716" fmla="*/ 123964 w 477006"/>
                <a:gd name="connsiteY716" fmla="*/ 63236 h 883258"/>
                <a:gd name="connsiteX717" fmla="*/ 127607 w 477006"/>
                <a:gd name="connsiteY717" fmla="*/ 62490 h 883258"/>
                <a:gd name="connsiteX718" fmla="*/ 129226 w 477006"/>
                <a:gd name="connsiteY718" fmla="*/ 62490 h 883258"/>
                <a:gd name="connsiteX719" fmla="*/ 131249 w 477006"/>
                <a:gd name="connsiteY719" fmla="*/ 63236 h 883258"/>
                <a:gd name="connsiteX720" fmla="*/ 134892 w 477006"/>
                <a:gd name="connsiteY720" fmla="*/ 66221 h 883258"/>
                <a:gd name="connsiteX721" fmla="*/ 136511 w 477006"/>
                <a:gd name="connsiteY721" fmla="*/ 67713 h 883258"/>
                <a:gd name="connsiteX722" fmla="*/ 137320 w 477006"/>
                <a:gd name="connsiteY722" fmla="*/ 69206 h 883258"/>
                <a:gd name="connsiteX723" fmla="*/ 138534 w 477006"/>
                <a:gd name="connsiteY723" fmla="*/ 70698 h 883258"/>
                <a:gd name="connsiteX724" fmla="*/ 139749 w 477006"/>
                <a:gd name="connsiteY724" fmla="*/ 72936 h 883258"/>
                <a:gd name="connsiteX725" fmla="*/ 145820 w 477006"/>
                <a:gd name="connsiteY725" fmla="*/ 79652 h 883258"/>
                <a:gd name="connsiteX726" fmla="*/ 146224 w 477006"/>
                <a:gd name="connsiteY726" fmla="*/ 79652 h 883258"/>
                <a:gd name="connsiteX727" fmla="*/ 146224 w 477006"/>
                <a:gd name="connsiteY727" fmla="*/ 80398 h 883258"/>
                <a:gd name="connsiteX728" fmla="*/ 140153 w 477006"/>
                <a:gd name="connsiteY728" fmla="*/ 87113 h 883258"/>
                <a:gd name="connsiteX729" fmla="*/ 138939 w 477006"/>
                <a:gd name="connsiteY729" fmla="*/ 87859 h 883258"/>
                <a:gd name="connsiteX730" fmla="*/ 137725 w 477006"/>
                <a:gd name="connsiteY730" fmla="*/ 88606 h 883258"/>
                <a:gd name="connsiteX731" fmla="*/ 136916 w 477006"/>
                <a:gd name="connsiteY731" fmla="*/ 89352 h 883258"/>
                <a:gd name="connsiteX732" fmla="*/ 134487 w 477006"/>
                <a:gd name="connsiteY732" fmla="*/ 89352 h 883258"/>
                <a:gd name="connsiteX733" fmla="*/ 131654 w 477006"/>
                <a:gd name="connsiteY733" fmla="*/ 87859 h 883258"/>
                <a:gd name="connsiteX734" fmla="*/ 129630 w 477006"/>
                <a:gd name="connsiteY734" fmla="*/ 85621 h 883258"/>
                <a:gd name="connsiteX735" fmla="*/ 128011 w 477006"/>
                <a:gd name="connsiteY735" fmla="*/ 84875 h 883258"/>
                <a:gd name="connsiteX736" fmla="*/ 124369 w 477006"/>
                <a:gd name="connsiteY736" fmla="*/ 80398 h 883258"/>
                <a:gd name="connsiteX737" fmla="*/ 123155 w 477006"/>
                <a:gd name="connsiteY737" fmla="*/ 79652 h 883258"/>
                <a:gd name="connsiteX738" fmla="*/ 117893 w 477006"/>
                <a:gd name="connsiteY738" fmla="*/ 75175 h 883258"/>
                <a:gd name="connsiteX739" fmla="*/ 116679 w 477006"/>
                <a:gd name="connsiteY739" fmla="*/ 74429 h 883258"/>
                <a:gd name="connsiteX740" fmla="*/ 116274 w 477006"/>
                <a:gd name="connsiteY740" fmla="*/ 74429 h 883258"/>
                <a:gd name="connsiteX741" fmla="*/ 99275 w 477006"/>
                <a:gd name="connsiteY741" fmla="*/ 93083 h 883258"/>
                <a:gd name="connsiteX742" fmla="*/ 104132 w 477006"/>
                <a:gd name="connsiteY742" fmla="*/ 85621 h 883258"/>
                <a:gd name="connsiteX743" fmla="*/ 106561 w 477006"/>
                <a:gd name="connsiteY743" fmla="*/ 82636 h 883258"/>
                <a:gd name="connsiteX744" fmla="*/ 112632 w 477006"/>
                <a:gd name="connsiteY744" fmla="*/ 80398 h 883258"/>
                <a:gd name="connsiteX745" fmla="*/ 115060 w 477006"/>
                <a:gd name="connsiteY745" fmla="*/ 81144 h 883258"/>
                <a:gd name="connsiteX746" fmla="*/ 116679 w 477006"/>
                <a:gd name="connsiteY746" fmla="*/ 81890 h 883258"/>
                <a:gd name="connsiteX747" fmla="*/ 117893 w 477006"/>
                <a:gd name="connsiteY747" fmla="*/ 82636 h 883258"/>
                <a:gd name="connsiteX748" fmla="*/ 123155 w 477006"/>
                <a:gd name="connsiteY748" fmla="*/ 88606 h 883258"/>
                <a:gd name="connsiteX749" fmla="*/ 124369 w 477006"/>
                <a:gd name="connsiteY749" fmla="*/ 89352 h 883258"/>
                <a:gd name="connsiteX750" fmla="*/ 128011 w 477006"/>
                <a:gd name="connsiteY750" fmla="*/ 93829 h 883258"/>
                <a:gd name="connsiteX751" fmla="*/ 129630 w 477006"/>
                <a:gd name="connsiteY751" fmla="*/ 94575 h 883258"/>
                <a:gd name="connsiteX752" fmla="*/ 130035 w 477006"/>
                <a:gd name="connsiteY752" fmla="*/ 94575 h 883258"/>
                <a:gd name="connsiteX753" fmla="*/ 129630 w 477006"/>
                <a:gd name="connsiteY753" fmla="*/ 95321 h 883258"/>
                <a:gd name="connsiteX754" fmla="*/ 128011 w 477006"/>
                <a:gd name="connsiteY754" fmla="*/ 98306 h 883258"/>
                <a:gd name="connsiteX755" fmla="*/ 124369 w 477006"/>
                <a:gd name="connsiteY755" fmla="*/ 102783 h 883258"/>
                <a:gd name="connsiteX756" fmla="*/ 123155 w 477006"/>
                <a:gd name="connsiteY756" fmla="*/ 103529 h 883258"/>
                <a:gd name="connsiteX757" fmla="*/ 118703 w 477006"/>
                <a:gd name="connsiteY757" fmla="*/ 105021 h 883258"/>
                <a:gd name="connsiteX758" fmla="*/ 117893 w 477006"/>
                <a:gd name="connsiteY758" fmla="*/ 105021 h 883258"/>
                <a:gd name="connsiteX759" fmla="*/ 116679 w 477006"/>
                <a:gd name="connsiteY759" fmla="*/ 104275 h 883258"/>
                <a:gd name="connsiteX760" fmla="*/ 115060 w 477006"/>
                <a:gd name="connsiteY760" fmla="*/ 103529 h 883258"/>
                <a:gd name="connsiteX761" fmla="*/ 112632 w 477006"/>
                <a:gd name="connsiteY761" fmla="*/ 102036 h 883258"/>
                <a:gd name="connsiteX762" fmla="*/ 106561 w 477006"/>
                <a:gd name="connsiteY762" fmla="*/ 96813 h 883258"/>
                <a:gd name="connsiteX763" fmla="*/ 104132 w 477006"/>
                <a:gd name="connsiteY763" fmla="*/ 95321 h 883258"/>
                <a:gd name="connsiteX764" fmla="*/ 99275 w 477006"/>
                <a:gd name="connsiteY764" fmla="*/ 92336 h 883258"/>
                <a:gd name="connsiteX765" fmla="*/ 98871 w 477006"/>
                <a:gd name="connsiteY765" fmla="*/ 92336 h 883258"/>
                <a:gd name="connsiteX766" fmla="*/ 83086 w 477006"/>
                <a:gd name="connsiteY766" fmla="*/ 116213 h 883258"/>
                <a:gd name="connsiteX767" fmla="*/ 90776 w 477006"/>
                <a:gd name="connsiteY767" fmla="*/ 103529 h 883258"/>
                <a:gd name="connsiteX768" fmla="*/ 98871 w 477006"/>
                <a:gd name="connsiteY768" fmla="*/ 102783 h 883258"/>
                <a:gd name="connsiteX769" fmla="*/ 103728 w 477006"/>
                <a:gd name="connsiteY769" fmla="*/ 105767 h 883258"/>
                <a:gd name="connsiteX770" fmla="*/ 106156 w 477006"/>
                <a:gd name="connsiteY770" fmla="*/ 108006 h 883258"/>
                <a:gd name="connsiteX771" fmla="*/ 112227 w 477006"/>
                <a:gd name="connsiteY771" fmla="*/ 113229 h 883258"/>
                <a:gd name="connsiteX772" fmla="*/ 113846 w 477006"/>
                <a:gd name="connsiteY772" fmla="*/ 113975 h 883258"/>
                <a:gd name="connsiteX773" fmla="*/ 112227 w 477006"/>
                <a:gd name="connsiteY773" fmla="*/ 116959 h 883258"/>
                <a:gd name="connsiteX774" fmla="*/ 106156 w 477006"/>
                <a:gd name="connsiteY774" fmla="*/ 125167 h 883258"/>
                <a:gd name="connsiteX775" fmla="*/ 103728 w 477006"/>
                <a:gd name="connsiteY775" fmla="*/ 126659 h 883258"/>
                <a:gd name="connsiteX776" fmla="*/ 102513 w 477006"/>
                <a:gd name="connsiteY776" fmla="*/ 127406 h 883258"/>
                <a:gd name="connsiteX777" fmla="*/ 98871 w 477006"/>
                <a:gd name="connsiteY777" fmla="*/ 126659 h 883258"/>
                <a:gd name="connsiteX778" fmla="*/ 90776 w 477006"/>
                <a:gd name="connsiteY778" fmla="*/ 121436 h 883258"/>
                <a:gd name="connsiteX779" fmla="*/ 83086 w 477006"/>
                <a:gd name="connsiteY779" fmla="*/ 117706 h 883258"/>
                <a:gd name="connsiteX780" fmla="*/ 68516 w 477006"/>
                <a:gd name="connsiteY780" fmla="*/ 143075 h 883258"/>
                <a:gd name="connsiteX781" fmla="*/ 79039 w 477006"/>
                <a:gd name="connsiteY781" fmla="*/ 126659 h 883258"/>
                <a:gd name="connsiteX782" fmla="*/ 91181 w 477006"/>
                <a:gd name="connsiteY782" fmla="*/ 131136 h 883258"/>
                <a:gd name="connsiteX783" fmla="*/ 99275 w 477006"/>
                <a:gd name="connsiteY783" fmla="*/ 135613 h 883258"/>
                <a:gd name="connsiteX784" fmla="*/ 91181 w 477006"/>
                <a:gd name="connsiteY784" fmla="*/ 149044 h 883258"/>
                <a:gd name="connsiteX785" fmla="*/ 88752 w 477006"/>
                <a:gd name="connsiteY785" fmla="*/ 149790 h 883258"/>
                <a:gd name="connsiteX786" fmla="*/ 79039 w 477006"/>
                <a:gd name="connsiteY786" fmla="*/ 146806 h 883258"/>
                <a:gd name="connsiteX787" fmla="*/ 68111 w 477006"/>
                <a:gd name="connsiteY787" fmla="*/ 143075 h 883258"/>
                <a:gd name="connsiteX788" fmla="*/ 55160 w 477006"/>
                <a:gd name="connsiteY788" fmla="*/ 171429 h 883258"/>
                <a:gd name="connsiteX789" fmla="*/ 56374 w 477006"/>
                <a:gd name="connsiteY789" fmla="*/ 168444 h 883258"/>
                <a:gd name="connsiteX790" fmla="*/ 68516 w 477006"/>
                <a:gd name="connsiteY790" fmla="*/ 152775 h 883258"/>
                <a:gd name="connsiteX791" fmla="*/ 79444 w 477006"/>
                <a:gd name="connsiteY791" fmla="*/ 157252 h 883258"/>
                <a:gd name="connsiteX792" fmla="*/ 85515 w 477006"/>
                <a:gd name="connsiteY792" fmla="*/ 158744 h 883258"/>
                <a:gd name="connsiteX793" fmla="*/ 79444 w 477006"/>
                <a:gd name="connsiteY793" fmla="*/ 172175 h 883258"/>
                <a:gd name="connsiteX794" fmla="*/ 75801 w 477006"/>
                <a:gd name="connsiteY794" fmla="*/ 175159 h 883258"/>
                <a:gd name="connsiteX795" fmla="*/ 68516 w 477006"/>
                <a:gd name="connsiteY795" fmla="*/ 174413 h 883258"/>
                <a:gd name="connsiteX796" fmla="*/ 56374 w 477006"/>
                <a:gd name="connsiteY796" fmla="*/ 171429 h 883258"/>
                <a:gd name="connsiteX797" fmla="*/ 55160 w 477006"/>
                <a:gd name="connsiteY797" fmla="*/ 172175 h 883258"/>
                <a:gd name="connsiteX798" fmla="*/ 43018 w 477006"/>
                <a:gd name="connsiteY798" fmla="*/ 201275 h 883258"/>
                <a:gd name="connsiteX799" fmla="*/ 45446 w 477006"/>
                <a:gd name="connsiteY799" fmla="*/ 193067 h 883258"/>
                <a:gd name="connsiteX800" fmla="*/ 56374 w 477006"/>
                <a:gd name="connsiteY800" fmla="*/ 180382 h 883258"/>
                <a:gd name="connsiteX801" fmla="*/ 68516 w 477006"/>
                <a:gd name="connsiteY801" fmla="*/ 184113 h 883258"/>
                <a:gd name="connsiteX802" fmla="*/ 72563 w 477006"/>
                <a:gd name="connsiteY802" fmla="*/ 184859 h 883258"/>
                <a:gd name="connsiteX803" fmla="*/ 68516 w 477006"/>
                <a:gd name="connsiteY803" fmla="*/ 196798 h 883258"/>
                <a:gd name="connsiteX804" fmla="*/ 64064 w 477006"/>
                <a:gd name="connsiteY804" fmla="*/ 202767 h 883258"/>
                <a:gd name="connsiteX805" fmla="*/ 56374 w 477006"/>
                <a:gd name="connsiteY805" fmla="*/ 203513 h 883258"/>
                <a:gd name="connsiteX806" fmla="*/ 45446 w 477006"/>
                <a:gd name="connsiteY806" fmla="*/ 202021 h 883258"/>
                <a:gd name="connsiteX807" fmla="*/ 43018 w 477006"/>
                <a:gd name="connsiteY807" fmla="*/ 202767 h 883258"/>
                <a:gd name="connsiteX808" fmla="*/ 32899 w 477006"/>
                <a:gd name="connsiteY808" fmla="*/ 233359 h 883258"/>
                <a:gd name="connsiteX809" fmla="*/ 36137 w 477006"/>
                <a:gd name="connsiteY809" fmla="*/ 219929 h 883258"/>
                <a:gd name="connsiteX810" fmla="*/ 45446 w 477006"/>
                <a:gd name="connsiteY810" fmla="*/ 210229 h 883258"/>
                <a:gd name="connsiteX811" fmla="*/ 56374 w 477006"/>
                <a:gd name="connsiteY811" fmla="*/ 212467 h 883258"/>
                <a:gd name="connsiteX812" fmla="*/ 60826 w 477006"/>
                <a:gd name="connsiteY812" fmla="*/ 211721 h 883258"/>
                <a:gd name="connsiteX813" fmla="*/ 56374 w 477006"/>
                <a:gd name="connsiteY813" fmla="*/ 227390 h 883258"/>
                <a:gd name="connsiteX814" fmla="*/ 53136 w 477006"/>
                <a:gd name="connsiteY814" fmla="*/ 231121 h 883258"/>
                <a:gd name="connsiteX815" fmla="*/ 45446 w 477006"/>
                <a:gd name="connsiteY815" fmla="*/ 233359 h 883258"/>
                <a:gd name="connsiteX816" fmla="*/ 36137 w 477006"/>
                <a:gd name="connsiteY816" fmla="*/ 233359 h 883258"/>
                <a:gd name="connsiteX817" fmla="*/ 32495 w 477006"/>
                <a:gd name="connsiteY817" fmla="*/ 234105 h 883258"/>
                <a:gd name="connsiteX818" fmla="*/ 23591 w 477006"/>
                <a:gd name="connsiteY818" fmla="*/ 267682 h 883258"/>
                <a:gd name="connsiteX819" fmla="*/ 25210 w 477006"/>
                <a:gd name="connsiteY819" fmla="*/ 257982 h 883258"/>
                <a:gd name="connsiteX820" fmla="*/ 28447 w 477006"/>
                <a:gd name="connsiteY820" fmla="*/ 249029 h 883258"/>
                <a:gd name="connsiteX821" fmla="*/ 35733 w 477006"/>
                <a:gd name="connsiteY821" fmla="*/ 242313 h 883258"/>
                <a:gd name="connsiteX822" fmla="*/ 45041 w 477006"/>
                <a:gd name="connsiteY822" fmla="*/ 243059 h 883258"/>
                <a:gd name="connsiteX823" fmla="*/ 50708 w 477006"/>
                <a:gd name="connsiteY823" fmla="*/ 242313 h 883258"/>
                <a:gd name="connsiteX824" fmla="*/ 45041 w 477006"/>
                <a:gd name="connsiteY824" fmla="*/ 260967 h 883258"/>
                <a:gd name="connsiteX825" fmla="*/ 43422 w 477006"/>
                <a:gd name="connsiteY825" fmla="*/ 262459 h 883258"/>
                <a:gd name="connsiteX826" fmla="*/ 35733 w 477006"/>
                <a:gd name="connsiteY826" fmla="*/ 265444 h 883258"/>
                <a:gd name="connsiteX827" fmla="*/ 28043 w 477006"/>
                <a:gd name="connsiteY827" fmla="*/ 266190 h 883258"/>
                <a:gd name="connsiteX828" fmla="*/ 24805 w 477006"/>
                <a:gd name="connsiteY828" fmla="*/ 266936 h 883258"/>
                <a:gd name="connsiteX829" fmla="*/ 23186 w 477006"/>
                <a:gd name="connsiteY829" fmla="*/ 267682 h 883258"/>
                <a:gd name="connsiteX830" fmla="*/ 16305 w 477006"/>
                <a:gd name="connsiteY830" fmla="*/ 302752 h 883258"/>
                <a:gd name="connsiteX831" fmla="*/ 19948 w 477006"/>
                <a:gd name="connsiteY831" fmla="*/ 284098 h 883258"/>
                <a:gd name="connsiteX832" fmla="*/ 25210 w 477006"/>
                <a:gd name="connsiteY832" fmla="*/ 276636 h 883258"/>
                <a:gd name="connsiteX833" fmla="*/ 28447 w 477006"/>
                <a:gd name="connsiteY833" fmla="*/ 275144 h 883258"/>
                <a:gd name="connsiteX834" fmla="*/ 36137 w 477006"/>
                <a:gd name="connsiteY834" fmla="*/ 274398 h 883258"/>
                <a:gd name="connsiteX835" fmla="*/ 42208 w 477006"/>
                <a:gd name="connsiteY835" fmla="*/ 272159 h 883258"/>
                <a:gd name="connsiteX836" fmla="*/ 36542 w 477006"/>
                <a:gd name="connsiteY836" fmla="*/ 293798 h 883258"/>
                <a:gd name="connsiteX837" fmla="*/ 36137 w 477006"/>
                <a:gd name="connsiteY837" fmla="*/ 294544 h 883258"/>
                <a:gd name="connsiteX838" fmla="*/ 28447 w 477006"/>
                <a:gd name="connsiteY838" fmla="*/ 299021 h 883258"/>
                <a:gd name="connsiteX839" fmla="*/ 25210 w 477006"/>
                <a:gd name="connsiteY839" fmla="*/ 299767 h 883258"/>
                <a:gd name="connsiteX840" fmla="*/ 19948 w 477006"/>
                <a:gd name="connsiteY840" fmla="*/ 301259 h 883258"/>
                <a:gd name="connsiteX841" fmla="*/ 16305 w 477006"/>
                <a:gd name="connsiteY841" fmla="*/ 304244 h 883258"/>
                <a:gd name="connsiteX842" fmla="*/ 20353 w 477006"/>
                <a:gd name="connsiteY842" fmla="*/ 310213 h 883258"/>
                <a:gd name="connsiteX843" fmla="*/ 25614 w 477006"/>
                <a:gd name="connsiteY843" fmla="*/ 307975 h 883258"/>
                <a:gd name="connsiteX844" fmla="*/ 28852 w 477006"/>
                <a:gd name="connsiteY844" fmla="*/ 307228 h 883258"/>
                <a:gd name="connsiteX845" fmla="*/ 35328 w 477006"/>
                <a:gd name="connsiteY845" fmla="*/ 303498 h 883258"/>
                <a:gd name="connsiteX846" fmla="*/ 30471 w 477006"/>
                <a:gd name="connsiteY846" fmla="*/ 325882 h 883258"/>
                <a:gd name="connsiteX847" fmla="*/ 28852 w 477006"/>
                <a:gd name="connsiteY847" fmla="*/ 327375 h 883258"/>
                <a:gd name="connsiteX848" fmla="*/ 25614 w 477006"/>
                <a:gd name="connsiteY848" fmla="*/ 329613 h 883258"/>
                <a:gd name="connsiteX849" fmla="*/ 20353 w 477006"/>
                <a:gd name="connsiteY849" fmla="*/ 332598 h 883258"/>
                <a:gd name="connsiteX850" fmla="*/ 11044 w 477006"/>
                <a:gd name="connsiteY850" fmla="*/ 338567 h 883258"/>
                <a:gd name="connsiteX851" fmla="*/ 11044 w 477006"/>
                <a:gd name="connsiteY851" fmla="*/ 337821 h 883258"/>
                <a:gd name="connsiteX852" fmla="*/ 10639 w 477006"/>
                <a:gd name="connsiteY852" fmla="*/ 337821 h 883258"/>
                <a:gd name="connsiteX853" fmla="*/ 20353 w 477006"/>
                <a:gd name="connsiteY853" fmla="*/ 310213 h 883258"/>
                <a:gd name="connsiteX854" fmla="*/ 6997 w 477006"/>
                <a:gd name="connsiteY854" fmla="*/ 375875 h 883258"/>
                <a:gd name="connsiteX855" fmla="*/ 20353 w 477006"/>
                <a:gd name="connsiteY855" fmla="*/ 342298 h 883258"/>
                <a:gd name="connsiteX856" fmla="*/ 25614 w 477006"/>
                <a:gd name="connsiteY856" fmla="*/ 340805 h 883258"/>
                <a:gd name="connsiteX857" fmla="*/ 28852 w 477006"/>
                <a:gd name="connsiteY857" fmla="*/ 339313 h 883258"/>
                <a:gd name="connsiteX858" fmla="*/ 29662 w 477006"/>
                <a:gd name="connsiteY858" fmla="*/ 338567 h 883258"/>
                <a:gd name="connsiteX859" fmla="*/ 28852 w 477006"/>
                <a:gd name="connsiteY859" fmla="*/ 351998 h 883258"/>
                <a:gd name="connsiteX860" fmla="*/ 26019 w 477006"/>
                <a:gd name="connsiteY860" fmla="*/ 361698 h 883258"/>
                <a:gd name="connsiteX861" fmla="*/ 25614 w 477006"/>
                <a:gd name="connsiteY861" fmla="*/ 361698 h 883258"/>
                <a:gd name="connsiteX862" fmla="*/ 20353 w 477006"/>
                <a:gd name="connsiteY862" fmla="*/ 366921 h 883258"/>
                <a:gd name="connsiteX863" fmla="*/ 6997 w 477006"/>
                <a:gd name="connsiteY863" fmla="*/ 377367 h 883258"/>
                <a:gd name="connsiteX864" fmla="*/ 20353 w 477006"/>
                <a:gd name="connsiteY864" fmla="*/ 375875 h 883258"/>
                <a:gd name="connsiteX865" fmla="*/ 25614 w 477006"/>
                <a:gd name="connsiteY865" fmla="*/ 371398 h 883258"/>
                <a:gd name="connsiteX866" fmla="*/ 25614 w 477006"/>
                <a:gd name="connsiteY866" fmla="*/ 381098 h 883258"/>
                <a:gd name="connsiteX867" fmla="*/ 22781 w 477006"/>
                <a:gd name="connsiteY867" fmla="*/ 395275 h 883258"/>
                <a:gd name="connsiteX868" fmla="*/ 19948 w 477006"/>
                <a:gd name="connsiteY868" fmla="*/ 399005 h 883258"/>
                <a:gd name="connsiteX869" fmla="*/ 4568 w 477006"/>
                <a:gd name="connsiteY869" fmla="*/ 413928 h 883258"/>
                <a:gd name="connsiteX870" fmla="*/ 4568 w 477006"/>
                <a:gd name="connsiteY870" fmla="*/ 413182 h 883258"/>
                <a:gd name="connsiteX871" fmla="*/ 20353 w 477006"/>
                <a:gd name="connsiteY871" fmla="*/ 375875 h 883258"/>
                <a:gd name="connsiteX872" fmla="*/ 4164 w 477006"/>
                <a:gd name="connsiteY872" fmla="*/ 451236 h 883258"/>
                <a:gd name="connsiteX873" fmla="*/ 20353 w 477006"/>
                <a:gd name="connsiteY873" fmla="*/ 410198 h 883258"/>
                <a:gd name="connsiteX874" fmla="*/ 23186 w 477006"/>
                <a:gd name="connsiteY874" fmla="*/ 406467 h 883258"/>
                <a:gd name="connsiteX875" fmla="*/ 21567 w 477006"/>
                <a:gd name="connsiteY875" fmla="*/ 430344 h 883258"/>
                <a:gd name="connsiteX876" fmla="*/ 19948 w 477006"/>
                <a:gd name="connsiteY876" fmla="*/ 433328 h 883258"/>
                <a:gd name="connsiteX877" fmla="*/ 4164 w 477006"/>
                <a:gd name="connsiteY877" fmla="*/ 452728 h 883258"/>
                <a:gd name="connsiteX878" fmla="*/ 4164 w 477006"/>
                <a:gd name="connsiteY878" fmla="*/ 451236 h 883258"/>
                <a:gd name="connsiteX879" fmla="*/ 5782 w 477006"/>
                <a:gd name="connsiteY879" fmla="*/ 489290 h 883258"/>
                <a:gd name="connsiteX880" fmla="*/ 5378 w 477006"/>
                <a:gd name="connsiteY880" fmla="*/ 488544 h 883258"/>
                <a:gd name="connsiteX881" fmla="*/ 19948 w 477006"/>
                <a:gd name="connsiteY881" fmla="*/ 444521 h 883258"/>
                <a:gd name="connsiteX882" fmla="*/ 21972 w 477006"/>
                <a:gd name="connsiteY882" fmla="*/ 440790 h 883258"/>
                <a:gd name="connsiteX883" fmla="*/ 21567 w 477006"/>
                <a:gd name="connsiteY883" fmla="*/ 464667 h 883258"/>
                <a:gd name="connsiteX884" fmla="*/ 19948 w 477006"/>
                <a:gd name="connsiteY884" fmla="*/ 468398 h 883258"/>
                <a:gd name="connsiteX885" fmla="*/ 5782 w 477006"/>
                <a:gd name="connsiteY885" fmla="*/ 489290 h 883258"/>
                <a:gd name="connsiteX886" fmla="*/ 8616 w 477006"/>
                <a:gd name="connsiteY886" fmla="*/ 525105 h 883258"/>
                <a:gd name="connsiteX887" fmla="*/ 19948 w 477006"/>
                <a:gd name="connsiteY887" fmla="*/ 480336 h 883258"/>
                <a:gd name="connsiteX888" fmla="*/ 22781 w 477006"/>
                <a:gd name="connsiteY888" fmla="*/ 475113 h 883258"/>
                <a:gd name="connsiteX889" fmla="*/ 23591 w 477006"/>
                <a:gd name="connsiteY889" fmla="*/ 498990 h 883258"/>
                <a:gd name="connsiteX890" fmla="*/ 19948 w 477006"/>
                <a:gd name="connsiteY890" fmla="*/ 507197 h 883258"/>
                <a:gd name="connsiteX891" fmla="*/ 9020 w 477006"/>
                <a:gd name="connsiteY891" fmla="*/ 525851 h 883258"/>
                <a:gd name="connsiteX892" fmla="*/ 13877 w 477006"/>
                <a:gd name="connsiteY892" fmla="*/ 561667 h 883258"/>
                <a:gd name="connsiteX893" fmla="*/ 20353 w 477006"/>
                <a:gd name="connsiteY893" fmla="*/ 519136 h 883258"/>
                <a:gd name="connsiteX894" fmla="*/ 25614 w 477006"/>
                <a:gd name="connsiteY894" fmla="*/ 510182 h 883258"/>
                <a:gd name="connsiteX895" fmla="*/ 26019 w 477006"/>
                <a:gd name="connsiteY895" fmla="*/ 509436 h 883258"/>
                <a:gd name="connsiteX896" fmla="*/ 27638 w 477006"/>
                <a:gd name="connsiteY896" fmla="*/ 533313 h 883258"/>
                <a:gd name="connsiteX897" fmla="*/ 25614 w 477006"/>
                <a:gd name="connsiteY897" fmla="*/ 539282 h 883258"/>
                <a:gd name="connsiteX898" fmla="*/ 20353 w 477006"/>
                <a:gd name="connsiteY898" fmla="*/ 549728 h 883258"/>
                <a:gd name="connsiteX899" fmla="*/ 14282 w 477006"/>
                <a:gd name="connsiteY899" fmla="*/ 562413 h 883258"/>
                <a:gd name="connsiteX900" fmla="*/ 20353 w 477006"/>
                <a:gd name="connsiteY900" fmla="*/ 597482 h 883258"/>
                <a:gd name="connsiteX901" fmla="*/ 20353 w 477006"/>
                <a:gd name="connsiteY901" fmla="*/ 597482 h 883258"/>
                <a:gd name="connsiteX902" fmla="*/ 19948 w 477006"/>
                <a:gd name="connsiteY902" fmla="*/ 561667 h 883258"/>
                <a:gd name="connsiteX903" fmla="*/ 25210 w 477006"/>
                <a:gd name="connsiteY903" fmla="*/ 552713 h 883258"/>
                <a:gd name="connsiteX904" fmla="*/ 28447 w 477006"/>
                <a:gd name="connsiteY904" fmla="*/ 546744 h 883258"/>
                <a:gd name="connsiteX905" fmla="*/ 29662 w 477006"/>
                <a:gd name="connsiteY905" fmla="*/ 543759 h 883258"/>
                <a:gd name="connsiteX906" fmla="*/ 32495 w 477006"/>
                <a:gd name="connsiteY906" fmla="*/ 567636 h 883258"/>
                <a:gd name="connsiteX907" fmla="*/ 28447 w 477006"/>
                <a:gd name="connsiteY907" fmla="*/ 580321 h 883258"/>
                <a:gd name="connsiteX908" fmla="*/ 25210 w 477006"/>
                <a:gd name="connsiteY908" fmla="*/ 587036 h 883258"/>
                <a:gd name="connsiteX909" fmla="*/ 20353 w 477006"/>
                <a:gd name="connsiteY909" fmla="*/ 599720 h 883258"/>
                <a:gd name="connsiteX910" fmla="*/ 28447 w 477006"/>
                <a:gd name="connsiteY910" fmla="*/ 631805 h 883258"/>
                <a:gd name="connsiteX911" fmla="*/ 25210 w 477006"/>
                <a:gd name="connsiteY911" fmla="*/ 622105 h 883258"/>
                <a:gd name="connsiteX912" fmla="*/ 25210 w 477006"/>
                <a:gd name="connsiteY912" fmla="*/ 600467 h 883258"/>
                <a:gd name="connsiteX913" fmla="*/ 28447 w 477006"/>
                <a:gd name="connsiteY913" fmla="*/ 592259 h 883258"/>
                <a:gd name="connsiteX914" fmla="*/ 35328 w 477006"/>
                <a:gd name="connsiteY914" fmla="*/ 576590 h 883258"/>
                <a:gd name="connsiteX915" fmla="*/ 36137 w 477006"/>
                <a:gd name="connsiteY915" fmla="*/ 578828 h 883258"/>
                <a:gd name="connsiteX916" fmla="*/ 39375 w 477006"/>
                <a:gd name="connsiteY916" fmla="*/ 598974 h 883258"/>
                <a:gd name="connsiteX917" fmla="*/ 36137 w 477006"/>
                <a:gd name="connsiteY917" fmla="*/ 610913 h 883258"/>
                <a:gd name="connsiteX918" fmla="*/ 29257 w 477006"/>
                <a:gd name="connsiteY918" fmla="*/ 632551 h 883258"/>
                <a:gd name="connsiteX919" fmla="*/ 38566 w 477006"/>
                <a:gd name="connsiteY919" fmla="*/ 664636 h 883258"/>
                <a:gd name="connsiteX920" fmla="*/ 36137 w 477006"/>
                <a:gd name="connsiteY920" fmla="*/ 659413 h 883258"/>
                <a:gd name="connsiteX921" fmla="*/ 36137 w 477006"/>
                <a:gd name="connsiteY921" fmla="*/ 625836 h 883258"/>
                <a:gd name="connsiteX922" fmla="*/ 42613 w 477006"/>
                <a:gd name="connsiteY922" fmla="*/ 607928 h 883258"/>
                <a:gd name="connsiteX923" fmla="*/ 45446 w 477006"/>
                <a:gd name="connsiteY923" fmla="*/ 615390 h 883258"/>
                <a:gd name="connsiteX924" fmla="*/ 47875 w 477006"/>
                <a:gd name="connsiteY924" fmla="*/ 630313 h 883258"/>
                <a:gd name="connsiteX925" fmla="*/ 45446 w 477006"/>
                <a:gd name="connsiteY925" fmla="*/ 640759 h 883258"/>
                <a:gd name="connsiteX926" fmla="*/ 38970 w 477006"/>
                <a:gd name="connsiteY926" fmla="*/ 664636 h 883258"/>
                <a:gd name="connsiteX927" fmla="*/ 49898 w 477006"/>
                <a:gd name="connsiteY927" fmla="*/ 695974 h 883258"/>
                <a:gd name="connsiteX928" fmla="*/ 45446 w 477006"/>
                <a:gd name="connsiteY928" fmla="*/ 686274 h 883258"/>
                <a:gd name="connsiteX929" fmla="*/ 45446 w 477006"/>
                <a:gd name="connsiteY929" fmla="*/ 658667 h 883258"/>
                <a:gd name="connsiteX930" fmla="*/ 51517 w 477006"/>
                <a:gd name="connsiteY930" fmla="*/ 639267 h 883258"/>
                <a:gd name="connsiteX931" fmla="*/ 56374 w 477006"/>
                <a:gd name="connsiteY931" fmla="*/ 651205 h 883258"/>
                <a:gd name="connsiteX932" fmla="*/ 57588 w 477006"/>
                <a:gd name="connsiteY932" fmla="*/ 660159 h 883258"/>
                <a:gd name="connsiteX933" fmla="*/ 56374 w 477006"/>
                <a:gd name="connsiteY933" fmla="*/ 669859 h 883258"/>
                <a:gd name="connsiteX934" fmla="*/ 50708 w 477006"/>
                <a:gd name="connsiteY934" fmla="*/ 695974 h 883258"/>
                <a:gd name="connsiteX935" fmla="*/ 63254 w 477006"/>
                <a:gd name="connsiteY935" fmla="*/ 725820 h 883258"/>
                <a:gd name="connsiteX936" fmla="*/ 62850 w 477006"/>
                <a:gd name="connsiteY936" fmla="*/ 725074 h 883258"/>
                <a:gd name="connsiteX937" fmla="*/ 62850 w 477006"/>
                <a:gd name="connsiteY937" fmla="*/ 725820 h 883258"/>
                <a:gd name="connsiteX938" fmla="*/ 56779 w 477006"/>
                <a:gd name="connsiteY938" fmla="*/ 711643 h 883258"/>
                <a:gd name="connsiteX939" fmla="*/ 56779 w 477006"/>
                <a:gd name="connsiteY939" fmla="*/ 690751 h 883258"/>
                <a:gd name="connsiteX940" fmla="*/ 62040 w 477006"/>
                <a:gd name="connsiteY940" fmla="*/ 668367 h 883258"/>
                <a:gd name="connsiteX941" fmla="*/ 68921 w 477006"/>
                <a:gd name="connsiteY941" fmla="*/ 685528 h 883258"/>
                <a:gd name="connsiteX942" fmla="*/ 69325 w 477006"/>
                <a:gd name="connsiteY942" fmla="*/ 689259 h 883258"/>
                <a:gd name="connsiteX943" fmla="*/ 68921 w 477006"/>
                <a:gd name="connsiteY943" fmla="*/ 694482 h 883258"/>
                <a:gd name="connsiteX944" fmla="*/ 63254 w 477006"/>
                <a:gd name="connsiteY944" fmla="*/ 725820 h 883258"/>
                <a:gd name="connsiteX945" fmla="*/ 79039 w 477006"/>
                <a:gd name="connsiteY945" fmla="*/ 736267 h 883258"/>
                <a:gd name="connsiteX946" fmla="*/ 77420 w 477006"/>
                <a:gd name="connsiteY946" fmla="*/ 753428 h 883258"/>
                <a:gd name="connsiteX947" fmla="*/ 77015 w 477006"/>
                <a:gd name="connsiteY947" fmla="*/ 752682 h 883258"/>
                <a:gd name="connsiteX948" fmla="*/ 68516 w 477006"/>
                <a:gd name="connsiteY948" fmla="*/ 733282 h 883258"/>
                <a:gd name="connsiteX949" fmla="*/ 68516 w 477006"/>
                <a:gd name="connsiteY949" fmla="*/ 722090 h 883258"/>
                <a:gd name="connsiteX950" fmla="*/ 72968 w 477006"/>
                <a:gd name="connsiteY950" fmla="*/ 695974 h 883258"/>
                <a:gd name="connsiteX951" fmla="*/ 79039 w 477006"/>
                <a:gd name="connsiteY951" fmla="*/ 707167 h 883258"/>
                <a:gd name="connsiteX952" fmla="*/ 81063 w 477006"/>
                <a:gd name="connsiteY952" fmla="*/ 715374 h 883258"/>
                <a:gd name="connsiteX953" fmla="*/ 79039 w 477006"/>
                <a:gd name="connsiteY953" fmla="*/ 736267 h 883258"/>
                <a:gd name="connsiteX954" fmla="*/ 92800 w 477006"/>
                <a:gd name="connsiteY954" fmla="*/ 778051 h 883258"/>
                <a:gd name="connsiteX955" fmla="*/ 91181 w 477006"/>
                <a:gd name="connsiteY955" fmla="*/ 775813 h 883258"/>
                <a:gd name="connsiteX956" fmla="*/ 85919 w 477006"/>
                <a:gd name="connsiteY956" fmla="*/ 722090 h 883258"/>
                <a:gd name="connsiteX957" fmla="*/ 91181 w 477006"/>
                <a:gd name="connsiteY957" fmla="*/ 728805 h 883258"/>
                <a:gd name="connsiteX958" fmla="*/ 94823 w 477006"/>
                <a:gd name="connsiteY958" fmla="*/ 739251 h 883258"/>
                <a:gd name="connsiteX959" fmla="*/ 92800 w 477006"/>
                <a:gd name="connsiteY959" fmla="*/ 778051 h 883258"/>
                <a:gd name="connsiteX960" fmla="*/ 109394 w 477006"/>
                <a:gd name="connsiteY960" fmla="*/ 800436 h 883258"/>
                <a:gd name="connsiteX961" fmla="*/ 108989 w 477006"/>
                <a:gd name="connsiteY961" fmla="*/ 799690 h 883258"/>
                <a:gd name="connsiteX962" fmla="*/ 106561 w 477006"/>
                <a:gd name="connsiteY962" fmla="*/ 797451 h 883258"/>
                <a:gd name="connsiteX963" fmla="*/ 104132 w 477006"/>
                <a:gd name="connsiteY963" fmla="*/ 795213 h 883258"/>
                <a:gd name="connsiteX964" fmla="*/ 99275 w 477006"/>
                <a:gd name="connsiteY964" fmla="*/ 786259 h 883258"/>
                <a:gd name="connsiteX965" fmla="*/ 99275 w 477006"/>
                <a:gd name="connsiteY965" fmla="*/ 756413 h 883258"/>
                <a:gd name="connsiteX966" fmla="*/ 99680 w 477006"/>
                <a:gd name="connsiteY966" fmla="*/ 745966 h 883258"/>
                <a:gd name="connsiteX967" fmla="*/ 104132 w 477006"/>
                <a:gd name="connsiteY967" fmla="*/ 751190 h 883258"/>
                <a:gd name="connsiteX968" fmla="*/ 106561 w 477006"/>
                <a:gd name="connsiteY968" fmla="*/ 754174 h 883258"/>
                <a:gd name="connsiteX969" fmla="*/ 109394 w 477006"/>
                <a:gd name="connsiteY969" fmla="*/ 761636 h 883258"/>
                <a:gd name="connsiteX970" fmla="*/ 109394 w 477006"/>
                <a:gd name="connsiteY970" fmla="*/ 800436 h 883258"/>
                <a:gd name="connsiteX971" fmla="*/ 126392 w 477006"/>
                <a:gd name="connsiteY971" fmla="*/ 819089 h 883258"/>
                <a:gd name="connsiteX972" fmla="*/ 123964 w 477006"/>
                <a:gd name="connsiteY972" fmla="*/ 817597 h 883258"/>
                <a:gd name="connsiteX973" fmla="*/ 122750 w 477006"/>
                <a:gd name="connsiteY973" fmla="*/ 816851 h 883258"/>
                <a:gd name="connsiteX974" fmla="*/ 117488 w 477006"/>
                <a:gd name="connsiteY974" fmla="*/ 810136 h 883258"/>
                <a:gd name="connsiteX975" fmla="*/ 116274 w 477006"/>
                <a:gd name="connsiteY975" fmla="*/ 807897 h 883258"/>
                <a:gd name="connsiteX976" fmla="*/ 114655 w 477006"/>
                <a:gd name="connsiteY976" fmla="*/ 802674 h 883258"/>
                <a:gd name="connsiteX977" fmla="*/ 114655 w 477006"/>
                <a:gd name="connsiteY977" fmla="*/ 773574 h 883258"/>
                <a:gd name="connsiteX978" fmla="*/ 114655 w 477006"/>
                <a:gd name="connsiteY978" fmla="*/ 767605 h 883258"/>
                <a:gd name="connsiteX979" fmla="*/ 114251 w 477006"/>
                <a:gd name="connsiteY979" fmla="*/ 766113 h 883258"/>
                <a:gd name="connsiteX980" fmla="*/ 114655 w 477006"/>
                <a:gd name="connsiteY980" fmla="*/ 766113 h 883258"/>
                <a:gd name="connsiteX981" fmla="*/ 116274 w 477006"/>
                <a:gd name="connsiteY981" fmla="*/ 766859 h 883258"/>
                <a:gd name="connsiteX982" fmla="*/ 117488 w 477006"/>
                <a:gd name="connsiteY982" fmla="*/ 767605 h 883258"/>
                <a:gd name="connsiteX983" fmla="*/ 122750 w 477006"/>
                <a:gd name="connsiteY983" fmla="*/ 774320 h 883258"/>
                <a:gd name="connsiteX984" fmla="*/ 123964 w 477006"/>
                <a:gd name="connsiteY984" fmla="*/ 776559 h 883258"/>
                <a:gd name="connsiteX985" fmla="*/ 125178 w 477006"/>
                <a:gd name="connsiteY985" fmla="*/ 780290 h 883258"/>
                <a:gd name="connsiteX986" fmla="*/ 126797 w 477006"/>
                <a:gd name="connsiteY986" fmla="*/ 818343 h 883258"/>
                <a:gd name="connsiteX987" fmla="*/ 144605 w 477006"/>
                <a:gd name="connsiteY987" fmla="*/ 835505 h 883258"/>
                <a:gd name="connsiteX988" fmla="*/ 139749 w 477006"/>
                <a:gd name="connsiteY988" fmla="*/ 832520 h 883258"/>
                <a:gd name="connsiteX989" fmla="*/ 138534 w 477006"/>
                <a:gd name="connsiteY989" fmla="*/ 831774 h 883258"/>
                <a:gd name="connsiteX990" fmla="*/ 137320 w 477006"/>
                <a:gd name="connsiteY990" fmla="*/ 831028 h 883258"/>
                <a:gd name="connsiteX991" fmla="*/ 136511 w 477006"/>
                <a:gd name="connsiteY991" fmla="*/ 830282 h 883258"/>
                <a:gd name="connsiteX992" fmla="*/ 134892 w 477006"/>
                <a:gd name="connsiteY992" fmla="*/ 828043 h 883258"/>
                <a:gd name="connsiteX993" fmla="*/ 131249 w 477006"/>
                <a:gd name="connsiteY993" fmla="*/ 817597 h 883258"/>
                <a:gd name="connsiteX994" fmla="*/ 130440 w 477006"/>
                <a:gd name="connsiteY994" fmla="*/ 785513 h 883258"/>
                <a:gd name="connsiteX995" fmla="*/ 131249 w 477006"/>
                <a:gd name="connsiteY995" fmla="*/ 786259 h 883258"/>
                <a:gd name="connsiteX996" fmla="*/ 134892 w 477006"/>
                <a:gd name="connsiteY996" fmla="*/ 789243 h 883258"/>
                <a:gd name="connsiteX997" fmla="*/ 136511 w 477006"/>
                <a:gd name="connsiteY997" fmla="*/ 790736 h 883258"/>
                <a:gd name="connsiteX998" fmla="*/ 137320 w 477006"/>
                <a:gd name="connsiteY998" fmla="*/ 791482 h 883258"/>
                <a:gd name="connsiteX999" fmla="*/ 138534 w 477006"/>
                <a:gd name="connsiteY999" fmla="*/ 793720 h 883258"/>
                <a:gd name="connsiteX1000" fmla="*/ 139749 w 477006"/>
                <a:gd name="connsiteY1000" fmla="*/ 795213 h 883258"/>
                <a:gd name="connsiteX1001" fmla="*/ 141368 w 477006"/>
                <a:gd name="connsiteY1001" fmla="*/ 798943 h 883258"/>
                <a:gd name="connsiteX1002" fmla="*/ 145010 w 477006"/>
                <a:gd name="connsiteY1002" fmla="*/ 836251 h 883258"/>
                <a:gd name="connsiteX1003" fmla="*/ 145415 w 477006"/>
                <a:gd name="connsiteY1003" fmla="*/ 792974 h 883258"/>
                <a:gd name="connsiteX1004" fmla="*/ 140153 w 477006"/>
                <a:gd name="connsiteY1004" fmla="*/ 784020 h 883258"/>
                <a:gd name="connsiteX1005" fmla="*/ 138939 w 477006"/>
                <a:gd name="connsiteY1005" fmla="*/ 783274 h 883258"/>
                <a:gd name="connsiteX1006" fmla="*/ 137725 w 477006"/>
                <a:gd name="connsiteY1006" fmla="*/ 782528 h 883258"/>
                <a:gd name="connsiteX1007" fmla="*/ 136916 w 477006"/>
                <a:gd name="connsiteY1007" fmla="*/ 781782 h 883258"/>
                <a:gd name="connsiteX1008" fmla="*/ 135297 w 477006"/>
                <a:gd name="connsiteY1008" fmla="*/ 781036 h 883258"/>
                <a:gd name="connsiteX1009" fmla="*/ 131654 w 477006"/>
                <a:gd name="connsiteY1009" fmla="*/ 778797 h 883258"/>
                <a:gd name="connsiteX1010" fmla="*/ 129630 w 477006"/>
                <a:gd name="connsiteY1010" fmla="*/ 778051 h 883258"/>
                <a:gd name="connsiteX1011" fmla="*/ 129226 w 477006"/>
                <a:gd name="connsiteY1011" fmla="*/ 778051 h 883258"/>
                <a:gd name="connsiteX1012" fmla="*/ 128011 w 477006"/>
                <a:gd name="connsiteY1012" fmla="*/ 775066 h 883258"/>
                <a:gd name="connsiteX1013" fmla="*/ 124369 w 477006"/>
                <a:gd name="connsiteY1013" fmla="*/ 768351 h 883258"/>
                <a:gd name="connsiteX1014" fmla="*/ 123155 w 477006"/>
                <a:gd name="connsiteY1014" fmla="*/ 766859 h 883258"/>
                <a:gd name="connsiteX1015" fmla="*/ 117893 w 477006"/>
                <a:gd name="connsiteY1015" fmla="*/ 761636 h 883258"/>
                <a:gd name="connsiteX1016" fmla="*/ 116679 w 477006"/>
                <a:gd name="connsiteY1016" fmla="*/ 760890 h 883258"/>
                <a:gd name="connsiteX1017" fmla="*/ 115060 w 477006"/>
                <a:gd name="connsiteY1017" fmla="*/ 760143 h 883258"/>
                <a:gd name="connsiteX1018" fmla="*/ 113441 w 477006"/>
                <a:gd name="connsiteY1018" fmla="*/ 759397 h 883258"/>
                <a:gd name="connsiteX1019" fmla="*/ 112632 w 477006"/>
                <a:gd name="connsiteY1019" fmla="*/ 756413 h 883258"/>
                <a:gd name="connsiteX1020" fmla="*/ 106561 w 477006"/>
                <a:gd name="connsiteY1020" fmla="*/ 745966 h 883258"/>
                <a:gd name="connsiteX1021" fmla="*/ 104132 w 477006"/>
                <a:gd name="connsiteY1021" fmla="*/ 742982 h 883258"/>
                <a:gd name="connsiteX1022" fmla="*/ 99275 w 477006"/>
                <a:gd name="connsiteY1022" fmla="*/ 738505 h 883258"/>
                <a:gd name="connsiteX1023" fmla="*/ 98871 w 477006"/>
                <a:gd name="connsiteY1023" fmla="*/ 737759 h 883258"/>
                <a:gd name="connsiteX1024" fmla="*/ 91181 w 477006"/>
                <a:gd name="connsiteY1024" fmla="*/ 721343 h 883258"/>
                <a:gd name="connsiteX1025" fmla="*/ 85515 w 477006"/>
                <a:gd name="connsiteY1025" fmla="*/ 714628 h 883258"/>
                <a:gd name="connsiteX1026" fmla="*/ 79039 w 477006"/>
                <a:gd name="connsiteY1026" fmla="*/ 697467 h 883258"/>
                <a:gd name="connsiteX1027" fmla="*/ 72968 w 477006"/>
                <a:gd name="connsiteY1027" fmla="*/ 688513 h 883258"/>
                <a:gd name="connsiteX1028" fmla="*/ 68516 w 477006"/>
                <a:gd name="connsiteY1028" fmla="*/ 672097 h 883258"/>
                <a:gd name="connsiteX1029" fmla="*/ 62040 w 477006"/>
                <a:gd name="connsiteY1029" fmla="*/ 661651 h 883258"/>
                <a:gd name="connsiteX1030" fmla="*/ 56374 w 477006"/>
                <a:gd name="connsiteY1030" fmla="*/ 640013 h 883258"/>
                <a:gd name="connsiteX1031" fmla="*/ 52327 w 477006"/>
                <a:gd name="connsiteY1031" fmla="*/ 632551 h 883258"/>
                <a:gd name="connsiteX1032" fmla="*/ 45446 w 477006"/>
                <a:gd name="connsiteY1032" fmla="*/ 604944 h 883258"/>
                <a:gd name="connsiteX1033" fmla="*/ 43827 w 477006"/>
                <a:gd name="connsiteY1033" fmla="*/ 601959 h 883258"/>
                <a:gd name="connsiteX1034" fmla="*/ 36947 w 477006"/>
                <a:gd name="connsiteY1034" fmla="*/ 569874 h 883258"/>
                <a:gd name="connsiteX1035" fmla="*/ 36137 w 477006"/>
                <a:gd name="connsiteY1035" fmla="*/ 554951 h 883258"/>
                <a:gd name="connsiteX1036" fmla="*/ 31685 w 477006"/>
                <a:gd name="connsiteY1036" fmla="*/ 537044 h 883258"/>
                <a:gd name="connsiteX1037" fmla="*/ 28852 w 477006"/>
                <a:gd name="connsiteY1037" fmla="*/ 505705 h 883258"/>
                <a:gd name="connsiteX1038" fmla="*/ 28043 w 477006"/>
                <a:gd name="connsiteY1038" fmla="*/ 501974 h 883258"/>
                <a:gd name="connsiteX1039" fmla="*/ 28447 w 477006"/>
                <a:gd name="connsiteY1039" fmla="*/ 498244 h 883258"/>
                <a:gd name="connsiteX1040" fmla="*/ 28447 w 477006"/>
                <a:gd name="connsiteY1040" fmla="*/ 484067 h 883258"/>
                <a:gd name="connsiteX1041" fmla="*/ 25614 w 477006"/>
                <a:gd name="connsiteY1041" fmla="*/ 467651 h 883258"/>
                <a:gd name="connsiteX1042" fmla="*/ 25614 w 477006"/>
                <a:gd name="connsiteY1042" fmla="*/ 434821 h 883258"/>
                <a:gd name="connsiteX1043" fmla="*/ 25614 w 477006"/>
                <a:gd name="connsiteY1043" fmla="*/ 434075 h 883258"/>
                <a:gd name="connsiteX1044" fmla="*/ 26424 w 477006"/>
                <a:gd name="connsiteY1044" fmla="*/ 400498 h 883258"/>
                <a:gd name="connsiteX1045" fmla="*/ 28852 w 477006"/>
                <a:gd name="connsiteY1045" fmla="*/ 393036 h 883258"/>
                <a:gd name="connsiteX1046" fmla="*/ 29257 w 477006"/>
                <a:gd name="connsiteY1046" fmla="*/ 366921 h 883258"/>
                <a:gd name="connsiteX1047" fmla="*/ 33304 w 477006"/>
                <a:gd name="connsiteY1047" fmla="*/ 333344 h 883258"/>
                <a:gd name="connsiteX1048" fmla="*/ 36137 w 477006"/>
                <a:gd name="connsiteY1048" fmla="*/ 325882 h 883258"/>
                <a:gd name="connsiteX1049" fmla="*/ 38970 w 477006"/>
                <a:gd name="connsiteY1049" fmla="*/ 301259 h 883258"/>
                <a:gd name="connsiteX1050" fmla="*/ 45446 w 477006"/>
                <a:gd name="connsiteY1050" fmla="*/ 281113 h 883258"/>
                <a:gd name="connsiteX1051" fmla="*/ 46660 w 477006"/>
                <a:gd name="connsiteY1051" fmla="*/ 269921 h 883258"/>
                <a:gd name="connsiteX1052" fmla="*/ 55564 w 477006"/>
                <a:gd name="connsiteY1052" fmla="*/ 240075 h 883258"/>
                <a:gd name="connsiteX1053" fmla="*/ 56374 w 477006"/>
                <a:gd name="connsiteY1053" fmla="*/ 239329 h 883258"/>
                <a:gd name="connsiteX1054" fmla="*/ 65683 w 477006"/>
                <a:gd name="connsiteY1054" fmla="*/ 211721 h 883258"/>
                <a:gd name="connsiteX1055" fmla="*/ 68516 w 477006"/>
                <a:gd name="connsiteY1055" fmla="*/ 208736 h 883258"/>
                <a:gd name="connsiteX1056" fmla="*/ 77420 w 477006"/>
                <a:gd name="connsiteY1056" fmla="*/ 184859 h 883258"/>
                <a:gd name="connsiteX1057" fmla="*/ 79039 w 477006"/>
                <a:gd name="connsiteY1057" fmla="*/ 183367 h 883258"/>
                <a:gd name="connsiteX1058" fmla="*/ 89967 w 477006"/>
                <a:gd name="connsiteY1058" fmla="*/ 160236 h 883258"/>
                <a:gd name="connsiteX1059" fmla="*/ 91181 w 477006"/>
                <a:gd name="connsiteY1059" fmla="*/ 159490 h 883258"/>
                <a:gd name="connsiteX1060" fmla="*/ 99275 w 477006"/>
                <a:gd name="connsiteY1060" fmla="*/ 149044 h 883258"/>
                <a:gd name="connsiteX1061" fmla="*/ 103728 w 477006"/>
                <a:gd name="connsiteY1061" fmla="*/ 137106 h 883258"/>
                <a:gd name="connsiteX1062" fmla="*/ 104132 w 477006"/>
                <a:gd name="connsiteY1062" fmla="*/ 137106 h 883258"/>
                <a:gd name="connsiteX1063" fmla="*/ 106561 w 477006"/>
                <a:gd name="connsiteY1063" fmla="*/ 136359 h 883258"/>
                <a:gd name="connsiteX1064" fmla="*/ 112632 w 477006"/>
                <a:gd name="connsiteY1064" fmla="*/ 129644 h 883258"/>
                <a:gd name="connsiteX1065" fmla="*/ 115060 w 477006"/>
                <a:gd name="connsiteY1065" fmla="*/ 125913 h 883258"/>
                <a:gd name="connsiteX1066" fmla="*/ 116679 w 477006"/>
                <a:gd name="connsiteY1066" fmla="*/ 122929 h 883258"/>
                <a:gd name="connsiteX1067" fmla="*/ 117893 w 477006"/>
                <a:gd name="connsiteY1067" fmla="*/ 120690 h 883258"/>
                <a:gd name="connsiteX1068" fmla="*/ 119107 w 477006"/>
                <a:gd name="connsiteY1068" fmla="*/ 117706 h 883258"/>
                <a:gd name="connsiteX1069" fmla="*/ 123155 w 477006"/>
                <a:gd name="connsiteY1069" fmla="*/ 116213 h 883258"/>
                <a:gd name="connsiteX1070" fmla="*/ 124369 w 477006"/>
                <a:gd name="connsiteY1070" fmla="*/ 115467 h 883258"/>
                <a:gd name="connsiteX1071" fmla="*/ 128011 w 477006"/>
                <a:gd name="connsiteY1071" fmla="*/ 110990 h 883258"/>
                <a:gd name="connsiteX1072" fmla="*/ 129630 w 477006"/>
                <a:gd name="connsiteY1072" fmla="*/ 108752 h 883258"/>
                <a:gd name="connsiteX1073" fmla="*/ 131654 w 477006"/>
                <a:gd name="connsiteY1073" fmla="*/ 105767 h 883258"/>
                <a:gd name="connsiteX1074" fmla="*/ 134892 w 477006"/>
                <a:gd name="connsiteY1074" fmla="*/ 99798 h 883258"/>
                <a:gd name="connsiteX1075" fmla="*/ 135297 w 477006"/>
                <a:gd name="connsiteY1075" fmla="*/ 99798 h 883258"/>
                <a:gd name="connsiteX1076" fmla="*/ 136916 w 477006"/>
                <a:gd name="connsiteY1076" fmla="*/ 99052 h 883258"/>
                <a:gd name="connsiteX1077" fmla="*/ 137725 w 477006"/>
                <a:gd name="connsiteY1077" fmla="*/ 99052 h 883258"/>
                <a:gd name="connsiteX1078" fmla="*/ 138939 w 477006"/>
                <a:gd name="connsiteY1078" fmla="*/ 98306 h 883258"/>
                <a:gd name="connsiteX1079" fmla="*/ 140153 w 477006"/>
                <a:gd name="connsiteY1079" fmla="*/ 97559 h 883258"/>
                <a:gd name="connsiteX1080" fmla="*/ 146224 w 477006"/>
                <a:gd name="connsiteY1080" fmla="*/ 91590 h 883258"/>
                <a:gd name="connsiteX1081" fmla="*/ 150272 w 477006"/>
                <a:gd name="connsiteY1081" fmla="*/ 84875 h 883258"/>
                <a:gd name="connsiteX1082" fmla="*/ 151486 w 477006"/>
                <a:gd name="connsiteY1082" fmla="*/ 83383 h 883258"/>
                <a:gd name="connsiteX1083" fmla="*/ 151891 w 477006"/>
                <a:gd name="connsiteY1083" fmla="*/ 84129 h 883258"/>
                <a:gd name="connsiteX1084" fmla="*/ 153914 w 477006"/>
                <a:gd name="connsiteY1084" fmla="*/ 83383 h 883258"/>
                <a:gd name="connsiteX1085" fmla="*/ 154724 w 477006"/>
                <a:gd name="connsiteY1085" fmla="*/ 83383 h 883258"/>
                <a:gd name="connsiteX1086" fmla="*/ 157962 w 477006"/>
                <a:gd name="connsiteY1086" fmla="*/ 81890 h 883258"/>
                <a:gd name="connsiteX1087" fmla="*/ 161199 w 477006"/>
                <a:gd name="connsiteY1087" fmla="*/ 79652 h 883258"/>
                <a:gd name="connsiteX1088" fmla="*/ 162818 w 477006"/>
                <a:gd name="connsiteY1088" fmla="*/ 78159 h 883258"/>
                <a:gd name="connsiteX1089" fmla="*/ 166461 w 477006"/>
                <a:gd name="connsiteY1089" fmla="*/ 73683 h 883258"/>
                <a:gd name="connsiteX1090" fmla="*/ 168485 w 477006"/>
                <a:gd name="connsiteY1090" fmla="*/ 70698 h 883258"/>
                <a:gd name="connsiteX1091" fmla="*/ 168889 w 477006"/>
                <a:gd name="connsiteY1091" fmla="*/ 70698 h 883258"/>
                <a:gd name="connsiteX1092" fmla="*/ 172937 w 477006"/>
                <a:gd name="connsiteY1092" fmla="*/ 70698 h 883258"/>
                <a:gd name="connsiteX1093" fmla="*/ 176579 w 477006"/>
                <a:gd name="connsiteY1093" fmla="*/ 69952 h 883258"/>
                <a:gd name="connsiteX1094" fmla="*/ 176984 w 477006"/>
                <a:gd name="connsiteY1094" fmla="*/ 69206 h 883258"/>
                <a:gd name="connsiteX1095" fmla="*/ 178603 w 477006"/>
                <a:gd name="connsiteY1095" fmla="*/ 68459 h 883258"/>
                <a:gd name="connsiteX1096" fmla="*/ 183460 w 477006"/>
                <a:gd name="connsiteY1096" fmla="*/ 63983 h 883258"/>
                <a:gd name="connsiteX1097" fmla="*/ 183864 w 477006"/>
                <a:gd name="connsiteY1097" fmla="*/ 63236 h 883258"/>
                <a:gd name="connsiteX1098" fmla="*/ 184269 w 477006"/>
                <a:gd name="connsiteY1098" fmla="*/ 62490 h 883258"/>
                <a:gd name="connsiteX1099" fmla="*/ 185888 w 477006"/>
                <a:gd name="connsiteY1099" fmla="*/ 60252 h 883258"/>
                <a:gd name="connsiteX1100" fmla="*/ 186698 w 477006"/>
                <a:gd name="connsiteY1100" fmla="*/ 60252 h 883258"/>
                <a:gd name="connsiteX1101" fmla="*/ 190340 w 477006"/>
                <a:gd name="connsiteY1101" fmla="*/ 60998 h 883258"/>
                <a:gd name="connsiteX1102" fmla="*/ 194387 w 477006"/>
                <a:gd name="connsiteY1102" fmla="*/ 60252 h 883258"/>
                <a:gd name="connsiteX1103" fmla="*/ 196006 w 477006"/>
                <a:gd name="connsiteY1103" fmla="*/ 59506 h 883258"/>
                <a:gd name="connsiteX1104" fmla="*/ 202887 w 477006"/>
                <a:gd name="connsiteY1104" fmla="*/ 54283 h 883258"/>
                <a:gd name="connsiteX1105" fmla="*/ 204506 w 477006"/>
                <a:gd name="connsiteY1105" fmla="*/ 52790 h 883258"/>
                <a:gd name="connsiteX1106" fmla="*/ 205315 w 477006"/>
                <a:gd name="connsiteY1106" fmla="*/ 53536 h 883258"/>
                <a:gd name="connsiteX1107" fmla="*/ 209362 w 477006"/>
                <a:gd name="connsiteY1107" fmla="*/ 54283 h 883258"/>
                <a:gd name="connsiteX1108" fmla="*/ 212196 w 477006"/>
                <a:gd name="connsiteY1108" fmla="*/ 54283 h 883258"/>
                <a:gd name="connsiteX1109" fmla="*/ 215433 w 477006"/>
                <a:gd name="connsiteY1109" fmla="*/ 53536 h 883258"/>
                <a:gd name="connsiteX1110" fmla="*/ 217052 w 477006"/>
                <a:gd name="connsiteY1110" fmla="*/ 52790 h 883258"/>
                <a:gd name="connsiteX1111" fmla="*/ 219481 w 477006"/>
                <a:gd name="connsiteY1111" fmla="*/ 50552 h 883258"/>
                <a:gd name="connsiteX1112" fmla="*/ 221909 w 477006"/>
                <a:gd name="connsiteY1112" fmla="*/ 49059 h 883258"/>
                <a:gd name="connsiteX1113" fmla="*/ 223123 w 477006"/>
                <a:gd name="connsiteY1113" fmla="*/ 48313 h 883258"/>
                <a:gd name="connsiteX1114" fmla="*/ 224742 w 477006"/>
                <a:gd name="connsiteY1114" fmla="*/ 49059 h 883258"/>
                <a:gd name="connsiteX1115" fmla="*/ 227171 w 477006"/>
                <a:gd name="connsiteY1115" fmla="*/ 49806 h 883258"/>
                <a:gd name="connsiteX1116" fmla="*/ 228790 w 477006"/>
                <a:gd name="connsiteY1116" fmla="*/ 49806 h 883258"/>
                <a:gd name="connsiteX1117" fmla="*/ 234861 w 477006"/>
                <a:gd name="connsiteY1117" fmla="*/ 49806 h 883258"/>
                <a:gd name="connsiteX1118" fmla="*/ 235670 w 477006"/>
                <a:gd name="connsiteY1118" fmla="*/ 49806 h 883258"/>
                <a:gd name="connsiteX1119" fmla="*/ 241336 w 477006"/>
                <a:gd name="connsiteY1119" fmla="*/ 46821 h 883258"/>
                <a:gd name="connsiteX1120" fmla="*/ 241741 w 477006"/>
                <a:gd name="connsiteY1120" fmla="*/ 46821 h 883258"/>
                <a:gd name="connsiteX1121" fmla="*/ 247812 w 477006"/>
                <a:gd name="connsiteY1121" fmla="*/ 50552 h 883258"/>
                <a:gd name="connsiteX1122" fmla="*/ 254288 w 477006"/>
                <a:gd name="connsiteY1122" fmla="*/ 50552 h 883258"/>
                <a:gd name="connsiteX1123" fmla="*/ 257121 w 477006"/>
                <a:gd name="connsiteY1123" fmla="*/ 49806 h 883258"/>
                <a:gd name="connsiteX1124" fmla="*/ 259549 w 477006"/>
                <a:gd name="connsiteY1124" fmla="*/ 49059 h 883258"/>
                <a:gd name="connsiteX1125" fmla="*/ 259954 w 477006"/>
                <a:gd name="connsiteY1125" fmla="*/ 48313 h 883258"/>
                <a:gd name="connsiteX1126" fmla="*/ 261168 w 477006"/>
                <a:gd name="connsiteY1126" fmla="*/ 51298 h 883258"/>
                <a:gd name="connsiteX1127" fmla="*/ 266834 w 477006"/>
                <a:gd name="connsiteY1127" fmla="*/ 55029 h 883258"/>
                <a:gd name="connsiteX1128" fmla="*/ 270477 w 477006"/>
                <a:gd name="connsiteY1128" fmla="*/ 55775 h 883258"/>
                <a:gd name="connsiteX1129" fmla="*/ 273310 w 477006"/>
                <a:gd name="connsiteY1129" fmla="*/ 55775 h 883258"/>
                <a:gd name="connsiteX1130" fmla="*/ 278167 w 477006"/>
                <a:gd name="connsiteY1130" fmla="*/ 55029 h 883258"/>
                <a:gd name="connsiteX1131" fmla="*/ 280191 w 477006"/>
                <a:gd name="connsiteY1131" fmla="*/ 58013 h 883258"/>
                <a:gd name="connsiteX1132" fmla="*/ 281809 w 477006"/>
                <a:gd name="connsiteY1132" fmla="*/ 59506 h 883258"/>
                <a:gd name="connsiteX1133" fmla="*/ 284643 w 477006"/>
                <a:gd name="connsiteY1133" fmla="*/ 60998 h 883258"/>
                <a:gd name="connsiteX1134" fmla="*/ 286666 w 477006"/>
                <a:gd name="connsiteY1134" fmla="*/ 61744 h 883258"/>
                <a:gd name="connsiteX1135" fmla="*/ 287476 w 477006"/>
                <a:gd name="connsiteY1135" fmla="*/ 61744 h 883258"/>
                <a:gd name="connsiteX1136" fmla="*/ 289499 w 477006"/>
                <a:gd name="connsiteY1136" fmla="*/ 62490 h 883258"/>
                <a:gd name="connsiteX1137" fmla="*/ 290714 w 477006"/>
                <a:gd name="connsiteY1137" fmla="*/ 62490 h 883258"/>
                <a:gd name="connsiteX1138" fmla="*/ 293142 w 477006"/>
                <a:gd name="connsiteY1138" fmla="*/ 63236 h 883258"/>
                <a:gd name="connsiteX1139" fmla="*/ 296785 w 477006"/>
                <a:gd name="connsiteY1139" fmla="*/ 63236 h 883258"/>
                <a:gd name="connsiteX1140" fmla="*/ 297999 w 477006"/>
                <a:gd name="connsiteY1140" fmla="*/ 64729 h 883258"/>
                <a:gd name="connsiteX1141" fmla="*/ 300022 w 477006"/>
                <a:gd name="connsiteY1141" fmla="*/ 67713 h 883258"/>
                <a:gd name="connsiteX1142" fmla="*/ 301237 w 477006"/>
                <a:gd name="connsiteY1142" fmla="*/ 68459 h 883258"/>
                <a:gd name="connsiteX1143" fmla="*/ 303260 w 477006"/>
                <a:gd name="connsiteY1143" fmla="*/ 69952 h 883258"/>
                <a:gd name="connsiteX1144" fmla="*/ 308117 w 477006"/>
                <a:gd name="connsiteY1144" fmla="*/ 72190 h 883258"/>
                <a:gd name="connsiteX1145" fmla="*/ 309331 w 477006"/>
                <a:gd name="connsiteY1145" fmla="*/ 72936 h 883258"/>
                <a:gd name="connsiteX1146" fmla="*/ 314188 w 477006"/>
                <a:gd name="connsiteY1146" fmla="*/ 73683 h 883258"/>
                <a:gd name="connsiteX1147" fmla="*/ 314593 w 477006"/>
                <a:gd name="connsiteY1147" fmla="*/ 73683 h 883258"/>
                <a:gd name="connsiteX1148" fmla="*/ 315807 w 477006"/>
                <a:gd name="connsiteY1148" fmla="*/ 75175 h 883258"/>
                <a:gd name="connsiteX1149" fmla="*/ 319045 w 477006"/>
                <a:gd name="connsiteY1149" fmla="*/ 79652 h 883258"/>
                <a:gd name="connsiteX1150" fmla="*/ 321878 w 477006"/>
                <a:gd name="connsiteY1150" fmla="*/ 81890 h 883258"/>
                <a:gd name="connsiteX1151" fmla="*/ 322283 w 477006"/>
                <a:gd name="connsiteY1151" fmla="*/ 82636 h 883258"/>
                <a:gd name="connsiteX1152" fmla="*/ 323092 w 477006"/>
                <a:gd name="connsiteY1152" fmla="*/ 83383 h 883258"/>
                <a:gd name="connsiteX1153" fmla="*/ 324711 w 477006"/>
                <a:gd name="connsiteY1153" fmla="*/ 84129 h 883258"/>
                <a:gd name="connsiteX1154" fmla="*/ 328354 w 477006"/>
                <a:gd name="connsiteY1154" fmla="*/ 85621 h 883258"/>
                <a:gd name="connsiteX1155" fmla="*/ 331187 w 477006"/>
                <a:gd name="connsiteY1155" fmla="*/ 86367 h 883258"/>
                <a:gd name="connsiteX1156" fmla="*/ 331996 w 477006"/>
                <a:gd name="connsiteY1156" fmla="*/ 86367 h 883258"/>
                <a:gd name="connsiteX1157" fmla="*/ 336044 w 477006"/>
                <a:gd name="connsiteY1157" fmla="*/ 93829 h 883258"/>
                <a:gd name="connsiteX1158" fmla="*/ 336044 w 477006"/>
                <a:gd name="connsiteY1158" fmla="*/ 95321 h 883258"/>
                <a:gd name="connsiteX1159" fmla="*/ 337662 w 477006"/>
                <a:gd name="connsiteY1159" fmla="*/ 96067 h 883258"/>
                <a:gd name="connsiteX1160" fmla="*/ 339686 w 477006"/>
                <a:gd name="connsiteY1160" fmla="*/ 98306 h 883258"/>
                <a:gd name="connsiteX1161" fmla="*/ 343733 w 477006"/>
                <a:gd name="connsiteY1161" fmla="*/ 101290 h 883258"/>
                <a:gd name="connsiteX1162" fmla="*/ 344948 w 477006"/>
                <a:gd name="connsiteY1162" fmla="*/ 102036 h 883258"/>
                <a:gd name="connsiteX1163" fmla="*/ 346971 w 477006"/>
                <a:gd name="connsiteY1163" fmla="*/ 102783 h 883258"/>
                <a:gd name="connsiteX1164" fmla="*/ 347376 w 477006"/>
                <a:gd name="connsiteY1164" fmla="*/ 102783 h 883258"/>
                <a:gd name="connsiteX1165" fmla="*/ 350614 w 477006"/>
                <a:gd name="connsiteY1165" fmla="*/ 109498 h 883258"/>
                <a:gd name="connsiteX1166" fmla="*/ 352233 w 477006"/>
                <a:gd name="connsiteY1166" fmla="*/ 112483 h 883258"/>
                <a:gd name="connsiteX1167" fmla="*/ 353447 w 477006"/>
                <a:gd name="connsiteY1167" fmla="*/ 113975 h 883258"/>
                <a:gd name="connsiteX1168" fmla="*/ 358708 w 477006"/>
                <a:gd name="connsiteY1168" fmla="*/ 119198 h 883258"/>
                <a:gd name="connsiteX1169" fmla="*/ 359923 w 477006"/>
                <a:gd name="connsiteY1169" fmla="*/ 119944 h 883258"/>
                <a:gd name="connsiteX1170" fmla="*/ 361542 w 477006"/>
                <a:gd name="connsiteY1170" fmla="*/ 120690 h 883258"/>
                <a:gd name="connsiteX1171" fmla="*/ 363161 w 477006"/>
                <a:gd name="connsiteY1171" fmla="*/ 121436 h 883258"/>
                <a:gd name="connsiteX1172" fmla="*/ 364779 w 477006"/>
                <a:gd name="connsiteY1172" fmla="*/ 125913 h 883258"/>
                <a:gd name="connsiteX1173" fmla="*/ 370446 w 477006"/>
                <a:gd name="connsiteY1173" fmla="*/ 134867 h 883258"/>
                <a:gd name="connsiteX1174" fmla="*/ 377326 w 477006"/>
                <a:gd name="connsiteY1174" fmla="*/ 141582 h 883258"/>
                <a:gd name="connsiteX1175" fmla="*/ 378136 w 477006"/>
                <a:gd name="connsiteY1175" fmla="*/ 142329 h 883258"/>
                <a:gd name="connsiteX1176" fmla="*/ 379755 w 477006"/>
                <a:gd name="connsiteY1176" fmla="*/ 148298 h 883258"/>
                <a:gd name="connsiteX1177" fmla="*/ 385826 w 477006"/>
                <a:gd name="connsiteY1177" fmla="*/ 159490 h 883258"/>
                <a:gd name="connsiteX1178" fmla="*/ 391492 w 477006"/>
                <a:gd name="connsiteY1178" fmla="*/ 166206 h 883258"/>
                <a:gd name="connsiteX1179" fmla="*/ 397563 w 477006"/>
                <a:gd name="connsiteY1179" fmla="*/ 182621 h 883258"/>
                <a:gd name="connsiteX1180" fmla="*/ 404038 w 477006"/>
                <a:gd name="connsiteY1180" fmla="*/ 191575 h 883258"/>
                <a:gd name="connsiteX1181" fmla="*/ 408895 w 477006"/>
                <a:gd name="connsiteY1181" fmla="*/ 207990 h 883258"/>
                <a:gd name="connsiteX1182" fmla="*/ 415371 w 477006"/>
                <a:gd name="connsiteY1182" fmla="*/ 218436 h 883258"/>
                <a:gd name="connsiteX1183" fmla="*/ 421037 w 477006"/>
                <a:gd name="connsiteY1183" fmla="*/ 240821 h 883258"/>
                <a:gd name="connsiteX1184" fmla="*/ 425085 w 477006"/>
                <a:gd name="connsiteY1184" fmla="*/ 248282 h 883258"/>
                <a:gd name="connsiteX1185" fmla="*/ 431965 w 477006"/>
                <a:gd name="connsiteY1185" fmla="*/ 275144 h 883258"/>
                <a:gd name="connsiteX1186" fmla="*/ 433584 w 477006"/>
                <a:gd name="connsiteY1186" fmla="*/ 278875 h 883258"/>
                <a:gd name="connsiteX1187" fmla="*/ 440464 w 477006"/>
                <a:gd name="connsiteY1187" fmla="*/ 310213 h 883258"/>
                <a:gd name="connsiteX1188" fmla="*/ 441274 w 477006"/>
                <a:gd name="connsiteY1188" fmla="*/ 325882 h 883258"/>
                <a:gd name="connsiteX1189" fmla="*/ 445726 w 477006"/>
                <a:gd name="connsiteY1189" fmla="*/ 343044 h 883258"/>
                <a:gd name="connsiteX1190" fmla="*/ 448964 w 477006"/>
                <a:gd name="connsiteY1190" fmla="*/ 374382 h 883258"/>
                <a:gd name="connsiteX1191" fmla="*/ 449368 w 477006"/>
                <a:gd name="connsiteY1191" fmla="*/ 375875 h 883258"/>
                <a:gd name="connsiteX1192" fmla="*/ 448964 w 477006"/>
                <a:gd name="connsiteY1192" fmla="*/ 379605 h 883258"/>
                <a:gd name="connsiteX1193" fmla="*/ 448964 w 477006"/>
                <a:gd name="connsiteY1193" fmla="*/ 393782 h 883258"/>
                <a:gd name="connsiteX1194" fmla="*/ 451797 w 477006"/>
                <a:gd name="connsiteY1194" fmla="*/ 410198 h 883258"/>
                <a:gd name="connsiteX1195" fmla="*/ 452202 w 477006"/>
                <a:gd name="connsiteY1195" fmla="*/ 443774 h 883258"/>
                <a:gd name="connsiteX1196" fmla="*/ 452202 w 477006"/>
                <a:gd name="connsiteY1196" fmla="*/ 444521 h 883258"/>
                <a:gd name="connsiteX1197" fmla="*/ 451392 w 477006"/>
                <a:gd name="connsiteY1197" fmla="*/ 478098 h 883258"/>
                <a:gd name="connsiteX1198" fmla="*/ 448964 w 477006"/>
                <a:gd name="connsiteY1198" fmla="*/ 486305 h 883258"/>
                <a:gd name="connsiteX1199" fmla="*/ 448559 w 477006"/>
                <a:gd name="connsiteY1199" fmla="*/ 512421 h 883258"/>
                <a:gd name="connsiteX1200" fmla="*/ 444512 w 477006"/>
                <a:gd name="connsiteY1200" fmla="*/ 545997 h 883258"/>
                <a:gd name="connsiteX1201" fmla="*/ 441678 w 477006"/>
                <a:gd name="connsiteY1201" fmla="*/ 553459 h 883258"/>
                <a:gd name="connsiteX1202" fmla="*/ 438441 w 477006"/>
                <a:gd name="connsiteY1202" fmla="*/ 578082 h 883258"/>
                <a:gd name="connsiteX1203" fmla="*/ 432370 w 477006"/>
                <a:gd name="connsiteY1203" fmla="*/ 598974 h 883258"/>
                <a:gd name="connsiteX1204" fmla="*/ 431155 w 477006"/>
                <a:gd name="connsiteY1204" fmla="*/ 609420 h 883258"/>
                <a:gd name="connsiteX1205" fmla="*/ 422251 w 477006"/>
                <a:gd name="connsiteY1205" fmla="*/ 639267 h 883258"/>
                <a:gd name="connsiteX1206" fmla="*/ 421442 w 477006"/>
                <a:gd name="connsiteY1206" fmla="*/ 640013 h 883258"/>
                <a:gd name="connsiteX1207" fmla="*/ 412133 w 477006"/>
                <a:gd name="connsiteY1207" fmla="*/ 667620 h 883258"/>
                <a:gd name="connsiteX1208" fmla="*/ 409300 w 477006"/>
                <a:gd name="connsiteY1208" fmla="*/ 670605 h 883258"/>
                <a:gd name="connsiteX1209" fmla="*/ 400396 w 477006"/>
                <a:gd name="connsiteY1209" fmla="*/ 694482 h 883258"/>
                <a:gd name="connsiteX1210" fmla="*/ 398372 w 477006"/>
                <a:gd name="connsiteY1210" fmla="*/ 696720 h 883258"/>
                <a:gd name="connsiteX1211" fmla="*/ 387444 w 477006"/>
                <a:gd name="connsiteY1211" fmla="*/ 719851 h 883258"/>
                <a:gd name="connsiteX1212" fmla="*/ 386635 w 477006"/>
                <a:gd name="connsiteY1212" fmla="*/ 720597 h 883258"/>
                <a:gd name="connsiteX1213" fmla="*/ 380564 w 477006"/>
                <a:gd name="connsiteY1213" fmla="*/ 727313 h 883258"/>
                <a:gd name="connsiteX1214" fmla="*/ 377731 w 477006"/>
                <a:gd name="connsiteY1214" fmla="*/ 732536 h 883258"/>
                <a:gd name="connsiteX1215" fmla="*/ 373684 w 477006"/>
                <a:gd name="connsiteY1215" fmla="*/ 742982 h 883258"/>
                <a:gd name="connsiteX1216" fmla="*/ 370850 w 477006"/>
                <a:gd name="connsiteY1216" fmla="*/ 743728 h 883258"/>
                <a:gd name="connsiteX1217" fmla="*/ 365184 w 477006"/>
                <a:gd name="connsiteY1217" fmla="*/ 749697 h 883258"/>
                <a:gd name="connsiteX1218" fmla="*/ 362351 w 477006"/>
                <a:gd name="connsiteY1218" fmla="*/ 754920 h 883258"/>
                <a:gd name="connsiteX1219" fmla="*/ 360732 w 477006"/>
                <a:gd name="connsiteY1219" fmla="*/ 757905 h 883258"/>
                <a:gd name="connsiteX1220" fmla="*/ 359518 w 477006"/>
                <a:gd name="connsiteY1220" fmla="*/ 760143 h 883258"/>
                <a:gd name="connsiteX1221" fmla="*/ 358304 w 477006"/>
                <a:gd name="connsiteY1221" fmla="*/ 763128 h 883258"/>
                <a:gd name="connsiteX1222" fmla="*/ 354256 w 477006"/>
                <a:gd name="connsiteY1222" fmla="*/ 764620 h 883258"/>
                <a:gd name="connsiteX1223" fmla="*/ 353042 w 477006"/>
                <a:gd name="connsiteY1223" fmla="*/ 765366 h 883258"/>
                <a:gd name="connsiteX1224" fmla="*/ 351423 w 477006"/>
                <a:gd name="connsiteY1224" fmla="*/ 766859 h 883258"/>
                <a:gd name="connsiteX1225" fmla="*/ 347781 w 477006"/>
                <a:gd name="connsiteY1225" fmla="*/ 771336 h 883258"/>
                <a:gd name="connsiteX1226" fmla="*/ 345757 w 477006"/>
                <a:gd name="connsiteY1226" fmla="*/ 774320 h 883258"/>
                <a:gd name="connsiteX1227" fmla="*/ 344543 w 477006"/>
                <a:gd name="connsiteY1227" fmla="*/ 777305 h 883258"/>
                <a:gd name="connsiteX1228" fmla="*/ 342519 w 477006"/>
                <a:gd name="connsiteY1228" fmla="*/ 780290 h 883258"/>
                <a:gd name="connsiteX1229" fmla="*/ 340496 w 477006"/>
                <a:gd name="connsiteY1229" fmla="*/ 781036 h 883258"/>
                <a:gd name="connsiteX1230" fmla="*/ 338472 w 477006"/>
                <a:gd name="connsiteY1230" fmla="*/ 781782 h 883258"/>
                <a:gd name="connsiteX1231" fmla="*/ 336853 w 477006"/>
                <a:gd name="connsiteY1231" fmla="*/ 782528 h 883258"/>
                <a:gd name="connsiteX1232" fmla="*/ 336044 w 477006"/>
                <a:gd name="connsiteY1232" fmla="*/ 783274 h 883258"/>
                <a:gd name="connsiteX1233" fmla="*/ 331187 w 477006"/>
                <a:gd name="connsiteY1233" fmla="*/ 788497 h 883258"/>
                <a:gd name="connsiteX1234" fmla="*/ 325925 w 477006"/>
                <a:gd name="connsiteY1234" fmla="*/ 795959 h 883258"/>
                <a:gd name="connsiteX1235" fmla="*/ 321878 w 477006"/>
                <a:gd name="connsiteY1235" fmla="*/ 795959 h 883258"/>
                <a:gd name="connsiteX1236" fmla="*/ 319045 w 477006"/>
                <a:gd name="connsiteY1236" fmla="*/ 797451 h 883258"/>
                <a:gd name="connsiteX1237" fmla="*/ 315807 w 477006"/>
                <a:gd name="connsiteY1237" fmla="*/ 800436 h 883258"/>
                <a:gd name="connsiteX1238" fmla="*/ 314188 w 477006"/>
                <a:gd name="connsiteY1238" fmla="*/ 801182 h 883258"/>
                <a:gd name="connsiteX1239" fmla="*/ 309331 w 477006"/>
                <a:gd name="connsiteY1239" fmla="*/ 807151 h 883258"/>
                <a:gd name="connsiteX1240" fmla="*/ 308522 w 477006"/>
                <a:gd name="connsiteY1240" fmla="*/ 807897 h 883258"/>
                <a:gd name="connsiteX1241" fmla="*/ 308117 w 477006"/>
                <a:gd name="connsiteY1241" fmla="*/ 807897 h 883258"/>
                <a:gd name="connsiteX1242" fmla="*/ 303260 w 477006"/>
                <a:gd name="connsiteY1242" fmla="*/ 807897 h 883258"/>
                <a:gd name="connsiteX1243" fmla="*/ 301237 w 477006"/>
                <a:gd name="connsiteY1243" fmla="*/ 808643 h 883258"/>
                <a:gd name="connsiteX1244" fmla="*/ 300022 w 477006"/>
                <a:gd name="connsiteY1244" fmla="*/ 809389 h 883258"/>
                <a:gd name="connsiteX1245" fmla="*/ 297999 w 477006"/>
                <a:gd name="connsiteY1245" fmla="*/ 810136 h 883258"/>
                <a:gd name="connsiteX1246" fmla="*/ 294761 w 477006"/>
                <a:gd name="connsiteY1246" fmla="*/ 813120 h 883258"/>
                <a:gd name="connsiteX1247" fmla="*/ 293142 w 477006"/>
                <a:gd name="connsiteY1247" fmla="*/ 813866 h 883258"/>
                <a:gd name="connsiteX1248" fmla="*/ 290714 w 477006"/>
                <a:gd name="connsiteY1248" fmla="*/ 816851 h 883258"/>
                <a:gd name="connsiteX1249" fmla="*/ 290309 w 477006"/>
                <a:gd name="connsiteY1249" fmla="*/ 817597 h 883258"/>
                <a:gd name="connsiteX1250" fmla="*/ 289904 w 477006"/>
                <a:gd name="connsiteY1250" fmla="*/ 816851 h 883258"/>
                <a:gd name="connsiteX1251" fmla="*/ 287880 w 477006"/>
                <a:gd name="connsiteY1251" fmla="*/ 816105 h 883258"/>
                <a:gd name="connsiteX1252" fmla="*/ 285047 w 477006"/>
                <a:gd name="connsiteY1252" fmla="*/ 816105 h 883258"/>
                <a:gd name="connsiteX1253" fmla="*/ 282214 w 477006"/>
                <a:gd name="connsiteY1253" fmla="*/ 816851 h 883258"/>
                <a:gd name="connsiteX1254" fmla="*/ 280595 w 477006"/>
                <a:gd name="connsiteY1254" fmla="*/ 817597 h 883258"/>
                <a:gd name="connsiteX1255" fmla="*/ 273715 w 477006"/>
                <a:gd name="connsiteY1255" fmla="*/ 822820 h 883258"/>
                <a:gd name="connsiteX1256" fmla="*/ 272096 w 477006"/>
                <a:gd name="connsiteY1256" fmla="*/ 824313 h 883258"/>
                <a:gd name="connsiteX1257" fmla="*/ 270882 w 477006"/>
                <a:gd name="connsiteY1257" fmla="*/ 824313 h 883258"/>
                <a:gd name="connsiteX1258" fmla="*/ 267239 w 477006"/>
                <a:gd name="connsiteY1258" fmla="*/ 823566 h 883258"/>
                <a:gd name="connsiteX1259" fmla="*/ 261573 w 477006"/>
                <a:gd name="connsiteY1259" fmla="*/ 824313 h 883258"/>
                <a:gd name="connsiteX1260" fmla="*/ 259954 w 477006"/>
                <a:gd name="connsiteY1260" fmla="*/ 825059 h 883258"/>
                <a:gd name="connsiteX1261" fmla="*/ 257526 w 477006"/>
                <a:gd name="connsiteY1261" fmla="*/ 825805 h 883258"/>
                <a:gd name="connsiteX1262" fmla="*/ 254692 w 477006"/>
                <a:gd name="connsiteY1262" fmla="*/ 827297 h 883258"/>
                <a:gd name="connsiteX1263" fmla="*/ 253883 w 477006"/>
                <a:gd name="connsiteY1263" fmla="*/ 828043 h 883258"/>
                <a:gd name="connsiteX1264" fmla="*/ 250240 w 477006"/>
                <a:gd name="connsiteY1264" fmla="*/ 825805 h 883258"/>
                <a:gd name="connsiteX1265" fmla="*/ 248217 w 477006"/>
                <a:gd name="connsiteY1265" fmla="*/ 825059 h 883258"/>
                <a:gd name="connsiteX1266" fmla="*/ 242146 w 477006"/>
                <a:gd name="connsiteY1266" fmla="*/ 825805 h 883258"/>
                <a:gd name="connsiteX1267" fmla="*/ 236075 w 477006"/>
                <a:gd name="connsiteY1267" fmla="*/ 828790 h 883258"/>
                <a:gd name="connsiteX1268" fmla="*/ 235670 w 477006"/>
                <a:gd name="connsiteY1268" fmla="*/ 829536 h 883258"/>
                <a:gd name="connsiteX1269" fmla="*/ 235265 w 477006"/>
                <a:gd name="connsiteY1269" fmla="*/ 828790 h 883258"/>
                <a:gd name="connsiteX1270" fmla="*/ 229194 w 477006"/>
                <a:gd name="connsiteY1270" fmla="*/ 825059 h 883258"/>
                <a:gd name="connsiteX1271" fmla="*/ 225147 w 477006"/>
                <a:gd name="connsiteY1271" fmla="*/ 825059 h 883258"/>
                <a:gd name="connsiteX1272" fmla="*/ 222314 w 477006"/>
                <a:gd name="connsiteY1272" fmla="*/ 825805 h 883258"/>
                <a:gd name="connsiteX1273" fmla="*/ 219886 w 477006"/>
                <a:gd name="connsiteY1273" fmla="*/ 826551 h 883258"/>
                <a:gd name="connsiteX1274" fmla="*/ 217052 w 477006"/>
                <a:gd name="connsiteY1274" fmla="*/ 827297 h 883258"/>
                <a:gd name="connsiteX1275" fmla="*/ 216648 w 477006"/>
                <a:gd name="connsiteY1275" fmla="*/ 828043 h 883258"/>
                <a:gd name="connsiteX1276" fmla="*/ 215433 w 477006"/>
                <a:gd name="connsiteY1276" fmla="*/ 826551 h 883258"/>
                <a:gd name="connsiteX1277" fmla="*/ 212196 w 477006"/>
                <a:gd name="connsiteY1277" fmla="*/ 824313 h 883258"/>
                <a:gd name="connsiteX1278" fmla="*/ 209362 w 477006"/>
                <a:gd name="connsiteY1278" fmla="*/ 822820 h 883258"/>
                <a:gd name="connsiteX1279" fmla="*/ 205315 w 477006"/>
                <a:gd name="connsiteY1279" fmla="*/ 822074 h 883258"/>
                <a:gd name="connsiteX1280" fmla="*/ 202482 w 477006"/>
                <a:gd name="connsiteY1280" fmla="*/ 822074 h 883258"/>
                <a:gd name="connsiteX1281" fmla="*/ 197625 w 477006"/>
                <a:gd name="connsiteY1281" fmla="*/ 822820 h 883258"/>
                <a:gd name="connsiteX1282" fmla="*/ 195602 w 477006"/>
                <a:gd name="connsiteY1282" fmla="*/ 819836 h 883258"/>
                <a:gd name="connsiteX1283" fmla="*/ 193983 w 477006"/>
                <a:gd name="connsiteY1283" fmla="*/ 819089 h 883258"/>
                <a:gd name="connsiteX1284" fmla="*/ 189935 w 477006"/>
                <a:gd name="connsiteY1284" fmla="*/ 816105 h 883258"/>
                <a:gd name="connsiteX1285" fmla="*/ 186293 w 477006"/>
                <a:gd name="connsiteY1285" fmla="*/ 815359 h 883258"/>
                <a:gd name="connsiteX1286" fmla="*/ 179008 w 477006"/>
                <a:gd name="connsiteY1286" fmla="*/ 815359 h 883258"/>
                <a:gd name="connsiteX1287" fmla="*/ 177389 w 477006"/>
                <a:gd name="connsiteY1287" fmla="*/ 812374 h 883258"/>
                <a:gd name="connsiteX1288" fmla="*/ 175770 w 477006"/>
                <a:gd name="connsiteY1288" fmla="*/ 810882 h 883258"/>
                <a:gd name="connsiteX1289" fmla="*/ 175365 w 477006"/>
                <a:gd name="connsiteY1289" fmla="*/ 810136 h 883258"/>
                <a:gd name="connsiteX1290" fmla="*/ 171722 w 477006"/>
                <a:gd name="connsiteY1290" fmla="*/ 807151 h 883258"/>
                <a:gd name="connsiteX1291" fmla="*/ 167675 w 477006"/>
                <a:gd name="connsiteY1291" fmla="*/ 804913 h 883258"/>
                <a:gd name="connsiteX1292" fmla="*/ 164842 w 477006"/>
                <a:gd name="connsiteY1292" fmla="*/ 804166 h 883258"/>
                <a:gd name="connsiteX1293" fmla="*/ 161199 w 477006"/>
                <a:gd name="connsiteY1293" fmla="*/ 803420 h 883258"/>
                <a:gd name="connsiteX1294" fmla="*/ 160795 w 477006"/>
                <a:gd name="connsiteY1294" fmla="*/ 803420 h 883258"/>
                <a:gd name="connsiteX1295" fmla="*/ 159580 w 477006"/>
                <a:gd name="connsiteY1295" fmla="*/ 801182 h 883258"/>
                <a:gd name="connsiteX1296" fmla="*/ 156343 w 477006"/>
                <a:gd name="connsiteY1296" fmla="*/ 796705 h 883258"/>
                <a:gd name="connsiteX1297" fmla="*/ 153105 w 477006"/>
                <a:gd name="connsiteY1297" fmla="*/ 793720 h 883258"/>
                <a:gd name="connsiteX1298" fmla="*/ 152295 w 477006"/>
                <a:gd name="connsiteY1298" fmla="*/ 792974 h 883258"/>
                <a:gd name="connsiteX1299" fmla="*/ 150272 w 477006"/>
                <a:gd name="connsiteY1299" fmla="*/ 792228 h 883258"/>
                <a:gd name="connsiteX1300" fmla="*/ 148653 w 477006"/>
                <a:gd name="connsiteY1300" fmla="*/ 791482 h 883258"/>
                <a:gd name="connsiteX1301" fmla="*/ 144605 w 477006"/>
                <a:gd name="connsiteY1301" fmla="*/ 790736 h 883258"/>
                <a:gd name="connsiteX1302" fmla="*/ 145415 w 477006"/>
                <a:gd name="connsiteY1302" fmla="*/ 792974 h 883258"/>
                <a:gd name="connsiteX1303" fmla="*/ 450583 w 477006"/>
                <a:gd name="connsiteY1303" fmla="*/ 519882 h 883258"/>
                <a:gd name="connsiteX1304" fmla="*/ 450583 w 477006"/>
                <a:gd name="connsiteY1304" fmla="*/ 519882 h 883258"/>
                <a:gd name="connsiteX1305" fmla="*/ 456249 w 477006"/>
                <a:gd name="connsiteY1305" fmla="*/ 513913 h 883258"/>
                <a:gd name="connsiteX1306" fmla="*/ 469200 w 477006"/>
                <a:gd name="connsiteY1306" fmla="*/ 503467 h 883258"/>
                <a:gd name="connsiteX1307" fmla="*/ 469605 w 477006"/>
                <a:gd name="connsiteY1307" fmla="*/ 504213 h 883258"/>
                <a:gd name="connsiteX1308" fmla="*/ 456249 w 477006"/>
                <a:gd name="connsiteY1308" fmla="*/ 537044 h 883258"/>
                <a:gd name="connsiteX1309" fmla="*/ 450987 w 477006"/>
                <a:gd name="connsiteY1309" fmla="*/ 539282 h 883258"/>
                <a:gd name="connsiteX1310" fmla="*/ 447749 w 477006"/>
                <a:gd name="connsiteY1310" fmla="*/ 541521 h 883258"/>
                <a:gd name="connsiteX1311" fmla="*/ 446940 w 477006"/>
                <a:gd name="connsiteY1311" fmla="*/ 542267 h 883258"/>
                <a:gd name="connsiteX1312" fmla="*/ 447749 w 477006"/>
                <a:gd name="connsiteY1312" fmla="*/ 528836 h 883258"/>
                <a:gd name="connsiteX1313" fmla="*/ 450583 w 477006"/>
                <a:gd name="connsiteY1313" fmla="*/ 519882 h 883258"/>
                <a:gd name="connsiteX1314" fmla="*/ 164033 w 477006"/>
                <a:gd name="connsiteY1314" fmla="*/ 848936 h 883258"/>
                <a:gd name="connsiteX1315" fmla="*/ 162818 w 477006"/>
                <a:gd name="connsiteY1315" fmla="*/ 848936 h 883258"/>
                <a:gd name="connsiteX1316" fmla="*/ 161199 w 477006"/>
                <a:gd name="connsiteY1316" fmla="*/ 848189 h 883258"/>
                <a:gd name="connsiteX1317" fmla="*/ 157962 w 477006"/>
                <a:gd name="connsiteY1317" fmla="*/ 846697 h 883258"/>
                <a:gd name="connsiteX1318" fmla="*/ 154724 w 477006"/>
                <a:gd name="connsiteY1318" fmla="*/ 843713 h 883258"/>
                <a:gd name="connsiteX1319" fmla="*/ 153914 w 477006"/>
                <a:gd name="connsiteY1319" fmla="*/ 842966 h 883258"/>
                <a:gd name="connsiteX1320" fmla="*/ 151891 w 477006"/>
                <a:gd name="connsiteY1320" fmla="*/ 839982 h 883258"/>
                <a:gd name="connsiteX1321" fmla="*/ 150272 w 477006"/>
                <a:gd name="connsiteY1321" fmla="*/ 834759 h 883258"/>
                <a:gd name="connsiteX1322" fmla="*/ 147439 w 477006"/>
                <a:gd name="connsiteY1322" fmla="*/ 801182 h 883258"/>
                <a:gd name="connsiteX1323" fmla="*/ 150272 w 477006"/>
                <a:gd name="connsiteY1323" fmla="*/ 802674 h 883258"/>
                <a:gd name="connsiteX1324" fmla="*/ 151891 w 477006"/>
                <a:gd name="connsiteY1324" fmla="*/ 803420 h 883258"/>
                <a:gd name="connsiteX1325" fmla="*/ 153914 w 477006"/>
                <a:gd name="connsiteY1325" fmla="*/ 804913 h 883258"/>
                <a:gd name="connsiteX1326" fmla="*/ 154724 w 477006"/>
                <a:gd name="connsiteY1326" fmla="*/ 805659 h 883258"/>
                <a:gd name="connsiteX1327" fmla="*/ 157962 w 477006"/>
                <a:gd name="connsiteY1327" fmla="*/ 810882 h 883258"/>
                <a:gd name="connsiteX1328" fmla="*/ 158771 w 477006"/>
                <a:gd name="connsiteY1328" fmla="*/ 812374 h 883258"/>
                <a:gd name="connsiteX1329" fmla="*/ 161199 w 477006"/>
                <a:gd name="connsiteY1329" fmla="*/ 826551 h 883258"/>
                <a:gd name="connsiteX1330" fmla="*/ 162818 w 477006"/>
                <a:gd name="connsiteY1330" fmla="*/ 839236 h 883258"/>
                <a:gd name="connsiteX1331" fmla="*/ 164033 w 477006"/>
                <a:gd name="connsiteY1331" fmla="*/ 848936 h 883258"/>
                <a:gd name="connsiteX1332" fmla="*/ 183460 w 477006"/>
                <a:gd name="connsiteY1332" fmla="*/ 859382 h 883258"/>
                <a:gd name="connsiteX1333" fmla="*/ 178603 w 477006"/>
                <a:gd name="connsiteY1333" fmla="*/ 857889 h 883258"/>
                <a:gd name="connsiteX1334" fmla="*/ 176984 w 477006"/>
                <a:gd name="connsiteY1334" fmla="*/ 857143 h 883258"/>
                <a:gd name="connsiteX1335" fmla="*/ 176579 w 477006"/>
                <a:gd name="connsiteY1335" fmla="*/ 857143 h 883258"/>
                <a:gd name="connsiteX1336" fmla="*/ 172937 w 477006"/>
                <a:gd name="connsiteY1336" fmla="*/ 854159 h 883258"/>
                <a:gd name="connsiteX1337" fmla="*/ 168889 w 477006"/>
                <a:gd name="connsiteY1337" fmla="*/ 847443 h 883258"/>
                <a:gd name="connsiteX1338" fmla="*/ 166056 w 477006"/>
                <a:gd name="connsiteY1338" fmla="*/ 829536 h 883258"/>
                <a:gd name="connsiteX1339" fmla="*/ 164437 w 477006"/>
                <a:gd name="connsiteY1339" fmla="*/ 813866 h 883258"/>
                <a:gd name="connsiteX1340" fmla="*/ 166056 w 477006"/>
                <a:gd name="connsiteY1340" fmla="*/ 814613 h 883258"/>
                <a:gd name="connsiteX1341" fmla="*/ 168889 w 477006"/>
                <a:gd name="connsiteY1341" fmla="*/ 815359 h 883258"/>
                <a:gd name="connsiteX1342" fmla="*/ 172937 w 477006"/>
                <a:gd name="connsiteY1342" fmla="*/ 818343 h 883258"/>
                <a:gd name="connsiteX1343" fmla="*/ 176579 w 477006"/>
                <a:gd name="connsiteY1343" fmla="*/ 823566 h 883258"/>
                <a:gd name="connsiteX1344" fmla="*/ 176984 w 477006"/>
                <a:gd name="connsiteY1344" fmla="*/ 823566 h 883258"/>
                <a:gd name="connsiteX1345" fmla="*/ 176984 w 477006"/>
                <a:gd name="connsiteY1345" fmla="*/ 824313 h 883258"/>
                <a:gd name="connsiteX1346" fmla="*/ 178603 w 477006"/>
                <a:gd name="connsiteY1346" fmla="*/ 829536 h 883258"/>
                <a:gd name="connsiteX1347" fmla="*/ 183460 w 477006"/>
                <a:gd name="connsiteY1347" fmla="*/ 857143 h 883258"/>
                <a:gd name="connsiteX1348" fmla="*/ 183460 w 477006"/>
                <a:gd name="connsiteY1348" fmla="*/ 859382 h 883258"/>
                <a:gd name="connsiteX1349" fmla="*/ 203696 w 477006"/>
                <a:gd name="connsiteY1349" fmla="*/ 866843 h 883258"/>
                <a:gd name="connsiteX1350" fmla="*/ 202887 w 477006"/>
                <a:gd name="connsiteY1350" fmla="*/ 866843 h 883258"/>
                <a:gd name="connsiteX1351" fmla="*/ 196006 w 477006"/>
                <a:gd name="connsiteY1351" fmla="*/ 865351 h 883258"/>
                <a:gd name="connsiteX1352" fmla="*/ 194387 w 477006"/>
                <a:gd name="connsiteY1352" fmla="*/ 864605 h 883258"/>
                <a:gd name="connsiteX1353" fmla="*/ 190340 w 477006"/>
                <a:gd name="connsiteY1353" fmla="*/ 860128 h 883258"/>
                <a:gd name="connsiteX1354" fmla="*/ 186698 w 477006"/>
                <a:gd name="connsiteY1354" fmla="*/ 851174 h 883258"/>
                <a:gd name="connsiteX1355" fmla="*/ 185888 w 477006"/>
                <a:gd name="connsiteY1355" fmla="*/ 845951 h 883258"/>
                <a:gd name="connsiteX1356" fmla="*/ 184269 w 477006"/>
                <a:gd name="connsiteY1356" fmla="*/ 833266 h 883258"/>
                <a:gd name="connsiteX1357" fmla="*/ 183864 w 477006"/>
                <a:gd name="connsiteY1357" fmla="*/ 829536 h 883258"/>
                <a:gd name="connsiteX1358" fmla="*/ 183460 w 477006"/>
                <a:gd name="connsiteY1358" fmla="*/ 827297 h 883258"/>
                <a:gd name="connsiteX1359" fmla="*/ 183055 w 477006"/>
                <a:gd name="connsiteY1359" fmla="*/ 825059 h 883258"/>
                <a:gd name="connsiteX1360" fmla="*/ 184674 w 477006"/>
                <a:gd name="connsiteY1360" fmla="*/ 825059 h 883258"/>
                <a:gd name="connsiteX1361" fmla="*/ 186293 w 477006"/>
                <a:gd name="connsiteY1361" fmla="*/ 825805 h 883258"/>
                <a:gd name="connsiteX1362" fmla="*/ 187102 w 477006"/>
                <a:gd name="connsiteY1362" fmla="*/ 825805 h 883258"/>
                <a:gd name="connsiteX1363" fmla="*/ 190745 w 477006"/>
                <a:gd name="connsiteY1363" fmla="*/ 827297 h 883258"/>
                <a:gd name="connsiteX1364" fmla="*/ 194792 w 477006"/>
                <a:gd name="connsiteY1364" fmla="*/ 831028 h 883258"/>
                <a:gd name="connsiteX1365" fmla="*/ 195602 w 477006"/>
                <a:gd name="connsiteY1365" fmla="*/ 831774 h 883258"/>
                <a:gd name="connsiteX1366" fmla="*/ 196006 w 477006"/>
                <a:gd name="connsiteY1366" fmla="*/ 833266 h 883258"/>
                <a:gd name="connsiteX1367" fmla="*/ 202887 w 477006"/>
                <a:gd name="connsiteY1367" fmla="*/ 861620 h 883258"/>
                <a:gd name="connsiteX1368" fmla="*/ 203696 w 477006"/>
                <a:gd name="connsiteY1368" fmla="*/ 866843 h 883258"/>
                <a:gd name="connsiteX1369" fmla="*/ 223933 w 477006"/>
                <a:gd name="connsiteY1369" fmla="*/ 870574 h 883258"/>
                <a:gd name="connsiteX1370" fmla="*/ 217052 w 477006"/>
                <a:gd name="connsiteY1370" fmla="*/ 871320 h 883258"/>
                <a:gd name="connsiteX1371" fmla="*/ 215433 w 477006"/>
                <a:gd name="connsiteY1371" fmla="*/ 870574 h 883258"/>
                <a:gd name="connsiteX1372" fmla="*/ 212196 w 477006"/>
                <a:gd name="connsiteY1372" fmla="*/ 868336 h 883258"/>
                <a:gd name="connsiteX1373" fmla="*/ 209362 w 477006"/>
                <a:gd name="connsiteY1373" fmla="*/ 865351 h 883258"/>
                <a:gd name="connsiteX1374" fmla="*/ 205315 w 477006"/>
                <a:gd name="connsiteY1374" fmla="*/ 852666 h 883258"/>
                <a:gd name="connsiteX1375" fmla="*/ 202482 w 477006"/>
                <a:gd name="connsiteY1375" fmla="*/ 836997 h 883258"/>
                <a:gd name="connsiteX1376" fmla="*/ 200863 w 477006"/>
                <a:gd name="connsiteY1376" fmla="*/ 831774 h 883258"/>
                <a:gd name="connsiteX1377" fmla="*/ 204910 w 477006"/>
                <a:gd name="connsiteY1377" fmla="*/ 831774 h 883258"/>
                <a:gd name="connsiteX1378" fmla="*/ 208958 w 477006"/>
                <a:gd name="connsiteY1378" fmla="*/ 832520 h 883258"/>
                <a:gd name="connsiteX1379" fmla="*/ 211791 w 477006"/>
                <a:gd name="connsiteY1379" fmla="*/ 834013 h 883258"/>
                <a:gd name="connsiteX1380" fmla="*/ 213815 w 477006"/>
                <a:gd name="connsiteY1380" fmla="*/ 836251 h 883258"/>
                <a:gd name="connsiteX1381" fmla="*/ 215029 w 477006"/>
                <a:gd name="connsiteY1381" fmla="*/ 839236 h 883258"/>
                <a:gd name="connsiteX1382" fmla="*/ 216648 w 477006"/>
                <a:gd name="connsiteY1382" fmla="*/ 844459 h 883258"/>
                <a:gd name="connsiteX1383" fmla="*/ 219481 w 477006"/>
                <a:gd name="connsiteY1383" fmla="*/ 854159 h 883258"/>
                <a:gd name="connsiteX1384" fmla="*/ 221909 w 477006"/>
                <a:gd name="connsiteY1384" fmla="*/ 863859 h 883258"/>
                <a:gd name="connsiteX1385" fmla="*/ 244169 w 477006"/>
                <a:gd name="connsiteY1385" fmla="*/ 870574 h 883258"/>
                <a:gd name="connsiteX1386" fmla="*/ 241741 w 477006"/>
                <a:gd name="connsiteY1386" fmla="*/ 871320 h 883258"/>
                <a:gd name="connsiteX1387" fmla="*/ 235670 w 477006"/>
                <a:gd name="connsiteY1387" fmla="*/ 871320 h 883258"/>
                <a:gd name="connsiteX1388" fmla="*/ 234861 w 477006"/>
                <a:gd name="connsiteY1388" fmla="*/ 871320 h 883258"/>
                <a:gd name="connsiteX1389" fmla="*/ 228790 w 477006"/>
                <a:gd name="connsiteY1389" fmla="*/ 865351 h 883258"/>
                <a:gd name="connsiteX1390" fmla="*/ 227171 w 477006"/>
                <a:gd name="connsiteY1390" fmla="*/ 861620 h 883258"/>
                <a:gd name="connsiteX1391" fmla="*/ 224742 w 477006"/>
                <a:gd name="connsiteY1391" fmla="*/ 852666 h 883258"/>
                <a:gd name="connsiteX1392" fmla="*/ 221909 w 477006"/>
                <a:gd name="connsiteY1392" fmla="*/ 842220 h 883258"/>
                <a:gd name="connsiteX1393" fmla="*/ 219886 w 477006"/>
                <a:gd name="connsiteY1393" fmla="*/ 835505 h 883258"/>
                <a:gd name="connsiteX1394" fmla="*/ 221909 w 477006"/>
                <a:gd name="connsiteY1394" fmla="*/ 834759 h 883258"/>
                <a:gd name="connsiteX1395" fmla="*/ 226766 w 477006"/>
                <a:gd name="connsiteY1395" fmla="*/ 834759 h 883258"/>
                <a:gd name="connsiteX1396" fmla="*/ 228385 w 477006"/>
                <a:gd name="connsiteY1396" fmla="*/ 835505 h 883258"/>
                <a:gd name="connsiteX1397" fmla="*/ 232432 w 477006"/>
                <a:gd name="connsiteY1397" fmla="*/ 838489 h 883258"/>
                <a:gd name="connsiteX1398" fmla="*/ 234456 w 477006"/>
                <a:gd name="connsiteY1398" fmla="*/ 842966 h 883258"/>
                <a:gd name="connsiteX1399" fmla="*/ 235265 w 477006"/>
                <a:gd name="connsiteY1399" fmla="*/ 844459 h 883258"/>
                <a:gd name="connsiteX1400" fmla="*/ 241336 w 477006"/>
                <a:gd name="connsiteY1400" fmla="*/ 863113 h 883258"/>
                <a:gd name="connsiteX1401" fmla="*/ 244169 w 477006"/>
                <a:gd name="connsiteY1401" fmla="*/ 869828 h 883258"/>
                <a:gd name="connsiteX1402" fmla="*/ 264406 w 477006"/>
                <a:gd name="connsiteY1402" fmla="*/ 869082 h 883258"/>
                <a:gd name="connsiteX1403" fmla="*/ 261168 w 477006"/>
                <a:gd name="connsiteY1403" fmla="*/ 870574 h 883258"/>
                <a:gd name="connsiteX1404" fmla="*/ 259549 w 477006"/>
                <a:gd name="connsiteY1404" fmla="*/ 870574 h 883258"/>
                <a:gd name="connsiteX1405" fmla="*/ 257121 w 477006"/>
                <a:gd name="connsiteY1405" fmla="*/ 871320 h 883258"/>
                <a:gd name="connsiteX1406" fmla="*/ 254288 w 477006"/>
                <a:gd name="connsiteY1406" fmla="*/ 871320 h 883258"/>
                <a:gd name="connsiteX1407" fmla="*/ 249836 w 477006"/>
                <a:gd name="connsiteY1407" fmla="*/ 868336 h 883258"/>
                <a:gd name="connsiteX1408" fmla="*/ 247812 w 477006"/>
                <a:gd name="connsiteY1408" fmla="*/ 865351 h 883258"/>
                <a:gd name="connsiteX1409" fmla="*/ 241741 w 477006"/>
                <a:gd name="connsiteY1409" fmla="*/ 845951 h 883258"/>
                <a:gd name="connsiteX1410" fmla="*/ 238503 w 477006"/>
                <a:gd name="connsiteY1410" fmla="*/ 838489 h 883258"/>
                <a:gd name="connsiteX1411" fmla="*/ 241741 w 477006"/>
                <a:gd name="connsiteY1411" fmla="*/ 837743 h 883258"/>
                <a:gd name="connsiteX1412" fmla="*/ 247812 w 477006"/>
                <a:gd name="connsiteY1412" fmla="*/ 836997 h 883258"/>
                <a:gd name="connsiteX1413" fmla="*/ 249836 w 477006"/>
                <a:gd name="connsiteY1413" fmla="*/ 837743 h 883258"/>
                <a:gd name="connsiteX1414" fmla="*/ 251455 w 477006"/>
                <a:gd name="connsiteY1414" fmla="*/ 838489 h 883258"/>
                <a:gd name="connsiteX1415" fmla="*/ 254288 w 477006"/>
                <a:gd name="connsiteY1415" fmla="*/ 843713 h 883258"/>
                <a:gd name="connsiteX1416" fmla="*/ 257121 w 477006"/>
                <a:gd name="connsiteY1416" fmla="*/ 850428 h 883258"/>
                <a:gd name="connsiteX1417" fmla="*/ 259549 w 477006"/>
                <a:gd name="connsiteY1417" fmla="*/ 857143 h 883258"/>
                <a:gd name="connsiteX1418" fmla="*/ 261168 w 477006"/>
                <a:gd name="connsiteY1418" fmla="*/ 861620 h 883258"/>
                <a:gd name="connsiteX1419" fmla="*/ 264811 w 477006"/>
                <a:gd name="connsiteY1419" fmla="*/ 869082 h 883258"/>
                <a:gd name="connsiteX1420" fmla="*/ 284643 w 477006"/>
                <a:gd name="connsiteY1420" fmla="*/ 863113 h 883258"/>
                <a:gd name="connsiteX1421" fmla="*/ 281809 w 477006"/>
                <a:gd name="connsiteY1421" fmla="*/ 864605 h 883258"/>
                <a:gd name="connsiteX1422" fmla="*/ 280191 w 477006"/>
                <a:gd name="connsiteY1422" fmla="*/ 865351 h 883258"/>
                <a:gd name="connsiteX1423" fmla="*/ 273310 w 477006"/>
                <a:gd name="connsiteY1423" fmla="*/ 866097 h 883258"/>
                <a:gd name="connsiteX1424" fmla="*/ 270477 w 477006"/>
                <a:gd name="connsiteY1424" fmla="*/ 865351 h 883258"/>
                <a:gd name="connsiteX1425" fmla="*/ 266834 w 477006"/>
                <a:gd name="connsiteY1425" fmla="*/ 860128 h 883258"/>
                <a:gd name="connsiteX1426" fmla="*/ 261168 w 477006"/>
                <a:gd name="connsiteY1426" fmla="*/ 844459 h 883258"/>
                <a:gd name="connsiteX1427" fmla="*/ 259549 w 477006"/>
                <a:gd name="connsiteY1427" fmla="*/ 839982 h 883258"/>
                <a:gd name="connsiteX1428" fmla="*/ 257526 w 477006"/>
                <a:gd name="connsiteY1428" fmla="*/ 836251 h 883258"/>
                <a:gd name="connsiteX1429" fmla="*/ 259549 w 477006"/>
                <a:gd name="connsiteY1429" fmla="*/ 835505 h 883258"/>
                <a:gd name="connsiteX1430" fmla="*/ 261168 w 477006"/>
                <a:gd name="connsiteY1430" fmla="*/ 834759 h 883258"/>
                <a:gd name="connsiteX1431" fmla="*/ 266834 w 477006"/>
                <a:gd name="connsiteY1431" fmla="*/ 834013 h 883258"/>
                <a:gd name="connsiteX1432" fmla="*/ 270477 w 477006"/>
                <a:gd name="connsiteY1432" fmla="*/ 834759 h 883258"/>
                <a:gd name="connsiteX1433" fmla="*/ 270882 w 477006"/>
                <a:gd name="connsiteY1433" fmla="*/ 835505 h 883258"/>
                <a:gd name="connsiteX1434" fmla="*/ 273715 w 477006"/>
                <a:gd name="connsiteY1434" fmla="*/ 839982 h 883258"/>
                <a:gd name="connsiteX1435" fmla="*/ 280595 w 477006"/>
                <a:gd name="connsiteY1435" fmla="*/ 854159 h 883258"/>
                <a:gd name="connsiteX1436" fmla="*/ 282214 w 477006"/>
                <a:gd name="connsiteY1436" fmla="*/ 857143 h 883258"/>
                <a:gd name="connsiteX1437" fmla="*/ 285047 w 477006"/>
                <a:gd name="connsiteY1437" fmla="*/ 861620 h 883258"/>
                <a:gd name="connsiteX1438" fmla="*/ 285452 w 477006"/>
                <a:gd name="connsiteY1438" fmla="*/ 862366 h 883258"/>
                <a:gd name="connsiteX1439" fmla="*/ 304474 w 477006"/>
                <a:gd name="connsiteY1439" fmla="*/ 853413 h 883258"/>
                <a:gd name="connsiteX1440" fmla="*/ 302856 w 477006"/>
                <a:gd name="connsiteY1440" fmla="*/ 854159 h 883258"/>
                <a:gd name="connsiteX1441" fmla="*/ 300832 w 477006"/>
                <a:gd name="connsiteY1441" fmla="*/ 855651 h 883258"/>
                <a:gd name="connsiteX1442" fmla="*/ 299618 w 477006"/>
                <a:gd name="connsiteY1442" fmla="*/ 856397 h 883258"/>
                <a:gd name="connsiteX1443" fmla="*/ 297594 w 477006"/>
                <a:gd name="connsiteY1443" fmla="*/ 857143 h 883258"/>
                <a:gd name="connsiteX1444" fmla="*/ 294356 w 477006"/>
                <a:gd name="connsiteY1444" fmla="*/ 857889 h 883258"/>
                <a:gd name="connsiteX1445" fmla="*/ 292737 w 477006"/>
                <a:gd name="connsiteY1445" fmla="*/ 857889 h 883258"/>
                <a:gd name="connsiteX1446" fmla="*/ 290309 w 477006"/>
                <a:gd name="connsiteY1446" fmla="*/ 857143 h 883258"/>
                <a:gd name="connsiteX1447" fmla="*/ 289095 w 477006"/>
                <a:gd name="connsiteY1447" fmla="*/ 856397 h 883258"/>
                <a:gd name="connsiteX1448" fmla="*/ 287071 w 477006"/>
                <a:gd name="connsiteY1448" fmla="*/ 854159 h 883258"/>
                <a:gd name="connsiteX1449" fmla="*/ 286262 w 477006"/>
                <a:gd name="connsiteY1449" fmla="*/ 853413 h 883258"/>
                <a:gd name="connsiteX1450" fmla="*/ 284238 w 477006"/>
                <a:gd name="connsiteY1450" fmla="*/ 849682 h 883258"/>
                <a:gd name="connsiteX1451" fmla="*/ 281405 w 477006"/>
                <a:gd name="connsiteY1451" fmla="*/ 843713 h 883258"/>
                <a:gd name="connsiteX1452" fmla="*/ 279786 w 477006"/>
                <a:gd name="connsiteY1452" fmla="*/ 839982 h 883258"/>
                <a:gd name="connsiteX1453" fmla="*/ 275334 w 477006"/>
                <a:gd name="connsiteY1453" fmla="*/ 831028 h 883258"/>
                <a:gd name="connsiteX1454" fmla="*/ 279786 w 477006"/>
                <a:gd name="connsiteY1454" fmla="*/ 828043 h 883258"/>
                <a:gd name="connsiteX1455" fmla="*/ 281405 w 477006"/>
                <a:gd name="connsiteY1455" fmla="*/ 827297 h 883258"/>
                <a:gd name="connsiteX1456" fmla="*/ 284238 w 477006"/>
                <a:gd name="connsiteY1456" fmla="*/ 826551 h 883258"/>
                <a:gd name="connsiteX1457" fmla="*/ 286262 w 477006"/>
                <a:gd name="connsiteY1457" fmla="*/ 826551 h 883258"/>
                <a:gd name="connsiteX1458" fmla="*/ 287071 w 477006"/>
                <a:gd name="connsiteY1458" fmla="*/ 827297 h 883258"/>
                <a:gd name="connsiteX1459" fmla="*/ 288690 w 477006"/>
                <a:gd name="connsiteY1459" fmla="*/ 828043 h 883258"/>
                <a:gd name="connsiteX1460" fmla="*/ 289095 w 477006"/>
                <a:gd name="connsiteY1460" fmla="*/ 828790 h 883258"/>
                <a:gd name="connsiteX1461" fmla="*/ 290309 w 477006"/>
                <a:gd name="connsiteY1461" fmla="*/ 829536 h 883258"/>
                <a:gd name="connsiteX1462" fmla="*/ 292737 w 477006"/>
                <a:gd name="connsiteY1462" fmla="*/ 833266 h 883258"/>
                <a:gd name="connsiteX1463" fmla="*/ 294356 w 477006"/>
                <a:gd name="connsiteY1463" fmla="*/ 835505 h 883258"/>
                <a:gd name="connsiteX1464" fmla="*/ 297594 w 477006"/>
                <a:gd name="connsiteY1464" fmla="*/ 841474 h 883258"/>
                <a:gd name="connsiteX1465" fmla="*/ 299618 w 477006"/>
                <a:gd name="connsiteY1465" fmla="*/ 845205 h 883258"/>
                <a:gd name="connsiteX1466" fmla="*/ 300832 w 477006"/>
                <a:gd name="connsiteY1466" fmla="*/ 847443 h 883258"/>
                <a:gd name="connsiteX1467" fmla="*/ 302856 w 477006"/>
                <a:gd name="connsiteY1467" fmla="*/ 850428 h 883258"/>
                <a:gd name="connsiteX1468" fmla="*/ 304879 w 477006"/>
                <a:gd name="connsiteY1468" fmla="*/ 852666 h 883258"/>
                <a:gd name="connsiteX1469" fmla="*/ 323497 w 477006"/>
                <a:gd name="connsiteY1469" fmla="*/ 841474 h 883258"/>
                <a:gd name="connsiteX1470" fmla="*/ 322283 w 477006"/>
                <a:gd name="connsiteY1470" fmla="*/ 842966 h 883258"/>
                <a:gd name="connsiteX1471" fmla="*/ 321473 w 477006"/>
                <a:gd name="connsiteY1471" fmla="*/ 843713 h 883258"/>
                <a:gd name="connsiteX1472" fmla="*/ 321068 w 477006"/>
                <a:gd name="connsiteY1472" fmla="*/ 844459 h 883258"/>
                <a:gd name="connsiteX1473" fmla="*/ 318235 w 477006"/>
                <a:gd name="connsiteY1473" fmla="*/ 847443 h 883258"/>
                <a:gd name="connsiteX1474" fmla="*/ 314997 w 477006"/>
                <a:gd name="connsiteY1474" fmla="*/ 848189 h 883258"/>
                <a:gd name="connsiteX1475" fmla="*/ 313379 w 477006"/>
                <a:gd name="connsiteY1475" fmla="*/ 848936 h 883258"/>
                <a:gd name="connsiteX1476" fmla="*/ 308522 w 477006"/>
                <a:gd name="connsiteY1476" fmla="*/ 847443 h 883258"/>
                <a:gd name="connsiteX1477" fmla="*/ 307308 w 477006"/>
                <a:gd name="connsiteY1477" fmla="*/ 846697 h 883258"/>
                <a:gd name="connsiteX1478" fmla="*/ 302451 w 477006"/>
                <a:gd name="connsiteY1478" fmla="*/ 839982 h 883258"/>
                <a:gd name="connsiteX1479" fmla="*/ 300427 w 477006"/>
                <a:gd name="connsiteY1479" fmla="*/ 835505 h 883258"/>
                <a:gd name="connsiteX1480" fmla="*/ 299213 w 477006"/>
                <a:gd name="connsiteY1480" fmla="*/ 832520 h 883258"/>
                <a:gd name="connsiteX1481" fmla="*/ 297189 w 477006"/>
                <a:gd name="connsiteY1481" fmla="*/ 828790 h 883258"/>
                <a:gd name="connsiteX1482" fmla="*/ 293951 w 477006"/>
                <a:gd name="connsiteY1482" fmla="*/ 823566 h 883258"/>
                <a:gd name="connsiteX1483" fmla="*/ 297189 w 477006"/>
                <a:gd name="connsiteY1483" fmla="*/ 820582 h 883258"/>
                <a:gd name="connsiteX1484" fmla="*/ 299213 w 477006"/>
                <a:gd name="connsiteY1484" fmla="*/ 819089 h 883258"/>
                <a:gd name="connsiteX1485" fmla="*/ 300427 w 477006"/>
                <a:gd name="connsiteY1485" fmla="*/ 818343 h 883258"/>
                <a:gd name="connsiteX1486" fmla="*/ 302451 w 477006"/>
                <a:gd name="connsiteY1486" fmla="*/ 817597 h 883258"/>
                <a:gd name="connsiteX1487" fmla="*/ 306903 w 477006"/>
                <a:gd name="connsiteY1487" fmla="*/ 818343 h 883258"/>
                <a:gd name="connsiteX1488" fmla="*/ 307308 w 477006"/>
                <a:gd name="connsiteY1488" fmla="*/ 819089 h 883258"/>
                <a:gd name="connsiteX1489" fmla="*/ 308522 w 477006"/>
                <a:gd name="connsiteY1489" fmla="*/ 819836 h 883258"/>
                <a:gd name="connsiteX1490" fmla="*/ 313379 w 477006"/>
                <a:gd name="connsiteY1490" fmla="*/ 825805 h 883258"/>
                <a:gd name="connsiteX1491" fmla="*/ 314997 w 477006"/>
                <a:gd name="connsiteY1491" fmla="*/ 828043 h 883258"/>
                <a:gd name="connsiteX1492" fmla="*/ 318235 w 477006"/>
                <a:gd name="connsiteY1492" fmla="*/ 833266 h 883258"/>
                <a:gd name="connsiteX1493" fmla="*/ 321068 w 477006"/>
                <a:gd name="connsiteY1493" fmla="*/ 837743 h 883258"/>
                <a:gd name="connsiteX1494" fmla="*/ 321473 w 477006"/>
                <a:gd name="connsiteY1494" fmla="*/ 838489 h 883258"/>
                <a:gd name="connsiteX1495" fmla="*/ 322283 w 477006"/>
                <a:gd name="connsiteY1495" fmla="*/ 839236 h 883258"/>
                <a:gd name="connsiteX1496" fmla="*/ 323902 w 477006"/>
                <a:gd name="connsiteY1496" fmla="*/ 840728 h 883258"/>
                <a:gd name="connsiteX1497" fmla="*/ 342519 w 477006"/>
                <a:gd name="connsiteY1497" fmla="*/ 826551 h 883258"/>
                <a:gd name="connsiteX1498" fmla="*/ 339686 w 477006"/>
                <a:gd name="connsiteY1498" fmla="*/ 829536 h 883258"/>
                <a:gd name="connsiteX1499" fmla="*/ 337662 w 477006"/>
                <a:gd name="connsiteY1499" fmla="*/ 831774 h 883258"/>
                <a:gd name="connsiteX1500" fmla="*/ 336044 w 477006"/>
                <a:gd name="connsiteY1500" fmla="*/ 832520 h 883258"/>
                <a:gd name="connsiteX1501" fmla="*/ 335234 w 477006"/>
                <a:gd name="connsiteY1501" fmla="*/ 833266 h 883258"/>
                <a:gd name="connsiteX1502" fmla="*/ 330377 w 477006"/>
                <a:gd name="connsiteY1502" fmla="*/ 834759 h 883258"/>
                <a:gd name="connsiteX1503" fmla="*/ 327544 w 477006"/>
                <a:gd name="connsiteY1503" fmla="*/ 834013 h 883258"/>
                <a:gd name="connsiteX1504" fmla="*/ 323902 w 477006"/>
                <a:gd name="connsiteY1504" fmla="*/ 831028 h 883258"/>
                <a:gd name="connsiteX1505" fmla="*/ 322283 w 477006"/>
                <a:gd name="connsiteY1505" fmla="*/ 828790 h 883258"/>
                <a:gd name="connsiteX1506" fmla="*/ 321473 w 477006"/>
                <a:gd name="connsiteY1506" fmla="*/ 827297 h 883258"/>
                <a:gd name="connsiteX1507" fmla="*/ 321068 w 477006"/>
                <a:gd name="connsiteY1507" fmla="*/ 826551 h 883258"/>
                <a:gd name="connsiteX1508" fmla="*/ 318235 w 477006"/>
                <a:gd name="connsiteY1508" fmla="*/ 821328 h 883258"/>
                <a:gd name="connsiteX1509" fmla="*/ 314997 w 477006"/>
                <a:gd name="connsiteY1509" fmla="*/ 816105 h 883258"/>
                <a:gd name="connsiteX1510" fmla="*/ 313379 w 477006"/>
                <a:gd name="connsiteY1510" fmla="*/ 814613 h 883258"/>
                <a:gd name="connsiteX1511" fmla="*/ 311760 w 477006"/>
                <a:gd name="connsiteY1511" fmla="*/ 813866 h 883258"/>
                <a:gd name="connsiteX1512" fmla="*/ 313379 w 477006"/>
                <a:gd name="connsiteY1512" fmla="*/ 812374 h 883258"/>
                <a:gd name="connsiteX1513" fmla="*/ 314997 w 477006"/>
                <a:gd name="connsiteY1513" fmla="*/ 810882 h 883258"/>
                <a:gd name="connsiteX1514" fmla="*/ 318235 w 477006"/>
                <a:gd name="connsiteY1514" fmla="*/ 807897 h 883258"/>
                <a:gd name="connsiteX1515" fmla="*/ 321068 w 477006"/>
                <a:gd name="connsiteY1515" fmla="*/ 806405 h 883258"/>
                <a:gd name="connsiteX1516" fmla="*/ 321473 w 477006"/>
                <a:gd name="connsiteY1516" fmla="*/ 806405 h 883258"/>
                <a:gd name="connsiteX1517" fmla="*/ 322283 w 477006"/>
                <a:gd name="connsiteY1517" fmla="*/ 805659 h 883258"/>
                <a:gd name="connsiteX1518" fmla="*/ 323902 w 477006"/>
                <a:gd name="connsiteY1518" fmla="*/ 805659 h 883258"/>
                <a:gd name="connsiteX1519" fmla="*/ 324306 w 477006"/>
                <a:gd name="connsiteY1519" fmla="*/ 806405 h 883258"/>
                <a:gd name="connsiteX1520" fmla="*/ 327139 w 477006"/>
                <a:gd name="connsiteY1520" fmla="*/ 808643 h 883258"/>
                <a:gd name="connsiteX1521" fmla="*/ 329973 w 477006"/>
                <a:gd name="connsiteY1521" fmla="*/ 811628 h 883258"/>
                <a:gd name="connsiteX1522" fmla="*/ 334829 w 477006"/>
                <a:gd name="connsiteY1522" fmla="*/ 817597 h 883258"/>
                <a:gd name="connsiteX1523" fmla="*/ 335639 w 477006"/>
                <a:gd name="connsiteY1523" fmla="*/ 819089 h 883258"/>
                <a:gd name="connsiteX1524" fmla="*/ 337258 w 477006"/>
                <a:gd name="connsiteY1524" fmla="*/ 820582 h 883258"/>
                <a:gd name="connsiteX1525" fmla="*/ 339281 w 477006"/>
                <a:gd name="connsiteY1525" fmla="*/ 823566 h 883258"/>
                <a:gd name="connsiteX1526" fmla="*/ 342519 w 477006"/>
                <a:gd name="connsiteY1526" fmla="*/ 826551 h 883258"/>
                <a:gd name="connsiteX1527" fmla="*/ 360327 w 477006"/>
                <a:gd name="connsiteY1527" fmla="*/ 808643 h 883258"/>
                <a:gd name="connsiteX1528" fmla="*/ 360327 w 477006"/>
                <a:gd name="connsiteY1528" fmla="*/ 808643 h 883258"/>
                <a:gd name="connsiteX1529" fmla="*/ 358708 w 477006"/>
                <a:gd name="connsiteY1529" fmla="*/ 810882 h 883258"/>
                <a:gd name="connsiteX1530" fmla="*/ 353447 w 477006"/>
                <a:gd name="connsiteY1530" fmla="*/ 816851 h 883258"/>
                <a:gd name="connsiteX1531" fmla="*/ 352233 w 477006"/>
                <a:gd name="connsiteY1531" fmla="*/ 817597 h 883258"/>
                <a:gd name="connsiteX1532" fmla="*/ 350614 w 477006"/>
                <a:gd name="connsiteY1532" fmla="*/ 818343 h 883258"/>
                <a:gd name="connsiteX1533" fmla="*/ 346971 w 477006"/>
                <a:gd name="connsiteY1533" fmla="*/ 819089 h 883258"/>
                <a:gd name="connsiteX1534" fmla="*/ 344948 w 477006"/>
                <a:gd name="connsiteY1534" fmla="*/ 818343 h 883258"/>
                <a:gd name="connsiteX1535" fmla="*/ 343733 w 477006"/>
                <a:gd name="connsiteY1535" fmla="*/ 817597 h 883258"/>
                <a:gd name="connsiteX1536" fmla="*/ 339686 w 477006"/>
                <a:gd name="connsiteY1536" fmla="*/ 813120 h 883258"/>
                <a:gd name="connsiteX1537" fmla="*/ 337662 w 477006"/>
                <a:gd name="connsiteY1537" fmla="*/ 810136 h 883258"/>
                <a:gd name="connsiteX1538" fmla="*/ 336044 w 477006"/>
                <a:gd name="connsiteY1538" fmla="*/ 808643 h 883258"/>
                <a:gd name="connsiteX1539" fmla="*/ 335234 w 477006"/>
                <a:gd name="connsiteY1539" fmla="*/ 807151 h 883258"/>
                <a:gd name="connsiteX1540" fmla="*/ 330377 w 477006"/>
                <a:gd name="connsiteY1540" fmla="*/ 801928 h 883258"/>
                <a:gd name="connsiteX1541" fmla="*/ 329973 w 477006"/>
                <a:gd name="connsiteY1541" fmla="*/ 801182 h 883258"/>
                <a:gd name="connsiteX1542" fmla="*/ 330377 w 477006"/>
                <a:gd name="connsiteY1542" fmla="*/ 800436 h 883258"/>
                <a:gd name="connsiteX1543" fmla="*/ 335234 w 477006"/>
                <a:gd name="connsiteY1543" fmla="*/ 794466 h 883258"/>
                <a:gd name="connsiteX1544" fmla="*/ 336044 w 477006"/>
                <a:gd name="connsiteY1544" fmla="*/ 793720 h 883258"/>
                <a:gd name="connsiteX1545" fmla="*/ 337662 w 477006"/>
                <a:gd name="connsiteY1545" fmla="*/ 792974 h 883258"/>
                <a:gd name="connsiteX1546" fmla="*/ 339686 w 477006"/>
                <a:gd name="connsiteY1546" fmla="*/ 792228 h 883258"/>
                <a:gd name="connsiteX1547" fmla="*/ 341710 w 477006"/>
                <a:gd name="connsiteY1547" fmla="*/ 792228 h 883258"/>
                <a:gd name="connsiteX1548" fmla="*/ 343733 w 477006"/>
                <a:gd name="connsiteY1548" fmla="*/ 792974 h 883258"/>
                <a:gd name="connsiteX1549" fmla="*/ 344948 w 477006"/>
                <a:gd name="connsiteY1549" fmla="*/ 793720 h 883258"/>
                <a:gd name="connsiteX1550" fmla="*/ 346971 w 477006"/>
                <a:gd name="connsiteY1550" fmla="*/ 795213 h 883258"/>
                <a:gd name="connsiteX1551" fmla="*/ 350614 w 477006"/>
                <a:gd name="connsiteY1551" fmla="*/ 798943 h 883258"/>
                <a:gd name="connsiteX1552" fmla="*/ 352233 w 477006"/>
                <a:gd name="connsiteY1552" fmla="*/ 800436 h 883258"/>
                <a:gd name="connsiteX1553" fmla="*/ 353447 w 477006"/>
                <a:gd name="connsiteY1553" fmla="*/ 801182 h 883258"/>
                <a:gd name="connsiteX1554" fmla="*/ 358708 w 477006"/>
                <a:gd name="connsiteY1554" fmla="*/ 806405 h 883258"/>
                <a:gd name="connsiteX1555" fmla="*/ 359923 w 477006"/>
                <a:gd name="connsiteY1555" fmla="*/ 807151 h 883258"/>
                <a:gd name="connsiteX1556" fmla="*/ 360327 w 477006"/>
                <a:gd name="connsiteY1556" fmla="*/ 808643 h 883258"/>
                <a:gd name="connsiteX1557" fmla="*/ 376921 w 477006"/>
                <a:gd name="connsiteY1557" fmla="*/ 787005 h 883258"/>
                <a:gd name="connsiteX1558" fmla="*/ 376517 w 477006"/>
                <a:gd name="connsiteY1558" fmla="*/ 787751 h 883258"/>
                <a:gd name="connsiteX1559" fmla="*/ 369636 w 477006"/>
                <a:gd name="connsiteY1559" fmla="*/ 796705 h 883258"/>
                <a:gd name="connsiteX1560" fmla="*/ 363970 w 477006"/>
                <a:gd name="connsiteY1560" fmla="*/ 798943 h 883258"/>
                <a:gd name="connsiteX1561" fmla="*/ 361137 w 477006"/>
                <a:gd name="connsiteY1561" fmla="*/ 798197 h 883258"/>
                <a:gd name="connsiteX1562" fmla="*/ 359518 w 477006"/>
                <a:gd name="connsiteY1562" fmla="*/ 797451 h 883258"/>
                <a:gd name="connsiteX1563" fmla="*/ 358304 w 477006"/>
                <a:gd name="connsiteY1563" fmla="*/ 796705 h 883258"/>
                <a:gd name="connsiteX1564" fmla="*/ 353042 w 477006"/>
                <a:gd name="connsiteY1564" fmla="*/ 790736 h 883258"/>
                <a:gd name="connsiteX1565" fmla="*/ 351828 w 477006"/>
                <a:gd name="connsiteY1565" fmla="*/ 789990 h 883258"/>
                <a:gd name="connsiteX1566" fmla="*/ 350209 w 477006"/>
                <a:gd name="connsiteY1566" fmla="*/ 787751 h 883258"/>
                <a:gd name="connsiteX1567" fmla="*/ 346567 w 477006"/>
                <a:gd name="connsiteY1567" fmla="*/ 784766 h 883258"/>
                <a:gd name="connsiteX1568" fmla="*/ 346162 w 477006"/>
                <a:gd name="connsiteY1568" fmla="*/ 784766 h 883258"/>
                <a:gd name="connsiteX1569" fmla="*/ 346567 w 477006"/>
                <a:gd name="connsiteY1569" fmla="*/ 784020 h 883258"/>
                <a:gd name="connsiteX1570" fmla="*/ 350209 w 477006"/>
                <a:gd name="connsiteY1570" fmla="*/ 778797 h 883258"/>
                <a:gd name="connsiteX1571" fmla="*/ 351828 w 477006"/>
                <a:gd name="connsiteY1571" fmla="*/ 776559 h 883258"/>
                <a:gd name="connsiteX1572" fmla="*/ 353042 w 477006"/>
                <a:gd name="connsiteY1572" fmla="*/ 775813 h 883258"/>
                <a:gd name="connsiteX1573" fmla="*/ 357494 w 477006"/>
                <a:gd name="connsiteY1573" fmla="*/ 773574 h 883258"/>
                <a:gd name="connsiteX1574" fmla="*/ 358304 w 477006"/>
                <a:gd name="connsiteY1574" fmla="*/ 773574 h 883258"/>
                <a:gd name="connsiteX1575" fmla="*/ 359518 w 477006"/>
                <a:gd name="connsiteY1575" fmla="*/ 774320 h 883258"/>
                <a:gd name="connsiteX1576" fmla="*/ 361137 w 477006"/>
                <a:gd name="connsiteY1576" fmla="*/ 775066 h 883258"/>
                <a:gd name="connsiteX1577" fmla="*/ 363970 w 477006"/>
                <a:gd name="connsiteY1577" fmla="*/ 776559 h 883258"/>
                <a:gd name="connsiteX1578" fmla="*/ 369636 w 477006"/>
                <a:gd name="connsiteY1578" fmla="*/ 781782 h 883258"/>
                <a:gd name="connsiteX1579" fmla="*/ 376517 w 477006"/>
                <a:gd name="connsiteY1579" fmla="*/ 787005 h 883258"/>
                <a:gd name="connsiteX1580" fmla="*/ 377326 w 477006"/>
                <a:gd name="connsiteY1580" fmla="*/ 787005 h 883258"/>
                <a:gd name="connsiteX1581" fmla="*/ 392706 w 477006"/>
                <a:gd name="connsiteY1581" fmla="*/ 763874 h 883258"/>
                <a:gd name="connsiteX1582" fmla="*/ 385016 w 477006"/>
                <a:gd name="connsiteY1582" fmla="*/ 776559 h 883258"/>
                <a:gd name="connsiteX1583" fmla="*/ 378945 w 477006"/>
                <a:gd name="connsiteY1583" fmla="*/ 778797 h 883258"/>
                <a:gd name="connsiteX1584" fmla="*/ 376112 w 477006"/>
                <a:gd name="connsiteY1584" fmla="*/ 778051 h 883258"/>
                <a:gd name="connsiteX1585" fmla="*/ 369232 w 477006"/>
                <a:gd name="connsiteY1585" fmla="*/ 772828 h 883258"/>
                <a:gd name="connsiteX1586" fmla="*/ 363565 w 477006"/>
                <a:gd name="connsiteY1586" fmla="*/ 767605 h 883258"/>
                <a:gd name="connsiteX1587" fmla="*/ 361542 w 477006"/>
                <a:gd name="connsiteY1587" fmla="*/ 766859 h 883258"/>
                <a:gd name="connsiteX1588" fmla="*/ 363565 w 477006"/>
                <a:gd name="connsiteY1588" fmla="*/ 763128 h 883258"/>
                <a:gd name="connsiteX1589" fmla="*/ 369232 w 477006"/>
                <a:gd name="connsiteY1589" fmla="*/ 755666 h 883258"/>
                <a:gd name="connsiteX1590" fmla="*/ 372469 w 477006"/>
                <a:gd name="connsiteY1590" fmla="*/ 754174 h 883258"/>
                <a:gd name="connsiteX1591" fmla="*/ 376112 w 477006"/>
                <a:gd name="connsiteY1591" fmla="*/ 754920 h 883258"/>
                <a:gd name="connsiteX1592" fmla="*/ 378945 w 477006"/>
                <a:gd name="connsiteY1592" fmla="*/ 755666 h 883258"/>
                <a:gd name="connsiteX1593" fmla="*/ 385016 w 477006"/>
                <a:gd name="connsiteY1593" fmla="*/ 760143 h 883258"/>
                <a:gd name="connsiteX1594" fmla="*/ 392706 w 477006"/>
                <a:gd name="connsiteY1594" fmla="*/ 763874 h 883258"/>
                <a:gd name="connsiteX1595" fmla="*/ 407276 w 477006"/>
                <a:gd name="connsiteY1595" fmla="*/ 737013 h 883258"/>
                <a:gd name="connsiteX1596" fmla="*/ 396753 w 477006"/>
                <a:gd name="connsiteY1596" fmla="*/ 753428 h 883258"/>
                <a:gd name="connsiteX1597" fmla="*/ 385016 w 477006"/>
                <a:gd name="connsiteY1597" fmla="*/ 748205 h 883258"/>
                <a:gd name="connsiteX1598" fmla="*/ 378945 w 477006"/>
                <a:gd name="connsiteY1598" fmla="*/ 744474 h 883258"/>
                <a:gd name="connsiteX1599" fmla="*/ 376921 w 477006"/>
                <a:gd name="connsiteY1599" fmla="*/ 743728 h 883258"/>
                <a:gd name="connsiteX1600" fmla="*/ 378945 w 477006"/>
                <a:gd name="connsiteY1600" fmla="*/ 738505 h 883258"/>
                <a:gd name="connsiteX1601" fmla="*/ 385016 w 477006"/>
                <a:gd name="connsiteY1601" fmla="*/ 729551 h 883258"/>
                <a:gd name="connsiteX1602" fmla="*/ 387040 w 477006"/>
                <a:gd name="connsiteY1602" fmla="*/ 728805 h 883258"/>
                <a:gd name="connsiteX1603" fmla="*/ 396753 w 477006"/>
                <a:gd name="connsiteY1603" fmla="*/ 731790 h 883258"/>
                <a:gd name="connsiteX1604" fmla="*/ 407681 w 477006"/>
                <a:gd name="connsiteY1604" fmla="*/ 736267 h 883258"/>
                <a:gd name="connsiteX1605" fmla="*/ 421037 w 477006"/>
                <a:gd name="connsiteY1605" fmla="*/ 708659 h 883258"/>
                <a:gd name="connsiteX1606" fmla="*/ 419823 w 477006"/>
                <a:gd name="connsiteY1606" fmla="*/ 712390 h 883258"/>
                <a:gd name="connsiteX1607" fmla="*/ 407681 w 477006"/>
                <a:gd name="connsiteY1607" fmla="*/ 728059 h 883258"/>
                <a:gd name="connsiteX1608" fmla="*/ 396753 w 477006"/>
                <a:gd name="connsiteY1608" fmla="*/ 722836 h 883258"/>
                <a:gd name="connsiteX1609" fmla="*/ 391087 w 477006"/>
                <a:gd name="connsiteY1609" fmla="*/ 720597 h 883258"/>
                <a:gd name="connsiteX1610" fmla="*/ 396753 w 477006"/>
                <a:gd name="connsiteY1610" fmla="*/ 707913 h 883258"/>
                <a:gd name="connsiteX1611" fmla="*/ 400396 w 477006"/>
                <a:gd name="connsiteY1611" fmla="*/ 704182 h 883258"/>
                <a:gd name="connsiteX1612" fmla="*/ 408086 w 477006"/>
                <a:gd name="connsiteY1612" fmla="*/ 704928 h 883258"/>
                <a:gd name="connsiteX1613" fmla="*/ 420228 w 477006"/>
                <a:gd name="connsiteY1613" fmla="*/ 707913 h 883258"/>
                <a:gd name="connsiteX1614" fmla="*/ 421037 w 477006"/>
                <a:gd name="connsiteY1614" fmla="*/ 708659 h 883258"/>
                <a:gd name="connsiteX1615" fmla="*/ 433179 w 477006"/>
                <a:gd name="connsiteY1615" fmla="*/ 678813 h 883258"/>
                <a:gd name="connsiteX1616" fmla="*/ 430751 w 477006"/>
                <a:gd name="connsiteY1616" fmla="*/ 687020 h 883258"/>
                <a:gd name="connsiteX1617" fmla="*/ 419823 w 477006"/>
                <a:gd name="connsiteY1617" fmla="*/ 699705 h 883258"/>
                <a:gd name="connsiteX1618" fmla="*/ 407681 w 477006"/>
                <a:gd name="connsiteY1618" fmla="*/ 695974 h 883258"/>
                <a:gd name="connsiteX1619" fmla="*/ 403229 w 477006"/>
                <a:gd name="connsiteY1619" fmla="*/ 695228 h 883258"/>
                <a:gd name="connsiteX1620" fmla="*/ 407681 w 477006"/>
                <a:gd name="connsiteY1620" fmla="*/ 683290 h 883258"/>
                <a:gd name="connsiteX1621" fmla="*/ 412133 w 477006"/>
                <a:gd name="connsiteY1621" fmla="*/ 677320 h 883258"/>
                <a:gd name="connsiteX1622" fmla="*/ 419823 w 477006"/>
                <a:gd name="connsiteY1622" fmla="*/ 676574 h 883258"/>
                <a:gd name="connsiteX1623" fmla="*/ 430751 w 477006"/>
                <a:gd name="connsiteY1623" fmla="*/ 677320 h 883258"/>
                <a:gd name="connsiteX1624" fmla="*/ 433179 w 477006"/>
                <a:gd name="connsiteY1624" fmla="*/ 676574 h 883258"/>
                <a:gd name="connsiteX1625" fmla="*/ 443702 w 477006"/>
                <a:gd name="connsiteY1625" fmla="*/ 646728 h 883258"/>
                <a:gd name="connsiteX1626" fmla="*/ 440060 w 477006"/>
                <a:gd name="connsiteY1626" fmla="*/ 660159 h 883258"/>
                <a:gd name="connsiteX1627" fmla="*/ 430751 w 477006"/>
                <a:gd name="connsiteY1627" fmla="*/ 669859 h 883258"/>
                <a:gd name="connsiteX1628" fmla="*/ 419823 w 477006"/>
                <a:gd name="connsiteY1628" fmla="*/ 668367 h 883258"/>
                <a:gd name="connsiteX1629" fmla="*/ 414966 w 477006"/>
                <a:gd name="connsiteY1629" fmla="*/ 668367 h 883258"/>
                <a:gd name="connsiteX1630" fmla="*/ 419823 w 477006"/>
                <a:gd name="connsiteY1630" fmla="*/ 652697 h 883258"/>
                <a:gd name="connsiteX1631" fmla="*/ 422656 w 477006"/>
                <a:gd name="connsiteY1631" fmla="*/ 648967 h 883258"/>
                <a:gd name="connsiteX1632" fmla="*/ 430346 w 477006"/>
                <a:gd name="connsiteY1632" fmla="*/ 646728 h 883258"/>
                <a:gd name="connsiteX1633" fmla="*/ 439655 w 477006"/>
                <a:gd name="connsiteY1633" fmla="*/ 646728 h 883258"/>
                <a:gd name="connsiteX1634" fmla="*/ 443297 w 477006"/>
                <a:gd name="connsiteY1634" fmla="*/ 645982 h 883258"/>
                <a:gd name="connsiteX1635" fmla="*/ 443297 w 477006"/>
                <a:gd name="connsiteY1635" fmla="*/ 646728 h 883258"/>
                <a:gd name="connsiteX1636" fmla="*/ 452606 w 477006"/>
                <a:gd name="connsiteY1636" fmla="*/ 613151 h 883258"/>
                <a:gd name="connsiteX1637" fmla="*/ 450987 w 477006"/>
                <a:gd name="connsiteY1637" fmla="*/ 622851 h 883258"/>
                <a:gd name="connsiteX1638" fmla="*/ 447749 w 477006"/>
                <a:gd name="connsiteY1638" fmla="*/ 631805 h 883258"/>
                <a:gd name="connsiteX1639" fmla="*/ 440060 w 477006"/>
                <a:gd name="connsiteY1639" fmla="*/ 638520 h 883258"/>
                <a:gd name="connsiteX1640" fmla="*/ 430751 w 477006"/>
                <a:gd name="connsiteY1640" fmla="*/ 638520 h 883258"/>
                <a:gd name="connsiteX1641" fmla="*/ 425085 w 477006"/>
                <a:gd name="connsiteY1641" fmla="*/ 639267 h 883258"/>
                <a:gd name="connsiteX1642" fmla="*/ 430751 w 477006"/>
                <a:gd name="connsiteY1642" fmla="*/ 621359 h 883258"/>
                <a:gd name="connsiteX1643" fmla="*/ 432370 w 477006"/>
                <a:gd name="connsiteY1643" fmla="*/ 619120 h 883258"/>
                <a:gd name="connsiteX1644" fmla="*/ 440060 w 477006"/>
                <a:gd name="connsiteY1644" fmla="*/ 616136 h 883258"/>
                <a:gd name="connsiteX1645" fmla="*/ 447749 w 477006"/>
                <a:gd name="connsiteY1645" fmla="*/ 615390 h 883258"/>
                <a:gd name="connsiteX1646" fmla="*/ 450987 w 477006"/>
                <a:gd name="connsiteY1646" fmla="*/ 614644 h 883258"/>
                <a:gd name="connsiteX1647" fmla="*/ 452606 w 477006"/>
                <a:gd name="connsiteY1647" fmla="*/ 613897 h 883258"/>
                <a:gd name="connsiteX1648" fmla="*/ 459891 w 477006"/>
                <a:gd name="connsiteY1648" fmla="*/ 577336 h 883258"/>
                <a:gd name="connsiteX1649" fmla="*/ 456249 w 477006"/>
                <a:gd name="connsiteY1649" fmla="*/ 596736 h 883258"/>
                <a:gd name="connsiteX1650" fmla="*/ 450987 w 477006"/>
                <a:gd name="connsiteY1650" fmla="*/ 603451 h 883258"/>
                <a:gd name="connsiteX1651" fmla="*/ 447749 w 477006"/>
                <a:gd name="connsiteY1651" fmla="*/ 604944 h 883258"/>
                <a:gd name="connsiteX1652" fmla="*/ 440060 w 477006"/>
                <a:gd name="connsiteY1652" fmla="*/ 605690 h 883258"/>
                <a:gd name="connsiteX1653" fmla="*/ 433989 w 477006"/>
                <a:gd name="connsiteY1653" fmla="*/ 607928 h 883258"/>
                <a:gd name="connsiteX1654" fmla="*/ 439655 w 477006"/>
                <a:gd name="connsiteY1654" fmla="*/ 586290 h 883258"/>
                <a:gd name="connsiteX1655" fmla="*/ 440060 w 477006"/>
                <a:gd name="connsiteY1655" fmla="*/ 586290 h 883258"/>
                <a:gd name="connsiteX1656" fmla="*/ 447749 w 477006"/>
                <a:gd name="connsiteY1656" fmla="*/ 581067 h 883258"/>
                <a:gd name="connsiteX1657" fmla="*/ 450987 w 477006"/>
                <a:gd name="connsiteY1657" fmla="*/ 580321 h 883258"/>
                <a:gd name="connsiteX1658" fmla="*/ 456249 w 477006"/>
                <a:gd name="connsiteY1658" fmla="*/ 578082 h 883258"/>
                <a:gd name="connsiteX1659" fmla="*/ 459891 w 477006"/>
                <a:gd name="connsiteY1659" fmla="*/ 577336 h 883258"/>
                <a:gd name="connsiteX1660" fmla="*/ 456249 w 477006"/>
                <a:gd name="connsiteY1660" fmla="*/ 570620 h 883258"/>
                <a:gd name="connsiteX1661" fmla="*/ 450987 w 477006"/>
                <a:gd name="connsiteY1661" fmla="*/ 572113 h 883258"/>
                <a:gd name="connsiteX1662" fmla="*/ 447749 w 477006"/>
                <a:gd name="connsiteY1662" fmla="*/ 572859 h 883258"/>
                <a:gd name="connsiteX1663" fmla="*/ 440869 w 477006"/>
                <a:gd name="connsiteY1663" fmla="*/ 575844 h 883258"/>
                <a:gd name="connsiteX1664" fmla="*/ 445726 w 477006"/>
                <a:gd name="connsiteY1664" fmla="*/ 553459 h 883258"/>
                <a:gd name="connsiteX1665" fmla="*/ 447345 w 477006"/>
                <a:gd name="connsiteY1665" fmla="*/ 551221 h 883258"/>
                <a:gd name="connsiteX1666" fmla="*/ 450583 w 477006"/>
                <a:gd name="connsiteY1666" fmla="*/ 548982 h 883258"/>
                <a:gd name="connsiteX1667" fmla="*/ 455844 w 477006"/>
                <a:gd name="connsiteY1667" fmla="*/ 545997 h 883258"/>
                <a:gd name="connsiteX1668" fmla="*/ 465153 w 477006"/>
                <a:gd name="connsiteY1668" fmla="*/ 540028 h 883258"/>
                <a:gd name="connsiteX1669" fmla="*/ 465153 w 477006"/>
                <a:gd name="connsiteY1669" fmla="*/ 540774 h 883258"/>
                <a:gd name="connsiteX1670" fmla="*/ 465558 w 477006"/>
                <a:gd name="connsiteY1670" fmla="*/ 540774 h 883258"/>
                <a:gd name="connsiteX1671" fmla="*/ 456249 w 477006"/>
                <a:gd name="connsiteY1671" fmla="*/ 570620 h 883258"/>
                <a:gd name="connsiteX1672" fmla="*/ 456249 w 477006"/>
                <a:gd name="connsiteY1672" fmla="*/ 504213 h 883258"/>
                <a:gd name="connsiteX1673" fmla="*/ 450987 w 477006"/>
                <a:gd name="connsiteY1673" fmla="*/ 508690 h 883258"/>
                <a:gd name="connsiteX1674" fmla="*/ 450987 w 477006"/>
                <a:gd name="connsiteY1674" fmla="*/ 499736 h 883258"/>
                <a:gd name="connsiteX1675" fmla="*/ 453820 w 477006"/>
                <a:gd name="connsiteY1675" fmla="*/ 485559 h 883258"/>
                <a:gd name="connsiteX1676" fmla="*/ 456654 w 477006"/>
                <a:gd name="connsiteY1676" fmla="*/ 481828 h 883258"/>
                <a:gd name="connsiteX1677" fmla="*/ 472033 w 477006"/>
                <a:gd name="connsiteY1677" fmla="*/ 466905 h 883258"/>
                <a:gd name="connsiteX1678" fmla="*/ 472033 w 477006"/>
                <a:gd name="connsiteY1678" fmla="*/ 467651 h 883258"/>
                <a:gd name="connsiteX1679" fmla="*/ 456249 w 477006"/>
                <a:gd name="connsiteY1679" fmla="*/ 504213 h 883258"/>
                <a:gd name="connsiteX1680" fmla="*/ 456249 w 477006"/>
                <a:gd name="connsiteY1680" fmla="*/ 471382 h 883258"/>
                <a:gd name="connsiteX1681" fmla="*/ 453416 w 477006"/>
                <a:gd name="connsiteY1681" fmla="*/ 474367 h 883258"/>
                <a:gd name="connsiteX1682" fmla="*/ 455035 w 477006"/>
                <a:gd name="connsiteY1682" fmla="*/ 450490 h 883258"/>
                <a:gd name="connsiteX1683" fmla="*/ 456654 w 477006"/>
                <a:gd name="connsiteY1683" fmla="*/ 447505 h 883258"/>
                <a:gd name="connsiteX1684" fmla="*/ 472438 w 477006"/>
                <a:gd name="connsiteY1684" fmla="*/ 428105 h 883258"/>
                <a:gd name="connsiteX1685" fmla="*/ 472438 w 477006"/>
                <a:gd name="connsiteY1685" fmla="*/ 428851 h 883258"/>
                <a:gd name="connsiteX1686" fmla="*/ 472843 w 477006"/>
                <a:gd name="connsiteY1686" fmla="*/ 428851 h 883258"/>
                <a:gd name="connsiteX1687" fmla="*/ 456249 w 477006"/>
                <a:gd name="connsiteY1687" fmla="*/ 471382 h 88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</a:cxnLst>
              <a:rect l="l" t="t" r="r" b="b"/>
              <a:pathLst>
                <a:path w="477006" h="883258">
                  <a:moveTo>
                    <a:pt x="475676" y="461682"/>
                  </a:moveTo>
                  <a:cubicBezTo>
                    <a:pt x="475676" y="460190"/>
                    <a:pt x="475271" y="458698"/>
                    <a:pt x="475271" y="456459"/>
                  </a:cubicBezTo>
                  <a:cubicBezTo>
                    <a:pt x="477295" y="446013"/>
                    <a:pt x="477700" y="434075"/>
                    <a:pt x="475676" y="422882"/>
                  </a:cubicBezTo>
                  <a:cubicBezTo>
                    <a:pt x="475676" y="421390"/>
                    <a:pt x="475271" y="419898"/>
                    <a:pt x="475271" y="418405"/>
                  </a:cubicBezTo>
                  <a:cubicBezTo>
                    <a:pt x="476890" y="410944"/>
                    <a:pt x="476890" y="400498"/>
                    <a:pt x="474057" y="384828"/>
                  </a:cubicBezTo>
                  <a:cubicBezTo>
                    <a:pt x="474057" y="384828"/>
                    <a:pt x="473652" y="381844"/>
                    <a:pt x="473248" y="380351"/>
                  </a:cubicBezTo>
                  <a:cubicBezTo>
                    <a:pt x="474462" y="372890"/>
                    <a:pt x="474057" y="362444"/>
                    <a:pt x="470414" y="346775"/>
                  </a:cubicBezTo>
                  <a:cubicBezTo>
                    <a:pt x="470414" y="346028"/>
                    <a:pt x="470010" y="343790"/>
                    <a:pt x="469605" y="342298"/>
                  </a:cubicBezTo>
                  <a:cubicBezTo>
                    <a:pt x="470010" y="331105"/>
                    <a:pt x="468391" y="319167"/>
                    <a:pt x="465153" y="309467"/>
                  </a:cubicBezTo>
                  <a:cubicBezTo>
                    <a:pt x="464748" y="307975"/>
                    <a:pt x="464343" y="307228"/>
                    <a:pt x="463939" y="305736"/>
                  </a:cubicBezTo>
                  <a:cubicBezTo>
                    <a:pt x="463939" y="293798"/>
                    <a:pt x="461915" y="282605"/>
                    <a:pt x="458273" y="273652"/>
                  </a:cubicBezTo>
                  <a:cubicBezTo>
                    <a:pt x="458273" y="273652"/>
                    <a:pt x="457463" y="271413"/>
                    <a:pt x="456654" y="269921"/>
                  </a:cubicBezTo>
                  <a:cubicBezTo>
                    <a:pt x="457058" y="266936"/>
                    <a:pt x="456654" y="263952"/>
                    <a:pt x="456249" y="260967"/>
                  </a:cubicBezTo>
                  <a:cubicBezTo>
                    <a:pt x="455035" y="254252"/>
                    <a:pt x="453011" y="247536"/>
                    <a:pt x="450987" y="241567"/>
                  </a:cubicBezTo>
                  <a:cubicBezTo>
                    <a:pt x="450583" y="240821"/>
                    <a:pt x="450178" y="240075"/>
                    <a:pt x="449773" y="238582"/>
                  </a:cubicBezTo>
                  <a:cubicBezTo>
                    <a:pt x="449368" y="237090"/>
                    <a:pt x="448559" y="235598"/>
                    <a:pt x="448154" y="234852"/>
                  </a:cubicBezTo>
                  <a:cubicBezTo>
                    <a:pt x="448154" y="233359"/>
                    <a:pt x="448154" y="232613"/>
                    <a:pt x="447749" y="231121"/>
                  </a:cubicBezTo>
                  <a:cubicBezTo>
                    <a:pt x="446535" y="222167"/>
                    <a:pt x="443702" y="213213"/>
                    <a:pt x="440060" y="206498"/>
                  </a:cubicBezTo>
                  <a:lnTo>
                    <a:pt x="439655" y="205752"/>
                  </a:lnTo>
                  <a:lnTo>
                    <a:pt x="437631" y="202021"/>
                  </a:lnTo>
                  <a:cubicBezTo>
                    <a:pt x="436822" y="193067"/>
                    <a:pt x="434393" y="185606"/>
                    <a:pt x="430751" y="179636"/>
                  </a:cubicBezTo>
                  <a:lnTo>
                    <a:pt x="427513" y="173667"/>
                  </a:lnTo>
                  <a:cubicBezTo>
                    <a:pt x="426703" y="172921"/>
                    <a:pt x="426299" y="171429"/>
                    <a:pt x="425894" y="170682"/>
                  </a:cubicBezTo>
                  <a:cubicBezTo>
                    <a:pt x="424680" y="164713"/>
                    <a:pt x="422656" y="158744"/>
                    <a:pt x="420228" y="154267"/>
                  </a:cubicBezTo>
                  <a:cubicBezTo>
                    <a:pt x="418609" y="150536"/>
                    <a:pt x="416585" y="147552"/>
                    <a:pt x="414561" y="144567"/>
                  </a:cubicBezTo>
                  <a:cubicBezTo>
                    <a:pt x="414157" y="144567"/>
                    <a:pt x="413347" y="143075"/>
                    <a:pt x="412538" y="141582"/>
                  </a:cubicBezTo>
                  <a:cubicBezTo>
                    <a:pt x="411324" y="137106"/>
                    <a:pt x="410109" y="132629"/>
                    <a:pt x="408086" y="128898"/>
                  </a:cubicBezTo>
                  <a:cubicBezTo>
                    <a:pt x="405657" y="124421"/>
                    <a:pt x="402824" y="120690"/>
                    <a:pt x="399991" y="116959"/>
                  </a:cubicBezTo>
                  <a:cubicBezTo>
                    <a:pt x="399586" y="116213"/>
                    <a:pt x="398372" y="115467"/>
                    <a:pt x="397563" y="113975"/>
                  </a:cubicBezTo>
                  <a:cubicBezTo>
                    <a:pt x="397563" y="113229"/>
                    <a:pt x="397158" y="112483"/>
                    <a:pt x="397158" y="110990"/>
                  </a:cubicBezTo>
                  <a:cubicBezTo>
                    <a:pt x="394325" y="103529"/>
                    <a:pt x="390278" y="96813"/>
                    <a:pt x="385421" y="92336"/>
                  </a:cubicBezTo>
                  <a:cubicBezTo>
                    <a:pt x="385016" y="91590"/>
                    <a:pt x="384611" y="91590"/>
                    <a:pt x="384207" y="91590"/>
                  </a:cubicBezTo>
                  <a:lnTo>
                    <a:pt x="381778" y="89352"/>
                  </a:lnTo>
                  <a:cubicBezTo>
                    <a:pt x="380969" y="87113"/>
                    <a:pt x="380159" y="84875"/>
                    <a:pt x="378945" y="82636"/>
                  </a:cubicBezTo>
                  <a:cubicBezTo>
                    <a:pt x="378136" y="81144"/>
                    <a:pt x="377326" y="79652"/>
                    <a:pt x="376112" y="78159"/>
                  </a:cubicBezTo>
                  <a:cubicBezTo>
                    <a:pt x="374088" y="75175"/>
                    <a:pt x="371660" y="72936"/>
                    <a:pt x="369232" y="71444"/>
                  </a:cubicBezTo>
                  <a:cubicBezTo>
                    <a:pt x="368422" y="70698"/>
                    <a:pt x="367613" y="69952"/>
                    <a:pt x="366398" y="68459"/>
                  </a:cubicBezTo>
                  <a:cubicBezTo>
                    <a:pt x="365589" y="68459"/>
                    <a:pt x="364779" y="67713"/>
                    <a:pt x="363565" y="66967"/>
                  </a:cubicBezTo>
                  <a:cubicBezTo>
                    <a:pt x="363565" y="66221"/>
                    <a:pt x="363565" y="66221"/>
                    <a:pt x="363161" y="66221"/>
                  </a:cubicBezTo>
                  <a:cubicBezTo>
                    <a:pt x="362351" y="63983"/>
                    <a:pt x="361137" y="62490"/>
                    <a:pt x="360327" y="60998"/>
                  </a:cubicBezTo>
                  <a:cubicBezTo>
                    <a:pt x="359923" y="60252"/>
                    <a:pt x="359518" y="59506"/>
                    <a:pt x="358708" y="58759"/>
                  </a:cubicBezTo>
                  <a:cubicBezTo>
                    <a:pt x="357899" y="58013"/>
                    <a:pt x="357899" y="58013"/>
                    <a:pt x="357494" y="58013"/>
                  </a:cubicBezTo>
                  <a:cubicBezTo>
                    <a:pt x="355875" y="56521"/>
                    <a:pt x="353852" y="54283"/>
                    <a:pt x="352233" y="52790"/>
                  </a:cubicBezTo>
                  <a:cubicBezTo>
                    <a:pt x="351828" y="52044"/>
                    <a:pt x="351423" y="52044"/>
                    <a:pt x="351019" y="52044"/>
                  </a:cubicBezTo>
                  <a:cubicBezTo>
                    <a:pt x="350614" y="52044"/>
                    <a:pt x="349804" y="51298"/>
                    <a:pt x="349400" y="51298"/>
                  </a:cubicBezTo>
                  <a:cubicBezTo>
                    <a:pt x="348995" y="51298"/>
                    <a:pt x="348590" y="50552"/>
                    <a:pt x="347781" y="50552"/>
                  </a:cubicBezTo>
                  <a:cubicBezTo>
                    <a:pt x="346971" y="50552"/>
                    <a:pt x="347781" y="52044"/>
                    <a:pt x="346971" y="51298"/>
                  </a:cubicBezTo>
                  <a:cubicBezTo>
                    <a:pt x="346567" y="49806"/>
                    <a:pt x="345757" y="48313"/>
                    <a:pt x="344948" y="47567"/>
                  </a:cubicBezTo>
                  <a:cubicBezTo>
                    <a:pt x="344543" y="46821"/>
                    <a:pt x="344138" y="46821"/>
                    <a:pt x="343733" y="46075"/>
                  </a:cubicBezTo>
                  <a:cubicBezTo>
                    <a:pt x="342519" y="44583"/>
                    <a:pt x="340900" y="43090"/>
                    <a:pt x="339686" y="41598"/>
                  </a:cubicBezTo>
                  <a:cubicBezTo>
                    <a:pt x="339281" y="40852"/>
                    <a:pt x="338067" y="40852"/>
                    <a:pt x="337662" y="40106"/>
                  </a:cubicBezTo>
                  <a:cubicBezTo>
                    <a:pt x="337258" y="39360"/>
                    <a:pt x="336853" y="39360"/>
                    <a:pt x="336044" y="39360"/>
                  </a:cubicBezTo>
                  <a:cubicBezTo>
                    <a:pt x="335639" y="39360"/>
                    <a:pt x="335234" y="39360"/>
                    <a:pt x="335234" y="38613"/>
                  </a:cubicBezTo>
                  <a:cubicBezTo>
                    <a:pt x="333615" y="37867"/>
                    <a:pt x="332401" y="37121"/>
                    <a:pt x="330377" y="36375"/>
                  </a:cubicBezTo>
                  <a:lnTo>
                    <a:pt x="329973" y="36375"/>
                  </a:lnTo>
                  <a:cubicBezTo>
                    <a:pt x="329973" y="35629"/>
                    <a:pt x="328758" y="35629"/>
                    <a:pt x="327949" y="35629"/>
                  </a:cubicBezTo>
                  <a:lnTo>
                    <a:pt x="327544" y="34883"/>
                  </a:lnTo>
                  <a:cubicBezTo>
                    <a:pt x="326330" y="32644"/>
                    <a:pt x="325521" y="31152"/>
                    <a:pt x="323902" y="29660"/>
                  </a:cubicBezTo>
                  <a:lnTo>
                    <a:pt x="322687" y="28167"/>
                  </a:lnTo>
                  <a:lnTo>
                    <a:pt x="321878" y="28167"/>
                  </a:lnTo>
                  <a:cubicBezTo>
                    <a:pt x="321473" y="28167"/>
                    <a:pt x="321473" y="28167"/>
                    <a:pt x="321473" y="27421"/>
                  </a:cubicBezTo>
                  <a:lnTo>
                    <a:pt x="318640" y="25929"/>
                  </a:lnTo>
                  <a:lnTo>
                    <a:pt x="315402" y="24436"/>
                  </a:lnTo>
                  <a:cubicBezTo>
                    <a:pt x="314997" y="24436"/>
                    <a:pt x="314188" y="24436"/>
                    <a:pt x="313783" y="23690"/>
                  </a:cubicBezTo>
                  <a:cubicBezTo>
                    <a:pt x="312974" y="23690"/>
                    <a:pt x="312164" y="23690"/>
                    <a:pt x="310950" y="22944"/>
                  </a:cubicBezTo>
                  <a:cubicBezTo>
                    <a:pt x="310141" y="22944"/>
                    <a:pt x="309331" y="22944"/>
                    <a:pt x="308522" y="22198"/>
                  </a:cubicBezTo>
                  <a:lnTo>
                    <a:pt x="307308" y="19960"/>
                  </a:lnTo>
                  <a:cubicBezTo>
                    <a:pt x="305689" y="18467"/>
                    <a:pt x="304474" y="16975"/>
                    <a:pt x="302451" y="15483"/>
                  </a:cubicBezTo>
                  <a:cubicBezTo>
                    <a:pt x="301641" y="15483"/>
                    <a:pt x="301237" y="14736"/>
                    <a:pt x="300427" y="14736"/>
                  </a:cubicBezTo>
                  <a:cubicBezTo>
                    <a:pt x="300022" y="14736"/>
                    <a:pt x="299618" y="13990"/>
                    <a:pt x="299213" y="13990"/>
                  </a:cubicBezTo>
                  <a:cubicBezTo>
                    <a:pt x="298808" y="13990"/>
                    <a:pt x="297594" y="13244"/>
                    <a:pt x="297189" y="13244"/>
                  </a:cubicBezTo>
                  <a:cubicBezTo>
                    <a:pt x="296785" y="13244"/>
                    <a:pt x="295570" y="13990"/>
                    <a:pt x="294356" y="13244"/>
                  </a:cubicBezTo>
                  <a:lnTo>
                    <a:pt x="292737" y="13244"/>
                  </a:lnTo>
                  <a:cubicBezTo>
                    <a:pt x="292333" y="13244"/>
                    <a:pt x="291523" y="12498"/>
                    <a:pt x="291118" y="12498"/>
                  </a:cubicBezTo>
                  <a:lnTo>
                    <a:pt x="288285" y="12498"/>
                  </a:lnTo>
                  <a:cubicBezTo>
                    <a:pt x="287880" y="11752"/>
                    <a:pt x="287476" y="11752"/>
                    <a:pt x="287071" y="11006"/>
                  </a:cubicBezTo>
                  <a:cubicBezTo>
                    <a:pt x="286666" y="11006"/>
                    <a:pt x="286262" y="11006"/>
                    <a:pt x="286262" y="10260"/>
                  </a:cubicBezTo>
                  <a:cubicBezTo>
                    <a:pt x="285452" y="9513"/>
                    <a:pt x="285047" y="8767"/>
                    <a:pt x="284238" y="8767"/>
                  </a:cubicBezTo>
                  <a:lnTo>
                    <a:pt x="281405" y="7275"/>
                  </a:lnTo>
                  <a:cubicBezTo>
                    <a:pt x="281000" y="7275"/>
                    <a:pt x="280595" y="7275"/>
                    <a:pt x="279786" y="6529"/>
                  </a:cubicBezTo>
                  <a:cubicBezTo>
                    <a:pt x="278167" y="5783"/>
                    <a:pt x="275738" y="5783"/>
                    <a:pt x="272905" y="5783"/>
                  </a:cubicBezTo>
                  <a:lnTo>
                    <a:pt x="270882" y="5783"/>
                  </a:lnTo>
                  <a:cubicBezTo>
                    <a:pt x="270477" y="5783"/>
                    <a:pt x="269263" y="6529"/>
                    <a:pt x="268049" y="6529"/>
                  </a:cubicBezTo>
                  <a:cubicBezTo>
                    <a:pt x="266834" y="6529"/>
                    <a:pt x="267644" y="5783"/>
                    <a:pt x="267239" y="5036"/>
                  </a:cubicBezTo>
                  <a:cubicBezTo>
                    <a:pt x="265620" y="3544"/>
                    <a:pt x="263597" y="2052"/>
                    <a:pt x="261573" y="2052"/>
                  </a:cubicBezTo>
                  <a:lnTo>
                    <a:pt x="259954" y="2052"/>
                  </a:lnTo>
                  <a:cubicBezTo>
                    <a:pt x="259144" y="1306"/>
                    <a:pt x="258335" y="1306"/>
                    <a:pt x="257526" y="1306"/>
                  </a:cubicBezTo>
                  <a:cubicBezTo>
                    <a:pt x="256716" y="1306"/>
                    <a:pt x="255502" y="1306"/>
                    <a:pt x="254692" y="2052"/>
                  </a:cubicBezTo>
                  <a:cubicBezTo>
                    <a:pt x="253478" y="2052"/>
                    <a:pt x="251859" y="2052"/>
                    <a:pt x="250645" y="2798"/>
                  </a:cubicBezTo>
                  <a:lnTo>
                    <a:pt x="250240" y="2798"/>
                  </a:lnTo>
                  <a:cubicBezTo>
                    <a:pt x="249836" y="2798"/>
                    <a:pt x="248621" y="3544"/>
                    <a:pt x="248217" y="3544"/>
                  </a:cubicBezTo>
                  <a:lnTo>
                    <a:pt x="247812" y="3544"/>
                  </a:lnTo>
                  <a:cubicBezTo>
                    <a:pt x="245788" y="2052"/>
                    <a:pt x="243765" y="1306"/>
                    <a:pt x="241741" y="560"/>
                  </a:cubicBezTo>
                  <a:cubicBezTo>
                    <a:pt x="239717" y="-187"/>
                    <a:pt x="237694" y="-187"/>
                    <a:pt x="235670" y="560"/>
                  </a:cubicBezTo>
                  <a:lnTo>
                    <a:pt x="234861" y="560"/>
                  </a:lnTo>
                  <a:cubicBezTo>
                    <a:pt x="233242" y="1306"/>
                    <a:pt x="231623" y="1306"/>
                    <a:pt x="229599" y="2052"/>
                  </a:cubicBezTo>
                  <a:cubicBezTo>
                    <a:pt x="229194" y="2052"/>
                    <a:pt x="229194" y="2798"/>
                    <a:pt x="228790" y="2798"/>
                  </a:cubicBezTo>
                  <a:cubicBezTo>
                    <a:pt x="228385" y="2798"/>
                    <a:pt x="227575" y="3544"/>
                    <a:pt x="227171" y="3544"/>
                  </a:cubicBezTo>
                  <a:cubicBezTo>
                    <a:pt x="226766" y="3544"/>
                    <a:pt x="225552" y="2798"/>
                    <a:pt x="224742" y="2798"/>
                  </a:cubicBezTo>
                  <a:cubicBezTo>
                    <a:pt x="223933" y="2052"/>
                    <a:pt x="223123" y="2052"/>
                    <a:pt x="221909" y="2052"/>
                  </a:cubicBezTo>
                  <a:lnTo>
                    <a:pt x="219481" y="2052"/>
                  </a:lnTo>
                  <a:cubicBezTo>
                    <a:pt x="218671" y="2052"/>
                    <a:pt x="217862" y="2052"/>
                    <a:pt x="216648" y="2798"/>
                  </a:cubicBezTo>
                  <a:cubicBezTo>
                    <a:pt x="216243" y="2798"/>
                    <a:pt x="215433" y="2798"/>
                    <a:pt x="215029" y="3544"/>
                  </a:cubicBezTo>
                  <a:cubicBezTo>
                    <a:pt x="213815" y="3544"/>
                    <a:pt x="213005" y="4290"/>
                    <a:pt x="211791" y="4290"/>
                  </a:cubicBezTo>
                  <a:cubicBezTo>
                    <a:pt x="210981" y="5036"/>
                    <a:pt x="210172" y="5036"/>
                    <a:pt x="208958" y="5036"/>
                  </a:cubicBezTo>
                  <a:cubicBezTo>
                    <a:pt x="208958" y="5783"/>
                    <a:pt x="208553" y="5783"/>
                    <a:pt x="208553" y="5783"/>
                  </a:cubicBezTo>
                  <a:cubicBezTo>
                    <a:pt x="208553" y="5783"/>
                    <a:pt x="206934" y="6529"/>
                    <a:pt x="206125" y="7275"/>
                  </a:cubicBezTo>
                  <a:cubicBezTo>
                    <a:pt x="205315" y="8021"/>
                    <a:pt x="205720" y="6529"/>
                    <a:pt x="204910" y="6529"/>
                  </a:cubicBezTo>
                  <a:cubicBezTo>
                    <a:pt x="204506" y="5783"/>
                    <a:pt x="203696" y="5783"/>
                    <a:pt x="202887" y="5783"/>
                  </a:cubicBezTo>
                  <a:cubicBezTo>
                    <a:pt x="200458" y="5783"/>
                    <a:pt x="198435" y="6529"/>
                    <a:pt x="196006" y="7275"/>
                  </a:cubicBezTo>
                  <a:cubicBezTo>
                    <a:pt x="195602" y="7275"/>
                    <a:pt x="195197" y="7275"/>
                    <a:pt x="194387" y="8021"/>
                  </a:cubicBezTo>
                  <a:cubicBezTo>
                    <a:pt x="193173" y="8767"/>
                    <a:pt x="191554" y="9513"/>
                    <a:pt x="190340" y="10260"/>
                  </a:cubicBezTo>
                  <a:cubicBezTo>
                    <a:pt x="189935" y="11006"/>
                    <a:pt x="188721" y="11006"/>
                    <a:pt x="188316" y="11752"/>
                  </a:cubicBezTo>
                  <a:cubicBezTo>
                    <a:pt x="187912" y="11752"/>
                    <a:pt x="187507" y="12498"/>
                    <a:pt x="186698" y="12498"/>
                  </a:cubicBezTo>
                  <a:cubicBezTo>
                    <a:pt x="186293" y="12498"/>
                    <a:pt x="186293" y="13244"/>
                    <a:pt x="185888" y="13244"/>
                  </a:cubicBezTo>
                  <a:lnTo>
                    <a:pt x="183055" y="13244"/>
                  </a:lnTo>
                  <a:cubicBezTo>
                    <a:pt x="181436" y="13244"/>
                    <a:pt x="179817" y="13244"/>
                    <a:pt x="178198" y="13990"/>
                  </a:cubicBezTo>
                  <a:cubicBezTo>
                    <a:pt x="177793" y="13990"/>
                    <a:pt x="177793" y="13990"/>
                    <a:pt x="176984" y="14736"/>
                  </a:cubicBezTo>
                  <a:lnTo>
                    <a:pt x="176579" y="14736"/>
                  </a:lnTo>
                  <a:lnTo>
                    <a:pt x="172937" y="16975"/>
                  </a:lnTo>
                  <a:cubicBezTo>
                    <a:pt x="171722" y="17721"/>
                    <a:pt x="170104" y="19213"/>
                    <a:pt x="168889" y="19960"/>
                  </a:cubicBezTo>
                  <a:cubicBezTo>
                    <a:pt x="168889" y="20706"/>
                    <a:pt x="168889" y="20706"/>
                    <a:pt x="168485" y="21452"/>
                  </a:cubicBezTo>
                  <a:cubicBezTo>
                    <a:pt x="168080" y="22198"/>
                    <a:pt x="167270" y="22944"/>
                    <a:pt x="166866" y="22944"/>
                  </a:cubicBezTo>
                  <a:lnTo>
                    <a:pt x="166461" y="23690"/>
                  </a:lnTo>
                  <a:lnTo>
                    <a:pt x="163223" y="23690"/>
                  </a:lnTo>
                  <a:cubicBezTo>
                    <a:pt x="162818" y="23690"/>
                    <a:pt x="162414" y="24436"/>
                    <a:pt x="161604" y="24436"/>
                  </a:cubicBezTo>
                  <a:cubicBezTo>
                    <a:pt x="160795" y="24436"/>
                    <a:pt x="159580" y="25183"/>
                    <a:pt x="158366" y="25929"/>
                  </a:cubicBezTo>
                  <a:cubicBezTo>
                    <a:pt x="157152" y="26675"/>
                    <a:pt x="156343" y="27421"/>
                    <a:pt x="155128" y="28913"/>
                  </a:cubicBezTo>
                  <a:cubicBezTo>
                    <a:pt x="154724" y="28913"/>
                    <a:pt x="154319" y="28913"/>
                    <a:pt x="154319" y="29660"/>
                  </a:cubicBezTo>
                  <a:cubicBezTo>
                    <a:pt x="153914" y="30406"/>
                    <a:pt x="152700" y="30406"/>
                    <a:pt x="152295" y="31152"/>
                  </a:cubicBezTo>
                  <a:cubicBezTo>
                    <a:pt x="151486" y="31898"/>
                    <a:pt x="151081" y="32644"/>
                    <a:pt x="150676" y="33390"/>
                  </a:cubicBezTo>
                  <a:cubicBezTo>
                    <a:pt x="150272" y="34136"/>
                    <a:pt x="149867" y="34883"/>
                    <a:pt x="149057" y="34883"/>
                  </a:cubicBezTo>
                  <a:cubicBezTo>
                    <a:pt x="148653" y="34883"/>
                    <a:pt x="147843" y="36375"/>
                    <a:pt x="147034" y="37867"/>
                  </a:cubicBezTo>
                  <a:lnTo>
                    <a:pt x="146629" y="37867"/>
                  </a:lnTo>
                  <a:cubicBezTo>
                    <a:pt x="144605" y="37867"/>
                    <a:pt x="142582" y="38613"/>
                    <a:pt x="140558" y="40106"/>
                  </a:cubicBezTo>
                  <a:cubicBezTo>
                    <a:pt x="140153" y="40106"/>
                    <a:pt x="140153" y="40852"/>
                    <a:pt x="139344" y="40852"/>
                  </a:cubicBezTo>
                  <a:cubicBezTo>
                    <a:pt x="138939" y="40852"/>
                    <a:pt x="138534" y="41598"/>
                    <a:pt x="138130" y="41598"/>
                  </a:cubicBezTo>
                  <a:cubicBezTo>
                    <a:pt x="137725" y="41598"/>
                    <a:pt x="137725" y="42344"/>
                    <a:pt x="137320" y="42344"/>
                  </a:cubicBezTo>
                  <a:cubicBezTo>
                    <a:pt x="136511" y="42344"/>
                    <a:pt x="136106" y="43090"/>
                    <a:pt x="135297" y="43090"/>
                  </a:cubicBezTo>
                  <a:lnTo>
                    <a:pt x="131654" y="47567"/>
                  </a:lnTo>
                  <a:cubicBezTo>
                    <a:pt x="131249" y="48313"/>
                    <a:pt x="130440" y="49059"/>
                    <a:pt x="130035" y="49806"/>
                  </a:cubicBezTo>
                  <a:cubicBezTo>
                    <a:pt x="130035" y="50552"/>
                    <a:pt x="130035" y="50552"/>
                    <a:pt x="129630" y="50552"/>
                  </a:cubicBezTo>
                  <a:cubicBezTo>
                    <a:pt x="129226" y="51298"/>
                    <a:pt x="128416" y="52044"/>
                    <a:pt x="128011" y="52790"/>
                  </a:cubicBezTo>
                  <a:lnTo>
                    <a:pt x="127607" y="52790"/>
                  </a:lnTo>
                  <a:cubicBezTo>
                    <a:pt x="126392" y="52790"/>
                    <a:pt x="125178" y="53536"/>
                    <a:pt x="123964" y="54283"/>
                  </a:cubicBezTo>
                  <a:cubicBezTo>
                    <a:pt x="123559" y="54283"/>
                    <a:pt x="123559" y="55029"/>
                    <a:pt x="122750" y="55029"/>
                  </a:cubicBezTo>
                  <a:cubicBezTo>
                    <a:pt x="121131" y="56521"/>
                    <a:pt x="119107" y="58759"/>
                    <a:pt x="117488" y="60252"/>
                  </a:cubicBezTo>
                  <a:cubicBezTo>
                    <a:pt x="117084" y="60998"/>
                    <a:pt x="116679" y="61744"/>
                    <a:pt x="116274" y="61744"/>
                  </a:cubicBezTo>
                  <a:cubicBezTo>
                    <a:pt x="115869" y="62490"/>
                    <a:pt x="115465" y="62490"/>
                    <a:pt x="114655" y="63983"/>
                  </a:cubicBezTo>
                  <a:cubicBezTo>
                    <a:pt x="113846" y="65475"/>
                    <a:pt x="113036" y="66221"/>
                    <a:pt x="112227" y="66967"/>
                  </a:cubicBezTo>
                  <a:lnTo>
                    <a:pt x="111822" y="67713"/>
                  </a:lnTo>
                  <a:lnTo>
                    <a:pt x="109798" y="71444"/>
                  </a:lnTo>
                  <a:cubicBezTo>
                    <a:pt x="108584" y="71444"/>
                    <a:pt x="107370" y="72190"/>
                    <a:pt x="106156" y="72936"/>
                  </a:cubicBezTo>
                  <a:lnTo>
                    <a:pt x="103728" y="75175"/>
                  </a:lnTo>
                  <a:cubicBezTo>
                    <a:pt x="102109" y="77413"/>
                    <a:pt x="100490" y="78906"/>
                    <a:pt x="98871" y="81890"/>
                  </a:cubicBezTo>
                  <a:cubicBezTo>
                    <a:pt x="97252" y="84129"/>
                    <a:pt x="95633" y="87113"/>
                    <a:pt x="94419" y="90098"/>
                  </a:cubicBezTo>
                  <a:cubicBezTo>
                    <a:pt x="93609" y="91590"/>
                    <a:pt x="93204" y="92336"/>
                    <a:pt x="92800" y="93829"/>
                  </a:cubicBezTo>
                  <a:cubicBezTo>
                    <a:pt x="91990" y="93829"/>
                    <a:pt x="91586" y="94575"/>
                    <a:pt x="90776" y="94575"/>
                  </a:cubicBezTo>
                  <a:cubicBezTo>
                    <a:pt x="85919" y="99052"/>
                    <a:pt x="81872" y="105021"/>
                    <a:pt x="78634" y="113229"/>
                  </a:cubicBezTo>
                  <a:cubicBezTo>
                    <a:pt x="78634" y="113229"/>
                    <a:pt x="78634" y="113975"/>
                    <a:pt x="78229" y="113975"/>
                  </a:cubicBezTo>
                  <a:cubicBezTo>
                    <a:pt x="77825" y="115467"/>
                    <a:pt x="77420" y="116959"/>
                    <a:pt x="76610" y="117706"/>
                  </a:cubicBezTo>
                  <a:cubicBezTo>
                    <a:pt x="72968" y="120690"/>
                    <a:pt x="70135" y="125167"/>
                    <a:pt x="67706" y="131136"/>
                  </a:cubicBezTo>
                  <a:cubicBezTo>
                    <a:pt x="66087" y="134121"/>
                    <a:pt x="64873" y="137852"/>
                    <a:pt x="63659" y="141582"/>
                  </a:cubicBezTo>
                  <a:cubicBezTo>
                    <a:pt x="63254" y="142329"/>
                    <a:pt x="62850" y="144567"/>
                    <a:pt x="62040" y="146059"/>
                  </a:cubicBezTo>
                  <a:cubicBezTo>
                    <a:pt x="60421" y="148298"/>
                    <a:pt x="58398" y="151282"/>
                    <a:pt x="56374" y="155013"/>
                  </a:cubicBezTo>
                  <a:cubicBezTo>
                    <a:pt x="54350" y="159490"/>
                    <a:pt x="52327" y="164713"/>
                    <a:pt x="50708" y="170682"/>
                  </a:cubicBezTo>
                  <a:lnTo>
                    <a:pt x="49493" y="175159"/>
                  </a:lnTo>
                  <a:cubicBezTo>
                    <a:pt x="47875" y="176652"/>
                    <a:pt x="46660" y="178890"/>
                    <a:pt x="45446" y="181129"/>
                  </a:cubicBezTo>
                  <a:cubicBezTo>
                    <a:pt x="42613" y="187098"/>
                    <a:pt x="40185" y="194559"/>
                    <a:pt x="38566" y="202021"/>
                  </a:cubicBezTo>
                  <a:cubicBezTo>
                    <a:pt x="38566" y="202767"/>
                    <a:pt x="38161" y="205005"/>
                    <a:pt x="37756" y="206498"/>
                  </a:cubicBezTo>
                  <a:cubicBezTo>
                    <a:pt x="36947" y="207244"/>
                    <a:pt x="36947" y="207990"/>
                    <a:pt x="36137" y="207990"/>
                  </a:cubicBezTo>
                  <a:cubicBezTo>
                    <a:pt x="32495" y="214705"/>
                    <a:pt x="30066" y="223659"/>
                    <a:pt x="28447" y="232613"/>
                  </a:cubicBezTo>
                  <a:cubicBezTo>
                    <a:pt x="28043" y="233359"/>
                    <a:pt x="28043" y="233359"/>
                    <a:pt x="28043" y="234852"/>
                  </a:cubicBezTo>
                  <a:cubicBezTo>
                    <a:pt x="28043" y="236344"/>
                    <a:pt x="28043" y="237836"/>
                    <a:pt x="27638" y="239329"/>
                  </a:cubicBezTo>
                  <a:cubicBezTo>
                    <a:pt x="26828" y="240075"/>
                    <a:pt x="26019" y="241567"/>
                    <a:pt x="25614" y="243059"/>
                  </a:cubicBezTo>
                  <a:cubicBezTo>
                    <a:pt x="23186" y="249029"/>
                    <a:pt x="21162" y="255744"/>
                    <a:pt x="20353" y="263205"/>
                  </a:cubicBezTo>
                  <a:cubicBezTo>
                    <a:pt x="19948" y="264698"/>
                    <a:pt x="19948" y="266936"/>
                    <a:pt x="19543" y="269175"/>
                  </a:cubicBezTo>
                  <a:cubicBezTo>
                    <a:pt x="19543" y="270667"/>
                    <a:pt x="19139" y="272159"/>
                    <a:pt x="19139" y="274398"/>
                  </a:cubicBezTo>
                  <a:cubicBezTo>
                    <a:pt x="15091" y="283352"/>
                    <a:pt x="12663" y="293798"/>
                    <a:pt x="12258" y="305736"/>
                  </a:cubicBezTo>
                  <a:cubicBezTo>
                    <a:pt x="11853" y="307228"/>
                    <a:pt x="11853" y="308721"/>
                    <a:pt x="11853" y="310213"/>
                  </a:cubicBezTo>
                  <a:cubicBezTo>
                    <a:pt x="8211" y="319913"/>
                    <a:pt x="6592" y="331105"/>
                    <a:pt x="6592" y="342298"/>
                  </a:cubicBezTo>
                  <a:lnTo>
                    <a:pt x="6592" y="347521"/>
                  </a:lnTo>
                  <a:cubicBezTo>
                    <a:pt x="4164" y="354236"/>
                    <a:pt x="2545" y="363936"/>
                    <a:pt x="2949" y="380351"/>
                  </a:cubicBezTo>
                  <a:cubicBezTo>
                    <a:pt x="2949" y="381098"/>
                    <a:pt x="3354" y="383336"/>
                    <a:pt x="3354" y="385575"/>
                  </a:cubicBezTo>
                  <a:cubicBezTo>
                    <a:pt x="926" y="392290"/>
                    <a:pt x="116" y="402736"/>
                    <a:pt x="1330" y="419151"/>
                  </a:cubicBezTo>
                  <a:cubicBezTo>
                    <a:pt x="1330" y="420644"/>
                    <a:pt x="1330" y="422136"/>
                    <a:pt x="1735" y="424374"/>
                  </a:cubicBezTo>
                  <a:cubicBezTo>
                    <a:pt x="-289" y="434821"/>
                    <a:pt x="-693" y="446759"/>
                    <a:pt x="1330" y="457951"/>
                  </a:cubicBezTo>
                  <a:cubicBezTo>
                    <a:pt x="1330" y="459444"/>
                    <a:pt x="1735" y="460936"/>
                    <a:pt x="1735" y="463174"/>
                  </a:cubicBezTo>
                  <a:cubicBezTo>
                    <a:pt x="116" y="474367"/>
                    <a:pt x="521" y="485559"/>
                    <a:pt x="2949" y="496751"/>
                  </a:cubicBezTo>
                  <a:cubicBezTo>
                    <a:pt x="2949" y="497498"/>
                    <a:pt x="3354" y="499736"/>
                    <a:pt x="3759" y="501228"/>
                  </a:cubicBezTo>
                  <a:cubicBezTo>
                    <a:pt x="2545" y="512421"/>
                    <a:pt x="3354" y="524359"/>
                    <a:pt x="6187" y="534805"/>
                  </a:cubicBezTo>
                  <a:cubicBezTo>
                    <a:pt x="6187" y="535551"/>
                    <a:pt x="6592" y="537790"/>
                    <a:pt x="6997" y="539282"/>
                  </a:cubicBezTo>
                  <a:cubicBezTo>
                    <a:pt x="6592" y="550474"/>
                    <a:pt x="8211" y="562413"/>
                    <a:pt x="11449" y="572113"/>
                  </a:cubicBezTo>
                  <a:lnTo>
                    <a:pt x="12663" y="576590"/>
                  </a:lnTo>
                  <a:cubicBezTo>
                    <a:pt x="12258" y="584051"/>
                    <a:pt x="13472" y="594497"/>
                    <a:pt x="18329" y="607928"/>
                  </a:cubicBezTo>
                  <a:cubicBezTo>
                    <a:pt x="18734" y="609420"/>
                    <a:pt x="19543" y="610167"/>
                    <a:pt x="19948" y="611659"/>
                  </a:cubicBezTo>
                  <a:cubicBezTo>
                    <a:pt x="19948" y="614644"/>
                    <a:pt x="20353" y="617628"/>
                    <a:pt x="20758" y="620613"/>
                  </a:cubicBezTo>
                  <a:cubicBezTo>
                    <a:pt x="21972" y="627328"/>
                    <a:pt x="23591" y="634044"/>
                    <a:pt x="26019" y="639267"/>
                  </a:cubicBezTo>
                  <a:cubicBezTo>
                    <a:pt x="26424" y="640013"/>
                    <a:pt x="26828" y="641505"/>
                    <a:pt x="27233" y="642251"/>
                  </a:cubicBezTo>
                  <a:cubicBezTo>
                    <a:pt x="27638" y="642997"/>
                    <a:pt x="28043" y="644490"/>
                    <a:pt x="28852" y="645982"/>
                  </a:cubicBezTo>
                  <a:cubicBezTo>
                    <a:pt x="28852" y="646728"/>
                    <a:pt x="28852" y="648220"/>
                    <a:pt x="29257" y="648967"/>
                  </a:cubicBezTo>
                  <a:cubicBezTo>
                    <a:pt x="30471" y="658667"/>
                    <a:pt x="32899" y="666874"/>
                    <a:pt x="36542" y="673590"/>
                  </a:cubicBezTo>
                  <a:lnTo>
                    <a:pt x="36947" y="674336"/>
                  </a:lnTo>
                  <a:cubicBezTo>
                    <a:pt x="37756" y="675828"/>
                    <a:pt x="38161" y="676574"/>
                    <a:pt x="38566" y="678067"/>
                  </a:cubicBezTo>
                  <a:cubicBezTo>
                    <a:pt x="39780" y="687020"/>
                    <a:pt x="42208" y="694482"/>
                    <a:pt x="45446" y="700451"/>
                  </a:cubicBezTo>
                  <a:cubicBezTo>
                    <a:pt x="46256" y="702690"/>
                    <a:pt x="47470" y="704182"/>
                    <a:pt x="48684" y="706420"/>
                  </a:cubicBezTo>
                  <a:cubicBezTo>
                    <a:pt x="48684" y="707167"/>
                    <a:pt x="49898" y="708659"/>
                    <a:pt x="50303" y="709405"/>
                  </a:cubicBezTo>
                  <a:cubicBezTo>
                    <a:pt x="51517" y="715374"/>
                    <a:pt x="53541" y="721343"/>
                    <a:pt x="56374" y="725820"/>
                  </a:cubicBezTo>
                  <a:cubicBezTo>
                    <a:pt x="57993" y="729551"/>
                    <a:pt x="60016" y="732536"/>
                    <a:pt x="62040" y="735520"/>
                  </a:cubicBezTo>
                  <a:cubicBezTo>
                    <a:pt x="62445" y="735520"/>
                    <a:pt x="63254" y="737013"/>
                    <a:pt x="64064" y="738505"/>
                  </a:cubicBezTo>
                  <a:cubicBezTo>
                    <a:pt x="65278" y="742982"/>
                    <a:pt x="66492" y="747459"/>
                    <a:pt x="68516" y="751190"/>
                  </a:cubicBezTo>
                  <a:cubicBezTo>
                    <a:pt x="70944" y="755666"/>
                    <a:pt x="73777" y="759397"/>
                    <a:pt x="76610" y="763128"/>
                  </a:cubicBezTo>
                  <a:cubicBezTo>
                    <a:pt x="77015" y="763874"/>
                    <a:pt x="78229" y="764620"/>
                    <a:pt x="79039" y="766113"/>
                  </a:cubicBezTo>
                  <a:cubicBezTo>
                    <a:pt x="79039" y="766859"/>
                    <a:pt x="79444" y="767605"/>
                    <a:pt x="79444" y="768351"/>
                  </a:cubicBezTo>
                  <a:cubicBezTo>
                    <a:pt x="82681" y="776559"/>
                    <a:pt x="86729" y="783274"/>
                    <a:pt x="91586" y="787005"/>
                  </a:cubicBezTo>
                  <a:cubicBezTo>
                    <a:pt x="91990" y="787751"/>
                    <a:pt x="92395" y="787751"/>
                    <a:pt x="92800" y="788497"/>
                  </a:cubicBezTo>
                  <a:lnTo>
                    <a:pt x="95228" y="790736"/>
                  </a:lnTo>
                  <a:cubicBezTo>
                    <a:pt x="96442" y="794466"/>
                    <a:pt x="98061" y="797451"/>
                    <a:pt x="99680" y="800436"/>
                  </a:cubicBezTo>
                  <a:cubicBezTo>
                    <a:pt x="101299" y="801928"/>
                    <a:pt x="102918" y="804166"/>
                    <a:pt x="104537" y="806405"/>
                  </a:cubicBezTo>
                  <a:lnTo>
                    <a:pt x="106965" y="808643"/>
                  </a:lnTo>
                  <a:lnTo>
                    <a:pt x="109394" y="810882"/>
                  </a:lnTo>
                  <a:cubicBezTo>
                    <a:pt x="109798" y="810882"/>
                    <a:pt x="111013" y="811628"/>
                    <a:pt x="111822" y="812374"/>
                  </a:cubicBezTo>
                  <a:cubicBezTo>
                    <a:pt x="112632" y="813120"/>
                    <a:pt x="112632" y="813866"/>
                    <a:pt x="113036" y="814613"/>
                  </a:cubicBezTo>
                  <a:lnTo>
                    <a:pt x="115465" y="819089"/>
                  </a:lnTo>
                  <a:cubicBezTo>
                    <a:pt x="115869" y="819836"/>
                    <a:pt x="116274" y="820582"/>
                    <a:pt x="117084" y="821328"/>
                  </a:cubicBezTo>
                  <a:cubicBezTo>
                    <a:pt x="117488" y="822074"/>
                    <a:pt x="117893" y="822074"/>
                    <a:pt x="118298" y="822074"/>
                  </a:cubicBezTo>
                  <a:cubicBezTo>
                    <a:pt x="119917" y="824313"/>
                    <a:pt x="121536" y="825805"/>
                    <a:pt x="123559" y="827297"/>
                  </a:cubicBezTo>
                  <a:cubicBezTo>
                    <a:pt x="123964" y="827297"/>
                    <a:pt x="124369" y="828043"/>
                    <a:pt x="124774" y="828043"/>
                  </a:cubicBezTo>
                  <a:cubicBezTo>
                    <a:pt x="125178" y="828043"/>
                    <a:pt x="126797" y="829536"/>
                    <a:pt x="127607" y="830282"/>
                  </a:cubicBezTo>
                  <a:cubicBezTo>
                    <a:pt x="128011" y="830282"/>
                    <a:pt x="128416" y="830282"/>
                    <a:pt x="128416" y="831028"/>
                  </a:cubicBezTo>
                  <a:cubicBezTo>
                    <a:pt x="128821" y="831028"/>
                    <a:pt x="129630" y="831774"/>
                    <a:pt x="130035" y="831774"/>
                  </a:cubicBezTo>
                  <a:cubicBezTo>
                    <a:pt x="130440" y="833266"/>
                    <a:pt x="131249" y="834759"/>
                    <a:pt x="132059" y="835505"/>
                  </a:cubicBezTo>
                  <a:cubicBezTo>
                    <a:pt x="133273" y="837743"/>
                    <a:pt x="134487" y="839236"/>
                    <a:pt x="135701" y="840728"/>
                  </a:cubicBezTo>
                  <a:cubicBezTo>
                    <a:pt x="136106" y="840728"/>
                    <a:pt x="136511" y="841474"/>
                    <a:pt x="137320" y="841474"/>
                  </a:cubicBezTo>
                  <a:cubicBezTo>
                    <a:pt x="137725" y="841474"/>
                    <a:pt x="137725" y="842220"/>
                    <a:pt x="138130" y="842220"/>
                  </a:cubicBezTo>
                  <a:cubicBezTo>
                    <a:pt x="138534" y="842966"/>
                    <a:pt x="138939" y="842966"/>
                    <a:pt x="139344" y="842966"/>
                  </a:cubicBezTo>
                  <a:cubicBezTo>
                    <a:pt x="139749" y="843713"/>
                    <a:pt x="140153" y="843713"/>
                    <a:pt x="140558" y="843713"/>
                  </a:cubicBezTo>
                  <a:cubicBezTo>
                    <a:pt x="142582" y="845205"/>
                    <a:pt x="144605" y="845951"/>
                    <a:pt x="146224" y="846697"/>
                  </a:cubicBezTo>
                  <a:lnTo>
                    <a:pt x="146629" y="846697"/>
                  </a:lnTo>
                  <a:cubicBezTo>
                    <a:pt x="147034" y="847443"/>
                    <a:pt x="148248" y="847443"/>
                    <a:pt x="148653" y="847443"/>
                  </a:cubicBezTo>
                  <a:cubicBezTo>
                    <a:pt x="149057" y="847443"/>
                    <a:pt x="150272" y="849682"/>
                    <a:pt x="150676" y="850428"/>
                  </a:cubicBezTo>
                  <a:cubicBezTo>
                    <a:pt x="151486" y="851174"/>
                    <a:pt x="151891" y="851920"/>
                    <a:pt x="152295" y="852666"/>
                  </a:cubicBezTo>
                  <a:cubicBezTo>
                    <a:pt x="153105" y="853413"/>
                    <a:pt x="153510" y="854159"/>
                    <a:pt x="154319" y="854159"/>
                  </a:cubicBezTo>
                  <a:cubicBezTo>
                    <a:pt x="154724" y="854159"/>
                    <a:pt x="154724" y="854905"/>
                    <a:pt x="155128" y="854905"/>
                  </a:cubicBezTo>
                  <a:cubicBezTo>
                    <a:pt x="155938" y="855651"/>
                    <a:pt x="157152" y="856397"/>
                    <a:pt x="158366" y="857143"/>
                  </a:cubicBezTo>
                  <a:lnTo>
                    <a:pt x="161604" y="858636"/>
                  </a:lnTo>
                  <a:cubicBezTo>
                    <a:pt x="162009" y="858636"/>
                    <a:pt x="162414" y="858636"/>
                    <a:pt x="163223" y="859382"/>
                  </a:cubicBezTo>
                  <a:cubicBezTo>
                    <a:pt x="163628" y="859382"/>
                    <a:pt x="164842" y="860128"/>
                    <a:pt x="165651" y="860128"/>
                  </a:cubicBezTo>
                  <a:cubicBezTo>
                    <a:pt x="166056" y="860128"/>
                    <a:pt x="166461" y="860128"/>
                    <a:pt x="167270" y="860874"/>
                  </a:cubicBezTo>
                  <a:lnTo>
                    <a:pt x="168485" y="860874"/>
                  </a:lnTo>
                  <a:cubicBezTo>
                    <a:pt x="168889" y="861620"/>
                    <a:pt x="169699" y="862366"/>
                    <a:pt x="170104" y="863113"/>
                  </a:cubicBezTo>
                  <a:cubicBezTo>
                    <a:pt x="171318" y="863859"/>
                    <a:pt x="172937" y="866097"/>
                    <a:pt x="174151" y="866843"/>
                  </a:cubicBezTo>
                  <a:lnTo>
                    <a:pt x="177793" y="868336"/>
                  </a:lnTo>
                  <a:lnTo>
                    <a:pt x="178198" y="868336"/>
                  </a:lnTo>
                  <a:cubicBezTo>
                    <a:pt x="178603" y="869082"/>
                    <a:pt x="179008" y="869082"/>
                    <a:pt x="179817" y="869082"/>
                  </a:cubicBezTo>
                  <a:lnTo>
                    <a:pt x="184674" y="870574"/>
                  </a:lnTo>
                  <a:lnTo>
                    <a:pt x="189126" y="870574"/>
                  </a:lnTo>
                  <a:cubicBezTo>
                    <a:pt x="189935" y="872066"/>
                    <a:pt x="190745" y="872812"/>
                    <a:pt x="191959" y="873559"/>
                  </a:cubicBezTo>
                  <a:cubicBezTo>
                    <a:pt x="193173" y="875051"/>
                    <a:pt x="194792" y="875797"/>
                    <a:pt x="196006" y="876543"/>
                  </a:cubicBezTo>
                  <a:cubicBezTo>
                    <a:pt x="196411" y="876543"/>
                    <a:pt x="196816" y="877289"/>
                    <a:pt x="197625" y="877289"/>
                  </a:cubicBezTo>
                  <a:cubicBezTo>
                    <a:pt x="199649" y="878036"/>
                    <a:pt x="202077" y="878036"/>
                    <a:pt x="204506" y="878036"/>
                  </a:cubicBezTo>
                  <a:lnTo>
                    <a:pt x="206125" y="878036"/>
                  </a:lnTo>
                  <a:cubicBezTo>
                    <a:pt x="206934" y="878036"/>
                    <a:pt x="207744" y="877289"/>
                    <a:pt x="208958" y="877289"/>
                  </a:cubicBezTo>
                  <a:cubicBezTo>
                    <a:pt x="209362" y="878036"/>
                    <a:pt x="209767" y="878036"/>
                    <a:pt x="210172" y="878036"/>
                  </a:cubicBezTo>
                  <a:cubicBezTo>
                    <a:pt x="210981" y="878782"/>
                    <a:pt x="211791" y="879528"/>
                    <a:pt x="213005" y="880274"/>
                  </a:cubicBezTo>
                  <a:cubicBezTo>
                    <a:pt x="214219" y="881020"/>
                    <a:pt x="215029" y="881020"/>
                    <a:pt x="216243" y="881020"/>
                  </a:cubicBezTo>
                  <a:cubicBezTo>
                    <a:pt x="216648" y="881020"/>
                    <a:pt x="217457" y="881020"/>
                    <a:pt x="217862" y="881766"/>
                  </a:cubicBezTo>
                  <a:lnTo>
                    <a:pt x="222314" y="881766"/>
                  </a:lnTo>
                  <a:cubicBezTo>
                    <a:pt x="223123" y="881766"/>
                    <a:pt x="223933" y="881020"/>
                    <a:pt x="225147" y="881020"/>
                  </a:cubicBezTo>
                  <a:cubicBezTo>
                    <a:pt x="225552" y="881020"/>
                    <a:pt x="226361" y="881020"/>
                    <a:pt x="226766" y="880274"/>
                  </a:cubicBezTo>
                  <a:lnTo>
                    <a:pt x="227171" y="880274"/>
                  </a:lnTo>
                  <a:cubicBezTo>
                    <a:pt x="227575" y="880274"/>
                    <a:pt x="228385" y="880274"/>
                    <a:pt x="228790" y="879528"/>
                  </a:cubicBezTo>
                  <a:lnTo>
                    <a:pt x="229194" y="879528"/>
                  </a:lnTo>
                  <a:cubicBezTo>
                    <a:pt x="230813" y="881020"/>
                    <a:pt x="232837" y="882513"/>
                    <a:pt x="234861" y="882513"/>
                  </a:cubicBezTo>
                  <a:cubicBezTo>
                    <a:pt x="235265" y="883259"/>
                    <a:pt x="235265" y="883259"/>
                    <a:pt x="235670" y="883259"/>
                  </a:cubicBezTo>
                  <a:cubicBezTo>
                    <a:pt x="237694" y="883259"/>
                    <a:pt x="239717" y="883259"/>
                    <a:pt x="241741" y="882513"/>
                  </a:cubicBezTo>
                  <a:cubicBezTo>
                    <a:pt x="243360" y="881766"/>
                    <a:pt x="244979" y="881766"/>
                    <a:pt x="247003" y="881020"/>
                  </a:cubicBezTo>
                  <a:cubicBezTo>
                    <a:pt x="247407" y="881020"/>
                    <a:pt x="247812" y="881020"/>
                    <a:pt x="247812" y="880274"/>
                  </a:cubicBezTo>
                  <a:cubicBezTo>
                    <a:pt x="248217" y="880274"/>
                    <a:pt x="249026" y="879528"/>
                    <a:pt x="249431" y="879528"/>
                  </a:cubicBezTo>
                  <a:lnTo>
                    <a:pt x="249836" y="879528"/>
                  </a:lnTo>
                  <a:cubicBezTo>
                    <a:pt x="251050" y="881020"/>
                    <a:pt x="252669" y="881020"/>
                    <a:pt x="254288" y="881020"/>
                  </a:cubicBezTo>
                  <a:lnTo>
                    <a:pt x="257121" y="881020"/>
                  </a:lnTo>
                  <a:cubicBezTo>
                    <a:pt x="257930" y="881020"/>
                    <a:pt x="258740" y="881020"/>
                    <a:pt x="259549" y="880274"/>
                  </a:cubicBezTo>
                  <a:lnTo>
                    <a:pt x="261168" y="880274"/>
                  </a:lnTo>
                  <a:cubicBezTo>
                    <a:pt x="263192" y="879528"/>
                    <a:pt x="265215" y="878782"/>
                    <a:pt x="266834" y="877289"/>
                  </a:cubicBezTo>
                  <a:cubicBezTo>
                    <a:pt x="267239" y="877289"/>
                    <a:pt x="267239" y="876543"/>
                    <a:pt x="267239" y="876543"/>
                  </a:cubicBezTo>
                  <a:cubicBezTo>
                    <a:pt x="268049" y="876543"/>
                    <a:pt x="268858" y="875797"/>
                    <a:pt x="269668" y="875051"/>
                  </a:cubicBezTo>
                  <a:cubicBezTo>
                    <a:pt x="270072" y="875797"/>
                    <a:pt x="270072" y="875797"/>
                    <a:pt x="270477" y="875797"/>
                  </a:cubicBezTo>
                  <a:cubicBezTo>
                    <a:pt x="271286" y="876543"/>
                    <a:pt x="272501" y="876543"/>
                    <a:pt x="273310" y="876543"/>
                  </a:cubicBezTo>
                  <a:cubicBezTo>
                    <a:pt x="275738" y="877289"/>
                    <a:pt x="277762" y="876543"/>
                    <a:pt x="280191" y="875797"/>
                  </a:cubicBezTo>
                  <a:cubicBezTo>
                    <a:pt x="280595" y="875051"/>
                    <a:pt x="281405" y="875051"/>
                    <a:pt x="281809" y="875051"/>
                  </a:cubicBezTo>
                  <a:cubicBezTo>
                    <a:pt x="282619" y="875051"/>
                    <a:pt x="283428" y="874305"/>
                    <a:pt x="284643" y="874305"/>
                  </a:cubicBezTo>
                  <a:cubicBezTo>
                    <a:pt x="285047" y="873559"/>
                    <a:pt x="286262" y="873559"/>
                    <a:pt x="286666" y="872812"/>
                  </a:cubicBezTo>
                  <a:cubicBezTo>
                    <a:pt x="287071" y="872812"/>
                    <a:pt x="287476" y="872812"/>
                    <a:pt x="287476" y="872066"/>
                  </a:cubicBezTo>
                  <a:cubicBezTo>
                    <a:pt x="287880" y="872066"/>
                    <a:pt x="287880" y="872066"/>
                    <a:pt x="287880" y="871320"/>
                  </a:cubicBezTo>
                  <a:cubicBezTo>
                    <a:pt x="288285" y="871320"/>
                    <a:pt x="288690" y="870574"/>
                    <a:pt x="289499" y="870574"/>
                  </a:cubicBezTo>
                  <a:cubicBezTo>
                    <a:pt x="289904" y="870574"/>
                    <a:pt x="289904" y="869828"/>
                    <a:pt x="290309" y="869828"/>
                  </a:cubicBezTo>
                  <a:lnTo>
                    <a:pt x="291118" y="869828"/>
                  </a:lnTo>
                  <a:cubicBezTo>
                    <a:pt x="291523" y="869828"/>
                    <a:pt x="292737" y="870574"/>
                    <a:pt x="293547" y="870574"/>
                  </a:cubicBezTo>
                  <a:lnTo>
                    <a:pt x="295166" y="870574"/>
                  </a:lnTo>
                  <a:cubicBezTo>
                    <a:pt x="296380" y="869828"/>
                    <a:pt x="297189" y="869828"/>
                    <a:pt x="298403" y="869828"/>
                  </a:cubicBezTo>
                  <a:cubicBezTo>
                    <a:pt x="299618" y="869828"/>
                    <a:pt x="300022" y="869082"/>
                    <a:pt x="300427" y="869082"/>
                  </a:cubicBezTo>
                  <a:cubicBezTo>
                    <a:pt x="300832" y="869082"/>
                    <a:pt x="301237" y="868336"/>
                    <a:pt x="301641" y="868336"/>
                  </a:cubicBezTo>
                  <a:cubicBezTo>
                    <a:pt x="302451" y="867589"/>
                    <a:pt x="302856" y="867589"/>
                    <a:pt x="303665" y="866843"/>
                  </a:cubicBezTo>
                  <a:cubicBezTo>
                    <a:pt x="305284" y="866097"/>
                    <a:pt x="306498" y="864605"/>
                    <a:pt x="308522" y="863113"/>
                  </a:cubicBezTo>
                  <a:cubicBezTo>
                    <a:pt x="308927" y="863113"/>
                    <a:pt x="308927" y="863113"/>
                    <a:pt x="308927" y="862366"/>
                  </a:cubicBezTo>
                  <a:cubicBezTo>
                    <a:pt x="309331" y="862366"/>
                    <a:pt x="309331" y="862366"/>
                    <a:pt x="309331" y="861620"/>
                  </a:cubicBezTo>
                  <a:cubicBezTo>
                    <a:pt x="310141" y="860874"/>
                    <a:pt x="310545" y="860874"/>
                    <a:pt x="310950" y="860128"/>
                  </a:cubicBezTo>
                  <a:cubicBezTo>
                    <a:pt x="312164" y="860874"/>
                    <a:pt x="312974" y="860874"/>
                    <a:pt x="314188" y="860128"/>
                  </a:cubicBezTo>
                  <a:cubicBezTo>
                    <a:pt x="314593" y="860128"/>
                    <a:pt x="314997" y="860128"/>
                    <a:pt x="315807" y="859382"/>
                  </a:cubicBezTo>
                  <a:cubicBezTo>
                    <a:pt x="317021" y="859382"/>
                    <a:pt x="317831" y="858636"/>
                    <a:pt x="319045" y="857889"/>
                  </a:cubicBezTo>
                  <a:lnTo>
                    <a:pt x="321878" y="856397"/>
                  </a:lnTo>
                  <a:lnTo>
                    <a:pt x="322283" y="855651"/>
                  </a:lnTo>
                  <a:cubicBezTo>
                    <a:pt x="322687" y="854905"/>
                    <a:pt x="322687" y="854905"/>
                    <a:pt x="323092" y="854905"/>
                  </a:cubicBezTo>
                  <a:lnTo>
                    <a:pt x="324711" y="853413"/>
                  </a:lnTo>
                  <a:lnTo>
                    <a:pt x="328354" y="850428"/>
                  </a:lnTo>
                  <a:cubicBezTo>
                    <a:pt x="329163" y="849682"/>
                    <a:pt x="329568" y="848189"/>
                    <a:pt x="330377" y="847443"/>
                  </a:cubicBezTo>
                  <a:lnTo>
                    <a:pt x="330782" y="847443"/>
                  </a:lnTo>
                  <a:cubicBezTo>
                    <a:pt x="332401" y="847443"/>
                    <a:pt x="334020" y="846697"/>
                    <a:pt x="335639" y="845951"/>
                  </a:cubicBezTo>
                  <a:cubicBezTo>
                    <a:pt x="336044" y="845205"/>
                    <a:pt x="336044" y="845205"/>
                    <a:pt x="336448" y="845205"/>
                  </a:cubicBezTo>
                  <a:cubicBezTo>
                    <a:pt x="336853" y="845205"/>
                    <a:pt x="337258" y="844459"/>
                    <a:pt x="338067" y="844459"/>
                  </a:cubicBezTo>
                  <a:cubicBezTo>
                    <a:pt x="338877" y="844459"/>
                    <a:pt x="339686" y="842966"/>
                    <a:pt x="340091" y="842220"/>
                  </a:cubicBezTo>
                  <a:cubicBezTo>
                    <a:pt x="341305" y="840728"/>
                    <a:pt x="342924" y="839236"/>
                    <a:pt x="344138" y="837743"/>
                  </a:cubicBezTo>
                  <a:cubicBezTo>
                    <a:pt x="344543" y="836997"/>
                    <a:pt x="344948" y="836997"/>
                    <a:pt x="345352" y="836251"/>
                  </a:cubicBezTo>
                  <a:cubicBezTo>
                    <a:pt x="345757" y="835505"/>
                    <a:pt x="346567" y="834759"/>
                    <a:pt x="346971" y="834013"/>
                  </a:cubicBezTo>
                  <a:cubicBezTo>
                    <a:pt x="347376" y="834013"/>
                    <a:pt x="347376" y="833266"/>
                    <a:pt x="347376" y="833266"/>
                  </a:cubicBezTo>
                  <a:cubicBezTo>
                    <a:pt x="347376" y="833266"/>
                    <a:pt x="348590" y="831774"/>
                    <a:pt x="348995" y="830282"/>
                  </a:cubicBezTo>
                  <a:cubicBezTo>
                    <a:pt x="349804" y="830282"/>
                    <a:pt x="350614" y="830282"/>
                    <a:pt x="351423" y="829536"/>
                  </a:cubicBezTo>
                  <a:cubicBezTo>
                    <a:pt x="351828" y="829536"/>
                    <a:pt x="352638" y="828790"/>
                    <a:pt x="353042" y="828790"/>
                  </a:cubicBezTo>
                  <a:cubicBezTo>
                    <a:pt x="353447" y="828790"/>
                    <a:pt x="353447" y="828043"/>
                    <a:pt x="354256" y="828043"/>
                  </a:cubicBezTo>
                  <a:cubicBezTo>
                    <a:pt x="356280" y="826551"/>
                    <a:pt x="357899" y="825059"/>
                    <a:pt x="359518" y="822820"/>
                  </a:cubicBezTo>
                  <a:cubicBezTo>
                    <a:pt x="359923" y="822074"/>
                    <a:pt x="360327" y="822074"/>
                    <a:pt x="360732" y="822074"/>
                  </a:cubicBezTo>
                  <a:lnTo>
                    <a:pt x="362351" y="819089"/>
                  </a:lnTo>
                  <a:cubicBezTo>
                    <a:pt x="363565" y="817597"/>
                    <a:pt x="364375" y="816105"/>
                    <a:pt x="365184" y="814613"/>
                  </a:cubicBezTo>
                  <a:cubicBezTo>
                    <a:pt x="365994" y="813120"/>
                    <a:pt x="366398" y="812374"/>
                    <a:pt x="367208" y="811628"/>
                  </a:cubicBezTo>
                  <a:lnTo>
                    <a:pt x="370850" y="809389"/>
                  </a:lnTo>
                  <a:cubicBezTo>
                    <a:pt x="373279" y="807151"/>
                    <a:pt x="375707" y="804913"/>
                    <a:pt x="377731" y="801928"/>
                  </a:cubicBezTo>
                  <a:cubicBezTo>
                    <a:pt x="378540" y="800436"/>
                    <a:pt x="379350" y="798943"/>
                    <a:pt x="380564" y="797451"/>
                  </a:cubicBezTo>
                  <a:cubicBezTo>
                    <a:pt x="381373" y="795959"/>
                    <a:pt x="382183" y="793720"/>
                    <a:pt x="382992" y="792228"/>
                  </a:cubicBezTo>
                  <a:cubicBezTo>
                    <a:pt x="383397" y="790736"/>
                    <a:pt x="384207" y="789990"/>
                    <a:pt x="384611" y="789243"/>
                  </a:cubicBezTo>
                  <a:cubicBezTo>
                    <a:pt x="385421" y="788497"/>
                    <a:pt x="385826" y="787751"/>
                    <a:pt x="386635" y="787751"/>
                  </a:cubicBezTo>
                  <a:cubicBezTo>
                    <a:pt x="391492" y="783274"/>
                    <a:pt x="395134" y="777305"/>
                    <a:pt x="398372" y="769843"/>
                  </a:cubicBezTo>
                  <a:lnTo>
                    <a:pt x="398777" y="769097"/>
                  </a:lnTo>
                  <a:cubicBezTo>
                    <a:pt x="398777" y="768351"/>
                    <a:pt x="399586" y="766859"/>
                    <a:pt x="400396" y="765366"/>
                  </a:cubicBezTo>
                  <a:cubicBezTo>
                    <a:pt x="404038" y="763128"/>
                    <a:pt x="406872" y="758651"/>
                    <a:pt x="409300" y="752682"/>
                  </a:cubicBezTo>
                  <a:cubicBezTo>
                    <a:pt x="410514" y="749697"/>
                    <a:pt x="412133" y="745966"/>
                    <a:pt x="413347" y="742236"/>
                  </a:cubicBezTo>
                  <a:cubicBezTo>
                    <a:pt x="413752" y="740743"/>
                    <a:pt x="414561" y="739251"/>
                    <a:pt x="414966" y="737759"/>
                  </a:cubicBezTo>
                  <a:cubicBezTo>
                    <a:pt x="417395" y="735520"/>
                    <a:pt x="419823" y="732536"/>
                    <a:pt x="421442" y="728805"/>
                  </a:cubicBezTo>
                  <a:cubicBezTo>
                    <a:pt x="423466" y="724328"/>
                    <a:pt x="425489" y="719105"/>
                    <a:pt x="427108" y="713136"/>
                  </a:cubicBezTo>
                  <a:lnTo>
                    <a:pt x="428322" y="708659"/>
                  </a:lnTo>
                  <a:cubicBezTo>
                    <a:pt x="429941" y="707167"/>
                    <a:pt x="431155" y="704928"/>
                    <a:pt x="432370" y="702690"/>
                  </a:cubicBezTo>
                  <a:cubicBezTo>
                    <a:pt x="435203" y="696720"/>
                    <a:pt x="437631" y="689259"/>
                    <a:pt x="439250" y="681797"/>
                  </a:cubicBezTo>
                  <a:cubicBezTo>
                    <a:pt x="439250" y="681051"/>
                    <a:pt x="439655" y="678813"/>
                    <a:pt x="440060" y="677320"/>
                  </a:cubicBezTo>
                  <a:cubicBezTo>
                    <a:pt x="440464" y="676574"/>
                    <a:pt x="440869" y="675828"/>
                    <a:pt x="441678" y="675082"/>
                  </a:cubicBezTo>
                  <a:cubicBezTo>
                    <a:pt x="445321" y="668367"/>
                    <a:pt x="447749" y="659413"/>
                    <a:pt x="449368" y="650459"/>
                  </a:cubicBezTo>
                  <a:cubicBezTo>
                    <a:pt x="449773" y="649713"/>
                    <a:pt x="449773" y="649713"/>
                    <a:pt x="449773" y="648967"/>
                  </a:cubicBezTo>
                  <a:cubicBezTo>
                    <a:pt x="449773" y="647474"/>
                    <a:pt x="450178" y="645236"/>
                    <a:pt x="450178" y="643744"/>
                  </a:cubicBezTo>
                  <a:cubicBezTo>
                    <a:pt x="450987" y="642997"/>
                    <a:pt x="451797" y="641505"/>
                    <a:pt x="452202" y="640013"/>
                  </a:cubicBezTo>
                  <a:cubicBezTo>
                    <a:pt x="454630" y="634044"/>
                    <a:pt x="456654" y="627328"/>
                    <a:pt x="457463" y="619867"/>
                  </a:cubicBezTo>
                  <a:lnTo>
                    <a:pt x="457058" y="610167"/>
                  </a:lnTo>
                  <a:cubicBezTo>
                    <a:pt x="457058" y="610167"/>
                    <a:pt x="457463" y="607182"/>
                    <a:pt x="457463" y="605690"/>
                  </a:cubicBezTo>
                  <a:cubicBezTo>
                    <a:pt x="461106" y="596736"/>
                    <a:pt x="463534" y="585544"/>
                    <a:pt x="464343" y="574351"/>
                  </a:cubicBezTo>
                  <a:cubicBezTo>
                    <a:pt x="464343" y="572859"/>
                    <a:pt x="464343" y="571367"/>
                    <a:pt x="464748" y="569128"/>
                  </a:cubicBezTo>
                  <a:cubicBezTo>
                    <a:pt x="468391" y="559428"/>
                    <a:pt x="470010" y="548236"/>
                    <a:pt x="470010" y="537044"/>
                  </a:cubicBezTo>
                  <a:lnTo>
                    <a:pt x="470010" y="531821"/>
                  </a:lnTo>
                  <a:cubicBezTo>
                    <a:pt x="472843" y="525105"/>
                    <a:pt x="474057" y="515405"/>
                    <a:pt x="473652" y="498990"/>
                  </a:cubicBezTo>
                  <a:cubicBezTo>
                    <a:pt x="473652" y="497498"/>
                    <a:pt x="473248" y="496005"/>
                    <a:pt x="473248" y="493767"/>
                  </a:cubicBezTo>
                  <a:cubicBezTo>
                    <a:pt x="475676" y="488544"/>
                    <a:pt x="476485" y="478844"/>
                    <a:pt x="475676" y="461682"/>
                  </a:cubicBezTo>
                  <a:close/>
                  <a:moveTo>
                    <a:pt x="470414" y="390798"/>
                  </a:moveTo>
                  <a:lnTo>
                    <a:pt x="470414" y="391544"/>
                  </a:lnTo>
                  <a:lnTo>
                    <a:pt x="470819" y="391544"/>
                  </a:lnTo>
                  <a:cubicBezTo>
                    <a:pt x="475676" y="425121"/>
                    <a:pt x="463939" y="426613"/>
                    <a:pt x="456249" y="436313"/>
                  </a:cubicBezTo>
                  <a:cubicBezTo>
                    <a:pt x="455439" y="437059"/>
                    <a:pt x="455035" y="438551"/>
                    <a:pt x="454225" y="439298"/>
                  </a:cubicBezTo>
                  <a:cubicBezTo>
                    <a:pt x="452606" y="426613"/>
                    <a:pt x="453011" y="419898"/>
                    <a:pt x="454630" y="415421"/>
                  </a:cubicBezTo>
                  <a:cubicBezTo>
                    <a:pt x="455035" y="414675"/>
                    <a:pt x="455844" y="412436"/>
                    <a:pt x="456249" y="411690"/>
                  </a:cubicBezTo>
                  <a:cubicBezTo>
                    <a:pt x="460701" y="403482"/>
                    <a:pt x="466772" y="398259"/>
                    <a:pt x="470414" y="390798"/>
                  </a:cubicBezTo>
                  <a:close/>
                  <a:moveTo>
                    <a:pt x="467581" y="354236"/>
                  </a:moveTo>
                  <a:cubicBezTo>
                    <a:pt x="474057" y="385575"/>
                    <a:pt x="463129" y="390051"/>
                    <a:pt x="456249" y="399005"/>
                  </a:cubicBezTo>
                  <a:cubicBezTo>
                    <a:pt x="455035" y="400498"/>
                    <a:pt x="454225" y="401990"/>
                    <a:pt x="453416" y="404228"/>
                  </a:cubicBezTo>
                  <a:cubicBezTo>
                    <a:pt x="451392" y="396767"/>
                    <a:pt x="451392" y="387813"/>
                    <a:pt x="452606" y="380351"/>
                  </a:cubicBezTo>
                  <a:cubicBezTo>
                    <a:pt x="453820" y="377367"/>
                    <a:pt x="455035" y="375128"/>
                    <a:pt x="456249" y="372144"/>
                  </a:cubicBezTo>
                  <a:cubicBezTo>
                    <a:pt x="460296" y="366921"/>
                    <a:pt x="463939" y="360205"/>
                    <a:pt x="467177" y="353490"/>
                  </a:cubicBezTo>
                  <a:close/>
                  <a:moveTo>
                    <a:pt x="462725" y="317675"/>
                  </a:moveTo>
                  <a:cubicBezTo>
                    <a:pt x="469605" y="343790"/>
                    <a:pt x="462320" y="351251"/>
                    <a:pt x="456249" y="360205"/>
                  </a:cubicBezTo>
                  <a:cubicBezTo>
                    <a:pt x="454225" y="363190"/>
                    <a:pt x="452606" y="366175"/>
                    <a:pt x="450987" y="369159"/>
                  </a:cubicBezTo>
                  <a:cubicBezTo>
                    <a:pt x="450987" y="369159"/>
                    <a:pt x="450987" y="369905"/>
                    <a:pt x="450583" y="369905"/>
                  </a:cubicBezTo>
                  <a:cubicBezTo>
                    <a:pt x="447749" y="358713"/>
                    <a:pt x="447749" y="351251"/>
                    <a:pt x="448964" y="346028"/>
                  </a:cubicBezTo>
                  <a:cubicBezTo>
                    <a:pt x="449368" y="343790"/>
                    <a:pt x="450178" y="341552"/>
                    <a:pt x="450987" y="340059"/>
                  </a:cubicBezTo>
                  <a:cubicBezTo>
                    <a:pt x="452606" y="336328"/>
                    <a:pt x="454225" y="333344"/>
                    <a:pt x="456249" y="329613"/>
                  </a:cubicBezTo>
                  <a:cubicBezTo>
                    <a:pt x="458677" y="325882"/>
                    <a:pt x="460701" y="321405"/>
                    <a:pt x="462320" y="316182"/>
                  </a:cubicBezTo>
                  <a:close/>
                  <a:moveTo>
                    <a:pt x="455844" y="282605"/>
                  </a:moveTo>
                  <a:cubicBezTo>
                    <a:pt x="456249" y="282605"/>
                    <a:pt x="456249" y="282605"/>
                    <a:pt x="455844" y="282605"/>
                  </a:cubicBezTo>
                  <a:cubicBezTo>
                    <a:pt x="461510" y="301259"/>
                    <a:pt x="459891" y="310213"/>
                    <a:pt x="456249" y="318421"/>
                  </a:cubicBezTo>
                  <a:cubicBezTo>
                    <a:pt x="454630" y="321405"/>
                    <a:pt x="452606" y="324390"/>
                    <a:pt x="450987" y="327375"/>
                  </a:cubicBezTo>
                  <a:cubicBezTo>
                    <a:pt x="449773" y="328867"/>
                    <a:pt x="448964" y="331105"/>
                    <a:pt x="447749" y="333344"/>
                  </a:cubicBezTo>
                  <a:cubicBezTo>
                    <a:pt x="447345" y="334090"/>
                    <a:pt x="446940" y="335582"/>
                    <a:pt x="446535" y="336328"/>
                  </a:cubicBezTo>
                  <a:cubicBezTo>
                    <a:pt x="443702" y="329613"/>
                    <a:pt x="442893" y="320659"/>
                    <a:pt x="443702" y="312452"/>
                  </a:cubicBezTo>
                  <a:cubicBezTo>
                    <a:pt x="444916" y="307975"/>
                    <a:pt x="446131" y="304244"/>
                    <a:pt x="447749" y="300513"/>
                  </a:cubicBezTo>
                  <a:cubicBezTo>
                    <a:pt x="448559" y="298275"/>
                    <a:pt x="449773" y="296036"/>
                    <a:pt x="450987" y="293798"/>
                  </a:cubicBezTo>
                  <a:cubicBezTo>
                    <a:pt x="452606" y="290067"/>
                    <a:pt x="454225" y="285590"/>
                    <a:pt x="455844" y="281113"/>
                  </a:cubicBezTo>
                  <a:close/>
                  <a:moveTo>
                    <a:pt x="447749" y="248282"/>
                  </a:moveTo>
                  <a:cubicBezTo>
                    <a:pt x="449368" y="252013"/>
                    <a:pt x="450178" y="254998"/>
                    <a:pt x="450987" y="257982"/>
                  </a:cubicBezTo>
                  <a:cubicBezTo>
                    <a:pt x="453011" y="264698"/>
                    <a:pt x="453011" y="273652"/>
                    <a:pt x="450987" y="280367"/>
                  </a:cubicBezTo>
                  <a:cubicBezTo>
                    <a:pt x="450178" y="283352"/>
                    <a:pt x="448964" y="285590"/>
                    <a:pt x="447749" y="287828"/>
                  </a:cubicBezTo>
                  <a:cubicBezTo>
                    <a:pt x="445321" y="293052"/>
                    <a:pt x="442893" y="298275"/>
                    <a:pt x="440869" y="303498"/>
                  </a:cubicBezTo>
                  <a:cubicBezTo>
                    <a:pt x="440464" y="302752"/>
                    <a:pt x="440464" y="302005"/>
                    <a:pt x="440464" y="300513"/>
                  </a:cubicBezTo>
                  <a:cubicBezTo>
                    <a:pt x="438036" y="294544"/>
                    <a:pt x="436822" y="287082"/>
                    <a:pt x="436822" y="280367"/>
                  </a:cubicBezTo>
                  <a:cubicBezTo>
                    <a:pt x="437631" y="275890"/>
                    <a:pt x="438441" y="272159"/>
                    <a:pt x="440060" y="268429"/>
                  </a:cubicBezTo>
                  <a:cubicBezTo>
                    <a:pt x="442893" y="261713"/>
                    <a:pt x="445321" y="254252"/>
                    <a:pt x="446940" y="246790"/>
                  </a:cubicBezTo>
                  <a:close/>
                  <a:moveTo>
                    <a:pt x="438036" y="215452"/>
                  </a:moveTo>
                  <a:lnTo>
                    <a:pt x="440464" y="219929"/>
                  </a:lnTo>
                  <a:cubicBezTo>
                    <a:pt x="444916" y="229629"/>
                    <a:pt x="444916" y="243805"/>
                    <a:pt x="440464" y="253505"/>
                  </a:cubicBezTo>
                  <a:cubicBezTo>
                    <a:pt x="438036" y="258729"/>
                    <a:pt x="435608" y="264698"/>
                    <a:pt x="433989" y="271413"/>
                  </a:cubicBezTo>
                  <a:cubicBezTo>
                    <a:pt x="432774" y="268429"/>
                    <a:pt x="431965" y="266190"/>
                    <a:pt x="431155" y="263952"/>
                  </a:cubicBezTo>
                  <a:cubicBezTo>
                    <a:pt x="429537" y="259475"/>
                    <a:pt x="428727" y="254998"/>
                    <a:pt x="428727" y="249775"/>
                  </a:cubicBezTo>
                  <a:cubicBezTo>
                    <a:pt x="429132" y="246044"/>
                    <a:pt x="429941" y="242313"/>
                    <a:pt x="431155" y="238582"/>
                  </a:cubicBezTo>
                  <a:cubicBezTo>
                    <a:pt x="433584" y="231121"/>
                    <a:pt x="436012" y="222913"/>
                    <a:pt x="437631" y="214705"/>
                  </a:cubicBezTo>
                  <a:close/>
                  <a:moveTo>
                    <a:pt x="426703" y="184113"/>
                  </a:moveTo>
                  <a:cubicBezTo>
                    <a:pt x="428322" y="187098"/>
                    <a:pt x="429941" y="190829"/>
                    <a:pt x="431155" y="193067"/>
                  </a:cubicBezTo>
                  <a:cubicBezTo>
                    <a:pt x="434393" y="201275"/>
                    <a:pt x="434393" y="212467"/>
                    <a:pt x="431155" y="220675"/>
                  </a:cubicBezTo>
                  <a:cubicBezTo>
                    <a:pt x="428727" y="226644"/>
                    <a:pt x="426703" y="233359"/>
                    <a:pt x="425489" y="240821"/>
                  </a:cubicBezTo>
                  <a:cubicBezTo>
                    <a:pt x="423466" y="237090"/>
                    <a:pt x="421847" y="232613"/>
                    <a:pt x="420632" y="228136"/>
                  </a:cubicBezTo>
                  <a:cubicBezTo>
                    <a:pt x="419823" y="225152"/>
                    <a:pt x="419418" y="222167"/>
                    <a:pt x="419418" y="219182"/>
                  </a:cubicBezTo>
                  <a:lnTo>
                    <a:pt x="420632" y="210229"/>
                  </a:lnTo>
                  <a:cubicBezTo>
                    <a:pt x="423061" y="201275"/>
                    <a:pt x="425085" y="192321"/>
                    <a:pt x="426299" y="183367"/>
                  </a:cubicBezTo>
                  <a:close/>
                  <a:moveTo>
                    <a:pt x="413347" y="154267"/>
                  </a:moveTo>
                  <a:lnTo>
                    <a:pt x="413752" y="155013"/>
                  </a:lnTo>
                  <a:cubicBezTo>
                    <a:pt x="416180" y="158744"/>
                    <a:pt x="418609" y="163221"/>
                    <a:pt x="420228" y="168444"/>
                  </a:cubicBezTo>
                  <a:cubicBezTo>
                    <a:pt x="422251" y="175159"/>
                    <a:pt x="422251" y="182621"/>
                    <a:pt x="420228" y="189336"/>
                  </a:cubicBezTo>
                  <a:cubicBezTo>
                    <a:pt x="417799" y="196052"/>
                    <a:pt x="416180" y="203513"/>
                    <a:pt x="414966" y="211721"/>
                  </a:cubicBezTo>
                  <a:cubicBezTo>
                    <a:pt x="411728" y="207244"/>
                    <a:pt x="409705" y="202021"/>
                    <a:pt x="408086" y="195305"/>
                  </a:cubicBezTo>
                  <a:cubicBezTo>
                    <a:pt x="407681" y="194559"/>
                    <a:pt x="407681" y="193067"/>
                    <a:pt x="407681" y="192321"/>
                  </a:cubicBezTo>
                  <a:cubicBezTo>
                    <a:pt x="407681" y="191575"/>
                    <a:pt x="408086" y="188590"/>
                    <a:pt x="408086" y="186352"/>
                  </a:cubicBezTo>
                  <a:cubicBezTo>
                    <a:pt x="409300" y="173667"/>
                    <a:pt x="412538" y="163967"/>
                    <a:pt x="413347" y="154267"/>
                  </a:cubicBezTo>
                  <a:close/>
                  <a:moveTo>
                    <a:pt x="397158" y="145313"/>
                  </a:moveTo>
                  <a:cubicBezTo>
                    <a:pt x="397967" y="139344"/>
                    <a:pt x="398777" y="133375"/>
                    <a:pt x="398777" y="127406"/>
                  </a:cubicBezTo>
                  <a:lnTo>
                    <a:pt x="399182" y="128152"/>
                  </a:lnTo>
                  <a:lnTo>
                    <a:pt x="399182" y="127406"/>
                  </a:lnTo>
                  <a:cubicBezTo>
                    <a:pt x="403229" y="131882"/>
                    <a:pt x="406467" y="137852"/>
                    <a:pt x="408086" y="146059"/>
                  </a:cubicBezTo>
                  <a:cubicBezTo>
                    <a:pt x="408491" y="149790"/>
                    <a:pt x="408491" y="154267"/>
                    <a:pt x="408086" y="157998"/>
                  </a:cubicBezTo>
                  <a:cubicBezTo>
                    <a:pt x="406872" y="166206"/>
                    <a:pt x="403634" y="175159"/>
                    <a:pt x="403229" y="184113"/>
                  </a:cubicBezTo>
                  <a:cubicBezTo>
                    <a:pt x="400801" y="181129"/>
                    <a:pt x="398777" y="177398"/>
                    <a:pt x="397158" y="172921"/>
                  </a:cubicBezTo>
                  <a:cubicBezTo>
                    <a:pt x="396349" y="170682"/>
                    <a:pt x="395944" y="168444"/>
                    <a:pt x="395539" y="165459"/>
                  </a:cubicBezTo>
                  <a:cubicBezTo>
                    <a:pt x="395539" y="157998"/>
                    <a:pt x="395944" y="151282"/>
                    <a:pt x="397158" y="145313"/>
                  </a:cubicBezTo>
                  <a:close/>
                  <a:moveTo>
                    <a:pt x="383397" y="102783"/>
                  </a:moveTo>
                  <a:lnTo>
                    <a:pt x="383802" y="103529"/>
                  </a:lnTo>
                  <a:lnTo>
                    <a:pt x="383802" y="102783"/>
                  </a:lnTo>
                  <a:cubicBezTo>
                    <a:pt x="384207" y="103529"/>
                    <a:pt x="384611" y="103529"/>
                    <a:pt x="385421" y="104275"/>
                  </a:cubicBezTo>
                  <a:cubicBezTo>
                    <a:pt x="401610" y="122182"/>
                    <a:pt x="390682" y="140836"/>
                    <a:pt x="390682" y="157998"/>
                  </a:cubicBezTo>
                  <a:cubicBezTo>
                    <a:pt x="388659" y="156506"/>
                    <a:pt x="387040" y="153521"/>
                    <a:pt x="385421" y="151282"/>
                  </a:cubicBezTo>
                  <a:cubicBezTo>
                    <a:pt x="383802" y="148298"/>
                    <a:pt x="382588" y="145313"/>
                    <a:pt x="381778" y="140836"/>
                  </a:cubicBezTo>
                  <a:cubicBezTo>
                    <a:pt x="380969" y="126659"/>
                    <a:pt x="383802" y="114721"/>
                    <a:pt x="383397" y="102783"/>
                  </a:cubicBezTo>
                  <a:close/>
                  <a:moveTo>
                    <a:pt x="367208" y="80398"/>
                  </a:moveTo>
                  <a:lnTo>
                    <a:pt x="367613" y="80398"/>
                  </a:lnTo>
                  <a:lnTo>
                    <a:pt x="370041" y="82636"/>
                  </a:lnTo>
                  <a:cubicBezTo>
                    <a:pt x="372469" y="84875"/>
                    <a:pt x="374898" y="88606"/>
                    <a:pt x="376921" y="92336"/>
                  </a:cubicBezTo>
                  <a:cubicBezTo>
                    <a:pt x="382588" y="105767"/>
                    <a:pt x="376517" y="121436"/>
                    <a:pt x="376921" y="134867"/>
                  </a:cubicBezTo>
                  <a:cubicBezTo>
                    <a:pt x="374493" y="132629"/>
                    <a:pt x="372065" y="129644"/>
                    <a:pt x="370041" y="126659"/>
                  </a:cubicBezTo>
                  <a:cubicBezTo>
                    <a:pt x="368827" y="125167"/>
                    <a:pt x="367613" y="122182"/>
                    <a:pt x="367208" y="119198"/>
                  </a:cubicBezTo>
                  <a:cubicBezTo>
                    <a:pt x="365589" y="105021"/>
                    <a:pt x="368422" y="91590"/>
                    <a:pt x="367208" y="80398"/>
                  </a:cubicBezTo>
                  <a:close/>
                  <a:moveTo>
                    <a:pt x="350209" y="60998"/>
                  </a:moveTo>
                  <a:cubicBezTo>
                    <a:pt x="350614" y="60998"/>
                    <a:pt x="350614" y="60998"/>
                    <a:pt x="350614" y="61744"/>
                  </a:cubicBezTo>
                  <a:cubicBezTo>
                    <a:pt x="351423" y="61744"/>
                    <a:pt x="351828" y="62490"/>
                    <a:pt x="352233" y="62490"/>
                  </a:cubicBezTo>
                  <a:cubicBezTo>
                    <a:pt x="352638" y="63236"/>
                    <a:pt x="352638" y="63236"/>
                    <a:pt x="353447" y="63236"/>
                  </a:cubicBezTo>
                  <a:cubicBezTo>
                    <a:pt x="355471" y="64729"/>
                    <a:pt x="357090" y="66967"/>
                    <a:pt x="358708" y="69952"/>
                  </a:cubicBezTo>
                  <a:cubicBezTo>
                    <a:pt x="359113" y="70698"/>
                    <a:pt x="359518" y="71444"/>
                    <a:pt x="359923" y="71444"/>
                  </a:cubicBezTo>
                  <a:cubicBezTo>
                    <a:pt x="360327" y="72936"/>
                    <a:pt x="361137" y="74429"/>
                    <a:pt x="361542" y="75921"/>
                  </a:cubicBezTo>
                  <a:cubicBezTo>
                    <a:pt x="363970" y="84875"/>
                    <a:pt x="361946" y="95321"/>
                    <a:pt x="361542" y="105021"/>
                  </a:cubicBezTo>
                  <a:lnTo>
                    <a:pt x="361542" y="110990"/>
                  </a:lnTo>
                  <a:cubicBezTo>
                    <a:pt x="361542" y="111736"/>
                    <a:pt x="361542" y="112483"/>
                    <a:pt x="361946" y="113229"/>
                  </a:cubicBezTo>
                  <a:cubicBezTo>
                    <a:pt x="361946" y="113229"/>
                    <a:pt x="361542" y="113229"/>
                    <a:pt x="361542" y="112483"/>
                  </a:cubicBezTo>
                  <a:cubicBezTo>
                    <a:pt x="361137" y="112483"/>
                    <a:pt x="360327" y="111736"/>
                    <a:pt x="359923" y="111736"/>
                  </a:cubicBezTo>
                  <a:cubicBezTo>
                    <a:pt x="359518" y="110990"/>
                    <a:pt x="359113" y="110990"/>
                    <a:pt x="358708" y="110990"/>
                  </a:cubicBezTo>
                  <a:cubicBezTo>
                    <a:pt x="356685" y="109498"/>
                    <a:pt x="355066" y="107259"/>
                    <a:pt x="353447" y="104275"/>
                  </a:cubicBezTo>
                  <a:lnTo>
                    <a:pt x="352233" y="102036"/>
                  </a:lnTo>
                  <a:cubicBezTo>
                    <a:pt x="351828" y="101290"/>
                    <a:pt x="351423" y="99798"/>
                    <a:pt x="351019" y="99052"/>
                  </a:cubicBezTo>
                  <a:cubicBezTo>
                    <a:pt x="350614" y="97559"/>
                    <a:pt x="350614" y="95321"/>
                    <a:pt x="350614" y="93829"/>
                  </a:cubicBezTo>
                  <a:cubicBezTo>
                    <a:pt x="349400" y="82636"/>
                    <a:pt x="351019" y="70698"/>
                    <a:pt x="349400" y="60998"/>
                  </a:cubicBezTo>
                  <a:close/>
                  <a:moveTo>
                    <a:pt x="331996" y="44583"/>
                  </a:moveTo>
                  <a:lnTo>
                    <a:pt x="335639" y="46821"/>
                  </a:lnTo>
                  <a:cubicBezTo>
                    <a:pt x="336044" y="46821"/>
                    <a:pt x="336044" y="47567"/>
                    <a:pt x="336448" y="47567"/>
                  </a:cubicBezTo>
                  <a:cubicBezTo>
                    <a:pt x="336853" y="47567"/>
                    <a:pt x="337258" y="48313"/>
                    <a:pt x="338067" y="48313"/>
                  </a:cubicBezTo>
                  <a:cubicBezTo>
                    <a:pt x="338877" y="48313"/>
                    <a:pt x="339281" y="49806"/>
                    <a:pt x="339686" y="50552"/>
                  </a:cubicBezTo>
                  <a:cubicBezTo>
                    <a:pt x="341305" y="52790"/>
                    <a:pt x="342519" y="55029"/>
                    <a:pt x="343733" y="57267"/>
                  </a:cubicBezTo>
                  <a:cubicBezTo>
                    <a:pt x="344138" y="59506"/>
                    <a:pt x="344543" y="60998"/>
                    <a:pt x="344948" y="63236"/>
                  </a:cubicBezTo>
                  <a:cubicBezTo>
                    <a:pt x="346567" y="73683"/>
                    <a:pt x="344543" y="85621"/>
                    <a:pt x="345757" y="94575"/>
                  </a:cubicBezTo>
                  <a:cubicBezTo>
                    <a:pt x="345352" y="94575"/>
                    <a:pt x="345352" y="93829"/>
                    <a:pt x="344948" y="93829"/>
                  </a:cubicBezTo>
                  <a:cubicBezTo>
                    <a:pt x="344543" y="93829"/>
                    <a:pt x="344138" y="93083"/>
                    <a:pt x="343733" y="93083"/>
                  </a:cubicBezTo>
                  <a:cubicBezTo>
                    <a:pt x="342519" y="92336"/>
                    <a:pt x="340900" y="91590"/>
                    <a:pt x="339686" y="90098"/>
                  </a:cubicBezTo>
                  <a:cubicBezTo>
                    <a:pt x="338877" y="89352"/>
                    <a:pt x="338067" y="87859"/>
                    <a:pt x="337662" y="87113"/>
                  </a:cubicBezTo>
                  <a:cubicBezTo>
                    <a:pt x="337258" y="86367"/>
                    <a:pt x="336853" y="85621"/>
                    <a:pt x="336044" y="84875"/>
                  </a:cubicBezTo>
                  <a:cubicBezTo>
                    <a:pt x="335639" y="84129"/>
                    <a:pt x="335234" y="83383"/>
                    <a:pt x="335234" y="82636"/>
                  </a:cubicBezTo>
                  <a:cubicBezTo>
                    <a:pt x="334829" y="81890"/>
                    <a:pt x="334829" y="81890"/>
                    <a:pt x="334829" y="81144"/>
                  </a:cubicBezTo>
                  <a:cubicBezTo>
                    <a:pt x="331996" y="68459"/>
                    <a:pt x="333210" y="55029"/>
                    <a:pt x="331187" y="43836"/>
                  </a:cubicBezTo>
                  <a:close/>
                  <a:moveTo>
                    <a:pt x="312569" y="31152"/>
                  </a:moveTo>
                  <a:lnTo>
                    <a:pt x="313783" y="31152"/>
                  </a:lnTo>
                  <a:cubicBezTo>
                    <a:pt x="314188" y="31898"/>
                    <a:pt x="314593" y="31898"/>
                    <a:pt x="315402" y="31898"/>
                  </a:cubicBezTo>
                  <a:cubicBezTo>
                    <a:pt x="316616" y="31898"/>
                    <a:pt x="317426" y="32644"/>
                    <a:pt x="318640" y="33390"/>
                  </a:cubicBezTo>
                  <a:lnTo>
                    <a:pt x="321068" y="35629"/>
                  </a:lnTo>
                  <a:cubicBezTo>
                    <a:pt x="321473" y="35629"/>
                    <a:pt x="321473" y="35629"/>
                    <a:pt x="321473" y="36375"/>
                  </a:cubicBezTo>
                  <a:cubicBezTo>
                    <a:pt x="321878" y="37121"/>
                    <a:pt x="321878" y="37121"/>
                    <a:pt x="322283" y="37121"/>
                  </a:cubicBezTo>
                  <a:cubicBezTo>
                    <a:pt x="322687" y="37121"/>
                    <a:pt x="323497" y="38613"/>
                    <a:pt x="323902" y="40106"/>
                  </a:cubicBezTo>
                  <a:cubicBezTo>
                    <a:pt x="325925" y="43836"/>
                    <a:pt x="326735" y="49059"/>
                    <a:pt x="327139" y="54283"/>
                  </a:cubicBezTo>
                  <a:cubicBezTo>
                    <a:pt x="327139" y="62490"/>
                    <a:pt x="327544" y="70698"/>
                    <a:pt x="328758" y="78906"/>
                  </a:cubicBezTo>
                  <a:cubicBezTo>
                    <a:pt x="328354" y="78906"/>
                    <a:pt x="327544" y="78906"/>
                    <a:pt x="327139" y="78159"/>
                  </a:cubicBezTo>
                  <a:cubicBezTo>
                    <a:pt x="325925" y="78159"/>
                    <a:pt x="324711" y="77413"/>
                    <a:pt x="323497" y="75921"/>
                  </a:cubicBezTo>
                  <a:cubicBezTo>
                    <a:pt x="322687" y="75921"/>
                    <a:pt x="322283" y="75175"/>
                    <a:pt x="321878" y="75175"/>
                  </a:cubicBezTo>
                  <a:cubicBezTo>
                    <a:pt x="321473" y="75175"/>
                    <a:pt x="321473" y="74429"/>
                    <a:pt x="321068" y="74429"/>
                  </a:cubicBezTo>
                  <a:lnTo>
                    <a:pt x="320664" y="73683"/>
                  </a:lnTo>
                  <a:cubicBezTo>
                    <a:pt x="319854" y="72936"/>
                    <a:pt x="318640" y="71444"/>
                    <a:pt x="317831" y="69952"/>
                  </a:cubicBezTo>
                  <a:cubicBezTo>
                    <a:pt x="317426" y="69206"/>
                    <a:pt x="317426" y="68459"/>
                    <a:pt x="317021" y="67713"/>
                  </a:cubicBezTo>
                  <a:cubicBezTo>
                    <a:pt x="315807" y="63236"/>
                    <a:pt x="314997" y="58759"/>
                    <a:pt x="314593" y="54283"/>
                  </a:cubicBezTo>
                  <a:cubicBezTo>
                    <a:pt x="314188" y="49059"/>
                    <a:pt x="313783" y="43836"/>
                    <a:pt x="312974" y="39360"/>
                  </a:cubicBezTo>
                  <a:cubicBezTo>
                    <a:pt x="312569" y="36375"/>
                    <a:pt x="312164" y="33390"/>
                    <a:pt x="311355" y="30406"/>
                  </a:cubicBezTo>
                  <a:close/>
                  <a:moveTo>
                    <a:pt x="293142" y="20706"/>
                  </a:moveTo>
                  <a:lnTo>
                    <a:pt x="294761" y="20706"/>
                  </a:lnTo>
                  <a:cubicBezTo>
                    <a:pt x="295975" y="20706"/>
                    <a:pt x="296785" y="21452"/>
                    <a:pt x="297999" y="21452"/>
                  </a:cubicBezTo>
                  <a:cubicBezTo>
                    <a:pt x="298808" y="21452"/>
                    <a:pt x="299213" y="22198"/>
                    <a:pt x="300022" y="22198"/>
                  </a:cubicBezTo>
                  <a:cubicBezTo>
                    <a:pt x="300427" y="22198"/>
                    <a:pt x="300832" y="22198"/>
                    <a:pt x="301237" y="22944"/>
                  </a:cubicBezTo>
                  <a:cubicBezTo>
                    <a:pt x="302046" y="23690"/>
                    <a:pt x="302451" y="23690"/>
                    <a:pt x="303260" y="24436"/>
                  </a:cubicBezTo>
                  <a:cubicBezTo>
                    <a:pt x="305284" y="26675"/>
                    <a:pt x="306903" y="29660"/>
                    <a:pt x="308117" y="33390"/>
                  </a:cubicBezTo>
                  <a:cubicBezTo>
                    <a:pt x="308522" y="34883"/>
                    <a:pt x="308927" y="36375"/>
                    <a:pt x="309331" y="38613"/>
                  </a:cubicBezTo>
                  <a:cubicBezTo>
                    <a:pt x="310141" y="46821"/>
                    <a:pt x="309736" y="58013"/>
                    <a:pt x="311760" y="65475"/>
                  </a:cubicBezTo>
                  <a:cubicBezTo>
                    <a:pt x="310545" y="65475"/>
                    <a:pt x="309736" y="65475"/>
                    <a:pt x="308927" y="64729"/>
                  </a:cubicBezTo>
                  <a:cubicBezTo>
                    <a:pt x="308117" y="63983"/>
                    <a:pt x="308117" y="63983"/>
                    <a:pt x="307712" y="63983"/>
                  </a:cubicBezTo>
                  <a:cubicBezTo>
                    <a:pt x="306093" y="63236"/>
                    <a:pt x="304474" y="62490"/>
                    <a:pt x="302856" y="60998"/>
                  </a:cubicBezTo>
                  <a:cubicBezTo>
                    <a:pt x="302046" y="60252"/>
                    <a:pt x="301237" y="59506"/>
                    <a:pt x="300832" y="58013"/>
                  </a:cubicBezTo>
                  <a:cubicBezTo>
                    <a:pt x="300832" y="58013"/>
                    <a:pt x="300022" y="58013"/>
                    <a:pt x="299618" y="56521"/>
                  </a:cubicBezTo>
                  <a:lnTo>
                    <a:pt x="299213" y="56521"/>
                  </a:lnTo>
                  <a:cubicBezTo>
                    <a:pt x="298808" y="54283"/>
                    <a:pt x="297999" y="52044"/>
                    <a:pt x="297594" y="49806"/>
                  </a:cubicBezTo>
                  <a:cubicBezTo>
                    <a:pt x="295975" y="43090"/>
                    <a:pt x="295570" y="36375"/>
                    <a:pt x="294356" y="29660"/>
                  </a:cubicBezTo>
                  <a:cubicBezTo>
                    <a:pt x="293951" y="27421"/>
                    <a:pt x="293547" y="25183"/>
                    <a:pt x="292737" y="22944"/>
                  </a:cubicBezTo>
                  <a:cubicBezTo>
                    <a:pt x="292737" y="22198"/>
                    <a:pt x="292333" y="21452"/>
                    <a:pt x="291928" y="20706"/>
                  </a:cubicBezTo>
                  <a:close/>
                  <a:moveTo>
                    <a:pt x="272905" y="13244"/>
                  </a:moveTo>
                  <a:lnTo>
                    <a:pt x="273715" y="13244"/>
                  </a:lnTo>
                  <a:cubicBezTo>
                    <a:pt x="276143" y="13244"/>
                    <a:pt x="278167" y="13990"/>
                    <a:pt x="280595" y="14736"/>
                  </a:cubicBezTo>
                  <a:cubicBezTo>
                    <a:pt x="281000" y="14736"/>
                    <a:pt x="281405" y="14736"/>
                    <a:pt x="282214" y="15483"/>
                  </a:cubicBezTo>
                  <a:cubicBezTo>
                    <a:pt x="283024" y="16229"/>
                    <a:pt x="284238" y="16975"/>
                    <a:pt x="285047" y="18467"/>
                  </a:cubicBezTo>
                  <a:cubicBezTo>
                    <a:pt x="285857" y="19213"/>
                    <a:pt x="286666" y="19960"/>
                    <a:pt x="287071" y="21452"/>
                  </a:cubicBezTo>
                  <a:lnTo>
                    <a:pt x="287880" y="22944"/>
                  </a:lnTo>
                  <a:cubicBezTo>
                    <a:pt x="288690" y="25183"/>
                    <a:pt x="289499" y="27421"/>
                    <a:pt x="289904" y="30406"/>
                  </a:cubicBezTo>
                  <a:cubicBezTo>
                    <a:pt x="290309" y="31898"/>
                    <a:pt x="290714" y="34136"/>
                    <a:pt x="291118" y="36375"/>
                  </a:cubicBezTo>
                  <a:cubicBezTo>
                    <a:pt x="291523" y="42344"/>
                    <a:pt x="292333" y="48313"/>
                    <a:pt x="293547" y="53536"/>
                  </a:cubicBezTo>
                  <a:cubicBezTo>
                    <a:pt x="293951" y="54283"/>
                    <a:pt x="293951" y="55029"/>
                    <a:pt x="293951" y="55775"/>
                  </a:cubicBezTo>
                  <a:lnTo>
                    <a:pt x="291118" y="55775"/>
                  </a:lnTo>
                  <a:cubicBezTo>
                    <a:pt x="290714" y="55029"/>
                    <a:pt x="290714" y="55029"/>
                    <a:pt x="289904" y="55029"/>
                  </a:cubicBezTo>
                  <a:cubicBezTo>
                    <a:pt x="289095" y="55029"/>
                    <a:pt x="288285" y="54283"/>
                    <a:pt x="287880" y="54283"/>
                  </a:cubicBezTo>
                  <a:cubicBezTo>
                    <a:pt x="287476" y="54283"/>
                    <a:pt x="287071" y="53536"/>
                    <a:pt x="286666" y="53536"/>
                  </a:cubicBezTo>
                  <a:cubicBezTo>
                    <a:pt x="286262" y="53536"/>
                    <a:pt x="285047" y="52790"/>
                    <a:pt x="284643" y="52790"/>
                  </a:cubicBezTo>
                  <a:cubicBezTo>
                    <a:pt x="284238" y="52790"/>
                    <a:pt x="283024" y="50552"/>
                    <a:pt x="281809" y="49806"/>
                  </a:cubicBezTo>
                  <a:lnTo>
                    <a:pt x="281000" y="48313"/>
                  </a:lnTo>
                  <a:cubicBezTo>
                    <a:pt x="281000" y="47567"/>
                    <a:pt x="280595" y="47567"/>
                    <a:pt x="280595" y="46821"/>
                  </a:cubicBezTo>
                  <a:cubicBezTo>
                    <a:pt x="278167" y="37867"/>
                    <a:pt x="275738" y="28167"/>
                    <a:pt x="273715" y="18467"/>
                  </a:cubicBezTo>
                  <a:cubicBezTo>
                    <a:pt x="273310" y="16975"/>
                    <a:pt x="272905" y="15483"/>
                    <a:pt x="272096" y="13990"/>
                  </a:cubicBezTo>
                  <a:close/>
                  <a:moveTo>
                    <a:pt x="252669" y="9513"/>
                  </a:moveTo>
                  <a:cubicBezTo>
                    <a:pt x="253074" y="9513"/>
                    <a:pt x="253478" y="9513"/>
                    <a:pt x="254288" y="8767"/>
                  </a:cubicBezTo>
                  <a:lnTo>
                    <a:pt x="257121" y="8767"/>
                  </a:lnTo>
                  <a:cubicBezTo>
                    <a:pt x="257930" y="8767"/>
                    <a:pt x="258740" y="8767"/>
                    <a:pt x="259549" y="9513"/>
                  </a:cubicBezTo>
                  <a:cubicBezTo>
                    <a:pt x="259954" y="9513"/>
                    <a:pt x="260763" y="9513"/>
                    <a:pt x="261168" y="10260"/>
                  </a:cubicBezTo>
                  <a:cubicBezTo>
                    <a:pt x="263192" y="11006"/>
                    <a:pt x="265215" y="12498"/>
                    <a:pt x="266834" y="15483"/>
                  </a:cubicBezTo>
                  <a:cubicBezTo>
                    <a:pt x="268858" y="18467"/>
                    <a:pt x="270072" y="22944"/>
                    <a:pt x="270882" y="27421"/>
                  </a:cubicBezTo>
                  <a:cubicBezTo>
                    <a:pt x="272096" y="32644"/>
                    <a:pt x="272501" y="38613"/>
                    <a:pt x="273715" y="43836"/>
                  </a:cubicBezTo>
                  <a:cubicBezTo>
                    <a:pt x="274120" y="45329"/>
                    <a:pt x="274524" y="46821"/>
                    <a:pt x="275334" y="48313"/>
                  </a:cubicBezTo>
                  <a:cubicBezTo>
                    <a:pt x="274929" y="49059"/>
                    <a:pt x="274524" y="49059"/>
                    <a:pt x="273715" y="49059"/>
                  </a:cubicBezTo>
                  <a:cubicBezTo>
                    <a:pt x="272905" y="49059"/>
                    <a:pt x="271691" y="49059"/>
                    <a:pt x="270882" y="48313"/>
                  </a:cubicBezTo>
                  <a:cubicBezTo>
                    <a:pt x="269668" y="48313"/>
                    <a:pt x="268453" y="48313"/>
                    <a:pt x="267239" y="47567"/>
                  </a:cubicBezTo>
                  <a:cubicBezTo>
                    <a:pt x="265620" y="46821"/>
                    <a:pt x="264001" y="45329"/>
                    <a:pt x="262787" y="43090"/>
                  </a:cubicBezTo>
                  <a:cubicBezTo>
                    <a:pt x="262382" y="42344"/>
                    <a:pt x="261978" y="40852"/>
                    <a:pt x="261573" y="40106"/>
                  </a:cubicBezTo>
                  <a:cubicBezTo>
                    <a:pt x="260763" y="38613"/>
                    <a:pt x="260359" y="37121"/>
                    <a:pt x="259954" y="35629"/>
                  </a:cubicBezTo>
                  <a:cubicBezTo>
                    <a:pt x="259144" y="32644"/>
                    <a:pt x="258335" y="28913"/>
                    <a:pt x="257526" y="26675"/>
                  </a:cubicBezTo>
                  <a:cubicBezTo>
                    <a:pt x="256716" y="22944"/>
                    <a:pt x="255907" y="19960"/>
                    <a:pt x="254692" y="16229"/>
                  </a:cubicBezTo>
                  <a:cubicBezTo>
                    <a:pt x="253883" y="13990"/>
                    <a:pt x="253074" y="11752"/>
                    <a:pt x="252669" y="9513"/>
                  </a:cubicBezTo>
                  <a:close/>
                  <a:moveTo>
                    <a:pt x="232432" y="8767"/>
                  </a:moveTo>
                  <a:cubicBezTo>
                    <a:pt x="233242" y="8021"/>
                    <a:pt x="234051" y="8021"/>
                    <a:pt x="234861" y="8021"/>
                  </a:cubicBezTo>
                  <a:lnTo>
                    <a:pt x="235670" y="8021"/>
                  </a:lnTo>
                  <a:cubicBezTo>
                    <a:pt x="237694" y="7275"/>
                    <a:pt x="239717" y="7275"/>
                    <a:pt x="241741" y="8021"/>
                  </a:cubicBezTo>
                  <a:cubicBezTo>
                    <a:pt x="244169" y="8767"/>
                    <a:pt x="246193" y="11006"/>
                    <a:pt x="247812" y="13990"/>
                  </a:cubicBezTo>
                  <a:cubicBezTo>
                    <a:pt x="248621" y="15483"/>
                    <a:pt x="249431" y="16975"/>
                    <a:pt x="249836" y="18467"/>
                  </a:cubicBezTo>
                  <a:cubicBezTo>
                    <a:pt x="251455" y="24436"/>
                    <a:pt x="252669" y="31152"/>
                    <a:pt x="254288" y="37121"/>
                  </a:cubicBezTo>
                  <a:lnTo>
                    <a:pt x="256716" y="43836"/>
                  </a:lnTo>
                  <a:cubicBezTo>
                    <a:pt x="255907" y="44583"/>
                    <a:pt x="255097" y="44583"/>
                    <a:pt x="254288" y="44583"/>
                  </a:cubicBezTo>
                  <a:lnTo>
                    <a:pt x="249836" y="44583"/>
                  </a:lnTo>
                  <a:cubicBezTo>
                    <a:pt x="249026" y="44583"/>
                    <a:pt x="248621" y="44583"/>
                    <a:pt x="247812" y="43836"/>
                  </a:cubicBezTo>
                  <a:cubicBezTo>
                    <a:pt x="246193" y="43836"/>
                    <a:pt x="244979" y="42344"/>
                    <a:pt x="243765" y="40852"/>
                  </a:cubicBezTo>
                  <a:cubicBezTo>
                    <a:pt x="242955" y="39360"/>
                    <a:pt x="242146" y="37867"/>
                    <a:pt x="241741" y="36375"/>
                  </a:cubicBezTo>
                  <a:cubicBezTo>
                    <a:pt x="239313" y="30406"/>
                    <a:pt x="237289" y="24436"/>
                    <a:pt x="235670" y="17721"/>
                  </a:cubicBezTo>
                  <a:cubicBezTo>
                    <a:pt x="235265" y="16975"/>
                    <a:pt x="234861" y="16229"/>
                    <a:pt x="234861" y="15483"/>
                  </a:cubicBezTo>
                  <a:cubicBezTo>
                    <a:pt x="234051" y="13244"/>
                    <a:pt x="232837" y="11006"/>
                    <a:pt x="232027" y="8767"/>
                  </a:cubicBezTo>
                  <a:close/>
                  <a:moveTo>
                    <a:pt x="212196" y="11752"/>
                  </a:moveTo>
                  <a:cubicBezTo>
                    <a:pt x="213410" y="11006"/>
                    <a:pt x="214219" y="10260"/>
                    <a:pt x="215433" y="10260"/>
                  </a:cubicBezTo>
                  <a:cubicBezTo>
                    <a:pt x="215838" y="9513"/>
                    <a:pt x="216648" y="9513"/>
                    <a:pt x="217052" y="9513"/>
                  </a:cubicBezTo>
                  <a:cubicBezTo>
                    <a:pt x="217862" y="8767"/>
                    <a:pt x="218671" y="8767"/>
                    <a:pt x="219886" y="8767"/>
                  </a:cubicBezTo>
                  <a:cubicBezTo>
                    <a:pt x="220695" y="8767"/>
                    <a:pt x="221504" y="8767"/>
                    <a:pt x="222314" y="9513"/>
                  </a:cubicBezTo>
                  <a:cubicBezTo>
                    <a:pt x="223123" y="9513"/>
                    <a:pt x="223933" y="10260"/>
                    <a:pt x="225147" y="10260"/>
                  </a:cubicBezTo>
                  <a:lnTo>
                    <a:pt x="227575" y="12498"/>
                  </a:lnTo>
                  <a:cubicBezTo>
                    <a:pt x="228385" y="13244"/>
                    <a:pt x="228790" y="13990"/>
                    <a:pt x="229194" y="15483"/>
                  </a:cubicBezTo>
                  <a:cubicBezTo>
                    <a:pt x="231623" y="21452"/>
                    <a:pt x="233646" y="27421"/>
                    <a:pt x="235265" y="34136"/>
                  </a:cubicBezTo>
                  <a:cubicBezTo>
                    <a:pt x="235670" y="34883"/>
                    <a:pt x="235670" y="35629"/>
                    <a:pt x="236075" y="36375"/>
                  </a:cubicBezTo>
                  <a:cubicBezTo>
                    <a:pt x="236884" y="38613"/>
                    <a:pt x="237289" y="40106"/>
                    <a:pt x="238503" y="41598"/>
                  </a:cubicBezTo>
                  <a:cubicBezTo>
                    <a:pt x="237289" y="42344"/>
                    <a:pt x="236480" y="43090"/>
                    <a:pt x="235670" y="43090"/>
                  </a:cubicBezTo>
                  <a:lnTo>
                    <a:pt x="234861" y="43090"/>
                  </a:lnTo>
                  <a:cubicBezTo>
                    <a:pt x="232837" y="43836"/>
                    <a:pt x="230813" y="44583"/>
                    <a:pt x="228790" y="43836"/>
                  </a:cubicBezTo>
                  <a:cubicBezTo>
                    <a:pt x="228385" y="43836"/>
                    <a:pt x="227575" y="43090"/>
                    <a:pt x="227171" y="43090"/>
                  </a:cubicBezTo>
                  <a:cubicBezTo>
                    <a:pt x="226361" y="42344"/>
                    <a:pt x="225957" y="42344"/>
                    <a:pt x="225147" y="41598"/>
                  </a:cubicBezTo>
                  <a:cubicBezTo>
                    <a:pt x="225147" y="41598"/>
                    <a:pt x="224742" y="41598"/>
                    <a:pt x="224742" y="40852"/>
                  </a:cubicBezTo>
                  <a:cubicBezTo>
                    <a:pt x="223933" y="39360"/>
                    <a:pt x="222719" y="37867"/>
                    <a:pt x="221909" y="36375"/>
                  </a:cubicBezTo>
                  <a:cubicBezTo>
                    <a:pt x="221100" y="34883"/>
                    <a:pt x="220290" y="32644"/>
                    <a:pt x="219481" y="31152"/>
                  </a:cubicBezTo>
                  <a:cubicBezTo>
                    <a:pt x="218671" y="29660"/>
                    <a:pt x="217862" y="25929"/>
                    <a:pt x="216648" y="23690"/>
                  </a:cubicBezTo>
                  <a:cubicBezTo>
                    <a:pt x="216243" y="22944"/>
                    <a:pt x="215433" y="20706"/>
                    <a:pt x="215029" y="19960"/>
                  </a:cubicBezTo>
                  <a:cubicBezTo>
                    <a:pt x="214219" y="17721"/>
                    <a:pt x="213005" y="14736"/>
                    <a:pt x="211791" y="13244"/>
                  </a:cubicBezTo>
                  <a:lnTo>
                    <a:pt x="211386" y="12498"/>
                  </a:lnTo>
                  <a:close/>
                  <a:moveTo>
                    <a:pt x="191959" y="16975"/>
                  </a:moveTo>
                  <a:lnTo>
                    <a:pt x="194792" y="15483"/>
                  </a:lnTo>
                  <a:cubicBezTo>
                    <a:pt x="195197" y="15483"/>
                    <a:pt x="195602" y="14736"/>
                    <a:pt x="196411" y="14736"/>
                  </a:cubicBezTo>
                  <a:cubicBezTo>
                    <a:pt x="198030" y="13990"/>
                    <a:pt x="200458" y="13244"/>
                    <a:pt x="202887" y="13990"/>
                  </a:cubicBezTo>
                  <a:cubicBezTo>
                    <a:pt x="203696" y="13990"/>
                    <a:pt x="204506" y="14736"/>
                    <a:pt x="205720" y="14736"/>
                  </a:cubicBezTo>
                  <a:cubicBezTo>
                    <a:pt x="207339" y="16229"/>
                    <a:pt x="208553" y="17721"/>
                    <a:pt x="209767" y="19213"/>
                  </a:cubicBezTo>
                  <a:cubicBezTo>
                    <a:pt x="210981" y="21452"/>
                    <a:pt x="211791" y="22944"/>
                    <a:pt x="212600" y="25929"/>
                  </a:cubicBezTo>
                  <a:cubicBezTo>
                    <a:pt x="213410" y="28913"/>
                    <a:pt x="214219" y="31898"/>
                    <a:pt x="215029" y="35629"/>
                  </a:cubicBezTo>
                  <a:cubicBezTo>
                    <a:pt x="215433" y="37121"/>
                    <a:pt x="216243" y="38613"/>
                    <a:pt x="216648" y="40106"/>
                  </a:cubicBezTo>
                  <a:cubicBezTo>
                    <a:pt x="217457" y="41598"/>
                    <a:pt x="218267" y="43090"/>
                    <a:pt x="219076" y="43836"/>
                  </a:cubicBezTo>
                  <a:cubicBezTo>
                    <a:pt x="218267" y="44583"/>
                    <a:pt x="217862" y="44583"/>
                    <a:pt x="217052" y="44583"/>
                  </a:cubicBezTo>
                  <a:cubicBezTo>
                    <a:pt x="216648" y="45329"/>
                    <a:pt x="215838" y="45329"/>
                    <a:pt x="215433" y="45329"/>
                  </a:cubicBezTo>
                  <a:cubicBezTo>
                    <a:pt x="215029" y="45329"/>
                    <a:pt x="213410" y="46075"/>
                    <a:pt x="212196" y="46075"/>
                  </a:cubicBezTo>
                  <a:lnTo>
                    <a:pt x="209362" y="46075"/>
                  </a:lnTo>
                  <a:lnTo>
                    <a:pt x="205720" y="44583"/>
                  </a:lnTo>
                  <a:cubicBezTo>
                    <a:pt x="205720" y="43836"/>
                    <a:pt x="205315" y="43836"/>
                    <a:pt x="205315" y="43836"/>
                  </a:cubicBezTo>
                  <a:cubicBezTo>
                    <a:pt x="204506" y="42344"/>
                    <a:pt x="203292" y="40852"/>
                    <a:pt x="202482" y="39360"/>
                  </a:cubicBezTo>
                  <a:cubicBezTo>
                    <a:pt x="200458" y="35629"/>
                    <a:pt x="198030" y="30406"/>
                    <a:pt x="196006" y="25929"/>
                  </a:cubicBezTo>
                  <a:lnTo>
                    <a:pt x="194387" y="22944"/>
                  </a:lnTo>
                  <a:cubicBezTo>
                    <a:pt x="193578" y="20706"/>
                    <a:pt x="192364" y="19213"/>
                    <a:pt x="191150" y="17721"/>
                  </a:cubicBezTo>
                  <a:close/>
                  <a:moveTo>
                    <a:pt x="172127" y="26675"/>
                  </a:moveTo>
                  <a:cubicBezTo>
                    <a:pt x="172532" y="25929"/>
                    <a:pt x="172937" y="25929"/>
                    <a:pt x="173341" y="25929"/>
                  </a:cubicBezTo>
                  <a:lnTo>
                    <a:pt x="176984" y="23690"/>
                  </a:lnTo>
                  <a:cubicBezTo>
                    <a:pt x="176984" y="23690"/>
                    <a:pt x="176984" y="22944"/>
                    <a:pt x="177389" y="22944"/>
                  </a:cubicBezTo>
                  <a:cubicBezTo>
                    <a:pt x="177793" y="22944"/>
                    <a:pt x="178198" y="22198"/>
                    <a:pt x="179008" y="22198"/>
                  </a:cubicBezTo>
                  <a:cubicBezTo>
                    <a:pt x="180627" y="21452"/>
                    <a:pt x="182245" y="21452"/>
                    <a:pt x="183864" y="21452"/>
                  </a:cubicBezTo>
                  <a:lnTo>
                    <a:pt x="184674" y="21452"/>
                  </a:lnTo>
                  <a:cubicBezTo>
                    <a:pt x="185079" y="22198"/>
                    <a:pt x="185888" y="22198"/>
                    <a:pt x="186293" y="22198"/>
                  </a:cubicBezTo>
                  <a:cubicBezTo>
                    <a:pt x="186698" y="22198"/>
                    <a:pt x="186698" y="22944"/>
                    <a:pt x="187102" y="22944"/>
                  </a:cubicBezTo>
                  <a:lnTo>
                    <a:pt x="190745" y="27421"/>
                  </a:lnTo>
                  <a:cubicBezTo>
                    <a:pt x="192364" y="30406"/>
                    <a:pt x="193578" y="33390"/>
                    <a:pt x="194792" y="36375"/>
                  </a:cubicBezTo>
                  <a:cubicBezTo>
                    <a:pt x="195197" y="37121"/>
                    <a:pt x="195602" y="38613"/>
                    <a:pt x="196411" y="39360"/>
                  </a:cubicBezTo>
                  <a:cubicBezTo>
                    <a:pt x="197625" y="43090"/>
                    <a:pt x="199244" y="45329"/>
                    <a:pt x="200863" y="48313"/>
                  </a:cubicBezTo>
                  <a:cubicBezTo>
                    <a:pt x="199244" y="49059"/>
                    <a:pt x="197625" y="50552"/>
                    <a:pt x="196411" y="51298"/>
                  </a:cubicBezTo>
                  <a:cubicBezTo>
                    <a:pt x="196006" y="52044"/>
                    <a:pt x="195602" y="52044"/>
                    <a:pt x="194792" y="52044"/>
                  </a:cubicBezTo>
                  <a:cubicBezTo>
                    <a:pt x="193578" y="52790"/>
                    <a:pt x="191959" y="53536"/>
                    <a:pt x="190745" y="52790"/>
                  </a:cubicBezTo>
                  <a:cubicBezTo>
                    <a:pt x="189935" y="52790"/>
                    <a:pt x="188721" y="52044"/>
                    <a:pt x="187912" y="52044"/>
                  </a:cubicBezTo>
                  <a:cubicBezTo>
                    <a:pt x="187507" y="52044"/>
                    <a:pt x="187507" y="52044"/>
                    <a:pt x="187507" y="51298"/>
                  </a:cubicBezTo>
                  <a:cubicBezTo>
                    <a:pt x="187507" y="50552"/>
                    <a:pt x="186293" y="50552"/>
                    <a:pt x="186293" y="49806"/>
                  </a:cubicBezTo>
                  <a:lnTo>
                    <a:pt x="184674" y="48313"/>
                  </a:lnTo>
                  <a:cubicBezTo>
                    <a:pt x="184674" y="47567"/>
                    <a:pt x="184269" y="47567"/>
                    <a:pt x="184269" y="47567"/>
                  </a:cubicBezTo>
                  <a:lnTo>
                    <a:pt x="183864" y="46821"/>
                  </a:lnTo>
                  <a:cubicBezTo>
                    <a:pt x="182245" y="43836"/>
                    <a:pt x="180222" y="40852"/>
                    <a:pt x="179008" y="37867"/>
                  </a:cubicBezTo>
                  <a:cubicBezTo>
                    <a:pt x="177793" y="37121"/>
                    <a:pt x="177793" y="35629"/>
                    <a:pt x="176984" y="34883"/>
                  </a:cubicBezTo>
                  <a:lnTo>
                    <a:pt x="176579" y="34883"/>
                  </a:lnTo>
                  <a:cubicBezTo>
                    <a:pt x="175365" y="32644"/>
                    <a:pt x="174151" y="31152"/>
                    <a:pt x="172937" y="28913"/>
                  </a:cubicBezTo>
                  <a:cubicBezTo>
                    <a:pt x="172532" y="28167"/>
                    <a:pt x="171722" y="27421"/>
                    <a:pt x="171318" y="26675"/>
                  </a:cubicBezTo>
                  <a:close/>
                  <a:moveTo>
                    <a:pt x="152700" y="38613"/>
                  </a:moveTo>
                  <a:cubicBezTo>
                    <a:pt x="153105" y="37867"/>
                    <a:pt x="153510" y="37867"/>
                    <a:pt x="154319" y="37121"/>
                  </a:cubicBezTo>
                  <a:cubicBezTo>
                    <a:pt x="155128" y="36375"/>
                    <a:pt x="154724" y="36375"/>
                    <a:pt x="155128" y="36375"/>
                  </a:cubicBezTo>
                  <a:cubicBezTo>
                    <a:pt x="156343" y="35629"/>
                    <a:pt x="157152" y="34136"/>
                    <a:pt x="158366" y="33390"/>
                  </a:cubicBezTo>
                  <a:cubicBezTo>
                    <a:pt x="159176" y="32644"/>
                    <a:pt x="160390" y="31898"/>
                    <a:pt x="161604" y="31898"/>
                  </a:cubicBezTo>
                  <a:cubicBezTo>
                    <a:pt x="162009" y="31898"/>
                    <a:pt x="162414" y="31152"/>
                    <a:pt x="163223" y="31152"/>
                  </a:cubicBezTo>
                  <a:cubicBezTo>
                    <a:pt x="164437" y="31152"/>
                    <a:pt x="165651" y="31152"/>
                    <a:pt x="166866" y="31898"/>
                  </a:cubicBezTo>
                  <a:cubicBezTo>
                    <a:pt x="167675" y="32644"/>
                    <a:pt x="168485" y="33390"/>
                    <a:pt x="169699" y="34136"/>
                  </a:cubicBezTo>
                  <a:cubicBezTo>
                    <a:pt x="171318" y="35629"/>
                    <a:pt x="172532" y="37867"/>
                    <a:pt x="173746" y="40106"/>
                  </a:cubicBezTo>
                  <a:cubicBezTo>
                    <a:pt x="174960" y="42344"/>
                    <a:pt x="176174" y="45329"/>
                    <a:pt x="177389" y="46821"/>
                  </a:cubicBezTo>
                  <a:cubicBezTo>
                    <a:pt x="177389" y="46821"/>
                    <a:pt x="177389" y="47567"/>
                    <a:pt x="177793" y="47567"/>
                  </a:cubicBezTo>
                  <a:cubicBezTo>
                    <a:pt x="178198" y="49059"/>
                    <a:pt x="178603" y="49806"/>
                    <a:pt x="179412" y="50552"/>
                  </a:cubicBezTo>
                  <a:cubicBezTo>
                    <a:pt x="180627" y="52044"/>
                    <a:pt x="181841" y="54283"/>
                    <a:pt x="183055" y="55775"/>
                  </a:cubicBezTo>
                  <a:lnTo>
                    <a:pt x="179412" y="58759"/>
                  </a:lnTo>
                  <a:cubicBezTo>
                    <a:pt x="179008" y="58759"/>
                    <a:pt x="178198" y="59506"/>
                    <a:pt x="177793" y="59506"/>
                  </a:cubicBezTo>
                  <a:lnTo>
                    <a:pt x="177389" y="59506"/>
                  </a:lnTo>
                  <a:lnTo>
                    <a:pt x="173746" y="60998"/>
                  </a:lnTo>
                  <a:cubicBezTo>
                    <a:pt x="172532" y="60998"/>
                    <a:pt x="170913" y="60998"/>
                    <a:pt x="169699" y="60252"/>
                  </a:cubicBezTo>
                  <a:cubicBezTo>
                    <a:pt x="168889" y="59506"/>
                    <a:pt x="168080" y="58759"/>
                    <a:pt x="166866" y="57267"/>
                  </a:cubicBezTo>
                  <a:cubicBezTo>
                    <a:pt x="165651" y="55775"/>
                    <a:pt x="164033" y="54283"/>
                    <a:pt x="163223" y="52044"/>
                  </a:cubicBezTo>
                  <a:cubicBezTo>
                    <a:pt x="162818" y="51298"/>
                    <a:pt x="162414" y="50552"/>
                    <a:pt x="161604" y="49806"/>
                  </a:cubicBezTo>
                  <a:cubicBezTo>
                    <a:pt x="160795" y="48313"/>
                    <a:pt x="159580" y="46075"/>
                    <a:pt x="158366" y="44583"/>
                  </a:cubicBezTo>
                  <a:cubicBezTo>
                    <a:pt x="157152" y="43090"/>
                    <a:pt x="156343" y="41598"/>
                    <a:pt x="155128" y="39360"/>
                  </a:cubicBezTo>
                  <a:cubicBezTo>
                    <a:pt x="154724" y="38613"/>
                    <a:pt x="154724" y="38613"/>
                    <a:pt x="154319" y="38613"/>
                  </a:cubicBezTo>
                  <a:lnTo>
                    <a:pt x="152700" y="38613"/>
                  </a:lnTo>
                  <a:close/>
                  <a:moveTo>
                    <a:pt x="134082" y="53536"/>
                  </a:moveTo>
                  <a:cubicBezTo>
                    <a:pt x="134487" y="52790"/>
                    <a:pt x="134892" y="52790"/>
                    <a:pt x="135701" y="52044"/>
                  </a:cubicBezTo>
                  <a:cubicBezTo>
                    <a:pt x="135701" y="51298"/>
                    <a:pt x="136511" y="50552"/>
                    <a:pt x="136916" y="50552"/>
                  </a:cubicBezTo>
                  <a:cubicBezTo>
                    <a:pt x="137320" y="50552"/>
                    <a:pt x="137320" y="49806"/>
                    <a:pt x="137725" y="49806"/>
                  </a:cubicBezTo>
                  <a:cubicBezTo>
                    <a:pt x="138130" y="49806"/>
                    <a:pt x="138534" y="49059"/>
                    <a:pt x="138939" y="49059"/>
                  </a:cubicBezTo>
                  <a:cubicBezTo>
                    <a:pt x="139344" y="48313"/>
                    <a:pt x="139749" y="48313"/>
                    <a:pt x="140153" y="48313"/>
                  </a:cubicBezTo>
                  <a:cubicBezTo>
                    <a:pt x="142177" y="46821"/>
                    <a:pt x="144201" y="46075"/>
                    <a:pt x="146224" y="46075"/>
                  </a:cubicBezTo>
                  <a:cubicBezTo>
                    <a:pt x="147843" y="46075"/>
                    <a:pt x="149057" y="46821"/>
                    <a:pt x="150272" y="48313"/>
                  </a:cubicBezTo>
                  <a:lnTo>
                    <a:pt x="151891" y="49806"/>
                  </a:lnTo>
                  <a:cubicBezTo>
                    <a:pt x="152700" y="49806"/>
                    <a:pt x="153510" y="50552"/>
                    <a:pt x="153914" y="52044"/>
                  </a:cubicBezTo>
                  <a:cubicBezTo>
                    <a:pt x="154319" y="52044"/>
                    <a:pt x="154319" y="52790"/>
                    <a:pt x="154724" y="52790"/>
                  </a:cubicBezTo>
                  <a:cubicBezTo>
                    <a:pt x="155938" y="54283"/>
                    <a:pt x="156747" y="56521"/>
                    <a:pt x="157962" y="58759"/>
                  </a:cubicBezTo>
                  <a:cubicBezTo>
                    <a:pt x="159176" y="60252"/>
                    <a:pt x="159985" y="61744"/>
                    <a:pt x="161199" y="63236"/>
                  </a:cubicBezTo>
                  <a:cubicBezTo>
                    <a:pt x="161604" y="63983"/>
                    <a:pt x="162009" y="63983"/>
                    <a:pt x="162818" y="64729"/>
                  </a:cubicBezTo>
                  <a:cubicBezTo>
                    <a:pt x="163628" y="65475"/>
                    <a:pt x="163628" y="65475"/>
                    <a:pt x="164033" y="66221"/>
                  </a:cubicBezTo>
                  <a:cubicBezTo>
                    <a:pt x="163628" y="66967"/>
                    <a:pt x="163223" y="66967"/>
                    <a:pt x="162818" y="66967"/>
                  </a:cubicBezTo>
                  <a:cubicBezTo>
                    <a:pt x="162414" y="67713"/>
                    <a:pt x="162009" y="67713"/>
                    <a:pt x="161199" y="68459"/>
                  </a:cubicBezTo>
                  <a:cubicBezTo>
                    <a:pt x="160390" y="69206"/>
                    <a:pt x="159176" y="70698"/>
                    <a:pt x="157962" y="71444"/>
                  </a:cubicBezTo>
                  <a:cubicBezTo>
                    <a:pt x="157152" y="72190"/>
                    <a:pt x="155938" y="72936"/>
                    <a:pt x="154724" y="72936"/>
                  </a:cubicBezTo>
                  <a:cubicBezTo>
                    <a:pt x="154319" y="73683"/>
                    <a:pt x="154319" y="73683"/>
                    <a:pt x="153914" y="73683"/>
                  </a:cubicBezTo>
                  <a:lnTo>
                    <a:pt x="151891" y="73683"/>
                  </a:lnTo>
                  <a:cubicBezTo>
                    <a:pt x="151891" y="73683"/>
                    <a:pt x="151486" y="73683"/>
                    <a:pt x="151486" y="72936"/>
                  </a:cubicBezTo>
                  <a:cubicBezTo>
                    <a:pt x="151081" y="72936"/>
                    <a:pt x="150676" y="72190"/>
                    <a:pt x="149867" y="72190"/>
                  </a:cubicBezTo>
                  <a:cubicBezTo>
                    <a:pt x="148248" y="70698"/>
                    <a:pt x="147034" y="69952"/>
                    <a:pt x="145820" y="67713"/>
                  </a:cubicBezTo>
                  <a:cubicBezTo>
                    <a:pt x="143796" y="65475"/>
                    <a:pt x="141772" y="63236"/>
                    <a:pt x="139749" y="60252"/>
                  </a:cubicBezTo>
                  <a:cubicBezTo>
                    <a:pt x="139344" y="59506"/>
                    <a:pt x="138939" y="59506"/>
                    <a:pt x="138534" y="59506"/>
                  </a:cubicBezTo>
                  <a:lnTo>
                    <a:pt x="137320" y="57267"/>
                  </a:lnTo>
                  <a:cubicBezTo>
                    <a:pt x="136916" y="56521"/>
                    <a:pt x="137320" y="58013"/>
                    <a:pt x="136916" y="58013"/>
                  </a:cubicBezTo>
                  <a:cubicBezTo>
                    <a:pt x="136511" y="57267"/>
                    <a:pt x="135701" y="57267"/>
                    <a:pt x="135297" y="56521"/>
                  </a:cubicBezTo>
                  <a:cubicBezTo>
                    <a:pt x="134892" y="55775"/>
                    <a:pt x="134082" y="55775"/>
                    <a:pt x="133678" y="55775"/>
                  </a:cubicBezTo>
                  <a:close/>
                  <a:moveTo>
                    <a:pt x="116274" y="72190"/>
                  </a:moveTo>
                  <a:cubicBezTo>
                    <a:pt x="117084" y="71444"/>
                    <a:pt x="117488" y="70698"/>
                    <a:pt x="117893" y="69952"/>
                  </a:cubicBezTo>
                  <a:cubicBezTo>
                    <a:pt x="119107" y="67713"/>
                    <a:pt x="121131" y="65475"/>
                    <a:pt x="122750" y="63983"/>
                  </a:cubicBezTo>
                  <a:cubicBezTo>
                    <a:pt x="123155" y="63236"/>
                    <a:pt x="123559" y="63236"/>
                    <a:pt x="123964" y="63236"/>
                  </a:cubicBezTo>
                  <a:cubicBezTo>
                    <a:pt x="125178" y="62490"/>
                    <a:pt x="126392" y="62490"/>
                    <a:pt x="127607" y="62490"/>
                  </a:cubicBezTo>
                  <a:cubicBezTo>
                    <a:pt x="128011" y="61744"/>
                    <a:pt x="128821" y="61744"/>
                    <a:pt x="129226" y="62490"/>
                  </a:cubicBezTo>
                  <a:cubicBezTo>
                    <a:pt x="130035" y="62490"/>
                    <a:pt x="130440" y="62490"/>
                    <a:pt x="131249" y="63236"/>
                  </a:cubicBezTo>
                  <a:cubicBezTo>
                    <a:pt x="132463" y="63983"/>
                    <a:pt x="134082" y="65475"/>
                    <a:pt x="134892" y="66221"/>
                  </a:cubicBezTo>
                  <a:cubicBezTo>
                    <a:pt x="135297" y="66967"/>
                    <a:pt x="135701" y="67713"/>
                    <a:pt x="136511" y="67713"/>
                  </a:cubicBezTo>
                  <a:lnTo>
                    <a:pt x="137320" y="69206"/>
                  </a:lnTo>
                  <a:cubicBezTo>
                    <a:pt x="137725" y="69952"/>
                    <a:pt x="138130" y="69952"/>
                    <a:pt x="138534" y="70698"/>
                  </a:cubicBezTo>
                  <a:lnTo>
                    <a:pt x="139749" y="72936"/>
                  </a:lnTo>
                  <a:cubicBezTo>
                    <a:pt x="141772" y="75921"/>
                    <a:pt x="143796" y="78159"/>
                    <a:pt x="145820" y="79652"/>
                  </a:cubicBezTo>
                  <a:lnTo>
                    <a:pt x="146224" y="79652"/>
                  </a:lnTo>
                  <a:cubicBezTo>
                    <a:pt x="146629" y="80398"/>
                    <a:pt x="146224" y="80398"/>
                    <a:pt x="146224" y="80398"/>
                  </a:cubicBezTo>
                  <a:cubicBezTo>
                    <a:pt x="144201" y="83383"/>
                    <a:pt x="142177" y="85621"/>
                    <a:pt x="140153" y="87113"/>
                  </a:cubicBezTo>
                  <a:cubicBezTo>
                    <a:pt x="139749" y="87859"/>
                    <a:pt x="139749" y="87859"/>
                    <a:pt x="138939" y="87859"/>
                  </a:cubicBezTo>
                  <a:cubicBezTo>
                    <a:pt x="138130" y="87859"/>
                    <a:pt x="138130" y="88606"/>
                    <a:pt x="137725" y="88606"/>
                  </a:cubicBezTo>
                  <a:cubicBezTo>
                    <a:pt x="137320" y="88606"/>
                    <a:pt x="137320" y="89352"/>
                    <a:pt x="136916" y="89352"/>
                  </a:cubicBezTo>
                  <a:lnTo>
                    <a:pt x="134487" y="89352"/>
                  </a:lnTo>
                  <a:lnTo>
                    <a:pt x="131654" y="87859"/>
                  </a:lnTo>
                  <a:cubicBezTo>
                    <a:pt x="130845" y="87113"/>
                    <a:pt x="130035" y="86367"/>
                    <a:pt x="129630" y="85621"/>
                  </a:cubicBezTo>
                  <a:cubicBezTo>
                    <a:pt x="128821" y="85621"/>
                    <a:pt x="128416" y="84875"/>
                    <a:pt x="128011" y="84875"/>
                  </a:cubicBezTo>
                  <a:lnTo>
                    <a:pt x="124369" y="80398"/>
                  </a:lnTo>
                  <a:cubicBezTo>
                    <a:pt x="123964" y="79652"/>
                    <a:pt x="123964" y="79652"/>
                    <a:pt x="123155" y="79652"/>
                  </a:cubicBezTo>
                  <a:cubicBezTo>
                    <a:pt x="121536" y="77413"/>
                    <a:pt x="119917" y="75921"/>
                    <a:pt x="117893" y="75175"/>
                  </a:cubicBezTo>
                  <a:cubicBezTo>
                    <a:pt x="117488" y="74429"/>
                    <a:pt x="117488" y="74429"/>
                    <a:pt x="116679" y="74429"/>
                  </a:cubicBezTo>
                  <a:lnTo>
                    <a:pt x="116274" y="74429"/>
                  </a:lnTo>
                  <a:close/>
                  <a:moveTo>
                    <a:pt x="99275" y="93083"/>
                  </a:moveTo>
                  <a:cubicBezTo>
                    <a:pt x="100894" y="90098"/>
                    <a:pt x="102513" y="87859"/>
                    <a:pt x="104132" y="85621"/>
                  </a:cubicBezTo>
                  <a:cubicBezTo>
                    <a:pt x="104942" y="84875"/>
                    <a:pt x="105751" y="83383"/>
                    <a:pt x="106561" y="82636"/>
                  </a:cubicBezTo>
                  <a:cubicBezTo>
                    <a:pt x="108584" y="81144"/>
                    <a:pt x="110608" y="80398"/>
                    <a:pt x="112632" y="80398"/>
                  </a:cubicBezTo>
                  <a:cubicBezTo>
                    <a:pt x="113441" y="80398"/>
                    <a:pt x="114251" y="81144"/>
                    <a:pt x="115060" y="81144"/>
                  </a:cubicBezTo>
                  <a:cubicBezTo>
                    <a:pt x="115465" y="81890"/>
                    <a:pt x="115869" y="81890"/>
                    <a:pt x="116679" y="81890"/>
                  </a:cubicBezTo>
                  <a:cubicBezTo>
                    <a:pt x="117084" y="82636"/>
                    <a:pt x="117488" y="82636"/>
                    <a:pt x="117893" y="82636"/>
                  </a:cubicBezTo>
                  <a:cubicBezTo>
                    <a:pt x="119512" y="84129"/>
                    <a:pt x="121536" y="86367"/>
                    <a:pt x="123155" y="88606"/>
                  </a:cubicBezTo>
                  <a:cubicBezTo>
                    <a:pt x="123559" y="89352"/>
                    <a:pt x="123964" y="89352"/>
                    <a:pt x="124369" y="89352"/>
                  </a:cubicBezTo>
                  <a:lnTo>
                    <a:pt x="128011" y="93829"/>
                  </a:lnTo>
                  <a:cubicBezTo>
                    <a:pt x="128416" y="94575"/>
                    <a:pt x="129226" y="94575"/>
                    <a:pt x="129630" y="94575"/>
                  </a:cubicBezTo>
                  <a:lnTo>
                    <a:pt x="130035" y="94575"/>
                  </a:lnTo>
                  <a:cubicBezTo>
                    <a:pt x="130035" y="95321"/>
                    <a:pt x="129630" y="95321"/>
                    <a:pt x="129630" y="95321"/>
                  </a:cubicBezTo>
                  <a:cubicBezTo>
                    <a:pt x="129630" y="95321"/>
                    <a:pt x="128416" y="96813"/>
                    <a:pt x="128011" y="98306"/>
                  </a:cubicBezTo>
                  <a:cubicBezTo>
                    <a:pt x="126392" y="100544"/>
                    <a:pt x="125583" y="101290"/>
                    <a:pt x="124369" y="102783"/>
                  </a:cubicBezTo>
                  <a:cubicBezTo>
                    <a:pt x="123964" y="102783"/>
                    <a:pt x="123559" y="103529"/>
                    <a:pt x="123155" y="103529"/>
                  </a:cubicBezTo>
                  <a:cubicBezTo>
                    <a:pt x="121940" y="104275"/>
                    <a:pt x="120322" y="105021"/>
                    <a:pt x="118703" y="105021"/>
                  </a:cubicBezTo>
                  <a:lnTo>
                    <a:pt x="117893" y="105021"/>
                  </a:lnTo>
                  <a:cubicBezTo>
                    <a:pt x="117488" y="105021"/>
                    <a:pt x="117488" y="104275"/>
                    <a:pt x="116679" y="104275"/>
                  </a:cubicBezTo>
                  <a:cubicBezTo>
                    <a:pt x="115869" y="104275"/>
                    <a:pt x="115869" y="103529"/>
                    <a:pt x="115060" y="103529"/>
                  </a:cubicBezTo>
                  <a:cubicBezTo>
                    <a:pt x="114251" y="102783"/>
                    <a:pt x="113441" y="102783"/>
                    <a:pt x="112632" y="102036"/>
                  </a:cubicBezTo>
                  <a:cubicBezTo>
                    <a:pt x="110608" y="100544"/>
                    <a:pt x="108584" y="98306"/>
                    <a:pt x="106561" y="96813"/>
                  </a:cubicBezTo>
                  <a:lnTo>
                    <a:pt x="104132" y="95321"/>
                  </a:lnTo>
                  <a:cubicBezTo>
                    <a:pt x="102513" y="93829"/>
                    <a:pt x="100894" y="92336"/>
                    <a:pt x="99275" y="92336"/>
                  </a:cubicBezTo>
                  <a:lnTo>
                    <a:pt x="98871" y="92336"/>
                  </a:lnTo>
                  <a:close/>
                  <a:moveTo>
                    <a:pt x="83086" y="116213"/>
                  </a:moveTo>
                  <a:cubicBezTo>
                    <a:pt x="85110" y="110990"/>
                    <a:pt x="87943" y="107259"/>
                    <a:pt x="90776" y="103529"/>
                  </a:cubicBezTo>
                  <a:cubicBezTo>
                    <a:pt x="93204" y="101290"/>
                    <a:pt x="96038" y="100544"/>
                    <a:pt x="98871" y="102783"/>
                  </a:cubicBezTo>
                  <a:cubicBezTo>
                    <a:pt x="100490" y="103529"/>
                    <a:pt x="102109" y="104275"/>
                    <a:pt x="103728" y="105767"/>
                  </a:cubicBezTo>
                  <a:lnTo>
                    <a:pt x="106156" y="108006"/>
                  </a:lnTo>
                  <a:cubicBezTo>
                    <a:pt x="108180" y="110244"/>
                    <a:pt x="110203" y="111736"/>
                    <a:pt x="112227" y="113229"/>
                  </a:cubicBezTo>
                  <a:cubicBezTo>
                    <a:pt x="112632" y="113229"/>
                    <a:pt x="113036" y="113975"/>
                    <a:pt x="113846" y="113975"/>
                  </a:cubicBezTo>
                  <a:cubicBezTo>
                    <a:pt x="113441" y="114721"/>
                    <a:pt x="113036" y="116213"/>
                    <a:pt x="112227" y="116959"/>
                  </a:cubicBezTo>
                  <a:cubicBezTo>
                    <a:pt x="110203" y="119944"/>
                    <a:pt x="108180" y="122929"/>
                    <a:pt x="106156" y="125167"/>
                  </a:cubicBezTo>
                  <a:cubicBezTo>
                    <a:pt x="105346" y="125913"/>
                    <a:pt x="104537" y="126659"/>
                    <a:pt x="103728" y="126659"/>
                  </a:cubicBezTo>
                  <a:cubicBezTo>
                    <a:pt x="103323" y="126659"/>
                    <a:pt x="103323" y="127406"/>
                    <a:pt x="102513" y="127406"/>
                  </a:cubicBezTo>
                  <a:cubicBezTo>
                    <a:pt x="101704" y="127406"/>
                    <a:pt x="100085" y="126659"/>
                    <a:pt x="98871" y="126659"/>
                  </a:cubicBezTo>
                  <a:cubicBezTo>
                    <a:pt x="96038" y="125167"/>
                    <a:pt x="93609" y="123675"/>
                    <a:pt x="90776" y="121436"/>
                  </a:cubicBezTo>
                  <a:cubicBezTo>
                    <a:pt x="88348" y="119944"/>
                    <a:pt x="85515" y="118452"/>
                    <a:pt x="83086" y="117706"/>
                  </a:cubicBezTo>
                  <a:close/>
                  <a:moveTo>
                    <a:pt x="68516" y="143075"/>
                  </a:moveTo>
                  <a:cubicBezTo>
                    <a:pt x="70540" y="135613"/>
                    <a:pt x="74587" y="129644"/>
                    <a:pt x="79039" y="126659"/>
                  </a:cubicBezTo>
                  <a:cubicBezTo>
                    <a:pt x="83086" y="125913"/>
                    <a:pt x="87538" y="127406"/>
                    <a:pt x="91181" y="131136"/>
                  </a:cubicBezTo>
                  <a:cubicBezTo>
                    <a:pt x="93609" y="133375"/>
                    <a:pt x="96442" y="134867"/>
                    <a:pt x="99275" y="135613"/>
                  </a:cubicBezTo>
                  <a:cubicBezTo>
                    <a:pt x="97252" y="140836"/>
                    <a:pt x="94419" y="145313"/>
                    <a:pt x="91181" y="149044"/>
                  </a:cubicBezTo>
                  <a:cubicBezTo>
                    <a:pt x="90371" y="149790"/>
                    <a:pt x="89562" y="149790"/>
                    <a:pt x="88752" y="149790"/>
                  </a:cubicBezTo>
                  <a:cubicBezTo>
                    <a:pt x="85515" y="149790"/>
                    <a:pt x="82277" y="149044"/>
                    <a:pt x="79039" y="146806"/>
                  </a:cubicBezTo>
                  <a:cubicBezTo>
                    <a:pt x="75396" y="144567"/>
                    <a:pt x="71754" y="143821"/>
                    <a:pt x="68111" y="143075"/>
                  </a:cubicBezTo>
                  <a:close/>
                  <a:moveTo>
                    <a:pt x="55160" y="171429"/>
                  </a:moveTo>
                  <a:cubicBezTo>
                    <a:pt x="55564" y="169936"/>
                    <a:pt x="55969" y="169190"/>
                    <a:pt x="56374" y="168444"/>
                  </a:cubicBezTo>
                  <a:cubicBezTo>
                    <a:pt x="60421" y="156506"/>
                    <a:pt x="64064" y="152775"/>
                    <a:pt x="68516" y="152775"/>
                  </a:cubicBezTo>
                  <a:cubicBezTo>
                    <a:pt x="72158" y="153521"/>
                    <a:pt x="75801" y="155013"/>
                    <a:pt x="79444" y="157252"/>
                  </a:cubicBezTo>
                  <a:cubicBezTo>
                    <a:pt x="81467" y="157998"/>
                    <a:pt x="83491" y="158744"/>
                    <a:pt x="85515" y="158744"/>
                  </a:cubicBezTo>
                  <a:cubicBezTo>
                    <a:pt x="83896" y="163967"/>
                    <a:pt x="81872" y="168444"/>
                    <a:pt x="79444" y="172175"/>
                  </a:cubicBezTo>
                  <a:cubicBezTo>
                    <a:pt x="78229" y="173667"/>
                    <a:pt x="77420" y="174413"/>
                    <a:pt x="75801" y="175159"/>
                  </a:cubicBezTo>
                  <a:cubicBezTo>
                    <a:pt x="73373" y="175159"/>
                    <a:pt x="70944" y="175159"/>
                    <a:pt x="68516" y="174413"/>
                  </a:cubicBezTo>
                  <a:cubicBezTo>
                    <a:pt x="64469" y="172921"/>
                    <a:pt x="60421" y="171429"/>
                    <a:pt x="56374" y="171429"/>
                  </a:cubicBezTo>
                  <a:cubicBezTo>
                    <a:pt x="55969" y="171429"/>
                    <a:pt x="55564" y="171429"/>
                    <a:pt x="55160" y="172175"/>
                  </a:cubicBezTo>
                  <a:close/>
                  <a:moveTo>
                    <a:pt x="43018" y="201275"/>
                  </a:moveTo>
                  <a:cubicBezTo>
                    <a:pt x="43827" y="198290"/>
                    <a:pt x="44637" y="196052"/>
                    <a:pt x="45446" y="193067"/>
                  </a:cubicBezTo>
                  <a:cubicBezTo>
                    <a:pt x="47470" y="185606"/>
                    <a:pt x="51922" y="180382"/>
                    <a:pt x="56374" y="180382"/>
                  </a:cubicBezTo>
                  <a:cubicBezTo>
                    <a:pt x="60421" y="181129"/>
                    <a:pt x="64469" y="182621"/>
                    <a:pt x="68516" y="184113"/>
                  </a:cubicBezTo>
                  <a:cubicBezTo>
                    <a:pt x="69730" y="184859"/>
                    <a:pt x="71349" y="184859"/>
                    <a:pt x="72563" y="184859"/>
                  </a:cubicBezTo>
                  <a:cubicBezTo>
                    <a:pt x="71754" y="189336"/>
                    <a:pt x="70135" y="193067"/>
                    <a:pt x="68516" y="196798"/>
                  </a:cubicBezTo>
                  <a:cubicBezTo>
                    <a:pt x="67302" y="199782"/>
                    <a:pt x="66087" y="202021"/>
                    <a:pt x="64064" y="202767"/>
                  </a:cubicBezTo>
                  <a:cubicBezTo>
                    <a:pt x="61635" y="203513"/>
                    <a:pt x="59207" y="204259"/>
                    <a:pt x="56374" y="203513"/>
                  </a:cubicBezTo>
                  <a:cubicBezTo>
                    <a:pt x="52731" y="202767"/>
                    <a:pt x="49089" y="202021"/>
                    <a:pt x="45446" y="202021"/>
                  </a:cubicBezTo>
                  <a:cubicBezTo>
                    <a:pt x="44637" y="202767"/>
                    <a:pt x="43827" y="202767"/>
                    <a:pt x="43018" y="202767"/>
                  </a:cubicBezTo>
                  <a:close/>
                  <a:moveTo>
                    <a:pt x="32899" y="233359"/>
                  </a:moveTo>
                  <a:cubicBezTo>
                    <a:pt x="33709" y="228882"/>
                    <a:pt x="34923" y="224405"/>
                    <a:pt x="36137" y="219929"/>
                  </a:cubicBezTo>
                  <a:cubicBezTo>
                    <a:pt x="38161" y="213959"/>
                    <a:pt x="41804" y="210975"/>
                    <a:pt x="45446" y="210229"/>
                  </a:cubicBezTo>
                  <a:cubicBezTo>
                    <a:pt x="49089" y="210229"/>
                    <a:pt x="52731" y="210975"/>
                    <a:pt x="56374" y="212467"/>
                  </a:cubicBezTo>
                  <a:cubicBezTo>
                    <a:pt x="57993" y="212467"/>
                    <a:pt x="59612" y="212467"/>
                    <a:pt x="60826" y="211721"/>
                  </a:cubicBezTo>
                  <a:cubicBezTo>
                    <a:pt x="60016" y="217690"/>
                    <a:pt x="58398" y="222913"/>
                    <a:pt x="56374" y="227390"/>
                  </a:cubicBezTo>
                  <a:cubicBezTo>
                    <a:pt x="55564" y="228882"/>
                    <a:pt x="54350" y="230375"/>
                    <a:pt x="53136" y="231121"/>
                  </a:cubicBezTo>
                  <a:cubicBezTo>
                    <a:pt x="50708" y="232613"/>
                    <a:pt x="48279" y="233359"/>
                    <a:pt x="45446" y="233359"/>
                  </a:cubicBezTo>
                  <a:cubicBezTo>
                    <a:pt x="42208" y="233359"/>
                    <a:pt x="38970" y="232613"/>
                    <a:pt x="36137" y="233359"/>
                  </a:cubicBezTo>
                  <a:cubicBezTo>
                    <a:pt x="34923" y="234105"/>
                    <a:pt x="33709" y="234105"/>
                    <a:pt x="32495" y="234105"/>
                  </a:cubicBezTo>
                  <a:close/>
                  <a:moveTo>
                    <a:pt x="23591" y="267682"/>
                  </a:moveTo>
                  <a:cubicBezTo>
                    <a:pt x="23995" y="264698"/>
                    <a:pt x="24805" y="260967"/>
                    <a:pt x="25210" y="257982"/>
                  </a:cubicBezTo>
                  <a:cubicBezTo>
                    <a:pt x="26019" y="254998"/>
                    <a:pt x="27233" y="252013"/>
                    <a:pt x="28447" y="249029"/>
                  </a:cubicBezTo>
                  <a:cubicBezTo>
                    <a:pt x="30471" y="245298"/>
                    <a:pt x="32899" y="242313"/>
                    <a:pt x="35733" y="242313"/>
                  </a:cubicBezTo>
                  <a:cubicBezTo>
                    <a:pt x="38970" y="242313"/>
                    <a:pt x="41804" y="242313"/>
                    <a:pt x="45041" y="243059"/>
                  </a:cubicBezTo>
                  <a:cubicBezTo>
                    <a:pt x="47065" y="243059"/>
                    <a:pt x="48684" y="243059"/>
                    <a:pt x="50708" y="242313"/>
                  </a:cubicBezTo>
                  <a:cubicBezTo>
                    <a:pt x="49493" y="249029"/>
                    <a:pt x="47875" y="255744"/>
                    <a:pt x="45041" y="260967"/>
                  </a:cubicBezTo>
                  <a:cubicBezTo>
                    <a:pt x="44637" y="261713"/>
                    <a:pt x="44232" y="261713"/>
                    <a:pt x="43422" y="262459"/>
                  </a:cubicBezTo>
                  <a:cubicBezTo>
                    <a:pt x="40994" y="263952"/>
                    <a:pt x="38161" y="265444"/>
                    <a:pt x="35733" y="265444"/>
                  </a:cubicBezTo>
                  <a:cubicBezTo>
                    <a:pt x="33304" y="266190"/>
                    <a:pt x="30471" y="266190"/>
                    <a:pt x="28043" y="266190"/>
                  </a:cubicBezTo>
                  <a:cubicBezTo>
                    <a:pt x="26828" y="266936"/>
                    <a:pt x="26019" y="266936"/>
                    <a:pt x="24805" y="266936"/>
                  </a:cubicBezTo>
                  <a:cubicBezTo>
                    <a:pt x="24400" y="267682"/>
                    <a:pt x="23591" y="267682"/>
                    <a:pt x="23186" y="267682"/>
                  </a:cubicBezTo>
                  <a:close/>
                  <a:moveTo>
                    <a:pt x="16305" y="302752"/>
                  </a:moveTo>
                  <a:cubicBezTo>
                    <a:pt x="16710" y="296036"/>
                    <a:pt x="17924" y="289321"/>
                    <a:pt x="19948" y="284098"/>
                  </a:cubicBezTo>
                  <a:cubicBezTo>
                    <a:pt x="21162" y="280367"/>
                    <a:pt x="23186" y="278128"/>
                    <a:pt x="25210" y="276636"/>
                  </a:cubicBezTo>
                  <a:cubicBezTo>
                    <a:pt x="26019" y="275890"/>
                    <a:pt x="27233" y="275890"/>
                    <a:pt x="28447" y="275144"/>
                  </a:cubicBezTo>
                  <a:cubicBezTo>
                    <a:pt x="31281" y="274398"/>
                    <a:pt x="33709" y="274398"/>
                    <a:pt x="36137" y="274398"/>
                  </a:cubicBezTo>
                  <a:cubicBezTo>
                    <a:pt x="38161" y="274398"/>
                    <a:pt x="40185" y="273652"/>
                    <a:pt x="42208" y="272159"/>
                  </a:cubicBezTo>
                  <a:cubicBezTo>
                    <a:pt x="41804" y="280367"/>
                    <a:pt x="39780" y="287828"/>
                    <a:pt x="36542" y="293798"/>
                  </a:cubicBezTo>
                  <a:lnTo>
                    <a:pt x="36137" y="294544"/>
                  </a:lnTo>
                  <a:cubicBezTo>
                    <a:pt x="33709" y="296782"/>
                    <a:pt x="31281" y="298275"/>
                    <a:pt x="28447" y="299021"/>
                  </a:cubicBezTo>
                  <a:cubicBezTo>
                    <a:pt x="27233" y="299021"/>
                    <a:pt x="26424" y="299767"/>
                    <a:pt x="25210" y="299767"/>
                  </a:cubicBezTo>
                  <a:lnTo>
                    <a:pt x="19948" y="301259"/>
                  </a:lnTo>
                  <a:cubicBezTo>
                    <a:pt x="18734" y="302005"/>
                    <a:pt x="17520" y="302752"/>
                    <a:pt x="16305" y="304244"/>
                  </a:cubicBezTo>
                  <a:close/>
                  <a:moveTo>
                    <a:pt x="20353" y="310213"/>
                  </a:moveTo>
                  <a:cubicBezTo>
                    <a:pt x="21972" y="309467"/>
                    <a:pt x="23995" y="308721"/>
                    <a:pt x="25614" y="307975"/>
                  </a:cubicBezTo>
                  <a:cubicBezTo>
                    <a:pt x="26828" y="307975"/>
                    <a:pt x="27638" y="307228"/>
                    <a:pt x="28852" y="307228"/>
                  </a:cubicBezTo>
                  <a:cubicBezTo>
                    <a:pt x="30876" y="306482"/>
                    <a:pt x="33304" y="305736"/>
                    <a:pt x="35328" y="303498"/>
                  </a:cubicBezTo>
                  <a:cubicBezTo>
                    <a:pt x="34518" y="316182"/>
                    <a:pt x="32899" y="322152"/>
                    <a:pt x="30471" y="325882"/>
                  </a:cubicBezTo>
                  <a:lnTo>
                    <a:pt x="28852" y="327375"/>
                  </a:lnTo>
                  <a:cubicBezTo>
                    <a:pt x="27638" y="328121"/>
                    <a:pt x="26828" y="328867"/>
                    <a:pt x="25614" y="329613"/>
                  </a:cubicBezTo>
                  <a:cubicBezTo>
                    <a:pt x="23995" y="331105"/>
                    <a:pt x="21972" y="331852"/>
                    <a:pt x="20353" y="332598"/>
                  </a:cubicBezTo>
                  <a:cubicBezTo>
                    <a:pt x="17115" y="333344"/>
                    <a:pt x="13877" y="335582"/>
                    <a:pt x="11044" y="338567"/>
                  </a:cubicBezTo>
                  <a:lnTo>
                    <a:pt x="11044" y="337821"/>
                  </a:lnTo>
                  <a:lnTo>
                    <a:pt x="10639" y="337821"/>
                  </a:lnTo>
                  <a:cubicBezTo>
                    <a:pt x="11449" y="319913"/>
                    <a:pt x="15496" y="313198"/>
                    <a:pt x="20353" y="310213"/>
                  </a:cubicBezTo>
                  <a:close/>
                  <a:moveTo>
                    <a:pt x="6997" y="375875"/>
                  </a:moveTo>
                  <a:cubicBezTo>
                    <a:pt x="6592" y="349759"/>
                    <a:pt x="13472" y="346028"/>
                    <a:pt x="20353" y="342298"/>
                  </a:cubicBezTo>
                  <a:cubicBezTo>
                    <a:pt x="21972" y="342298"/>
                    <a:pt x="23995" y="341552"/>
                    <a:pt x="25614" y="340805"/>
                  </a:cubicBezTo>
                  <a:lnTo>
                    <a:pt x="28852" y="339313"/>
                  </a:lnTo>
                  <a:cubicBezTo>
                    <a:pt x="29257" y="338567"/>
                    <a:pt x="29257" y="338567"/>
                    <a:pt x="29662" y="338567"/>
                  </a:cubicBezTo>
                  <a:cubicBezTo>
                    <a:pt x="29662" y="343044"/>
                    <a:pt x="29257" y="347521"/>
                    <a:pt x="28852" y="351998"/>
                  </a:cubicBezTo>
                  <a:cubicBezTo>
                    <a:pt x="28447" y="355728"/>
                    <a:pt x="27233" y="358713"/>
                    <a:pt x="26019" y="361698"/>
                  </a:cubicBezTo>
                  <a:lnTo>
                    <a:pt x="25614" y="361698"/>
                  </a:lnTo>
                  <a:cubicBezTo>
                    <a:pt x="23995" y="363936"/>
                    <a:pt x="22376" y="366175"/>
                    <a:pt x="20353" y="366921"/>
                  </a:cubicBezTo>
                  <a:cubicBezTo>
                    <a:pt x="15901" y="369905"/>
                    <a:pt x="11044" y="373636"/>
                    <a:pt x="6997" y="377367"/>
                  </a:cubicBezTo>
                  <a:close/>
                  <a:moveTo>
                    <a:pt x="20353" y="375875"/>
                  </a:moveTo>
                  <a:cubicBezTo>
                    <a:pt x="21972" y="375128"/>
                    <a:pt x="23995" y="373636"/>
                    <a:pt x="25614" y="371398"/>
                  </a:cubicBezTo>
                  <a:lnTo>
                    <a:pt x="25614" y="381098"/>
                  </a:lnTo>
                  <a:cubicBezTo>
                    <a:pt x="25614" y="386321"/>
                    <a:pt x="24805" y="390798"/>
                    <a:pt x="22781" y="395275"/>
                  </a:cubicBezTo>
                  <a:cubicBezTo>
                    <a:pt x="21972" y="396021"/>
                    <a:pt x="21162" y="398259"/>
                    <a:pt x="19948" y="399005"/>
                  </a:cubicBezTo>
                  <a:cubicBezTo>
                    <a:pt x="14687" y="404975"/>
                    <a:pt x="9020" y="407959"/>
                    <a:pt x="4568" y="413928"/>
                  </a:cubicBezTo>
                  <a:lnTo>
                    <a:pt x="4568" y="413182"/>
                  </a:lnTo>
                  <a:cubicBezTo>
                    <a:pt x="2949" y="382590"/>
                    <a:pt x="12258" y="381098"/>
                    <a:pt x="20353" y="375875"/>
                  </a:cubicBezTo>
                  <a:close/>
                  <a:moveTo>
                    <a:pt x="4164" y="451236"/>
                  </a:moveTo>
                  <a:cubicBezTo>
                    <a:pt x="926" y="417659"/>
                    <a:pt x="12258" y="417659"/>
                    <a:pt x="20353" y="410198"/>
                  </a:cubicBezTo>
                  <a:cubicBezTo>
                    <a:pt x="21567" y="409451"/>
                    <a:pt x="22376" y="407959"/>
                    <a:pt x="23186" y="406467"/>
                  </a:cubicBezTo>
                  <a:cubicBezTo>
                    <a:pt x="24400" y="414675"/>
                    <a:pt x="23591" y="422882"/>
                    <a:pt x="21567" y="430344"/>
                  </a:cubicBezTo>
                  <a:lnTo>
                    <a:pt x="19948" y="433328"/>
                  </a:lnTo>
                  <a:cubicBezTo>
                    <a:pt x="14687" y="441536"/>
                    <a:pt x="8211" y="445267"/>
                    <a:pt x="4164" y="452728"/>
                  </a:cubicBezTo>
                  <a:lnTo>
                    <a:pt x="4164" y="451236"/>
                  </a:lnTo>
                  <a:close/>
                  <a:moveTo>
                    <a:pt x="5782" y="489290"/>
                  </a:moveTo>
                  <a:lnTo>
                    <a:pt x="5378" y="488544"/>
                  </a:lnTo>
                  <a:cubicBezTo>
                    <a:pt x="521" y="454967"/>
                    <a:pt x="12663" y="453474"/>
                    <a:pt x="19948" y="444521"/>
                  </a:cubicBezTo>
                  <a:cubicBezTo>
                    <a:pt x="20758" y="443774"/>
                    <a:pt x="21567" y="442282"/>
                    <a:pt x="21972" y="440790"/>
                  </a:cubicBezTo>
                  <a:cubicBezTo>
                    <a:pt x="23591" y="453474"/>
                    <a:pt x="23186" y="460190"/>
                    <a:pt x="21567" y="464667"/>
                  </a:cubicBezTo>
                  <a:cubicBezTo>
                    <a:pt x="21162" y="466159"/>
                    <a:pt x="20353" y="466905"/>
                    <a:pt x="19948" y="468398"/>
                  </a:cubicBezTo>
                  <a:cubicBezTo>
                    <a:pt x="15496" y="476605"/>
                    <a:pt x="9830" y="481082"/>
                    <a:pt x="5782" y="489290"/>
                  </a:cubicBezTo>
                  <a:close/>
                  <a:moveTo>
                    <a:pt x="8616" y="525105"/>
                  </a:moveTo>
                  <a:cubicBezTo>
                    <a:pt x="2140" y="494513"/>
                    <a:pt x="13068" y="489290"/>
                    <a:pt x="19948" y="480336"/>
                  </a:cubicBezTo>
                  <a:cubicBezTo>
                    <a:pt x="21162" y="478844"/>
                    <a:pt x="21972" y="477351"/>
                    <a:pt x="22781" y="475113"/>
                  </a:cubicBezTo>
                  <a:cubicBezTo>
                    <a:pt x="24805" y="482574"/>
                    <a:pt x="24805" y="490782"/>
                    <a:pt x="23591" y="498990"/>
                  </a:cubicBezTo>
                  <a:cubicBezTo>
                    <a:pt x="22376" y="501974"/>
                    <a:pt x="20758" y="504213"/>
                    <a:pt x="19948" y="507197"/>
                  </a:cubicBezTo>
                  <a:cubicBezTo>
                    <a:pt x="15901" y="512421"/>
                    <a:pt x="12258" y="519136"/>
                    <a:pt x="9020" y="525851"/>
                  </a:cubicBezTo>
                  <a:close/>
                  <a:moveTo>
                    <a:pt x="13877" y="561667"/>
                  </a:moveTo>
                  <a:cubicBezTo>
                    <a:pt x="6997" y="535551"/>
                    <a:pt x="13877" y="528090"/>
                    <a:pt x="20353" y="519136"/>
                  </a:cubicBezTo>
                  <a:cubicBezTo>
                    <a:pt x="22376" y="516897"/>
                    <a:pt x="23995" y="513167"/>
                    <a:pt x="25614" y="510182"/>
                  </a:cubicBezTo>
                  <a:cubicBezTo>
                    <a:pt x="25614" y="510182"/>
                    <a:pt x="25614" y="509436"/>
                    <a:pt x="26019" y="509436"/>
                  </a:cubicBezTo>
                  <a:cubicBezTo>
                    <a:pt x="28852" y="520628"/>
                    <a:pt x="28852" y="528090"/>
                    <a:pt x="27638" y="533313"/>
                  </a:cubicBezTo>
                  <a:cubicBezTo>
                    <a:pt x="27233" y="535551"/>
                    <a:pt x="26424" y="537790"/>
                    <a:pt x="25614" y="539282"/>
                  </a:cubicBezTo>
                  <a:cubicBezTo>
                    <a:pt x="23995" y="543013"/>
                    <a:pt x="21972" y="546744"/>
                    <a:pt x="20353" y="549728"/>
                  </a:cubicBezTo>
                  <a:cubicBezTo>
                    <a:pt x="17924" y="553459"/>
                    <a:pt x="15901" y="557936"/>
                    <a:pt x="14282" y="562413"/>
                  </a:cubicBezTo>
                  <a:close/>
                  <a:moveTo>
                    <a:pt x="20353" y="597482"/>
                  </a:moveTo>
                  <a:cubicBezTo>
                    <a:pt x="19948" y="597482"/>
                    <a:pt x="19948" y="597482"/>
                    <a:pt x="20353" y="597482"/>
                  </a:cubicBezTo>
                  <a:cubicBezTo>
                    <a:pt x="14687" y="579574"/>
                    <a:pt x="16305" y="569874"/>
                    <a:pt x="19948" y="561667"/>
                  </a:cubicBezTo>
                  <a:cubicBezTo>
                    <a:pt x="21567" y="558682"/>
                    <a:pt x="23591" y="555697"/>
                    <a:pt x="25210" y="552713"/>
                  </a:cubicBezTo>
                  <a:cubicBezTo>
                    <a:pt x="26424" y="551221"/>
                    <a:pt x="27233" y="548982"/>
                    <a:pt x="28447" y="546744"/>
                  </a:cubicBezTo>
                  <a:cubicBezTo>
                    <a:pt x="28852" y="545997"/>
                    <a:pt x="29257" y="544505"/>
                    <a:pt x="29662" y="543759"/>
                  </a:cubicBezTo>
                  <a:cubicBezTo>
                    <a:pt x="32495" y="554205"/>
                    <a:pt x="33304" y="561667"/>
                    <a:pt x="32495" y="567636"/>
                  </a:cubicBezTo>
                  <a:cubicBezTo>
                    <a:pt x="31281" y="572113"/>
                    <a:pt x="30066" y="575844"/>
                    <a:pt x="28447" y="580321"/>
                  </a:cubicBezTo>
                  <a:cubicBezTo>
                    <a:pt x="27233" y="582559"/>
                    <a:pt x="26424" y="584797"/>
                    <a:pt x="25210" y="587036"/>
                  </a:cubicBezTo>
                  <a:cubicBezTo>
                    <a:pt x="23591" y="590767"/>
                    <a:pt x="21972" y="595244"/>
                    <a:pt x="20353" y="599720"/>
                  </a:cubicBezTo>
                  <a:close/>
                  <a:moveTo>
                    <a:pt x="28447" y="631805"/>
                  </a:moveTo>
                  <a:cubicBezTo>
                    <a:pt x="27233" y="628820"/>
                    <a:pt x="26019" y="625836"/>
                    <a:pt x="25210" y="622105"/>
                  </a:cubicBezTo>
                  <a:cubicBezTo>
                    <a:pt x="23186" y="615390"/>
                    <a:pt x="23186" y="607182"/>
                    <a:pt x="25210" y="600467"/>
                  </a:cubicBezTo>
                  <a:cubicBezTo>
                    <a:pt x="26019" y="597482"/>
                    <a:pt x="27233" y="595244"/>
                    <a:pt x="28447" y="592259"/>
                  </a:cubicBezTo>
                  <a:cubicBezTo>
                    <a:pt x="31281" y="587782"/>
                    <a:pt x="33304" y="582559"/>
                    <a:pt x="35328" y="576590"/>
                  </a:cubicBezTo>
                  <a:cubicBezTo>
                    <a:pt x="35733" y="577336"/>
                    <a:pt x="35733" y="578082"/>
                    <a:pt x="36137" y="578828"/>
                  </a:cubicBezTo>
                  <a:cubicBezTo>
                    <a:pt x="38566" y="584797"/>
                    <a:pt x="39780" y="592259"/>
                    <a:pt x="39375" y="598974"/>
                  </a:cubicBezTo>
                  <a:cubicBezTo>
                    <a:pt x="38566" y="603451"/>
                    <a:pt x="37756" y="607182"/>
                    <a:pt x="36137" y="610913"/>
                  </a:cubicBezTo>
                  <a:cubicBezTo>
                    <a:pt x="33304" y="617628"/>
                    <a:pt x="31281" y="625090"/>
                    <a:pt x="29257" y="632551"/>
                  </a:cubicBezTo>
                  <a:close/>
                  <a:moveTo>
                    <a:pt x="38566" y="664636"/>
                  </a:moveTo>
                  <a:cubicBezTo>
                    <a:pt x="37756" y="663143"/>
                    <a:pt x="36947" y="660905"/>
                    <a:pt x="36137" y="659413"/>
                  </a:cubicBezTo>
                  <a:cubicBezTo>
                    <a:pt x="31684" y="649726"/>
                    <a:pt x="31684" y="635522"/>
                    <a:pt x="36137" y="625836"/>
                  </a:cubicBezTo>
                  <a:cubicBezTo>
                    <a:pt x="38566" y="620613"/>
                    <a:pt x="40994" y="614644"/>
                    <a:pt x="42613" y="607928"/>
                  </a:cubicBezTo>
                  <a:cubicBezTo>
                    <a:pt x="43827" y="610913"/>
                    <a:pt x="44637" y="613151"/>
                    <a:pt x="45446" y="615390"/>
                  </a:cubicBezTo>
                  <a:cubicBezTo>
                    <a:pt x="47065" y="619867"/>
                    <a:pt x="47875" y="625090"/>
                    <a:pt x="47875" y="630313"/>
                  </a:cubicBezTo>
                  <a:cubicBezTo>
                    <a:pt x="47470" y="634044"/>
                    <a:pt x="46660" y="637774"/>
                    <a:pt x="45446" y="640759"/>
                  </a:cubicBezTo>
                  <a:cubicBezTo>
                    <a:pt x="43018" y="648220"/>
                    <a:pt x="40589" y="656428"/>
                    <a:pt x="38970" y="664636"/>
                  </a:cubicBezTo>
                  <a:close/>
                  <a:moveTo>
                    <a:pt x="49898" y="695974"/>
                  </a:moveTo>
                  <a:cubicBezTo>
                    <a:pt x="48279" y="692990"/>
                    <a:pt x="46660" y="690005"/>
                    <a:pt x="45446" y="686274"/>
                  </a:cubicBezTo>
                  <a:cubicBezTo>
                    <a:pt x="42208" y="678067"/>
                    <a:pt x="42208" y="666874"/>
                    <a:pt x="45446" y="658667"/>
                  </a:cubicBezTo>
                  <a:cubicBezTo>
                    <a:pt x="47875" y="652697"/>
                    <a:pt x="49898" y="646728"/>
                    <a:pt x="51517" y="639267"/>
                  </a:cubicBezTo>
                  <a:cubicBezTo>
                    <a:pt x="53541" y="642997"/>
                    <a:pt x="55160" y="646728"/>
                    <a:pt x="56374" y="651205"/>
                  </a:cubicBezTo>
                  <a:cubicBezTo>
                    <a:pt x="57183" y="654190"/>
                    <a:pt x="57588" y="657174"/>
                    <a:pt x="57588" y="660159"/>
                  </a:cubicBezTo>
                  <a:cubicBezTo>
                    <a:pt x="57183" y="663143"/>
                    <a:pt x="56779" y="666874"/>
                    <a:pt x="56374" y="669859"/>
                  </a:cubicBezTo>
                  <a:cubicBezTo>
                    <a:pt x="53946" y="678067"/>
                    <a:pt x="51922" y="687020"/>
                    <a:pt x="50708" y="695974"/>
                  </a:cubicBezTo>
                  <a:close/>
                  <a:moveTo>
                    <a:pt x="63254" y="725820"/>
                  </a:moveTo>
                  <a:lnTo>
                    <a:pt x="62850" y="725074"/>
                  </a:lnTo>
                  <a:lnTo>
                    <a:pt x="62850" y="725820"/>
                  </a:lnTo>
                  <a:cubicBezTo>
                    <a:pt x="60421" y="722090"/>
                    <a:pt x="58398" y="716867"/>
                    <a:pt x="56779" y="711643"/>
                  </a:cubicBezTo>
                  <a:cubicBezTo>
                    <a:pt x="54755" y="704928"/>
                    <a:pt x="54755" y="697467"/>
                    <a:pt x="56779" y="690751"/>
                  </a:cubicBezTo>
                  <a:cubicBezTo>
                    <a:pt x="59207" y="684036"/>
                    <a:pt x="60826" y="676574"/>
                    <a:pt x="62040" y="668367"/>
                  </a:cubicBezTo>
                  <a:cubicBezTo>
                    <a:pt x="65278" y="672844"/>
                    <a:pt x="67302" y="678813"/>
                    <a:pt x="68921" y="685528"/>
                  </a:cubicBezTo>
                  <a:cubicBezTo>
                    <a:pt x="69325" y="687020"/>
                    <a:pt x="69325" y="687767"/>
                    <a:pt x="69325" y="689259"/>
                  </a:cubicBezTo>
                  <a:cubicBezTo>
                    <a:pt x="69325" y="690751"/>
                    <a:pt x="69325" y="692990"/>
                    <a:pt x="68921" y="694482"/>
                  </a:cubicBezTo>
                  <a:cubicBezTo>
                    <a:pt x="67302" y="705674"/>
                    <a:pt x="64064" y="715374"/>
                    <a:pt x="63254" y="725820"/>
                  </a:cubicBezTo>
                  <a:close/>
                  <a:moveTo>
                    <a:pt x="79039" y="736267"/>
                  </a:moveTo>
                  <a:cubicBezTo>
                    <a:pt x="78229" y="741490"/>
                    <a:pt x="77825" y="747459"/>
                    <a:pt x="77420" y="753428"/>
                  </a:cubicBezTo>
                  <a:lnTo>
                    <a:pt x="77015" y="752682"/>
                  </a:lnTo>
                  <a:cubicBezTo>
                    <a:pt x="72968" y="748205"/>
                    <a:pt x="70135" y="741490"/>
                    <a:pt x="68516" y="733282"/>
                  </a:cubicBezTo>
                  <a:cubicBezTo>
                    <a:pt x="68111" y="729551"/>
                    <a:pt x="68111" y="725820"/>
                    <a:pt x="68516" y="722090"/>
                  </a:cubicBezTo>
                  <a:cubicBezTo>
                    <a:pt x="69730" y="713136"/>
                    <a:pt x="72968" y="704182"/>
                    <a:pt x="72968" y="695974"/>
                  </a:cubicBezTo>
                  <a:cubicBezTo>
                    <a:pt x="75396" y="698959"/>
                    <a:pt x="77420" y="702690"/>
                    <a:pt x="79039" y="707167"/>
                  </a:cubicBezTo>
                  <a:cubicBezTo>
                    <a:pt x="80253" y="709405"/>
                    <a:pt x="80658" y="712390"/>
                    <a:pt x="81063" y="715374"/>
                  </a:cubicBezTo>
                  <a:cubicBezTo>
                    <a:pt x="81063" y="722090"/>
                    <a:pt x="80253" y="729551"/>
                    <a:pt x="79039" y="736267"/>
                  </a:cubicBezTo>
                  <a:close/>
                  <a:moveTo>
                    <a:pt x="92800" y="778051"/>
                  </a:moveTo>
                  <a:cubicBezTo>
                    <a:pt x="91990" y="777305"/>
                    <a:pt x="91586" y="776559"/>
                    <a:pt x="91181" y="775813"/>
                  </a:cubicBezTo>
                  <a:cubicBezTo>
                    <a:pt x="74992" y="757905"/>
                    <a:pt x="85919" y="739251"/>
                    <a:pt x="85919" y="722090"/>
                  </a:cubicBezTo>
                  <a:cubicBezTo>
                    <a:pt x="87943" y="724328"/>
                    <a:pt x="89562" y="726566"/>
                    <a:pt x="91181" y="728805"/>
                  </a:cubicBezTo>
                  <a:cubicBezTo>
                    <a:pt x="92800" y="731790"/>
                    <a:pt x="94419" y="735520"/>
                    <a:pt x="94823" y="739251"/>
                  </a:cubicBezTo>
                  <a:cubicBezTo>
                    <a:pt x="95633" y="753428"/>
                    <a:pt x="92395" y="766113"/>
                    <a:pt x="92800" y="778051"/>
                  </a:cubicBezTo>
                  <a:close/>
                  <a:moveTo>
                    <a:pt x="109394" y="800436"/>
                  </a:moveTo>
                  <a:lnTo>
                    <a:pt x="108989" y="799690"/>
                  </a:lnTo>
                  <a:lnTo>
                    <a:pt x="106561" y="797451"/>
                  </a:lnTo>
                  <a:lnTo>
                    <a:pt x="104132" y="795213"/>
                  </a:lnTo>
                  <a:cubicBezTo>
                    <a:pt x="102109" y="792974"/>
                    <a:pt x="100490" y="789990"/>
                    <a:pt x="99275" y="786259"/>
                  </a:cubicBezTo>
                  <a:cubicBezTo>
                    <a:pt x="96038" y="776559"/>
                    <a:pt x="98061" y="766113"/>
                    <a:pt x="99275" y="756413"/>
                  </a:cubicBezTo>
                  <a:cubicBezTo>
                    <a:pt x="99680" y="752682"/>
                    <a:pt x="100085" y="748951"/>
                    <a:pt x="99680" y="745966"/>
                  </a:cubicBezTo>
                  <a:cubicBezTo>
                    <a:pt x="101299" y="748205"/>
                    <a:pt x="102918" y="749697"/>
                    <a:pt x="104132" y="751190"/>
                  </a:cubicBezTo>
                  <a:cubicBezTo>
                    <a:pt x="104942" y="751936"/>
                    <a:pt x="105751" y="753428"/>
                    <a:pt x="106561" y="754174"/>
                  </a:cubicBezTo>
                  <a:cubicBezTo>
                    <a:pt x="107775" y="756413"/>
                    <a:pt x="108989" y="758651"/>
                    <a:pt x="109394" y="761636"/>
                  </a:cubicBezTo>
                  <a:cubicBezTo>
                    <a:pt x="111013" y="775066"/>
                    <a:pt x="108180" y="787751"/>
                    <a:pt x="109394" y="800436"/>
                  </a:cubicBezTo>
                  <a:close/>
                  <a:moveTo>
                    <a:pt x="126392" y="819089"/>
                  </a:moveTo>
                  <a:lnTo>
                    <a:pt x="123964" y="817597"/>
                  </a:lnTo>
                  <a:cubicBezTo>
                    <a:pt x="123559" y="817597"/>
                    <a:pt x="123155" y="816851"/>
                    <a:pt x="122750" y="816851"/>
                  </a:cubicBezTo>
                  <a:cubicBezTo>
                    <a:pt x="120726" y="815359"/>
                    <a:pt x="119107" y="813120"/>
                    <a:pt x="117488" y="810136"/>
                  </a:cubicBezTo>
                  <a:lnTo>
                    <a:pt x="116274" y="807897"/>
                  </a:lnTo>
                  <a:cubicBezTo>
                    <a:pt x="115869" y="806405"/>
                    <a:pt x="115060" y="804913"/>
                    <a:pt x="114655" y="802674"/>
                  </a:cubicBezTo>
                  <a:cubicBezTo>
                    <a:pt x="112227" y="793720"/>
                    <a:pt x="114251" y="783274"/>
                    <a:pt x="114655" y="773574"/>
                  </a:cubicBezTo>
                  <a:lnTo>
                    <a:pt x="114655" y="767605"/>
                  </a:lnTo>
                  <a:cubicBezTo>
                    <a:pt x="114655" y="766859"/>
                    <a:pt x="114251" y="766859"/>
                    <a:pt x="114251" y="766113"/>
                  </a:cubicBezTo>
                  <a:lnTo>
                    <a:pt x="114655" y="766113"/>
                  </a:lnTo>
                  <a:cubicBezTo>
                    <a:pt x="115060" y="766859"/>
                    <a:pt x="115869" y="766859"/>
                    <a:pt x="116274" y="766859"/>
                  </a:cubicBezTo>
                  <a:cubicBezTo>
                    <a:pt x="116679" y="766859"/>
                    <a:pt x="117084" y="767605"/>
                    <a:pt x="117488" y="767605"/>
                  </a:cubicBezTo>
                  <a:cubicBezTo>
                    <a:pt x="119512" y="769097"/>
                    <a:pt x="121131" y="771336"/>
                    <a:pt x="122750" y="774320"/>
                  </a:cubicBezTo>
                  <a:lnTo>
                    <a:pt x="123964" y="776559"/>
                  </a:lnTo>
                  <a:cubicBezTo>
                    <a:pt x="124369" y="777305"/>
                    <a:pt x="124774" y="778797"/>
                    <a:pt x="125178" y="780290"/>
                  </a:cubicBezTo>
                  <a:cubicBezTo>
                    <a:pt x="127202" y="792974"/>
                    <a:pt x="125178" y="806405"/>
                    <a:pt x="126797" y="818343"/>
                  </a:cubicBezTo>
                  <a:close/>
                  <a:moveTo>
                    <a:pt x="144605" y="835505"/>
                  </a:moveTo>
                  <a:cubicBezTo>
                    <a:pt x="142986" y="834759"/>
                    <a:pt x="141368" y="834013"/>
                    <a:pt x="139749" y="832520"/>
                  </a:cubicBezTo>
                  <a:cubicBezTo>
                    <a:pt x="139344" y="831774"/>
                    <a:pt x="139344" y="831774"/>
                    <a:pt x="138534" y="831774"/>
                  </a:cubicBezTo>
                  <a:cubicBezTo>
                    <a:pt x="137725" y="831774"/>
                    <a:pt x="137725" y="831028"/>
                    <a:pt x="137320" y="831028"/>
                  </a:cubicBezTo>
                  <a:cubicBezTo>
                    <a:pt x="136916" y="831028"/>
                    <a:pt x="136916" y="830282"/>
                    <a:pt x="136511" y="830282"/>
                  </a:cubicBezTo>
                  <a:cubicBezTo>
                    <a:pt x="136106" y="829536"/>
                    <a:pt x="135297" y="828790"/>
                    <a:pt x="134892" y="828043"/>
                  </a:cubicBezTo>
                  <a:cubicBezTo>
                    <a:pt x="132868" y="825805"/>
                    <a:pt x="131654" y="822074"/>
                    <a:pt x="131249" y="817597"/>
                  </a:cubicBezTo>
                  <a:cubicBezTo>
                    <a:pt x="129630" y="807151"/>
                    <a:pt x="131654" y="795213"/>
                    <a:pt x="130440" y="785513"/>
                  </a:cubicBezTo>
                  <a:cubicBezTo>
                    <a:pt x="130845" y="786259"/>
                    <a:pt x="130845" y="786259"/>
                    <a:pt x="131249" y="786259"/>
                  </a:cubicBezTo>
                  <a:cubicBezTo>
                    <a:pt x="132463" y="787005"/>
                    <a:pt x="133678" y="788497"/>
                    <a:pt x="134892" y="789243"/>
                  </a:cubicBezTo>
                  <a:cubicBezTo>
                    <a:pt x="135297" y="789990"/>
                    <a:pt x="135701" y="790736"/>
                    <a:pt x="136511" y="790736"/>
                  </a:cubicBezTo>
                  <a:cubicBezTo>
                    <a:pt x="136916" y="790736"/>
                    <a:pt x="136916" y="791482"/>
                    <a:pt x="137320" y="791482"/>
                  </a:cubicBezTo>
                  <a:lnTo>
                    <a:pt x="138534" y="793720"/>
                  </a:lnTo>
                  <a:cubicBezTo>
                    <a:pt x="138939" y="794466"/>
                    <a:pt x="139344" y="794466"/>
                    <a:pt x="139749" y="795213"/>
                  </a:cubicBezTo>
                  <a:cubicBezTo>
                    <a:pt x="140558" y="795959"/>
                    <a:pt x="140963" y="798197"/>
                    <a:pt x="141368" y="798943"/>
                  </a:cubicBezTo>
                  <a:cubicBezTo>
                    <a:pt x="144201" y="811628"/>
                    <a:pt x="142986" y="825059"/>
                    <a:pt x="145010" y="836251"/>
                  </a:cubicBezTo>
                  <a:close/>
                  <a:moveTo>
                    <a:pt x="145415" y="792974"/>
                  </a:moveTo>
                  <a:cubicBezTo>
                    <a:pt x="144201" y="789243"/>
                    <a:pt x="142177" y="786259"/>
                    <a:pt x="140153" y="784020"/>
                  </a:cubicBezTo>
                  <a:cubicBezTo>
                    <a:pt x="139749" y="783274"/>
                    <a:pt x="139749" y="783274"/>
                    <a:pt x="138939" y="783274"/>
                  </a:cubicBezTo>
                  <a:cubicBezTo>
                    <a:pt x="138534" y="782528"/>
                    <a:pt x="138130" y="782528"/>
                    <a:pt x="137725" y="782528"/>
                  </a:cubicBezTo>
                  <a:cubicBezTo>
                    <a:pt x="137320" y="781782"/>
                    <a:pt x="137320" y="781782"/>
                    <a:pt x="136916" y="781782"/>
                  </a:cubicBezTo>
                  <a:cubicBezTo>
                    <a:pt x="136511" y="781782"/>
                    <a:pt x="135701" y="781036"/>
                    <a:pt x="135297" y="781036"/>
                  </a:cubicBezTo>
                  <a:cubicBezTo>
                    <a:pt x="134082" y="780290"/>
                    <a:pt x="132463" y="779543"/>
                    <a:pt x="131654" y="778797"/>
                  </a:cubicBezTo>
                  <a:cubicBezTo>
                    <a:pt x="130845" y="778797"/>
                    <a:pt x="130440" y="778051"/>
                    <a:pt x="129630" y="778051"/>
                  </a:cubicBezTo>
                  <a:lnTo>
                    <a:pt x="129226" y="778051"/>
                  </a:lnTo>
                  <a:cubicBezTo>
                    <a:pt x="128821" y="776559"/>
                    <a:pt x="128416" y="775813"/>
                    <a:pt x="128011" y="775066"/>
                  </a:cubicBezTo>
                  <a:lnTo>
                    <a:pt x="124369" y="768351"/>
                  </a:lnTo>
                  <a:cubicBezTo>
                    <a:pt x="123964" y="767605"/>
                    <a:pt x="123559" y="766859"/>
                    <a:pt x="123155" y="766859"/>
                  </a:cubicBezTo>
                  <a:cubicBezTo>
                    <a:pt x="121536" y="765366"/>
                    <a:pt x="119512" y="763128"/>
                    <a:pt x="117893" y="761636"/>
                  </a:cubicBezTo>
                  <a:cubicBezTo>
                    <a:pt x="117488" y="761636"/>
                    <a:pt x="117488" y="760890"/>
                    <a:pt x="116679" y="760890"/>
                  </a:cubicBezTo>
                  <a:cubicBezTo>
                    <a:pt x="116274" y="760143"/>
                    <a:pt x="115869" y="760143"/>
                    <a:pt x="115060" y="760143"/>
                  </a:cubicBezTo>
                  <a:cubicBezTo>
                    <a:pt x="114655" y="759397"/>
                    <a:pt x="114251" y="759397"/>
                    <a:pt x="113441" y="759397"/>
                  </a:cubicBezTo>
                  <a:lnTo>
                    <a:pt x="112632" y="756413"/>
                  </a:lnTo>
                  <a:cubicBezTo>
                    <a:pt x="111013" y="751936"/>
                    <a:pt x="108989" y="748205"/>
                    <a:pt x="106561" y="745966"/>
                  </a:cubicBezTo>
                  <a:cubicBezTo>
                    <a:pt x="105751" y="745220"/>
                    <a:pt x="104942" y="743728"/>
                    <a:pt x="104132" y="742982"/>
                  </a:cubicBezTo>
                  <a:cubicBezTo>
                    <a:pt x="102513" y="741490"/>
                    <a:pt x="100894" y="739251"/>
                    <a:pt x="99275" y="738505"/>
                  </a:cubicBezTo>
                  <a:cubicBezTo>
                    <a:pt x="99275" y="738505"/>
                    <a:pt x="98871" y="738505"/>
                    <a:pt x="98871" y="737759"/>
                  </a:cubicBezTo>
                  <a:cubicBezTo>
                    <a:pt x="97252" y="731043"/>
                    <a:pt x="94419" y="725074"/>
                    <a:pt x="91181" y="721343"/>
                  </a:cubicBezTo>
                  <a:cubicBezTo>
                    <a:pt x="89562" y="719105"/>
                    <a:pt x="87538" y="716867"/>
                    <a:pt x="85515" y="714628"/>
                  </a:cubicBezTo>
                  <a:cubicBezTo>
                    <a:pt x="84300" y="707913"/>
                    <a:pt x="82277" y="701943"/>
                    <a:pt x="79039" y="697467"/>
                  </a:cubicBezTo>
                  <a:cubicBezTo>
                    <a:pt x="77420" y="693736"/>
                    <a:pt x="74992" y="691497"/>
                    <a:pt x="72968" y="688513"/>
                  </a:cubicBezTo>
                  <a:cubicBezTo>
                    <a:pt x="72563" y="681797"/>
                    <a:pt x="70944" y="676574"/>
                    <a:pt x="68516" y="672097"/>
                  </a:cubicBezTo>
                  <a:cubicBezTo>
                    <a:pt x="66492" y="668367"/>
                    <a:pt x="64469" y="664636"/>
                    <a:pt x="62040" y="661651"/>
                  </a:cubicBezTo>
                  <a:cubicBezTo>
                    <a:pt x="61635" y="653444"/>
                    <a:pt x="59612" y="645982"/>
                    <a:pt x="56374" y="640013"/>
                  </a:cubicBezTo>
                  <a:cubicBezTo>
                    <a:pt x="55160" y="637028"/>
                    <a:pt x="53946" y="634790"/>
                    <a:pt x="52327" y="632551"/>
                  </a:cubicBezTo>
                  <a:cubicBezTo>
                    <a:pt x="51922" y="622105"/>
                    <a:pt x="49493" y="612405"/>
                    <a:pt x="45446" y="604944"/>
                  </a:cubicBezTo>
                  <a:lnTo>
                    <a:pt x="43827" y="601959"/>
                  </a:lnTo>
                  <a:cubicBezTo>
                    <a:pt x="44232" y="593005"/>
                    <a:pt x="42613" y="583305"/>
                    <a:pt x="36947" y="569874"/>
                  </a:cubicBezTo>
                  <a:cubicBezTo>
                    <a:pt x="37352" y="564651"/>
                    <a:pt x="36947" y="559428"/>
                    <a:pt x="36137" y="554951"/>
                  </a:cubicBezTo>
                  <a:cubicBezTo>
                    <a:pt x="34923" y="548236"/>
                    <a:pt x="33709" y="542267"/>
                    <a:pt x="31685" y="537044"/>
                  </a:cubicBezTo>
                  <a:cubicBezTo>
                    <a:pt x="32899" y="529582"/>
                    <a:pt x="32090" y="519882"/>
                    <a:pt x="28852" y="505705"/>
                  </a:cubicBezTo>
                  <a:cubicBezTo>
                    <a:pt x="28447" y="503467"/>
                    <a:pt x="28043" y="502721"/>
                    <a:pt x="28043" y="501974"/>
                  </a:cubicBezTo>
                  <a:cubicBezTo>
                    <a:pt x="28043" y="500482"/>
                    <a:pt x="28447" y="499736"/>
                    <a:pt x="28447" y="498244"/>
                  </a:cubicBezTo>
                  <a:cubicBezTo>
                    <a:pt x="28852" y="493767"/>
                    <a:pt x="28852" y="488544"/>
                    <a:pt x="28447" y="484067"/>
                  </a:cubicBezTo>
                  <a:cubicBezTo>
                    <a:pt x="27638" y="478844"/>
                    <a:pt x="26828" y="472874"/>
                    <a:pt x="25614" y="467651"/>
                  </a:cubicBezTo>
                  <a:cubicBezTo>
                    <a:pt x="27638" y="460936"/>
                    <a:pt x="28043" y="450490"/>
                    <a:pt x="25614" y="434821"/>
                  </a:cubicBezTo>
                  <a:lnTo>
                    <a:pt x="25614" y="434075"/>
                  </a:lnTo>
                  <a:cubicBezTo>
                    <a:pt x="27638" y="427359"/>
                    <a:pt x="28447" y="416913"/>
                    <a:pt x="26424" y="400498"/>
                  </a:cubicBezTo>
                  <a:cubicBezTo>
                    <a:pt x="27233" y="398259"/>
                    <a:pt x="28043" y="396021"/>
                    <a:pt x="28852" y="393036"/>
                  </a:cubicBezTo>
                  <a:cubicBezTo>
                    <a:pt x="29662" y="384082"/>
                    <a:pt x="30066" y="375128"/>
                    <a:pt x="29257" y="366921"/>
                  </a:cubicBezTo>
                  <a:cubicBezTo>
                    <a:pt x="32090" y="360205"/>
                    <a:pt x="34114" y="350505"/>
                    <a:pt x="33304" y="333344"/>
                  </a:cubicBezTo>
                  <a:cubicBezTo>
                    <a:pt x="34518" y="331105"/>
                    <a:pt x="35733" y="328867"/>
                    <a:pt x="36137" y="325882"/>
                  </a:cubicBezTo>
                  <a:cubicBezTo>
                    <a:pt x="38161" y="318421"/>
                    <a:pt x="39375" y="309467"/>
                    <a:pt x="38970" y="301259"/>
                  </a:cubicBezTo>
                  <a:cubicBezTo>
                    <a:pt x="42208" y="296036"/>
                    <a:pt x="44637" y="288575"/>
                    <a:pt x="45446" y="281113"/>
                  </a:cubicBezTo>
                  <a:cubicBezTo>
                    <a:pt x="45851" y="278128"/>
                    <a:pt x="46256" y="274398"/>
                    <a:pt x="46660" y="269921"/>
                  </a:cubicBezTo>
                  <a:cubicBezTo>
                    <a:pt x="50303" y="264698"/>
                    <a:pt x="53541" y="256490"/>
                    <a:pt x="55564" y="240075"/>
                  </a:cubicBezTo>
                  <a:cubicBezTo>
                    <a:pt x="55969" y="240075"/>
                    <a:pt x="55969" y="239329"/>
                    <a:pt x="56374" y="239329"/>
                  </a:cubicBezTo>
                  <a:cubicBezTo>
                    <a:pt x="61231" y="231867"/>
                    <a:pt x="64469" y="222167"/>
                    <a:pt x="65683" y="211721"/>
                  </a:cubicBezTo>
                  <a:cubicBezTo>
                    <a:pt x="66492" y="210975"/>
                    <a:pt x="67706" y="209482"/>
                    <a:pt x="68516" y="208736"/>
                  </a:cubicBezTo>
                  <a:cubicBezTo>
                    <a:pt x="72563" y="202021"/>
                    <a:pt x="75801" y="193813"/>
                    <a:pt x="77420" y="184859"/>
                  </a:cubicBezTo>
                  <a:lnTo>
                    <a:pt x="79039" y="183367"/>
                  </a:lnTo>
                  <a:cubicBezTo>
                    <a:pt x="83896" y="178144"/>
                    <a:pt x="87538" y="169936"/>
                    <a:pt x="89967" y="160236"/>
                  </a:cubicBezTo>
                  <a:cubicBezTo>
                    <a:pt x="90371" y="159490"/>
                    <a:pt x="90776" y="159490"/>
                    <a:pt x="91181" y="159490"/>
                  </a:cubicBezTo>
                  <a:cubicBezTo>
                    <a:pt x="94419" y="157252"/>
                    <a:pt x="96847" y="153521"/>
                    <a:pt x="99275" y="149044"/>
                  </a:cubicBezTo>
                  <a:cubicBezTo>
                    <a:pt x="100894" y="145313"/>
                    <a:pt x="102513" y="141582"/>
                    <a:pt x="103728" y="137106"/>
                  </a:cubicBezTo>
                  <a:lnTo>
                    <a:pt x="104132" y="137106"/>
                  </a:lnTo>
                  <a:cubicBezTo>
                    <a:pt x="104942" y="137106"/>
                    <a:pt x="105751" y="136359"/>
                    <a:pt x="106561" y="136359"/>
                  </a:cubicBezTo>
                  <a:cubicBezTo>
                    <a:pt x="108989" y="134867"/>
                    <a:pt x="111013" y="132629"/>
                    <a:pt x="112632" y="129644"/>
                  </a:cubicBezTo>
                  <a:cubicBezTo>
                    <a:pt x="113036" y="128898"/>
                    <a:pt x="114251" y="127406"/>
                    <a:pt x="115060" y="125913"/>
                  </a:cubicBezTo>
                  <a:cubicBezTo>
                    <a:pt x="115869" y="124421"/>
                    <a:pt x="115869" y="123675"/>
                    <a:pt x="116679" y="122929"/>
                  </a:cubicBezTo>
                  <a:cubicBezTo>
                    <a:pt x="117488" y="122182"/>
                    <a:pt x="117488" y="121436"/>
                    <a:pt x="117893" y="120690"/>
                  </a:cubicBezTo>
                  <a:cubicBezTo>
                    <a:pt x="118298" y="119944"/>
                    <a:pt x="118703" y="118452"/>
                    <a:pt x="119107" y="117706"/>
                  </a:cubicBezTo>
                  <a:cubicBezTo>
                    <a:pt x="120322" y="117706"/>
                    <a:pt x="121940" y="116959"/>
                    <a:pt x="123155" y="116213"/>
                  </a:cubicBezTo>
                  <a:cubicBezTo>
                    <a:pt x="123559" y="116213"/>
                    <a:pt x="123964" y="115467"/>
                    <a:pt x="124369" y="115467"/>
                  </a:cubicBezTo>
                  <a:lnTo>
                    <a:pt x="128011" y="110990"/>
                  </a:lnTo>
                  <a:cubicBezTo>
                    <a:pt x="128416" y="110244"/>
                    <a:pt x="129226" y="109498"/>
                    <a:pt x="129630" y="108752"/>
                  </a:cubicBezTo>
                  <a:cubicBezTo>
                    <a:pt x="130440" y="107259"/>
                    <a:pt x="130845" y="106513"/>
                    <a:pt x="131654" y="105767"/>
                  </a:cubicBezTo>
                  <a:lnTo>
                    <a:pt x="134892" y="99798"/>
                  </a:lnTo>
                  <a:lnTo>
                    <a:pt x="135297" y="99798"/>
                  </a:lnTo>
                  <a:cubicBezTo>
                    <a:pt x="135701" y="99798"/>
                    <a:pt x="136106" y="99798"/>
                    <a:pt x="136916" y="99052"/>
                  </a:cubicBezTo>
                  <a:lnTo>
                    <a:pt x="137725" y="99052"/>
                  </a:lnTo>
                  <a:cubicBezTo>
                    <a:pt x="138130" y="99052"/>
                    <a:pt x="138534" y="98306"/>
                    <a:pt x="138939" y="98306"/>
                  </a:cubicBezTo>
                  <a:cubicBezTo>
                    <a:pt x="139344" y="97559"/>
                    <a:pt x="139749" y="97559"/>
                    <a:pt x="140153" y="97559"/>
                  </a:cubicBezTo>
                  <a:cubicBezTo>
                    <a:pt x="142177" y="96067"/>
                    <a:pt x="144201" y="93829"/>
                    <a:pt x="146224" y="91590"/>
                  </a:cubicBezTo>
                  <a:cubicBezTo>
                    <a:pt x="147843" y="89352"/>
                    <a:pt x="149057" y="87113"/>
                    <a:pt x="150272" y="84875"/>
                  </a:cubicBezTo>
                  <a:cubicBezTo>
                    <a:pt x="150676" y="84129"/>
                    <a:pt x="151081" y="83383"/>
                    <a:pt x="151486" y="83383"/>
                  </a:cubicBezTo>
                  <a:lnTo>
                    <a:pt x="151891" y="84129"/>
                  </a:lnTo>
                  <a:cubicBezTo>
                    <a:pt x="152700" y="84129"/>
                    <a:pt x="153105" y="84129"/>
                    <a:pt x="153914" y="83383"/>
                  </a:cubicBezTo>
                  <a:lnTo>
                    <a:pt x="154724" y="83383"/>
                  </a:lnTo>
                  <a:cubicBezTo>
                    <a:pt x="155938" y="83383"/>
                    <a:pt x="156747" y="82636"/>
                    <a:pt x="157962" y="81890"/>
                  </a:cubicBezTo>
                  <a:cubicBezTo>
                    <a:pt x="159176" y="81144"/>
                    <a:pt x="159985" y="80398"/>
                    <a:pt x="161199" y="79652"/>
                  </a:cubicBezTo>
                  <a:cubicBezTo>
                    <a:pt x="162414" y="78906"/>
                    <a:pt x="162009" y="78906"/>
                    <a:pt x="162818" y="78159"/>
                  </a:cubicBezTo>
                  <a:lnTo>
                    <a:pt x="166461" y="73683"/>
                  </a:lnTo>
                  <a:cubicBezTo>
                    <a:pt x="166866" y="72936"/>
                    <a:pt x="168080" y="72190"/>
                    <a:pt x="168485" y="70698"/>
                  </a:cubicBezTo>
                  <a:lnTo>
                    <a:pt x="168889" y="70698"/>
                  </a:lnTo>
                  <a:cubicBezTo>
                    <a:pt x="170104" y="71444"/>
                    <a:pt x="171722" y="71444"/>
                    <a:pt x="172937" y="70698"/>
                  </a:cubicBezTo>
                  <a:cubicBezTo>
                    <a:pt x="174151" y="70698"/>
                    <a:pt x="175365" y="69952"/>
                    <a:pt x="176579" y="69952"/>
                  </a:cubicBezTo>
                  <a:lnTo>
                    <a:pt x="176984" y="69206"/>
                  </a:lnTo>
                  <a:cubicBezTo>
                    <a:pt x="177389" y="69206"/>
                    <a:pt x="177793" y="68459"/>
                    <a:pt x="178603" y="68459"/>
                  </a:cubicBezTo>
                  <a:cubicBezTo>
                    <a:pt x="180222" y="67713"/>
                    <a:pt x="181841" y="65475"/>
                    <a:pt x="183460" y="63983"/>
                  </a:cubicBezTo>
                  <a:cubicBezTo>
                    <a:pt x="183460" y="63983"/>
                    <a:pt x="183460" y="63236"/>
                    <a:pt x="183864" y="63236"/>
                  </a:cubicBezTo>
                  <a:lnTo>
                    <a:pt x="184269" y="62490"/>
                  </a:lnTo>
                  <a:cubicBezTo>
                    <a:pt x="184674" y="61744"/>
                    <a:pt x="185483" y="60998"/>
                    <a:pt x="185888" y="60252"/>
                  </a:cubicBezTo>
                  <a:lnTo>
                    <a:pt x="186698" y="60252"/>
                  </a:lnTo>
                  <a:cubicBezTo>
                    <a:pt x="187912" y="60998"/>
                    <a:pt x="189126" y="60998"/>
                    <a:pt x="190340" y="60998"/>
                  </a:cubicBezTo>
                  <a:cubicBezTo>
                    <a:pt x="191554" y="60998"/>
                    <a:pt x="193173" y="60998"/>
                    <a:pt x="194387" y="60252"/>
                  </a:cubicBezTo>
                  <a:cubicBezTo>
                    <a:pt x="194792" y="60252"/>
                    <a:pt x="195197" y="59506"/>
                    <a:pt x="196006" y="59506"/>
                  </a:cubicBezTo>
                  <a:cubicBezTo>
                    <a:pt x="197625" y="58759"/>
                    <a:pt x="200054" y="56521"/>
                    <a:pt x="202887" y="54283"/>
                  </a:cubicBezTo>
                  <a:lnTo>
                    <a:pt x="204506" y="52790"/>
                  </a:lnTo>
                  <a:cubicBezTo>
                    <a:pt x="204910" y="52790"/>
                    <a:pt x="204910" y="53536"/>
                    <a:pt x="205315" y="53536"/>
                  </a:cubicBezTo>
                  <a:cubicBezTo>
                    <a:pt x="206529" y="54283"/>
                    <a:pt x="208148" y="54283"/>
                    <a:pt x="209362" y="54283"/>
                  </a:cubicBezTo>
                  <a:lnTo>
                    <a:pt x="212196" y="54283"/>
                  </a:lnTo>
                  <a:cubicBezTo>
                    <a:pt x="213410" y="53536"/>
                    <a:pt x="214219" y="53536"/>
                    <a:pt x="215433" y="53536"/>
                  </a:cubicBezTo>
                  <a:cubicBezTo>
                    <a:pt x="216648" y="53536"/>
                    <a:pt x="216648" y="52790"/>
                    <a:pt x="217052" y="52790"/>
                  </a:cubicBezTo>
                  <a:lnTo>
                    <a:pt x="219481" y="50552"/>
                  </a:lnTo>
                  <a:cubicBezTo>
                    <a:pt x="220290" y="49806"/>
                    <a:pt x="221100" y="49806"/>
                    <a:pt x="221909" y="49059"/>
                  </a:cubicBezTo>
                  <a:cubicBezTo>
                    <a:pt x="222314" y="48313"/>
                    <a:pt x="222719" y="48313"/>
                    <a:pt x="223123" y="48313"/>
                  </a:cubicBezTo>
                  <a:cubicBezTo>
                    <a:pt x="223528" y="48313"/>
                    <a:pt x="223933" y="49059"/>
                    <a:pt x="224742" y="49059"/>
                  </a:cubicBezTo>
                  <a:cubicBezTo>
                    <a:pt x="225552" y="49059"/>
                    <a:pt x="226361" y="49806"/>
                    <a:pt x="227171" y="49806"/>
                  </a:cubicBezTo>
                  <a:lnTo>
                    <a:pt x="228790" y="49806"/>
                  </a:lnTo>
                  <a:cubicBezTo>
                    <a:pt x="230813" y="50552"/>
                    <a:pt x="232837" y="50552"/>
                    <a:pt x="234861" y="49806"/>
                  </a:cubicBezTo>
                  <a:lnTo>
                    <a:pt x="235670" y="49806"/>
                  </a:lnTo>
                  <a:cubicBezTo>
                    <a:pt x="237694" y="49059"/>
                    <a:pt x="239717" y="48313"/>
                    <a:pt x="241336" y="46821"/>
                  </a:cubicBezTo>
                  <a:lnTo>
                    <a:pt x="241741" y="46821"/>
                  </a:lnTo>
                  <a:cubicBezTo>
                    <a:pt x="243765" y="49059"/>
                    <a:pt x="245788" y="49806"/>
                    <a:pt x="247812" y="50552"/>
                  </a:cubicBezTo>
                  <a:lnTo>
                    <a:pt x="254288" y="50552"/>
                  </a:lnTo>
                  <a:cubicBezTo>
                    <a:pt x="255097" y="49806"/>
                    <a:pt x="255907" y="49806"/>
                    <a:pt x="257121" y="49806"/>
                  </a:cubicBezTo>
                  <a:cubicBezTo>
                    <a:pt x="258335" y="49806"/>
                    <a:pt x="258740" y="49059"/>
                    <a:pt x="259549" y="49059"/>
                  </a:cubicBezTo>
                  <a:cubicBezTo>
                    <a:pt x="260359" y="49059"/>
                    <a:pt x="259954" y="49059"/>
                    <a:pt x="259954" y="48313"/>
                  </a:cubicBezTo>
                  <a:cubicBezTo>
                    <a:pt x="260359" y="50552"/>
                    <a:pt x="260763" y="50552"/>
                    <a:pt x="261168" y="51298"/>
                  </a:cubicBezTo>
                  <a:cubicBezTo>
                    <a:pt x="262787" y="53536"/>
                    <a:pt x="264811" y="54283"/>
                    <a:pt x="266834" y="55029"/>
                  </a:cubicBezTo>
                  <a:cubicBezTo>
                    <a:pt x="268049" y="55775"/>
                    <a:pt x="269263" y="55775"/>
                    <a:pt x="270477" y="55775"/>
                  </a:cubicBezTo>
                  <a:lnTo>
                    <a:pt x="273310" y="55775"/>
                  </a:lnTo>
                  <a:cubicBezTo>
                    <a:pt x="274929" y="55775"/>
                    <a:pt x="276548" y="55775"/>
                    <a:pt x="278167" y="55029"/>
                  </a:cubicBezTo>
                  <a:cubicBezTo>
                    <a:pt x="278572" y="55775"/>
                    <a:pt x="279786" y="56521"/>
                    <a:pt x="280191" y="58013"/>
                  </a:cubicBezTo>
                  <a:cubicBezTo>
                    <a:pt x="280595" y="59506"/>
                    <a:pt x="281000" y="58759"/>
                    <a:pt x="281809" y="59506"/>
                  </a:cubicBezTo>
                  <a:lnTo>
                    <a:pt x="284643" y="60998"/>
                  </a:lnTo>
                  <a:cubicBezTo>
                    <a:pt x="285452" y="60998"/>
                    <a:pt x="285857" y="61744"/>
                    <a:pt x="286666" y="61744"/>
                  </a:cubicBezTo>
                  <a:lnTo>
                    <a:pt x="287476" y="61744"/>
                  </a:lnTo>
                  <a:cubicBezTo>
                    <a:pt x="287880" y="61744"/>
                    <a:pt x="289095" y="62490"/>
                    <a:pt x="289499" y="62490"/>
                  </a:cubicBezTo>
                  <a:lnTo>
                    <a:pt x="290714" y="62490"/>
                  </a:lnTo>
                  <a:cubicBezTo>
                    <a:pt x="291523" y="63236"/>
                    <a:pt x="292333" y="63236"/>
                    <a:pt x="293142" y="63236"/>
                  </a:cubicBezTo>
                  <a:lnTo>
                    <a:pt x="296785" y="63236"/>
                  </a:lnTo>
                  <a:cubicBezTo>
                    <a:pt x="297189" y="63983"/>
                    <a:pt x="297594" y="63983"/>
                    <a:pt x="297999" y="64729"/>
                  </a:cubicBezTo>
                  <a:cubicBezTo>
                    <a:pt x="298403" y="66221"/>
                    <a:pt x="299213" y="66967"/>
                    <a:pt x="300022" y="67713"/>
                  </a:cubicBezTo>
                  <a:cubicBezTo>
                    <a:pt x="300427" y="68459"/>
                    <a:pt x="300832" y="68459"/>
                    <a:pt x="301237" y="68459"/>
                  </a:cubicBezTo>
                  <a:cubicBezTo>
                    <a:pt x="301641" y="69206"/>
                    <a:pt x="302856" y="69206"/>
                    <a:pt x="303260" y="69952"/>
                  </a:cubicBezTo>
                  <a:lnTo>
                    <a:pt x="308117" y="72190"/>
                  </a:lnTo>
                  <a:cubicBezTo>
                    <a:pt x="308522" y="72190"/>
                    <a:pt x="308522" y="72936"/>
                    <a:pt x="309331" y="72936"/>
                  </a:cubicBezTo>
                  <a:cubicBezTo>
                    <a:pt x="310950" y="73683"/>
                    <a:pt x="312164" y="73683"/>
                    <a:pt x="314188" y="73683"/>
                  </a:cubicBezTo>
                  <a:lnTo>
                    <a:pt x="314593" y="73683"/>
                  </a:lnTo>
                  <a:cubicBezTo>
                    <a:pt x="314997" y="74429"/>
                    <a:pt x="315402" y="75175"/>
                    <a:pt x="315807" y="75175"/>
                  </a:cubicBezTo>
                  <a:cubicBezTo>
                    <a:pt x="316616" y="77413"/>
                    <a:pt x="317831" y="78906"/>
                    <a:pt x="319045" y="79652"/>
                  </a:cubicBezTo>
                  <a:cubicBezTo>
                    <a:pt x="319854" y="80398"/>
                    <a:pt x="320664" y="81144"/>
                    <a:pt x="321878" y="81890"/>
                  </a:cubicBezTo>
                  <a:lnTo>
                    <a:pt x="322283" y="82636"/>
                  </a:lnTo>
                  <a:cubicBezTo>
                    <a:pt x="322687" y="83383"/>
                    <a:pt x="322687" y="83383"/>
                    <a:pt x="323092" y="83383"/>
                  </a:cubicBezTo>
                  <a:cubicBezTo>
                    <a:pt x="323497" y="84129"/>
                    <a:pt x="324306" y="84129"/>
                    <a:pt x="324711" y="84129"/>
                  </a:cubicBezTo>
                  <a:cubicBezTo>
                    <a:pt x="325925" y="84875"/>
                    <a:pt x="326735" y="84875"/>
                    <a:pt x="328354" y="85621"/>
                  </a:cubicBezTo>
                  <a:cubicBezTo>
                    <a:pt x="329973" y="86367"/>
                    <a:pt x="329973" y="86367"/>
                    <a:pt x="331187" y="86367"/>
                  </a:cubicBezTo>
                  <a:lnTo>
                    <a:pt x="331996" y="86367"/>
                  </a:lnTo>
                  <a:cubicBezTo>
                    <a:pt x="333210" y="89352"/>
                    <a:pt x="334425" y="91590"/>
                    <a:pt x="336044" y="93829"/>
                  </a:cubicBezTo>
                  <a:cubicBezTo>
                    <a:pt x="335639" y="95321"/>
                    <a:pt x="335639" y="95321"/>
                    <a:pt x="336044" y="95321"/>
                  </a:cubicBezTo>
                  <a:cubicBezTo>
                    <a:pt x="336448" y="95321"/>
                    <a:pt x="336853" y="96067"/>
                    <a:pt x="337662" y="96067"/>
                  </a:cubicBezTo>
                  <a:cubicBezTo>
                    <a:pt x="338067" y="96813"/>
                    <a:pt x="338877" y="97559"/>
                    <a:pt x="339686" y="98306"/>
                  </a:cubicBezTo>
                  <a:cubicBezTo>
                    <a:pt x="340900" y="99052"/>
                    <a:pt x="342519" y="99798"/>
                    <a:pt x="343733" y="101290"/>
                  </a:cubicBezTo>
                  <a:cubicBezTo>
                    <a:pt x="344138" y="101290"/>
                    <a:pt x="344543" y="102036"/>
                    <a:pt x="344948" y="102036"/>
                  </a:cubicBezTo>
                  <a:cubicBezTo>
                    <a:pt x="345352" y="102036"/>
                    <a:pt x="346567" y="102783"/>
                    <a:pt x="346971" y="102783"/>
                  </a:cubicBezTo>
                  <a:lnTo>
                    <a:pt x="347376" y="102783"/>
                  </a:lnTo>
                  <a:cubicBezTo>
                    <a:pt x="348185" y="105767"/>
                    <a:pt x="348995" y="108006"/>
                    <a:pt x="350614" y="109498"/>
                  </a:cubicBezTo>
                  <a:lnTo>
                    <a:pt x="352233" y="112483"/>
                  </a:lnTo>
                  <a:cubicBezTo>
                    <a:pt x="352638" y="113229"/>
                    <a:pt x="353042" y="113975"/>
                    <a:pt x="353447" y="113975"/>
                  </a:cubicBezTo>
                  <a:cubicBezTo>
                    <a:pt x="355066" y="115467"/>
                    <a:pt x="357090" y="117706"/>
                    <a:pt x="358708" y="119198"/>
                  </a:cubicBezTo>
                  <a:cubicBezTo>
                    <a:pt x="359113" y="119944"/>
                    <a:pt x="359113" y="119944"/>
                    <a:pt x="359923" y="119944"/>
                  </a:cubicBezTo>
                  <a:cubicBezTo>
                    <a:pt x="360327" y="119944"/>
                    <a:pt x="360732" y="120690"/>
                    <a:pt x="361542" y="120690"/>
                  </a:cubicBezTo>
                  <a:cubicBezTo>
                    <a:pt x="361946" y="120690"/>
                    <a:pt x="362351" y="121436"/>
                    <a:pt x="363161" y="121436"/>
                  </a:cubicBezTo>
                  <a:cubicBezTo>
                    <a:pt x="363565" y="122929"/>
                    <a:pt x="363970" y="124421"/>
                    <a:pt x="364779" y="125913"/>
                  </a:cubicBezTo>
                  <a:cubicBezTo>
                    <a:pt x="366398" y="129644"/>
                    <a:pt x="368017" y="132629"/>
                    <a:pt x="370446" y="134867"/>
                  </a:cubicBezTo>
                  <a:cubicBezTo>
                    <a:pt x="372469" y="137106"/>
                    <a:pt x="374898" y="139344"/>
                    <a:pt x="377326" y="141582"/>
                  </a:cubicBezTo>
                  <a:cubicBezTo>
                    <a:pt x="377731" y="142329"/>
                    <a:pt x="377731" y="142329"/>
                    <a:pt x="378136" y="142329"/>
                  </a:cubicBezTo>
                  <a:cubicBezTo>
                    <a:pt x="378540" y="144567"/>
                    <a:pt x="378945" y="146806"/>
                    <a:pt x="379755" y="148298"/>
                  </a:cubicBezTo>
                  <a:cubicBezTo>
                    <a:pt x="381373" y="152775"/>
                    <a:pt x="383397" y="156506"/>
                    <a:pt x="385826" y="159490"/>
                  </a:cubicBezTo>
                  <a:cubicBezTo>
                    <a:pt x="387444" y="161729"/>
                    <a:pt x="389468" y="163967"/>
                    <a:pt x="391492" y="166206"/>
                  </a:cubicBezTo>
                  <a:cubicBezTo>
                    <a:pt x="392706" y="172921"/>
                    <a:pt x="394730" y="178144"/>
                    <a:pt x="397563" y="182621"/>
                  </a:cubicBezTo>
                  <a:cubicBezTo>
                    <a:pt x="399586" y="185606"/>
                    <a:pt x="401610" y="188590"/>
                    <a:pt x="404038" y="191575"/>
                  </a:cubicBezTo>
                  <a:cubicBezTo>
                    <a:pt x="404443" y="197544"/>
                    <a:pt x="406062" y="203513"/>
                    <a:pt x="408895" y="207990"/>
                  </a:cubicBezTo>
                  <a:cubicBezTo>
                    <a:pt x="410919" y="211721"/>
                    <a:pt x="412943" y="215452"/>
                    <a:pt x="415371" y="218436"/>
                  </a:cubicBezTo>
                  <a:cubicBezTo>
                    <a:pt x="415776" y="226644"/>
                    <a:pt x="417799" y="234852"/>
                    <a:pt x="421037" y="240821"/>
                  </a:cubicBezTo>
                  <a:lnTo>
                    <a:pt x="425085" y="248282"/>
                  </a:lnTo>
                  <a:cubicBezTo>
                    <a:pt x="425489" y="258729"/>
                    <a:pt x="427918" y="267682"/>
                    <a:pt x="431965" y="275144"/>
                  </a:cubicBezTo>
                  <a:cubicBezTo>
                    <a:pt x="432370" y="275890"/>
                    <a:pt x="433179" y="278128"/>
                    <a:pt x="433584" y="278875"/>
                  </a:cubicBezTo>
                  <a:cubicBezTo>
                    <a:pt x="433179" y="287082"/>
                    <a:pt x="434798" y="297528"/>
                    <a:pt x="440464" y="310213"/>
                  </a:cubicBezTo>
                  <a:cubicBezTo>
                    <a:pt x="440060" y="315436"/>
                    <a:pt x="440464" y="320659"/>
                    <a:pt x="441274" y="325882"/>
                  </a:cubicBezTo>
                  <a:cubicBezTo>
                    <a:pt x="442488" y="331852"/>
                    <a:pt x="443702" y="337821"/>
                    <a:pt x="445726" y="343044"/>
                  </a:cubicBezTo>
                  <a:cubicBezTo>
                    <a:pt x="444512" y="354236"/>
                    <a:pt x="445726" y="365428"/>
                    <a:pt x="448964" y="374382"/>
                  </a:cubicBezTo>
                  <a:cubicBezTo>
                    <a:pt x="449368" y="375128"/>
                    <a:pt x="449368" y="375128"/>
                    <a:pt x="449368" y="375875"/>
                  </a:cubicBezTo>
                  <a:cubicBezTo>
                    <a:pt x="449368" y="376621"/>
                    <a:pt x="448964" y="378859"/>
                    <a:pt x="448964" y="379605"/>
                  </a:cubicBezTo>
                  <a:cubicBezTo>
                    <a:pt x="448559" y="384082"/>
                    <a:pt x="448559" y="389305"/>
                    <a:pt x="448964" y="393782"/>
                  </a:cubicBezTo>
                  <a:cubicBezTo>
                    <a:pt x="449773" y="399005"/>
                    <a:pt x="450583" y="404975"/>
                    <a:pt x="451797" y="410198"/>
                  </a:cubicBezTo>
                  <a:cubicBezTo>
                    <a:pt x="449773" y="417659"/>
                    <a:pt x="449368" y="428105"/>
                    <a:pt x="452202" y="443774"/>
                  </a:cubicBezTo>
                  <a:lnTo>
                    <a:pt x="452202" y="444521"/>
                  </a:lnTo>
                  <a:cubicBezTo>
                    <a:pt x="449773" y="451236"/>
                    <a:pt x="449368" y="462428"/>
                    <a:pt x="451392" y="478098"/>
                  </a:cubicBezTo>
                  <a:cubicBezTo>
                    <a:pt x="450178" y="480336"/>
                    <a:pt x="449773" y="483321"/>
                    <a:pt x="448964" y="486305"/>
                  </a:cubicBezTo>
                  <a:cubicBezTo>
                    <a:pt x="448154" y="494513"/>
                    <a:pt x="447749" y="503467"/>
                    <a:pt x="448559" y="512421"/>
                  </a:cubicBezTo>
                  <a:cubicBezTo>
                    <a:pt x="445726" y="519136"/>
                    <a:pt x="443702" y="528836"/>
                    <a:pt x="444512" y="545997"/>
                  </a:cubicBezTo>
                  <a:cubicBezTo>
                    <a:pt x="443297" y="548236"/>
                    <a:pt x="442083" y="550474"/>
                    <a:pt x="441678" y="553459"/>
                  </a:cubicBezTo>
                  <a:cubicBezTo>
                    <a:pt x="439655" y="560921"/>
                    <a:pt x="438441" y="569874"/>
                    <a:pt x="438441" y="578082"/>
                  </a:cubicBezTo>
                  <a:cubicBezTo>
                    <a:pt x="435203" y="584051"/>
                    <a:pt x="433179" y="590767"/>
                    <a:pt x="432370" y="598974"/>
                  </a:cubicBezTo>
                  <a:cubicBezTo>
                    <a:pt x="431965" y="602705"/>
                    <a:pt x="431560" y="606436"/>
                    <a:pt x="431155" y="609420"/>
                  </a:cubicBezTo>
                  <a:cubicBezTo>
                    <a:pt x="427513" y="614644"/>
                    <a:pt x="424275" y="622851"/>
                    <a:pt x="422251" y="639267"/>
                  </a:cubicBezTo>
                  <a:cubicBezTo>
                    <a:pt x="421847" y="640013"/>
                    <a:pt x="421847" y="640013"/>
                    <a:pt x="421442" y="640013"/>
                  </a:cubicBezTo>
                  <a:cubicBezTo>
                    <a:pt x="416585" y="646728"/>
                    <a:pt x="413347" y="656428"/>
                    <a:pt x="412133" y="667620"/>
                  </a:cubicBezTo>
                  <a:cubicBezTo>
                    <a:pt x="411324" y="668367"/>
                    <a:pt x="410109" y="669859"/>
                    <a:pt x="409300" y="670605"/>
                  </a:cubicBezTo>
                  <a:cubicBezTo>
                    <a:pt x="405253" y="676574"/>
                    <a:pt x="402015" y="684782"/>
                    <a:pt x="400396" y="694482"/>
                  </a:cubicBezTo>
                  <a:cubicBezTo>
                    <a:pt x="399586" y="695228"/>
                    <a:pt x="398777" y="695974"/>
                    <a:pt x="398372" y="696720"/>
                  </a:cubicBezTo>
                  <a:cubicBezTo>
                    <a:pt x="393515" y="701943"/>
                    <a:pt x="389873" y="710151"/>
                    <a:pt x="387444" y="719851"/>
                  </a:cubicBezTo>
                  <a:cubicBezTo>
                    <a:pt x="387040" y="719851"/>
                    <a:pt x="386635" y="719851"/>
                    <a:pt x="386635" y="720597"/>
                  </a:cubicBezTo>
                  <a:cubicBezTo>
                    <a:pt x="384207" y="722090"/>
                    <a:pt x="382183" y="724328"/>
                    <a:pt x="380564" y="727313"/>
                  </a:cubicBezTo>
                  <a:lnTo>
                    <a:pt x="377731" y="732536"/>
                  </a:lnTo>
                  <a:cubicBezTo>
                    <a:pt x="376112" y="735520"/>
                    <a:pt x="374898" y="739251"/>
                    <a:pt x="373684" y="742982"/>
                  </a:cubicBezTo>
                  <a:cubicBezTo>
                    <a:pt x="372874" y="742982"/>
                    <a:pt x="372065" y="743728"/>
                    <a:pt x="370850" y="743728"/>
                  </a:cubicBezTo>
                  <a:cubicBezTo>
                    <a:pt x="368827" y="745220"/>
                    <a:pt x="366803" y="747459"/>
                    <a:pt x="365184" y="749697"/>
                  </a:cubicBezTo>
                  <a:lnTo>
                    <a:pt x="362351" y="754920"/>
                  </a:lnTo>
                  <a:cubicBezTo>
                    <a:pt x="361542" y="755666"/>
                    <a:pt x="361137" y="756413"/>
                    <a:pt x="360732" y="757905"/>
                  </a:cubicBezTo>
                  <a:lnTo>
                    <a:pt x="359518" y="760143"/>
                  </a:lnTo>
                  <a:cubicBezTo>
                    <a:pt x="359113" y="760890"/>
                    <a:pt x="358708" y="762382"/>
                    <a:pt x="358304" y="763128"/>
                  </a:cubicBezTo>
                  <a:cubicBezTo>
                    <a:pt x="357090" y="763128"/>
                    <a:pt x="355471" y="763874"/>
                    <a:pt x="354256" y="764620"/>
                  </a:cubicBezTo>
                  <a:cubicBezTo>
                    <a:pt x="353852" y="765366"/>
                    <a:pt x="353447" y="765366"/>
                    <a:pt x="353042" y="765366"/>
                  </a:cubicBezTo>
                  <a:lnTo>
                    <a:pt x="351423" y="766859"/>
                  </a:lnTo>
                  <a:lnTo>
                    <a:pt x="347781" y="771336"/>
                  </a:lnTo>
                  <a:cubicBezTo>
                    <a:pt x="346971" y="772828"/>
                    <a:pt x="346567" y="773574"/>
                    <a:pt x="345757" y="774320"/>
                  </a:cubicBezTo>
                  <a:cubicBezTo>
                    <a:pt x="345352" y="775066"/>
                    <a:pt x="344948" y="775813"/>
                    <a:pt x="344543" y="777305"/>
                  </a:cubicBezTo>
                  <a:cubicBezTo>
                    <a:pt x="344138" y="778797"/>
                    <a:pt x="342924" y="779543"/>
                    <a:pt x="342519" y="780290"/>
                  </a:cubicBezTo>
                  <a:cubicBezTo>
                    <a:pt x="341710" y="780290"/>
                    <a:pt x="341305" y="780290"/>
                    <a:pt x="340496" y="781036"/>
                  </a:cubicBezTo>
                  <a:cubicBezTo>
                    <a:pt x="340091" y="781036"/>
                    <a:pt x="338877" y="781782"/>
                    <a:pt x="338472" y="781782"/>
                  </a:cubicBezTo>
                  <a:cubicBezTo>
                    <a:pt x="338067" y="781782"/>
                    <a:pt x="337662" y="782528"/>
                    <a:pt x="336853" y="782528"/>
                  </a:cubicBezTo>
                  <a:cubicBezTo>
                    <a:pt x="336044" y="782528"/>
                    <a:pt x="336448" y="783274"/>
                    <a:pt x="336044" y="783274"/>
                  </a:cubicBezTo>
                  <a:cubicBezTo>
                    <a:pt x="334425" y="784766"/>
                    <a:pt x="332806" y="786259"/>
                    <a:pt x="331187" y="788497"/>
                  </a:cubicBezTo>
                  <a:cubicBezTo>
                    <a:pt x="329568" y="790736"/>
                    <a:pt x="327544" y="793720"/>
                    <a:pt x="325925" y="795959"/>
                  </a:cubicBezTo>
                  <a:lnTo>
                    <a:pt x="321878" y="795959"/>
                  </a:lnTo>
                  <a:lnTo>
                    <a:pt x="319045" y="797451"/>
                  </a:lnTo>
                  <a:cubicBezTo>
                    <a:pt x="317831" y="798197"/>
                    <a:pt x="317021" y="798943"/>
                    <a:pt x="315807" y="800436"/>
                  </a:cubicBezTo>
                  <a:cubicBezTo>
                    <a:pt x="315402" y="800436"/>
                    <a:pt x="314593" y="801182"/>
                    <a:pt x="314188" y="801182"/>
                  </a:cubicBezTo>
                  <a:cubicBezTo>
                    <a:pt x="312569" y="802674"/>
                    <a:pt x="310950" y="804913"/>
                    <a:pt x="309331" y="807151"/>
                  </a:cubicBezTo>
                  <a:cubicBezTo>
                    <a:pt x="308927" y="807897"/>
                    <a:pt x="308927" y="807897"/>
                    <a:pt x="308522" y="807897"/>
                  </a:cubicBezTo>
                  <a:lnTo>
                    <a:pt x="308117" y="807897"/>
                  </a:lnTo>
                  <a:cubicBezTo>
                    <a:pt x="306498" y="807151"/>
                    <a:pt x="304879" y="807151"/>
                    <a:pt x="303260" y="807897"/>
                  </a:cubicBezTo>
                  <a:cubicBezTo>
                    <a:pt x="302856" y="807897"/>
                    <a:pt x="302046" y="808643"/>
                    <a:pt x="301237" y="808643"/>
                  </a:cubicBezTo>
                  <a:cubicBezTo>
                    <a:pt x="300427" y="808643"/>
                    <a:pt x="300427" y="809389"/>
                    <a:pt x="300022" y="809389"/>
                  </a:cubicBezTo>
                  <a:cubicBezTo>
                    <a:pt x="299213" y="809389"/>
                    <a:pt x="298808" y="810136"/>
                    <a:pt x="297999" y="810136"/>
                  </a:cubicBezTo>
                  <a:cubicBezTo>
                    <a:pt x="296785" y="810882"/>
                    <a:pt x="295975" y="811628"/>
                    <a:pt x="294761" y="813120"/>
                  </a:cubicBezTo>
                  <a:cubicBezTo>
                    <a:pt x="294356" y="813866"/>
                    <a:pt x="293951" y="813866"/>
                    <a:pt x="293142" y="813866"/>
                  </a:cubicBezTo>
                  <a:cubicBezTo>
                    <a:pt x="292333" y="814613"/>
                    <a:pt x="291523" y="816105"/>
                    <a:pt x="290714" y="816851"/>
                  </a:cubicBezTo>
                  <a:lnTo>
                    <a:pt x="290309" y="817597"/>
                  </a:lnTo>
                  <a:cubicBezTo>
                    <a:pt x="290309" y="816851"/>
                    <a:pt x="289904" y="816851"/>
                    <a:pt x="289904" y="816851"/>
                  </a:cubicBezTo>
                  <a:cubicBezTo>
                    <a:pt x="289904" y="816851"/>
                    <a:pt x="288690" y="816105"/>
                    <a:pt x="287880" y="816105"/>
                  </a:cubicBezTo>
                  <a:lnTo>
                    <a:pt x="285047" y="816105"/>
                  </a:lnTo>
                  <a:cubicBezTo>
                    <a:pt x="284238" y="816105"/>
                    <a:pt x="283428" y="816851"/>
                    <a:pt x="282214" y="816851"/>
                  </a:cubicBezTo>
                  <a:cubicBezTo>
                    <a:pt x="281809" y="817597"/>
                    <a:pt x="281405" y="817597"/>
                    <a:pt x="280595" y="817597"/>
                  </a:cubicBezTo>
                  <a:cubicBezTo>
                    <a:pt x="278167" y="819089"/>
                    <a:pt x="276143" y="820582"/>
                    <a:pt x="273715" y="822820"/>
                  </a:cubicBezTo>
                  <a:lnTo>
                    <a:pt x="272096" y="824313"/>
                  </a:lnTo>
                  <a:lnTo>
                    <a:pt x="270882" y="824313"/>
                  </a:lnTo>
                  <a:cubicBezTo>
                    <a:pt x="269668" y="823566"/>
                    <a:pt x="268453" y="823566"/>
                    <a:pt x="267239" y="823566"/>
                  </a:cubicBezTo>
                  <a:cubicBezTo>
                    <a:pt x="265215" y="823566"/>
                    <a:pt x="263192" y="824313"/>
                    <a:pt x="261573" y="824313"/>
                  </a:cubicBezTo>
                  <a:cubicBezTo>
                    <a:pt x="261168" y="825059"/>
                    <a:pt x="260359" y="825059"/>
                    <a:pt x="259954" y="825059"/>
                  </a:cubicBezTo>
                  <a:cubicBezTo>
                    <a:pt x="259144" y="825059"/>
                    <a:pt x="258335" y="825805"/>
                    <a:pt x="257526" y="825805"/>
                  </a:cubicBezTo>
                  <a:cubicBezTo>
                    <a:pt x="256716" y="826551"/>
                    <a:pt x="255907" y="826551"/>
                    <a:pt x="254692" y="827297"/>
                  </a:cubicBezTo>
                  <a:cubicBezTo>
                    <a:pt x="254288" y="828043"/>
                    <a:pt x="254288" y="828043"/>
                    <a:pt x="253883" y="828043"/>
                  </a:cubicBezTo>
                  <a:lnTo>
                    <a:pt x="250240" y="825805"/>
                  </a:lnTo>
                  <a:cubicBezTo>
                    <a:pt x="249431" y="825059"/>
                    <a:pt x="249026" y="825059"/>
                    <a:pt x="248217" y="825059"/>
                  </a:cubicBezTo>
                  <a:cubicBezTo>
                    <a:pt x="246193" y="825059"/>
                    <a:pt x="244169" y="825059"/>
                    <a:pt x="242146" y="825805"/>
                  </a:cubicBezTo>
                  <a:cubicBezTo>
                    <a:pt x="240122" y="826551"/>
                    <a:pt x="238098" y="827297"/>
                    <a:pt x="236075" y="828790"/>
                  </a:cubicBezTo>
                  <a:cubicBezTo>
                    <a:pt x="235670" y="828790"/>
                    <a:pt x="235670" y="828790"/>
                    <a:pt x="235670" y="829536"/>
                  </a:cubicBezTo>
                  <a:cubicBezTo>
                    <a:pt x="235670" y="829536"/>
                    <a:pt x="235670" y="828790"/>
                    <a:pt x="235265" y="828790"/>
                  </a:cubicBezTo>
                  <a:cubicBezTo>
                    <a:pt x="233242" y="827297"/>
                    <a:pt x="231218" y="825805"/>
                    <a:pt x="229194" y="825059"/>
                  </a:cubicBezTo>
                  <a:lnTo>
                    <a:pt x="225147" y="825059"/>
                  </a:lnTo>
                  <a:cubicBezTo>
                    <a:pt x="224338" y="825059"/>
                    <a:pt x="223528" y="825059"/>
                    <a:pt x="222314" y="825805"/>
                  </a:cubicBezTo>
                  <a:cubicBezTo>
                    <a:pt x="221504" y="825805"/>
                    <a:pt x="220695" y="825805"/>
                    <a:pt x="219886" y="826551"/>
                  </a:cubicBezTo>
                  <a:cubicBezTo>
                    <a:pt x="219076" y="826551"/>
                    <a:pt x="218267" y="827297"/>
                    <a:pt x="217052" y="827297"/>
                  </a:cubicBezTo>
                  <a:cubicBezTo>
                    <a:pt x="215838" y="827297"/>
                    <a:pt x="216648" y="828043"/>
                    <a:pt x="216648" y="828043"/>
                  </a:cubicBezTo>
                  <a:cubicBezTo>
                    <a:pt x="216243" y="827297"/>
                    <a:pt x="215838" y="826551"/>
                    <a:pt x="215433" y="826551"/>
                  </a:cubicBezTo>
                  <a:cubicBezTo>
                    <a:pt x="214624" y="825805"/>
                    <a:pt x="213410" y="825059"/>
                    <a:pt x="212196" y="824313"/>
                  </a:cubicBezTo>
                  <a:cubicBezTo>
                    <a:pt x="211386" y="823566"/>
                    <a:pt x="210577" y="822820"/>
                    <a:pt x="209362" y="822820"/>
                  </a:cubicBezTo>
                  <a:cubicBezTo>
                    <a:pt x="208148" y="822820"/>
                    <a:pt x="206529" y="822074"/>
                    <a:pt x="205315" y="822074"/>
                  </a:cubicBezTo>
                  <a:lnTo>
                    <a:pt x="202482" y="822074"/>
                  </a:lnTo>
                  <a:cubicBezTo>
                    <a:pt x="200863" y="822074"/>
                    <a:pt x="199649" y="822820"/>
                    <a:pt x="197625" y="822820"/>
                  </a:cubicBezTo>
                  <a:cubicBezTo>
                    <a:pt x="196816" y="822074"/>
                    <a:pt x="196006" y="821328"/>
                    <a:pt x="195602" y="819836"/>
                  </a:cubicBezTo>
                  <a:cubicBezTo>
                    <a:pt x="195197" y="819089"/>
                    <a:pt x="194792" y="819089"/>
                    <a:pt x="193983" y="819089"/>
                  </a:cubicBezTo>
                  <a:cubicBezTo>
                    <a:pt x="192768" y="817597"/>
                    <a:pt x="191150" y="816851"/>
                    <a:pt x="189935" y="816105"/>
                  </a:cubicBezTo>
                  <a:cubicBezTo>
                    <a:pt x="188721" y="815359"/>
                    <a:pt x="187507" y="815359"/>
                    <a:pt x="186293" y="815359"/>
                  </a:cubicBezTo>
                  <a:lnTo>
                    <a:pt x="179008" y="815359"/>
                  </a:lnTo>
                  <a:lnTo>
                    <a:pt x="177389" y="812374"/>
                  </a:lnTo>
                  <a:cubicBezTo>
                    <a:pt x="176579" y="810882"/>
                    <a:pt x="176579" y="811628"/>
                    <a:pt x="175770" y="810882"/>
                  </a:cubicBezTo>
                  <a:lnTo>
                    <a:pt x="175365" y="810136"/>
                  </a:lnTo>
                  <a:cubicBezTo>
                    <a:pt x="174151" y="808643"/>
                    <a:pt x="172937" y="807897"/>
                    <a:pt x="171722" y="807151"/>
                  </a:cubicBezTo>
                  <a:cubicBezTo>
                    <a:pt x="170508" y="806405"/>
                    <a:pt x="168889" y="805659"/>
                    <a:pt x="167675" y="804913"/>
                  </a:cubicBezTo>
                  <a:cubicBezTo>
                    <a:pt x="167270" y="804913"/>
                    <a:pt x="166056" y="804166"/>
                    <a:pt x="164842" y="804166"/>
                  </a:cubicBezTo>
                  <a:cubicBezTo>
                    <a:pt x="163628" y="803420"/>
                    <a:pt x="162414" y="803420"/>
                    <a:pt x="161199" y="803420"/>
                  </a:cubicBezTo>
                  <a:lnTo>
                    <a:pt x="160795" y="803420"/>
                  </a:lnTo>
                  <a:lnTo>
                    <a:pt x="159580" y="801182"/>
                  </a:lnTo>
                  <a:cubicBezTo>
                    <a:pt x="158771" y="799690"/>
                    <a:pt x="157557" y="798197"/>
                    <a:pt x="156343" y="796705"/>
                  </a:cubicBezTo>
                  <a:cubicBezTo>
                    <a:pt x="155128" y="795213"/>
                    <a:pt x="154319" y="794466"/>
                    <a:pt x="153105" y="793720"/>
                  </a:cubicBezTo>
                  <a:cubicBezTo>
                    <a:pt x="152700" y="793720"/>
                    <a:pt x="152700" y="792974"/>
                    <a:pt x="152295" y="792974"/>
                  </a:cubicBezTo>
                  <a:cubicBezTo>
                    <a:pt x="151486" y="792228"/>
                    <a:pt x="151081" y="792228"/>
                    <a:pt x="150272" y="792228"/>
                  </a:cubicBezTo>
                  <a:cubicBezTo>
                    <a:pt x="149867" y="791482"/>
                    <a:pt x="149057" y="791482"/>
                    <a:pt x="148653" y="791482"/>
                  </a:cubicBezTo>
                  <a:cubicBezTo>
                    <a:pt x="147439" y="790736"/>
                    <a:pt x="145820" y="790736"/>
                    <a:pt x="144605" y="790736"/>
                  </a:cubicBezTo>
                  <a:cubicBezTo>
                    <a:pt x="145820" y="793720"/>
                    <a:pt x="145415" y="792974"/>
                    <a:pt x="145415" y="792974"/>
                  </a:cubicBezTo>
                  <a:close/>
                  <a:moveTo>
                    <a:pt x="450583" y="519882"/>
                  </a:moveTo>
                  <a:cubicBezTo>
                    <a:pt x="450583" y="519136"/>
                    <a:pt x="450987" y="519136"/>
                    <a:pt x="450583" y="519882"/>
                  </a:cubicBezTo>
                  <a:cubicBezTo>
                    <a:pt x="452606" y="517644"/>
                    <a:pt x="454225" y="515405"/>
                    <a:pt x="456249" y="513913"/>
                  </a:cubicBezTo>
                  <a:cubicBezTo>
                    <a:pt x="460701" y="510928"/>
                    <a:pt x="465153" y="507944"/>
                    <a:pt x="469200" y="503467"/>
                  </a:cubicBezTo>
                  <a:lnTo>
                    <a:pt x="469605" y="504213"/>
                  </a:lnTo>
                  <a:cubicBezTo>
                    <a:pt x="469605" y="530328"/>
                    <a:pt x="463129" y="534059"/>
                    <a:pt x="456249" y="537044"/>
                  </a:cubicBezTo>
                  <a:cubicBezTo>
                    <a:pt x="454630" y="537790"/>
                    <a:pt x="452606" y="538536"/>
                    <a:pt x="450987" y="539282"/>
                  </a:cubicBezTo>
                  <a:cubicBezTo>
                    <a:pt x="449773" y="540028"/>
                    <a:pt x="448964" y="540774"/>
                    <a:pt x="447749" y="541521"/>
                  </a:cubicBezTo>
                  <a:cubicBezTo>
                    <a:pt x="447345" y="541521"/>
                    <a:pt x="447345" y="542267"/>
                    <a:pt x="446940" y="542267"/>
                  </a:cubicBezTo>
                  <a:cubicBezTo>
                    <a:pt x="446940" y="537790"/>
                    <a:pt x="447345" y="533313"/>
                    <a:pt x="447749" y="528836"/>
                  </a:cubicBezTo>
                  <a:cubicBezTo>
                    <a:pt x="448154" y="525105"/>
                    <a:pt x="449368" y="522121"/>
                    <a:pt x="450583" y="519882"/>
                  </a:cubicBezTo>
                  <a:close/>
                  <a:moveTo>
                    <a:pt x="164033" y="848936"/>
                  </a:moveTo>
                  <a:lnTo>
                    <a:pt x="162818" y="848936"/>
                  </a:lnTo>
                  <a:cubicBezTo>
                    <a:pt x="162414" y="848189"/>
                    <a:pt x="162009" y="848189"/>
                    <a:pt x="161199" y="848189"/>
                  </a:cubicBezTo>
                  <a:lnTo>
                    <a:pt x="157962" y="846697"/>
                  </a:lnTo>
                  <a:cubicBezTo>
                    <a:pt x="156747" y="845951"/>
                    <a:pt x="155938" y="844459"/>
                    <a:pt x="154724" y="843713"/>
                  </a:cubicBezTo>
                  <a:cubicBezTo>
                    <a:pt x="154319" y="843713"/>
                    <a:pt x="154319" y="842966"/>
                    <a:pt x="153914" y="842966"/>
                  </a:cubicBezTo>
                  <a:cubicBezTo>
                    <a:pt x="153105" y="842220"/>
                    <a:pt x="152295" y="841474"/>
                    <a:pt x="151891" y="839982"/>
                  </a:cubicBezTo>
                  <a:lnTo>
                    <a:pt x="150272" y="834759"/>
                  </a:lnTo>
                  <a:cubicBezTo>
                    <a:pt x="147439" y="824313"/>
                    <a:pt x="149462" y="810882"/>
                    <a:pt x="147439" y="801182"/>
                  </a:cubicBezTo>
                  <a:cubicBezTo>
                    <a:pt x="148653" y="801928"/>
                    <a:pt x="149462" y="801928"/>
                    <a:pt x="150272" y="802674"/>
                  </a:cubicBezTo>
                  <a:cubicBezTo>
                    <a:pt x="151081" y="803420"/>
                    <a:pt x="151486" y="803420"/>
                    <a:pt x="151891" y="803420"/>
                  </a:cubicBezTo>
                  <a:cubicBezTo>
                    <a:pt x="152700" y="804166"/>
                    <a:pt x="153105" y="804166"/>
                    <a:pt x="153914" y="804913"/>
                  </a:cubicBezTo>
                  <a:cubicBezTo>
                    <a:pt x="154319" y="804913"/>
                    <a:pt x="154319" y="805659"/>
                    <a:pt x="154724" y="805659"/>
                  </a:cubicBezTo>
                  <a:cubicBezTo>
                    <a:pt x="155938" y="807151"/>
                    <a:pt x="156747" y="808643"/>
                    <a:pt x="157962" y="810882"/>
                  </a:cubicBezTo>
                  <a:lnTo>
                    <a:pt x="158771" y="812374"/>
                  </a:lnTo>
                  <a:cubicBezTo>
                    <a:pt x="159985" y="816851"/>
                    <a:pt x="160795" y="821328"/>
                    <a:pt x="161199" y="826551"/>
                  </a:cubicBezTo>
                  <a:cubicBezTo>
                    <a:pt x="161604" y="831028"/>
                    <a:pt x="162009" y="835505"/>
                    <a:pt x="162818" y="839236"/>
                  </a:cubicBezTo>
                  <a:cubicBezTo>
                    <a:pt x="163223" y="842220"/>
                    <a:pt x="163628" y="845951"/>
                    <a:pt x="164033" y="848936"/>
                  </a:cubicBezTo>
                  <a:close/>
                  <a:moveTo>
                    <a:pt x="183460" y="859382"/>
                  </a:moveTo>
                  <a:cubicBezTo>
                    <a:pt x="181436" y="859382"/>
                    <a:pt x="179817" y="858636"/>
                    <a:pt x="178603" y="857889"/>
                  </a:cubicBezTo>
                  <a:cubicBezTo>
                    <a:pt x="178198" y="857889"/>
                    <a:pt x="177793" y="857889"/>
                    <a:pt x="176984" y="857143"/>
                  </a:cubicBezTo>
                  <a:lnTo>
                    <a:pt x="176579" y="857143"/>
                  </a:lnTo>
                  <a:cubicBezTo>
                    <a:pt x="175365" y="856397"/>
                    <a:pt x="174151" y="855651"/>
                    <a:pt x="172937" y="854159"/>
                  </a:cubicBezTo>
                  <a:cubicBezTo>
                    <a:pt x="171318" y="851920"/>
                    <a:pt x="170104" y="849682"/>
                    <a:pt x="168889" y="847443"/>
                  </a:cubicBezTo>
                  <a:cubicBezTo>
                    <a:pt x="167270" y="842220"/>
                    <a:pt x="166461" y="835505"/>
                    <a:pt x="166056" y="829536"/>
                  </a:cubicBezTo>
                  <a:cubicBezTo>
                    <a:pt x="166056" y="824313"/>
                    <a:pt x="165247" y="819089"/>
                    <a:pt x="164437" y="813866"/>
                  </a:cubicBezTo>
                  <a:cubicBezTo>
                    <a:pt x="164842" y="813866"/>
                    <a:pt x="165651" y="813866"/>
                    <a:pt x="166056" y="814613"/>
                  </a:cubicBezTo>
                  <a:cubicBezTo>
                    <a:pt x="167270" y="814613"/>
                    <a:pt x="168080" y="815359"/>
                    <a:pt x="168889" y="815359"/>
                  </a:cubicBezTo>
                  <a:cubicBezTo>
                    <a:pt x="170104" y="816105"/>
                    <a:pt x="171722" y="816851"/>
                    <a:pt x="172937" y="818343"/>
                  </a:cubicBezTo>
                  <a:cubicBezTo>
                    <a:pt x="174151" y="819836"/>
                    <a:pt x="175365" y="821328"/>
                    <a:pt x="176579" y="823566"/>
                  </a:cubicBezTo>
                  <a:lnTo>
                    <a:pt x="176984" y="823566"/>
                  </a:lnTo>
                  <a:lnTo>
                    <a:pt x="176984" y="824313"/>
                  </a:lnTo>
                  <a:cubicBezTo>
                    <a:pt x="177389" y="825805"/>
                    <a:pt x="178198" y="828043"/>
                    <a:pt x="178603" y="829536"/>
                  </a:cubicBezTo>
                  <a:cubicBezTo>
                    <a:pt x="181031" y="839236"/>
                    <a:pt x="181436" y="849682"/>
                    <a:pt x="183460" y="857143"/>
                  </a:cubicBezTo>
                  <a:cubicBezTo>
                    <a:pt x="183460" y="857889"/>
                    <a:pt x="183864" y="858636"/>
                    <a:pt x="183460" y="859382"/>
                  </a:cubicBezTo>
                  <a:close/>
                  <a:moveTo>
                    <a:pt x="203696" y="866843"/>
                  </a:moveTo>
                  <a:lnTo>
                    <a:pt x="202887" y="866843"/>
                  </a:lnTo>
                  <a:cubicBezTo>
                    <a:pt x="200458" y="866843"/>
                    <a:pt x="198435" y="866097"/>
                    <a:pt x="196006" y="865351"/>
                  </a:cubicBezTo>
                  <a:cubicBezTo>
                    <a:pt x="195602" y="865351"/>
                    <a:pt x="195197" y="865351"/>
                    <a:pt x="194387" y="864605"/>
                  </a:cubicBezTo>
                  <a:cubicBezTo>
                    <a:pt x="192768" y="863859"/>
                    <a:pt x="191554" y="862366"/>
                    <a:pt x="190340" y="860128"/>
                  </a:cubicBezTo>
                  <a:cubicBezTo>
                    <a:pt x="188721" y="857889"/>
                    <a:pt x="187507" y="854905"/>
                    <a:pt x="186698" y="851174"/>
                  </a:cubicBezTo>
                  <a:cubicBezTo>
                    <a:pt x="186293" y="849682"/>
                    <a:pt x="186293" y="847443"/>
                    <a:pt x="185888" y="845951"/>
                  </a:cubicBezTo>
                  <a:cubicBezTo>
                    <a:pt x="185483" y="841474"/>
                    <a:pt x="184674" y="836997"/>
                    <a:pt x="184269" y="833266"/>
                  </a:cubicBezTo>
                  <a:cubicBezTo>
                    <a:pt x="184269" y="831774"/>
                    <a:pt x="183864" y="831028"/>
                    <a:pt x="183864" y="829536"/>
                  </a:cubicBezTo>
                  <a:cubicBezTo>
                    <a:pt x="183864" y="828790"/>
                    <a:pt x="183460" y="828043"/>
                    <a:pt x="183460" y="827297"/>
                  </a:cubicBezTo>
                  <a:cubicBezTo>
                    <a:pt x="183055" y="826551"/>
                    <a:pt x="183055" y="825805"/>
                    <a:pt x="183055" y="825059"/>
                  </a:cubicBezTo>
                  <a:lnTo>
                    <a:pt x="184674" y="825059"/>
                  </a:lnTo>
                  <a:cubicBezTo>
                    <a:pt x="185079" y="825059"/>
                    <a:pt x="185888" y="825805"/>
                    <a:pt x="186293" y="825805"/>
                  </a:cubicBezTo>
                  <a:lnTo>
                    <a:pt x="187102" y="825805"/>
                  </a:lnTo>
                  <a:lnTo>
                    <a:pt x="190745" y="827297"/>
                  </a:lnTo>
                  <a:cubicBezTo>
                    <a:pt x="192364" y="828043"/>
                    <a:pt x="193578" y="829536"/>
                    <a:pt x="194792" y="831028"/>
                  </a:cubicBezTo>
                  <a:cubicBezTo>
                    <a:pt x="195197" y="831774"/>
                    <a:pt x="195197" y="831774"/>
                    <a:pt x="195602" y="831774"/>
                  </a:cubicBezTo>
                  <a:cubicBezTo>
                    <a:pt x="196006" y="831774"/>
                    <a:pt x="196006" y="832520"/>
                    <a:pt x="196006" y="833266"/>
                  </a:cubicBezTo>
                  <a:cubicBezTo>
                    <a:pt x="199244" y="842220"/>
                    <a:pt x="200054" y="853413"/>
                    <a:pt x="202887" y="861620"/>
                  </a:cubicBezTo>
                  <a:cubicBezTo>
                    <a:pt x="203292" y="863113"/>
                    <a:pt x="203696" y="864605"/>
                    <a:pt x="203696" y="866843"/>
                  </a:cubicBezTo>
                  <a:close/>
                  <a:moveTo>
                    <a:pt x="223933" y="870574"/>
                  </a:moveTo>
                  <a:lnTo>
                    <a:pt x="217052" y="871320"/>
                  </a:lnTo>
                  <a:cubicBezTo>
                    <a:pt x="216648" y="870574"/>
                    <a:pt x="215838" y="870574"/>
                    <a:pt x="215433" y="870574"/>
                  </a:cubicBezTo>
                  <a:cubicBezTo>
                    <a:pt x="214219" y="869828"/>
                    <a:pt x="213410" y="869082"/>
                    <a:pt x="212196" y="868336"/>
                  </a:cubicBezTo>
                  <a:lnTo>
                    <a:pt x="209362" y="865351"/>
                  </a:lnTo>
                  <a:cubicBezTo>
                    <a:pt x="207339" y="861620"/>
                    <a:pt x="206125" y="857889"/>
                    <a:pt x="205315" y="852666"/>
                  </a:cubicBezTo>
                  <a:cubicBezTo>
                    <a:pt x="204506" y="847443"/>
                    <a:pt x="203696" y="842220"/>
                    <a:pt x="202482" y="836997"/>
                  </a:cubicBezTo>
                  <a:cubicBezTo>
                    <a:pt x="202077" y="835505"/>
                    <a:pt x="201673" y="833266"/>
                    <a:pt x="200863" y="831774"/>
                  </a:cubicBezTo>
                  <a:lnTo>
                    <a:pt x="204910" y="831774"/>
                  </a:lnTo>
                  <a:cubicBezTo>
                    <a:pt x="206125" y="831774"/>
                    <a:pt x="207744" y="831774"/>
                    <a:pt x="208958" y="832520"/>
                  </a:cubicBezTo>
                  <a:cubicBezTo>
                    <a:pt x="209767" y="833266"/>
                    <a:pt x="210577" y="833266"/>
                    <a:pt x="211791" y="834013"/>
                  </a:cubicBezTo>
                  <a:cubicBezTo>
                    <a:pt x="212600" y="834759"/>
                    <a:pt x="213005" y="835505"/>
                    <a:pt x="213815" y="836251"/>
                  </a:cubicBezTo>
                  <a:cubicBezTo>
                    <a:pt x="214219" y="836997"/>
                    <a:pt x="214624" y="838489"/>
                    <a:pt x="215029" y="839236"/>
                  </a:cubicBezTo>
                  <a:lnTo>
                    <a:pt x="216648" y="844459"/>
                  </a:lnTo>
                  <a:lnTo>
                    <a:pt x="219481" y="854159"/>
                  </a:lnTo>
                  <a:cubicBezTo>
                    <a:pt x="220290" y="857143"/>
                    <a:pt x="221100" y="860874"/>
                    <a:pt x="221909" y="863859"/>
                  </a:cubicBezTo>
                  <a:close/>
                  <a:moveTo>
                    <a:pt x="244169" y="870574"/>
                  </a:moveTo>
                  <a:cubicBezTo>
                    <a:pt x="243360" y="871320"/>
                    <a:pt x="242550" y="871320"/>
                    <a:pt x="241741" y="871320"/>
                  </a:cubicBezTo>
                  <a:cubicBezTo>
                    <a:pt x="239717" y="872066"/>
                    <a:pt x="237694" y="872066"/>
                    <a:pt x="235670" y="871320"/>
                  </a:cubicBezTo>
                  <a:lnTo>
                    <a:pt x="234861" y="871320"/>
                  </a:lnTo>
                  <a:cubicBezTo>
                    <a:pt x="232432" y="870574"/>
                    <a:pt x="230409" y="868336"/>
                    <a:pt x="228790" y="865351"/>
                  </a:cubicBezTo>
                  <a:cubicBezTo>
                    <a:pt x="227980" y="863859"/>
                    <a:pt x="227575" y="863113"/>
                    <a:pt x="227171" y="861620"/>
                  </a:cubicBezTo>
                  <a:cubicBezTo>
                    <a:pt x="226361" y="858636"/>
                    <a:pt x="225552" y="856397"/>
                    <a:pt x="224742" y="852666"/>
                  </a:cubicBezTo>
                  <a:cubicBezTo>
                    <a:pt x="223933" y="849682"/>
                    <a:pt x="223123" y="845951"/>
                    <a:pt x="221909" y="842220"/>
                  </a:cubicBezTo>
                  <a:cubicBezTo>
                    <a:pt x="221504" y="839982"/>
                    <a:pt x="220695" y="837743"/>
                    <a:pt x="219886" y="835505"/>
                  </a:cubicBezTo>
                  <a:cubicBezTo>
                    <a:pt x="220290" y="835505"/>
                    <a:pt x="221504" y="834759"/>
                    <a:pt x="221909" y="834759"/>
                  </a:cubicBezTo>
                  <a:lnTo>
                    <a:pt x="226766" y="834759"/>
                  </a:lnTo>
                  <a:cubicBezTo>
                    <a:pt x="227171" y="834759"/>
                    <a:pt x="227980" y="834759"/>
                    <a:pt x="228385" y="835505"/>
                  </a:cubicBezTo>
                  <a:cubicBezTo>
                    <a:pt x="230004" y="836251"/>
                    <a:pt x="231218" y="836997"/>
                    <a:pt x="232432" y="838489"/>
                  </a:cubicBezTo>
                  <a:cubicBezTo>
                    <a:pt x="233242" y="839982"/>
                    <a:pt x="234051" y="841474"/>
                    <a:pt x="234456" y="842966"/>
                  </a:cubicBezTo>
                  <a:lnTo>
                    <a:pt x="235265" y="844459"/>
                  </a:lnTo>
                  <a:cubicBezTo>
                    <a:pt x="237694" y="850428"/>
                    <a:pt x="239313" y="857143"/>
                    <a:pt x="241336" y="863113"/>
                  </a:cubicBezTo>
                  <a:cubicBezTo>
                    <a:pt x="242146" y="865351"/>
                    <a:pt x="242955" y="868336"/>
                    <a:pt x="244169" y="869828"/>
                  </a:cubicBezTo>
                  <a:close/>
                  <a:moveTo>
                    <a:pt x="264406" y="869082"/>
                  </a:moveTo>
                  <a:cubicBezTo>
                    <a:pt x="263192" y="869828"/>
                    <a:pt x="261978" y="869828"/>
                    <a:pt x="261168" y="870574"/>
                  </a:cubicBezTo>
                  <a:lnTo>
                    <a:pt x="259549" y="870574"/>
                  </a:lnTo>
                  <a:cubicBezTo>
                    <a:pt x="258740" y="871320"/>
                    <a:pt x="257930" y="871320"/>
                    <a:pt x="257121" y="871320"/>
                  </a:cubicBezTo>
                  <a:lnTo>
                    <a:pt x="254288" y="871320"/>
                  </a:lnTo>
                  <a:cubicBezTo>
                    <a:pt x="252669" y="870574"/>
                    <a:pt x="251050" y="869828"/>
                    <a:pt x="249836" y="868336"/>
                  </a:cubicBezTo>
                  <a:cubicBezTo>
                    <a:pt x="249026" y="867589"/>
                    <a:pt x="248621" y="866843"/>
                    <a:pt x="247812" y="865351"/>
                  </a:cubicBezTo>
                  <a:cubicBezTo>
                    <a:pt x="245384" y="859382"/>
                    <a:pt x="243360" y="852666"/>
                    <a:pt x="241741" y="845951"/>
                  </a:cubicBezTo>
                  <a:cubicBezTo>
                    <a:pt x="240932" y="842966"/>
                    <a:pt x="239717" y="840728"/>
                    <a:pt x="238503" y="838489"/>
                  </a:cubicBezTo>
                  <a:cubicBezTo>
                    <a:pt x="239717" y="837743"/>
                    <a:pt x="240527" y="837743"/>
                    <a:pt x="241741" y="837743"/>
                  </a:cubicBezTo>
                  <a:cubicBezTo>
                    <a:pt x="243765" y="836997"/>
                    <a:pt x="245788" y="836997"/>
                    <a:pt x="247812" y="836997"/>
                  </a:cubicBezTo>
                  <a:cubicBezTo>
                    <a:pt x="248621" y="836997"/>
                    <a:pt x="249026" y="837743"/>
                    <a:pt x="249836" y="837743"/>
                  </a:cubicBezTo>
                  <a:cubicBezTo>
                    <a:pt x="250645" y="837743"/>
                    <a:pt x="251050" y="838489"/>
                    <a:pt x="251455" y="838489"/>
                  </a:cubicBezTo>
                  <a:cubicBezTo>
                    <a:pt x="252264" y="839982"/>
                    <a:pt x="253478" y="841474"/>
                    <a:pt x="254288" y="843713"/>
                  </a:cubicBezTo>
                  <a:cubicBezTo>
                    <a:pt x="255502" y="845951"/>
                    <a:pt x="256311" y="848189"/>
                    <a:pt x="257121" y="850428"/>
                  </a:cubicBezTo>
                  <a:lnTo>
                    <a:pt x="259549" y="857143"/>
                  </a:lnTo>
                  <a:cubicBezTo>
                    <a:pt x="260359" y="858636"/>
                    <a:pt x="260763" y="860128"/>
                    <a:pt x="261168" y="861620"/>
                  </a:cubicBezTo>
                  <a:cubicBezTo>
                    <a:pt x="262382" y="864605"/>
                    <a:pt x="263597" y="866843"/>
                    <a:pt x="264811" y="869082"/>
                  </a:cubicBezTo>
                  <a:close/>
                  <a:moveTo>
                    <a:pt x="284643" y="863113"/>
                  </a:moveTo>
                  <a:lnTo>
                    <a:pt x="281809" y="864605"/>
                  </a:lnTo>
                  <a:cubicBezTo>
                    <a:pt x="281405" y="865351"/>
                    <a:pt x="281000" y="865351"/>
                    <a:pt x="280191" y="865351"/>
                  </a:cubicBezTo>
                  <a:cubicBezTo>
                    <a:pt x="278167" y="866843"/>
                    <a:pt x="275738" y="866843"/>
                    <a:pt x="273310" y="866097"/>
                  </a:cubicBezTo>
                  <a:cubicBezTo>
                    <a:pt x="272501" y="866097"/>
                    <a:pt x="271286" y="865351"/>
                    <a:pt x="270477" y="865351"/>
                  </a:cubicBezTo>
                  <a:cubicBezTo>
                    <a:pt x="268858" y="864605"/>
                    <a:pt x="267644" y="862366"/>
                    <a:pt x="266834" y="860128"/>
                  </a:cubicBezTo>
                  <a:cubicBezTo>
                    <a:pt x="264406" y="855651"/>
                    <a:pt x="262787" y="850428"/>
                    <a:pt x="261168" y="844459"/>
                  </a:cubicBezTo>
                  <a:cubicBezTo>
                    <a:pt x="260359" y="842966"/>
                    <a:pt x="259954" y="841474"/>
                    <a:pt x="259549" y="839982"/>
                  </a:cubicBezTo>
                  <a:lnTo>
                    <a:pt x="257526" y="836251"/>
                  </a:lnTo>
                  <a:cubicBezTo>
                    <a:pt x="258335" y="835505"/>
                    <a:pt x="258740" y="835505"/>
                    <a:pt x="259549" y="835505"/>
                  </a:cubicBezTo>
                  <a:cubicBezTo>
                    <a:pt x="259954" y="834759"/>
                    <a:pt x="260763" y="834759"/>
                    <a:pt x="261168" y="834759"/>
                  </a:cubicBezTo>
                  <a:cubicBezTo>
                    <a:pt x="263192" y="834013"/>
                    <a:pt x="265215" y="834013"/>
                    <a:pt x="266834" y="834013"/>
                  </a:cubicBezTo>
                  <a:cubicBezTo>
                    <a:pt x="268049" y="834013"/>
                    <a:pt x="269263" y="834759"/>
                    <a:pt x="270477" y="834759"/>
                  </a:cubicBezTo>
                  <a:cubicBezTo>
                    <a:pt x="270477" y="835505"/>
                    <a:pt x="270882" y="835505"/>
                    <a:pt x="270882" y="835505"/>
                  </a:cubicBezTo>
                  <a:cubicBezTo>
                    <a:pt x="272096" y="836997"/>
                    <a:pt x="272905" y="837743"/>
                    <a:pt x="273715" y="839982"/>
                  </a:cubicBezTo>
                  <a:cubicBezTo>
                    <a:pt x="276143" y="844459"/>
                    <a:pt x="278167" y="848936"/>
                    <a:pt x="280595" y="854159"/>
                  </a:cubicBezTo>
                  <a:lnTo>
                    <a:pt x="282214" y="857143"/>
                  </a:lnTo>
                  <a:cubicBezTo>
                    <a:pt x="283024" y="858636"/>
                    <a:pt x="283833" y="860128"/>
                    <a:pt x="285047" y="861620"/>
                  </a:cubicBezTo>
                  <a:cubicBezTo>
                    <a:pt x="285452" y="861620"/>
                    <a:pt x="285452" y="862366"/>
                    <a:pt x="285452" y="862366"/>
                  </a:cubicBezTo>
                  <a:close/>
                  <a:moveTo>
                    <a:pt x="304474" y="853413"/>
                  </a:moveTo>
                  <a:cubicBezTo>
                    <a:pt x="304070" y="854159"/>
                    <a:pt x="303665" y="854159"/>
                    <a:pt x="302856" y="854159"/>
                  </a:cubicBezTo>
                  <a:cubicBezTo>
                    <a:pt x="302451" y="854905"/>
                    <a:pt x="301237" y="854905"/>
                    <a:pt x="300832" y="855651"/>
                  </a:cubicBezTo>
                  <a:cubicBezTo>
                    <a:pt x="300427" y="856397"/>
                    <a:pt x="300022" y="856397"/>
                    <a:pt x="299618" y="856397"/>
                  </a:cubicBezTo>
                  <a:cubicBezTo>
                    <a:pt x="299213" y="856397"/>
                    <a:pt x="297999" y="857143"/>
                    <a:pt x="297594" y="857143"/>
                  </a:cubicBezTo>
                  <a:cubicBezTo>
                    <a:pt x="296380" y="857889"/>
                    <a:pt x="295570" y="857889"/>
                    <a:pt x="294356" y="857889"/>
                  </a:cubicBezTo>
                  <a:lnTo>
                    <a:pt x="292737" y="857889"/>
                  </a:lnTo>
                  <a:cubicBezTo>
                    <a:pt x="291928" y="857143"/>
                    <a:pt x="291118" y="857143"/>
                    <a:pt x="290309" y="857143"/>
                  </a:cubicBezTo>
                  <a:cubicBezTo>
                    <a:pt x="289499" y="857143"/>
                    <a:pt x="289904" y="856397"/>
                    <a:pt x="289095" y="856397"/>
                  </a:cubicBezTo>
                  <a:cubicBezTo>
                    <a:pt x="288285" y="855651"/>
                    <a:pt x="287880" y="854905"/>
                    <a:pt x="287071" y="854159"/>
                  </a:cubicBezTo>
                  <a:cubicBezTo>
                    <a:pt x="286666" y="853413"/>
                    <a:pt x="286666" y="853413"/>
                    <a:pt x="286262" y="853413"/>
                  </a:cubicBezTo>
                  <a:cubicBezTo>
                    <a:pt x="285452" y="852666"/>
                    <a:pt x="284643" y="851174"/>
                    <a:pt x="284238" y="849682"/>
                  </a:cubicBezTo>
                  <a:cubicBezTo>
                    <a:pt x="283428" y="847443"/>
                    <a:pt x="282619" y="845951"/>
                    <a:pt x="281405" y="843713"/>
                  </a:cubicBezTo>
                  <a:cubicBezTo>
                    <a:pt x="281000" y="842220"/>
                    <a:pt x="280595" y="840728"/>
                    <a:pt x="279786" y="839982"/>
                  </a:cubicBezTo>
                  <a:cubicBezTo>
                    <a:pt x="278572" y="836997"/>
                    <a:pt x="277357" y="834013"/>
                    <a:pt x="275334" y="831028"/>
                  </a:cubicBezTo>
                  <a:cubicBezTo>
                    <a:pt x="276953" y="830282"/>
                    <a:pt x="278572" y="828790"/>
                    <a:pt x="279786" y="828043"/>
                  </a:cubicBezTo>
                  <a:cubicBezTo>
                    <a:pt x="280191" y="827297"/>
                    <a:pt x="280595" y="827297"/>
                    <a:pt x="281405" y="827297"/>
                  </a:cubicBezTo>
                  <a:cubicBezTo>
                    <a:pt x="282214" y="826551"/>
                    <a:pt x="283024" y="826551"/>
                    <a:pt x="284238" y="826551"/>
                  </a:cubicBezTo>
                  <a:lnTo>
                    <a:pt x="286262" y="826551"/>
                  </a:lnTo>
                  <a:cubicBezTo>
                    <a:pt x="286666" y="826551"/>
                    <a:pt x="286666" y="827297"/>
                    <a:pt x="287071" y="827297"/>
                  </a:cubicBezTo>
                  <a:cubicBezTo>
                    <a:pt x="287476" y="827297"/>
                    <a:pt x="288285" y="827297"/>
                    <a:pt x="288690" y="828043"/>
                  </a:cubicBezTo>
                  <a:cubicBezTo>
                    <a:pt x="289095" y="828043"/>
                    <a:pt x="289095" y="828043"/>
                    <a:pt x="289095" y="828790"/>
                  </a:cubicBezTo>
                  <a:cubicBezTo>
                    <a:pt x="289499" y="829536"/>
                    <a:pt x="289904" y="829536"/>
                    <a:pt x="290309" y="829536"/>
                  </a:cubicBezTo>
                  <a:cubicBezTo>
                    <a:pt x="291118" y="830282"/>
                    <a:pt x="291928" y="831774"/>
                    <a:pt x="292737" y="833266"/>
                  </a:cubicBezTo>
                  <a:cubicBezTo>
                    <a:pt x="293142" y="834013"/>
                    <a:pt x="293951" y="834759"/>
                    <a:pt x="294356" y="835505"/>
                  </a:cubicBezTo>
                  <a:cubicBezTo>
                    <a:pt x="295570" y="836997"/>
                    <a:pt x="296380" y="839236"/>
                    <a:pt x="297594" y="841474"/>
                  </a:cubicBezTo>
                  <a:cubicBezTo>
                    <a:pt x="298403" y="842220"/>
                    <a:pt x="299213" y="843713"/>
                    <a:pt x="299618" y="845205"/>
                  </a:cubicBezTo>
                  <a:cubicBezTo>
                    <a:pt x="300022" y="845951"/>
                    <a:pt x="300427" y="845951"/>
                    <a:pt x="300832" y="847443"/>
                  </a:cubicBezTo>
                  <a:cubicBezTo>
                    <a:pt x="301641" y="848189"/>
                    <a:pt x="302046" y="849682"/>
                    <a:pt x="302856" y="850428"/>
                  </a:cubicBezTo>
                  <a:cubicBezTo>
                    <a:pt x="303260" y="851174"/>
                    <a:pt x="304474" y="851920"/>
                    <a:pt x="304879" y="852666"/>
                  </a:cubicBezTo>
                  <a:close/>
                  <a:moveTo>
                    <a:pt x="323497" y="841474"/>
                  </a:moveTo>
                  <a:cubicBezTo>
                    <a:pt x="323092" y="842220"/>
                    <a:pt x="322687" y="842220"/>
                    <a:pt x="322283" y="842966"/>
                  </a:cubicBezTo>
                  <a:cubicBezTo>
                    <a:pt x="321878" y="843713"/>
                    <a:pt x="321878" y="843713"/>
                    <a:pt x="321473" y="843713"/>
                  </a:cubicBezTo>
                  <a:cubicBezTo>
                    <a:pt x="321068" y="843713"/>
                    <a:pt x="321068" y="844459"/>
                    <a:pt x="321068" y="844459"/>
                  </a:cubicBezTo>
                  <a:cubicBezTo>
                    <a:pt x="321068" y="844459"/>
                    <a:pt x="319450" y="845951"/>
                    <a:pt x="318235" y="847443"/>
                  </a:cubicBezTo>
                  <a:cubicBezTo>
                    <a:pt x="317021" y="848189"/>
                    <a:pt x="316212" y="848189"/>
                    <a:pt x="314997" y="848189"/>
                  </a:cubicBezTo>
                  <a:cubicBezTo>
                    <a:pt x="314593" y="848936"/>
                    <a:pt x="314188" y="848936"/>
                    <a:pt x="313379" y="848936"/>
                  </a:cubicBezTo>
                  <a:cubicBezTo>
                    <a:pt x="311760" y="848936"/>
                    <a:pt x="310141" y="848189"/>
                    <a:pt x="308522" y="847443"/>
                  </a:cubicBezTo>
                  <a:cubicBezTo>
                    <a:pt x="308117" y="847443"/>
                    <a:pt x="307712" y="846697"/>
                    <a:pt x="307308" y="846697"/>
                  </a:cubicBezTo>
                  <a:cubicBezTo>
                    <a:pt x="305689" y="845205"/>
                    <a:pt x="304070" y="842966"/>
                    <a:pt x="302451" y="839982"/>
                  </a:cubicBezTo>
                  <a:cubicBezTo>
                    <a:pt x="302046" y="838489"/>
                    <a:pt x="301237" y="836997"/>
                    <a:pt x="300427" y="835505"/>
                  </a:cubicBezTo>
                  <a:cubicBezTo>
                    <a:pt x="300022" y="834759"/>
                    <a:pt x="299618" y="834013"/>
                    <a:pt x="299213" y="832520"/>
                  </a:cubicBezTo>
                  <a:lnTo>
                    <a:pt x="297189" y="828790"/>
                  </a:lnTo>
                  <a:cubicBezTo>
                    <a:pt x="296380" y="827297"/>
                    <a:pt x="295166" y="825059"/>
                    <a:pt x="293951" y="823566"/>
                  </a:cubicBezTo>
                  <a:cubicBezTo>
                    <a:pt x="295166" y="822820"/>
                    <a:pt x="295975" y="821328"/>
                    <a:pt x="297189" y="820582"/>
                  </a:cubicBezTo>
                  <a:cubicBezTo>
                    <a:pt x="297594" y="819836"/>
                    <a:pt x="298808" y="819836"/>
                    <a:pt x="299213" y="819089"/>
                  </a:cubicBezTo>
                  <a:cubicBezTo>
                    <a:pt x="299618" y="818343"/>
                    <a:pt x="300022" y="818343"/>
                    <a:pt x="300427" y="818343"/>
                  </a:cubicBezTo>
                  <a:cubicBezTo>
                    <a:pt x="301237" y="818343"/>
                    <a:pt x="301641" y="817597"/>
                    <a:pt x="302451" y="817597"/>
                  </a:cubicBezTo>
                  <a:cubicBezTo>
                    <a:pt x="304070" y="817597"/>
                    <a:pt x="305284" y="817597"/>
                    <a:pt x="306903" y="818343"/>
                  </a:cubicBezTo>
                  <a:cubicBezTo>
                    <a:pt x="306903" y="818343"/>
                    <a:pt x="307308" y="818343"/>
                    <a:pt x="307308" y="819089"/>
                  </a:cubicBezTo>
                  <a:cubicBezTo>
                    <a:pt x="307712" y="819089"/>
                    <a:pt x="307712" y="819836"/>
                    <a:pt x="308522" y="819836"/>
                  </a:cubicBezTo>
                  <a:cubicBezTo>
                    <a:pt x="310141" y="821328"/>
                    <a:pt x="311760" y="823566"/>
                    <a:pt x="313379" y="825805"/>
                  </a:cubicBezTo>
                  <a:cubicBezTo>
                    <a:pt x="313783" y="826551"/>
                    <a:pt x="314188" y="827297"/>
                    <a:pt x="314997" y="828043"/>
                  </a:cubicBezTo>
                  <a:cubicBezTo>
                    <a:pt x="315807" y="829536"/>
                    <a:pt x="317021" y="831774"/>
                    <a:pt x="318235" y="833266"/>
                  </a:cubicBezTo>
                  <a:cubicBezTo>
                    <a:pt x="319045" y="834759"/>
                    <a:pt x="319854" y="836251"/>
                    <a:pt x="321068" y="837743"/>
                  </a:cubicBezTo>
                  <a:cubicBezTo>
                    <a:pt x="321473" y="837743"/>
                    <a:pt x="321473" y="837743"/>
                    <a:pt x="321473" y="838489"/>
                  </a:cubicBezTo>
                  <a:cubicBezTo>
                    <a:pt x="321878" y="839236"/>
                    <a:pt x="321878" y="839236"/>
                    <a:pt x="322283" y="839236"/>
                  </a:cubicBezTo>
                  <a:lnTo>
                    <a:pt x="323902" y="840728"/>
                  </a:lnTo>
                  <a:close/>
                  <a:moveTo>
                    <a:pt x="342519" y="826551"/>
                  </a:moveTo>
                  <a:cubicBezTo>
                    <a:pt x="341710" y="827297"/>
                    <a:pt x="340496" y="828790"/>
                    <a:pt x="339686" y="829536"/>
                  </a:cubicBezTo>
                  <a:cubicBezTo>
                    <a:pt x="339281" y="830282"/>
                    <a:pt x="338472" y="831028"/>
                    <a:pt x="337662" y="831774"/>
                  </a:cubicBezTo>
                  <a:cubicBezTo>
                    <a:pt x="337258" y="832520"/>
                    <a:pt x="336853" y="832520"/>
                    <a:pt x="336044" y="832520"/>
                  </a:cubicBezTo>
                  <a:cubicBezTo>
                    <a:pt x="335639" y="833266"/>
                    <a:pt x="335639" y="833266"/>
                    <a:pt x="335234" y="833266"/>
                  </a:cubicBezTo>
                  <a:cubicBezTo>
                    <a:pt x="333615" y="834013"/>
                    <a:pt x="331996" y="834759"/>
                    <a:pt x="330377" y="834759"/>
                  </a:cubicBezTo>
                  <a:cubicBezTo>
                    <a:pt x="329568" y="834759"/>
                    <a:pt x="328758" y="834013"/>
                    <a:pt x="327544" y="834013"/>
                  </a:cubicBezTo>
                  <a:cubicBezTo>
                    <a:pt x="326330" y="833266"/>
                    <a:pt x="325116" y="831774"/>
                    <a:pt x="323902" y="831028"/>
                  </a:cubicBezTo>
                  <a:cubicBezTo>
                    <a:pt x="323497" y="830282"/>
                    <a:pt x="322687" y="829536"/>
                    <a:pt x="322283" y="828790"/>
                  </a:cubicBezTo>
                  <a:lnTo>
                    <a:pt x="321473" y="827297"/>
                  </a:lnTo>
                  <a:lnTo>
                    <a:pt x="321068" y="826551"/>
                  </a:lnTo>
                  <a:lnTo>
                    <a:pt x="318235" y="821328"/>
                  </a:lnTo>
                  <a:cubicBezTo>
                    <a:pt x="317021" y="819089"/>
                    <a:pt x="315807" y="817597"/>
                    <a:pt x="314997" y="816105"/>
                  </a:cubicBezTo>
                  <a:cubicBezTo>
                    <a:pt x="314593" y="815359"/>
                    <a:pt x="313783" y="815359"/>
                    <a:pt x="313379" y="814613"/>
                  </a:cubicBezTo>
                  <a:cubicBezTo>
                    <a:pt x="312974" y="813866"/>
                    <a:pt x="312569" y="813866"/>
                    <a:pt x="311760" y="813866"/>
                  </a:cubicBezTo>
                  <a:cubicBezTo>
                    <a:pt x="312164" y="813120"/>
                    <a:pt x="312569" y="813120"/>
                    <a:pt x="313379" y="812374"/>
                  </a:cubicBezTo>
                  <a:cubicBezTo>
                    <a:pt x="313783" y="811628"/>
                    <a:pt x="314188" y="810882"/>
                    <a:pt x="314997" y="810882"/>
                  </a:cubicBezTo>
                  <a:cubicBezTo>
                    <a:pt x="315807" y="810136"/>
                    <a:pt x="317021" y="808643"/>
                    <a:pt x="318235" y="807897"/>
                  </a:cubicBezTo>
                  <a:lnTo>
                    <a:pt x="321068" y="806405"/>
                  </a:lnTo>
                  <a:lnTo>
                    <a:pt x="321473" y="806405"/>
                  </a:lnTo>
                  <a:cubicBezTo>
                    <a:pt x="321878" y="806405"/>
                    <a:pt x="321878" y="805659"/>
                    <a:pt x="322283" y="805659"/>
                  </a:cubicBezTo>
                  <a:lnTo>
                    <a:pt x="323902" y="805659"/>
                  </a:lnTo>
                  <a:lnTo>
                    <a:pt x="324306" y="806405"/>
                  </a:lnTo>
                  <a:cubicBezTo>
                    <a:pt x="325521" y="807151"/>
                    <a:pt x="326330" y="807897"/>
                    <a:pt x="327139" y="808643"/>
                  </a:cubicBezTo>
                  <a:cubicBezTo>
                    <a:pt x="327949" y="809389"/>
                    <a:pt x="328758" y="810136"/>
                    <a:pt x="329973" y="811628"/>
                  </a:cubicBezTo>
                  <a:cubicBezTo>
                    <a:pt x="331591" y="813120"/>
                    <a:pt x="333210" y="816105"/>
                    <a:pt x="334829" y="817597"/>
                  </a:cubicBezTo>
                  <a:lnTo>
                    <a:pt x="335639" y="819089"/>
                  </a:lnTo>
                  <a:cubicBezTo>
                    <a:pt x="336044" y="819836"/>
                    <a:pt x="336448" y="819836"/>
                    <a:pt x="337258" y="820582"/>
                  </a:cubicBezTo>
                  <a:cubicBezTo>
                    <a:pt x="338067" y="821328"/>
                    <a:pt x="338877" y="822074"/>
                    <a:pt x="339281" y="823566"/>
                  </a:cubicBezTo>
                  <a:cubicBezTo>
                    <a:pt x="339686" y="825059"/>
                    <a:pt x="341710" y="825059"/>
                    <a:pt x="342519" y="826551"/>
                  </a:cubicBezTo>
                  <a:close/>
                  <a:moveTo>
                    <a:pt x="360327" y="808643"/>
                  </a:moveTo>
                  <a:cubicBezTo>
                    <a:pt x="359923" y="808643"/>
                    <a:pt x="359923" y="808643"/>
                    <a:pt x="360327" y="808643"/>
                  </a:cubicBezTo>
                  <a:cubicBezTo>
                    <a:pt x="359518" y="809389"/>
                    <a:pt x="359113" y="810136"/>
                    <a:pt x="358708" y="810882"/>
                  </a:cubicBezTo>
                  <a:cubicBezTo>
                    <a:pt x="357090" y="813120"/>
                    <a:pt x="355471" y="815359"/>
                    <a:pt x="353447" y="816851"/>
                  </a:cubicBezTo>
                  <a:cubicBezTo>
                    <a:pt x="353042" y="817597"/>
                    <a:pt x="352638" y="817597"/>
                    <a:pt x="352233" y="817597"/>
                  </a:cubicBezTo>
                  <a:cubicBezTo>
                    <a:pt x="351828" y="817597"/>
                    <a:pt x="351019" y="818343"/>
                    <a:pt x="350614" y="818343"/>
                  </a:cubicBezTo>
                  <a:cubicBezTo>
                    <a:pt x="349400" y="819089"/>
                    <a:pt x="348185" y="819089"/>
                    <a:pt x="346971" y="819089"/>
                  </a:cubicBezTo>
                  <a:cubicBezTo>
                    <a:pt x="346567" y="818343"/>
                    <a:pt x="345352" y="818343"/>
                    <a:pt x="344948" y="818343"/>
                  </a:cubicBezTo>
                  <a:cubicBezTo>
                    <a:pt x="344543" y="818343"/>
                    <a:pt x="344138" y="817597"/>
                    <a:pt x="343733" y="817597"/>
                  </a:cubicBezTo>
                  <a:cubicBezTo>
                    <a:pt x="342519" y="816105"/>
                    <a:pt x="340900" y="814613"/>
                    <a:pt x="339686" y="813120"/>
                  </a:cubicBezTo>
                  <a:cubicBezTo>
                    <a:pt x="339281" y="812374"/>
                    <a:pt x="338067" y="810882"/>
                    <a:pt x="337662" y="810136"/>
                  </a:cubicBezTo>
                  <a:cubicBezTo>
                    <a:pt x="337258" y="809389"/>
                    <a:pt x="336853" y="809389"/>
                    <a:pt x="336044" y="808643"/>
                  </a:cubicBezTo>
                  <a:lnTo>
                    <a:pt x="335234" y="807151"/>
                  </a:lnTo>
                  <a:cubicBezTo>
                    <a:pt x="333615" y="804913"/>
                    <a:pt x="331996" y="803420"/>
                    <a:pt x="330377" y="801928"/>
                  </a:cubicBezTo>
                  <a:lnTo>
                    <a:pt x="329973" y="801182"/>
                  </a:lnTo>
                  <a:lnTo>
                    <a:pt x="330377" y="800436"/>
                  </a:lnTo>
                  <a:cubicBezTo>
                    <a:pt x="331996" y="798197"/>
                    <a:pt x="333615" y="795959"/>
                    <a:pt x="335234" y="794466"/>
                  </a:cubicBezTo>
                  <a:cubicBezTo>
                    <a:pt x="335639" y="793720"/>
                    <a:pt x="335639" y="793720"/>
                    <a:pt x="336044" y="793720"/>
                  </a:cubicBezTo>
                  <a:cubicBezTo>
                    <a:pt x="336448" y="793720"/>
                    <a:pt x="336853" y="792974"/>
                    <a:pt x="337662" y="792974"/>
                  </a:cubicBezTo>
                  <a:cubicBezTo>
                    <a:pt x="338472" y="792974"/>
                    <a:pt x="339281" y="792228"/>
                    <a:pt x="339686" y="792228"/>
                  </a:cubicBezTo>
                  <a:lnTo>
                    <a:pt x="341710" y="792228"/>
                  </a:lnTo>
                  <a:cubicBezTo>
                    <a:pt x="342519" y="792228"/>
                    <a:pt x="342924" y="792974"/>
                    <a:pt x="343733" y="792974"/>
                  </a:cubicBezTo>
                  <a:cubicBezTo>
                    <a:pt x="344138" y="793720"/>
                    <a:pt x="344543" y="793720"/>
                    <a:pt x="344948" y="793720"/>
                  </a:cubicBezTo>
                  <a:cubicBezTo>
                    <a:pt x="345757" y="794466"/>
                    <a:pt x="346162" y="794466"/>
                    <a:pt x="346971" y="795213"/>
                  </a:cubicBezTo>
                  <a:cubicBezTo>
                    <a:pt x="348185" y="795959"/>
                    <a:pt x="349400" y="797451"/>
                    <a:pt x="350614" y="798943"/>
                  </a:cubicBezTo>
                  <a:lnTo>
                    <a:pt x="352233" y="800436"/>
                  </a:lnTo>
                  <a:cubicBezTo>
                    <a:pt x="352638" y="801182"/>
                    <a:pt x="353042" y="801182"/>
                    <a:pt x="353447" y="801182"/>
                  </a:cubicBezTo>
                  <a:cubicBezTo>
                    <a:pt x="355066" y="803420"/>
                    <a:pt x="357090" y="804913"/>
                    <a:pt x="358708" y="806405"/>
                  </a:cubicBezTo>
                  <a:cubicBezTo>
                    <a:pt x="359113" y="806405"/>
                    <a:pt x="359518" y="806405"/>
                    <a:pt x="359923" y="807151"/>
                  </a:cubicBezTo>
                  <a:cubicBezTo>
                    <a:pt x="360327" y="807151"/>
                    <a:pt x="360327" y="807151"/>
                    <a:pt x="360327" y="808643"/>
                  </a:cubicBezTo>
                  <a:close/>
                  <a:moveTo>
                    <a:pt x="376921" y="787005"/>
                  </a:moveTo>
                  <a:lnTo>
                    <a:pt x="376517" y="787751"/>
                  </a:lnTo>
                  <a:cubicBezTo>
                    <a:pt x="374493" y="791482"/>
                    <a:pt x="372469" y="794466"/>
                    <a:pt x="369636" y="796705"/>
                  </a:cubicBezTo>
                  <a:cubicBezTo>
                    <a:pt x="368017" y="798197"/>
                    <a:pt x="365994" y="798943"/>
                    <a:pt x="363970" y="798943"/>
                  </a:cubicBezTo>
                  <a:cubicBezTo>
                    <a:pt x="363161" y="798943"/>
                    <a:pt x="361946" y="798943"/>
                    <a:pt x="361137" y="798197"/>
                  </a:cubicBezTo>
                  <a:cubicBezTo>
                    <a:pt x="360732" y="797451"/>
                    <a:pt x="359923" y="797451"/>
                    <a:pt x="359518" y="797451"/>
                  </a:cubicBezTo>
                  <a:cubicBezTo>
                    <a:pt x="359113" y="797451"/>
                    <a:pt x="358708" y="796705"/>
                    <a:pt x="358304" y="796705"/>
                  </a:cubicBezTo>
                  <a:cubicBezTo>
                    <a:pt x="356685" y="795213"/>
                    <a:pt x="354661" y="792974"/>
                    <a:pt x="353042" y="790736"/>
                  </a:cubicBezTo>
                  <a:cubicBezTo>
                    <a:pt x="352638" y="789990"/>
                    <a:pt x="352233" y="789990"/>
                    <a:pt x="351828" y="789990"/>
                  </a:cubicBezTo>
                  <a:cubicBezTo>
                    <a:pt x="351423" y="789990"/>
                    <a:pt x="350614" y="788497"/>
                    <a:pt x="350209" y="787751"/>
                  </a:cubicBezTo>
                  <a:cubicBezTo>
                    <a:pt x="349804" y="787005"/>
                    <a:pt x="347376" y="785513"/>
                    <a:pt x="346567" y="784766"/>
                  </a:cubicBezTo>
                  <a:lnTo>
                    <a:pt x="346162" y="784766"/>
                  </a:lnTo>
                  <a:lnTo>
                    <a:pt x="346567" y="784020"/>
                  </a:lnTo>
                  <a:cubicBezTo>
                    <a:pt x="348185" y="781782"/>
                    <a:pt x="349400" y="780290"/>
                    <a:pt x="350209" y="778797"/>
                  </a:cubicBezTo>
                  <a:cubicBezTo>
                    <a:pt x="351019" y="778051"/>
                    <a:pt x="351423" y="777305"/>
                    <a:pt x="351828" y="776559"/>
                  </a:cubicBezTo>
                  <a:cubicBezTo>
                    <a:pt x="352233" y="776559"/>
                    <a:pt x="352233" y="775813"/>
                    <a:pt x="353042" y="775813"/>
                  </a:cubicBezTo>
                  <a:cubicBezTo>
                    <a:pt x="354256" y="774320"/>
                    <a:pt x="355875" y="773574"/>
                    <a:pt x="357494" y="773574"/>
                  </a:cubicBezTo>
                  <a:lnTo>
                    <a:pt x="358304" y="773574"/>
                  </a:lnTo>
                  <a:cubicBezTo>
                    <a:pt x="358708" y="774320"/>
                    <a:pt x="358708" y="774320"/>
                    <a:pt x="359518" y="774320"/>
                  </a:cubicBezTo>
                  <a:cubicBezTo>
                    <a:pt x="360327" y="774320"/>
                    <a:pt x="360327" y="775066"/>
                    <a:pt x="361137" y="775066"/>
                  </a:cubicBezTo>
                  <a:cubicBezTo>
                    <a:pt x="361946" y="775066"/>
                    <a:pt x="363161" y="775813"/>
                    <a:pt x="363970" y="776559"/>
                  </a:cubicBezTo>
                  <a:cubicBezTo>
                    <a:pt x="365994" y="778051"/>
                    <a:pt x="367613" y="779543"/>
                    <a:pt x="369636" y="781782"/>
                  </a:cubicBezTo>
                  <a:cubicBezTo>
                    <a:pt x="371660" y="784020"/>
                    <a:pt x="374088" y="785513"/>
                    <a:pt x="376517" y="787005"/>
                  </a:cubicBezTo>
                  <a:lnTo>
                    <a:pt x="377326" y="787005"/>
                  </a:lnTo>
                  <a:close/>
                  <a:moveTo>
                    <a:pt x="392706" y="763874"/>
                  </a:moveTo>
                  <a:cubicBezTo>
                    <a:pt x="390682" y="769097"/>
                    <a:pt x="388254" y="773574"/>
                    <a:pt x="385016" y="776559"/>
                  </a:cubicBezTo>
                  <a:cubicBezTo>
                    <a:pt x="382992" y="778797"/>
                    <a:pt x="380969" y="779543"/>
                    <a:pt x="378945" y="778797"/>
                  </a:cubicBezTo>
                  <a:cubicBezTo>
                    <a:pt x="378136" y="778797"/>
                    <a:pt x="377326" y="778051"/>
                    <a:pt x="376112" y="778051"/>
                  </a:cubicBezTo>
                  <a:cubicBezTo>
                    <a:pt x="373684" y="776559"/>
                    <a:pt x="371660" y="775066"/>
                    <a:pt x="369232" y="772828"/>
                  </a:cubicBezTo>
                  <a:cubicBezTo>
                    <a:pt x="367613" y="770590"/>
                    <a:pt x="365589" y="769097"/>
                    <a:pt x="363565" y="767605"/>
                  </a:cubicBezTo>
                  <a:cubicBezTo>
                    <a:pt x="363161" y="766859"/>
                    <a:pt x="361946" y="766859"/>
                    <a:pt x="361542" y="766859"/>
                  </a:cubicBezTo>
                  <a:cubicBezTo>
                    <a:pt x="361946" y="765366"/>
                    <a:pt x="362756" y="763874"/>
                    <a:pt x="363565" y="763128"/>
                  </a:cubicBezTo>
                  <a:cubicBezTo>
                    <a:pt x="365184" y="760143"/>
                    <a:pt x="367208" y="757905"/>
                    <a:pt x="369232" y="755666"/>
                  </a:cubicBezTo>
                  <a:cubicBezTo>
                    <a:pt x="370041" y="754920"/>
                    <a:pt x="371255" y="754174"/>
                    <a:pt x="372469" y="754174"/>
                  </a:cubicBezTo>
                  <a:cubicBezTo>
                    <a:pt x="373684" y="754174"/>
                    <a:pt x="374898" y="754174"/>
                    <a:pt x="376112" y="754920"/>
                  </a:cubicBezTo>
                  <a:cubicBezTo>
                    <a:pt x="376921" y="755666"/>
                    <a:pt x="377731" y="755666"/>
                    <a:pt x="378945" y="755666"/>
                  </a:cubicBezTo>
                  <a:lnTo>
                    <a:pt x="385016" y="760143"/>
                  </a:lnTo>
                  <a:cubicBezTo>
                    <a:pt x="387444" y="761636"/>
                    <a:pt x="390278" y="763128"/>
                    <a:pt x="392706" y="763874"/>
                  </a:cubicBezTo>
                  <a:close/>
                  <a:moveTo>
                    <a:pt x="407276" y="737013"/>
                  </a:moveTo>
                  <a:cubicBezTo>
                    <a:pt x="405253" y="745220"/>
                    <a:pt x="401205" y="750443"/>
                    <a:pt x="396753" y="753428"/>
                  </a:cubicBezTo>
                  <a:cubicBezTo>
                    <a:pt x="392706" y="754174"/>
                    <a:pt x="388659" y="752682"/>
                    <a:pt x="385016" y="748205"/>
                  </a:cubicBezTo>
                  <a:cubicBezTo>
                    <a:pt x="382992" y="746713"/>
                    <a:pt x="380969" y="745220"/>
                    <a:pt x="378945" y="744474"/>
                  </a:cubicBezTo>
                  <a:cubicBezTo>
                    <a:pt x="378136" y="743728"/>
                    <a:pt x="377731" y="743728"/>
                    <a:pt x="376921" y="743728"/>
                  </a:cubicBezTo>
                  <a:cubicBezTo>
                    <a:pt x="377326" y="742236"/>
                    <a:pt x="378540" y="740743"/>
                    <a:pt x="378945" y="738505"/>
                  </a:cubicBezTo>
                  <a:cubicBezTo>
                    <a:pt x="380564" y="734774"/>
                    <a:pt x="382588" y="731790"/>
                    <a:pt x="385016" y="729551"/>
                  </a:cubicBezTo>
                  <a:cubicBezTo>
                    <a:pt x="385826" y="728805"/>
                    <a:pt x="386230" y="728805"/>
                    <a:pt x="387040" y="728805"/>
                  </a:cubicBezTo>
                  <a:cubicBezTo>
                    <a:pt x="390278" y="728805"/>
                    <a:pt x="393515" y="729551"/>
                    <a:pt x="396753" y="731790"/>
                  </a:cubicBezTo>
                  <a:cubicBezTo>
                    <a:pt x="400396" y="734028"/>
                    <a:pt x="404038" y="735520"/>
                    <a:pt x="407681" y="736267"/>
                  </a:cubicBezTo>
                  <a:close/>
                  <a:moveTo>
                    <a:pt x="421037" y="708659"/>
                  </a:moveTo>
                  <a:cubicBezTo>
                    <a:pt x="420632" y="710151"/>
                    <a:pt x="420228" y="710897"/>
                    <a:pt x="419823" y="712390"/>
                  </a:cubicBezTo>
                  <a:cubicBezTo>
                    <a:pt x="417395" y="721343"/>
                    <a:pt x="412943" y="727313"/>
                    <a:pt x="407681" y="728059"/>
                  </a:cubicBezTo>
                  <a:cubicBezTo>
                    <a:pt x="404038" y="727313"/>
                    <a:pt x="399991" y="725820"/>
                    <a:pt x="396753" y="722836"/>
                  </a:cubicBezTo>
                  <a:cubicBezTo>
                    <a:pt x="394730" y="721343"/>
                    <a:pt x="393111" y="720597"/>
                    <a:pt x="391087" y="720597"/>
                  </a:cubicBezTo>
                  <a:cubicBezTo>
                    <a:pt x="392706" y="715374"/>
                    <a:pt x="394730" y="711643"/>
                    <a:pt x="396753" y="707913"/>
                  </a:cubicBezTo>
                  <a:cubicBezTo>
                    <a:pt x="397563" y="706420"/>
                    <a:pt x="398777" y="704928"/>
                    <a:pt x="400396" y="704182"/>
                  </a:cubicBezTo>
                  <a:cubicBezTo>
                    <a:pt x="402824" y="704182"/>
                    <a:pt x="405657" y="704182"/>
                    <a:pt x="408086" y="704928"/>
                  </a:cubicBezTo>
                  <a:cubicBezTo>
                    <a:pt x="412133" y="706420"/>
                    <a:pt x="416180" y="707913"/>
                    <a:pt x="420228" y="707913"/>
                  </a:cubicBezTo>
                  <a:lnTo>
                    <a:pt x="421037" y="708659"/>
                  </a:lnTo>
                  <a:close/>
                  <a:moveTo>
                    <a:pt x="433179" y="678813"/>
                  </a:moveTo>
                  <a:cubicBezTo>
                    <a:pt x="432370" y="681797"/>
                    <a:pt x="431560" y="684036"/>
                    <a:pt x="430751" y="687020"/>
                  </a:cubicBezTo>
                  <a:cubicBezTo>
                    <a:pt x="428727" y="694482"/>
                    <a:pt x="424680" y="698959"/>
                    <a:pt x="419823" y="699705"/>
                  </a:cubicBezTo>
                  <a:cubicBezTo>
                    <a:pt x="415776" y="698959"/>
                    <a:pt x="411728" y="697467"/>
                    <a:pt x="407681" y="695974"/>
                  </a:cubicBezTo>
                  <a:cubicBezTo>
                    <a:pt x="406062" y="695228"/>
                    <a:pt x="404848" y="695228"/>
                    <a:pt x="403229" y="695228"/>
                  </a:cubicBezTo>
                  <a:cubicBezTo>
                    <a:pt x="404443" y="690751"/>
                    <a:pt x="405657" y="687020"/>
                    <a:pt x="407681" y="683290"/>
                  </a:cubicBezTo>
                  <a:cubicBezTo>
                    <a:pt x="408895" y="680305"/>
                    <a:pt x="410514" y="678067"/>
                    <a:pt x="412133" y="677320"/>
                  </a:cubicBezTo>
                  <a:cubicBezTo>
                    <a:pt x="414561" y="676574"/>
                    <a:pt x="416990" y="675828"/>
                    <a:pt x="419823" y="676574"/>
                  </a:cubicBezTo>
                  <a:cubicBezTo>
                    <a:pt x="423466" y="676574"/>
                    <a:pt x="427108" y="677320"/>
                    <a:pt x="430751" y="677320"/>
                  </a:cubicBezTo>
                  <a:cubicBezTo>
                    <a:pt x="431560" y="677320"/>
                    <a:pt x="432370" y="676574"/>
                    <a:pt x="433179" y="676574"/>
                  </a:cubicBezTo>
                  <a:close/>
                  <a:moveTo>
                    <a:pt x="443702" y="646728"/>
                  </a:moveTo>
                  <a:cubicBezTo>
                    <a:pt x="442893" y="651205"/>
                    <a:pt x="441678" y="655682"/>
                    <a:pt x="440060" y="660159"/>
                  </a:cubicBezTo>
                  <a:cubicBezTo>
                    <a:pt x="438036" y="666128"/>
                    <a:pt x="434393" y="669113"/>
                    <a:pt x="430751" y="669859"/>
                  </a:cubicBezTo>
                  <a:cubicBezTo>
                    <a:pt x="427108" y="669859"/>
                    <a:pt x="423466" y="669113"/>
                    <a:pt x="419823" y="668367"/>
                  </a:cubicBezTo>
                  <a:cubicBezTo>
                    <a:pt x="418204" y="667620"/>
                    <a:pt x="416585" y="667620"/>
                    <a:pt x="414966" y="668367"/>
                  </a:cubicBezTo>
                  <a:cubicBezTo>
                    <a:pt x="416180" y="662397"/>
                    <a:pt x="417799" y="657174"/>
                    <a:pt x="419823" y="652697"/>
                  </a:cubicBezTo>
                  <a:cubicBezTo>
                    <a:pt x="421037" y="651205"/>
                    <a:pt x="421847" y="649713"/>
                    <a:pt x="422656" y="648967"/>
                  </a:cubicBezTo>
                  <a:cubicBezTo>
                    <a:pt x="425085" y="647474"/>
                    <a:pt x="427918" y="646728"/>
                    <a:pt x="430346" y="646728"/>
                  </a:cubicBezTo>
                  <a:cubicBezTo>
                    <a:pt x="433584" y="646728"/>
                    <a:pt x="436822" y="647474"/>
                    <a:pt x="439655" y="646728"/>
                  </a:cubicBezTo>
                  <a:cubicBezTo>
                    <a:pt x="440869" y="646728"/>
                    <a:pt x="442083" y="645982"/>
                    <a:pt x="443297" y="645982"/>
                  </a:cubicBezTo>
                  <a:lnTo>
                    <a:pt x="443297" y="646728"/>
                  </a:lnTo>
                  <a:close/>
                  <a:moveTo>
                    <a:pt x="452606" y="613151"/>
                  </a:moveTo>
                  <a:cubicBezTo>
                    <a:pt x="452202" y="616136"/>
                    <a:pt x="451392" y="619867"/>
                    <a:pt x="450987" y="622851"/>
                  </a:cubicBezTo>
                  <a:cubicBezTo>
                    <a:pt x="450178" y="625836"/>
                    <a:pt x="448964" y="628820"/>
                    <a:pt x="447749" y="631805"/>
                  </a:cubicBezTo>
                  <a:cubicBezTo>
                    <a:pt x="445726" y="635536"/>
                    <a:pt x="443297" y="638520"/>
                    <a:pt x="440060" y="638520"/>
                  </a:cubicBezTo>
                  <a:cubicBezTo>
                    <a:pt x="436822" y="639267"/>
                    <a:pt x="433584" y="638520"/>
                    <a:pt x="430751" y="638520"/>
                  </a:cubicBezTo>
                  <a:cubicBezTo>
                    <a:pt x="428727" y="637774"/>
                    <a:pt x="427108" y="638520"/>
                    <a:pt x="425085" y="639267"/>
                  </a:cubicBezTo>
                  <a:cubicBezTo>
                    <a:pt x="425894" y="632551"/>
                    <a:pt x="427918" y="625836"/>
                    <a:pt x="430751" y="621359"/>
                  </a:cubicBezTo>
                  <a:cubicBezTo>
                    <a:pt x="431155" y="620613"/>
                    <a:pt x="431560" y="619867"/>
                    <a:pt x="432370" y="619120"/>
                  </a:cubicBezTo>
                  <a:cubicBezTo>
                    <a:pt x="434798" y="617628"/>
                    <a:pt x="437631" y="616136"/>
                    <a:pt x="440060" y="616136"/>
                  </a:cubicBezTo>
                  <a:cubicBezTo>
                    <a:pt x="442893" y="615390"/>
                    <a:pt x="445321" y="615390"/>
                    <a:pt x="447749" y="615390"/>
                  </a:cubicBezTo>
                  <a:cubicBezTo>
                    <a:pt x="448964" y="614644"/>
                    <a:pt x="449773" y="614644"/>
                    <a:pt x="450987" y="614644"/>
                  </a:cubicBezTo>
                  <a:cubicBezTo>
                    <a:pt x="452202" y="614644"/>
                    <a:pt x="452202" y="613897"/>
                    <a:pt x="452606" y="613897"/>
                  </a:cubicBezTo>
                  <a:close/>
                  <a:moveTo>
                    <a:pt x="459891" y="577336"/>
                  </a:moveTo>
                  <a:cubicBezTo>
                    <a:pt x="459487" y="584051"/>
                    <a:pt x="458273" y="590767"/>
                    <a:pt x="456249" y="596736"/>
                  </a:cubicBezTo>
                  <a:cubicBezTo>
                    <a:pt x="455035" y="600467"/>
                    <a:pt x="453011" y="602705"/>
                    <a:pt x="450987" y="603451"/>
                  </a:cubicBezTo>
                  <a:lnTo>
                    <a:pt x="447749" y="604944"/>
                  </a:lnTo>
                  <a:cubicBezTo>
                    <a:pt x="445321" y="605690"/>
                    <a:pt x="442893" y="605690"/>
                    <a:pt x="440060" y="605690"/>
                  </a:cubicBezTo>
                  <a:cubicBezTo>
                    <a:pt x="438036" y="605690"/>
                    <a:pt x="436012" y="606436"/>
                    <a:pt x="433989" y="607928"/>
                  </a:cubicBezTo>
                  <a:cubicBezTo>
                    <a:pt x="434393" y="599720"/>
                    <a:pt x="436417" y="592259"/>
                    <a:pt x="439655" y="586290"/>
                  </a:cubicBezTo>
                  <a:lnTo>
                    <a:pt x="440060" y="586290"/>
                  </a:lnTo>
                  <a:cubicBezTo>
                    <a:pt x="442488" y="584051"/>
                    <a:pt x="444916" y="582559"/>
                    <a:pt x="447749" y="581067"/>
                  </a:cubicBezTo>
                  <a:cubicBezTo>
                    <a:pt x="448964" y="581067"/>
                    <a:pt x="449773" y="580321"/>
                    <a:pt x="450987" y="580321"/>
                  </a:cubicBezTo>
                  <a:cubicBezTo>
                    <a:pt x="452606" y="579574"/>
                    <a:pt x="454630" y="578828"/>
                    <a:pt x="456249" y="578082"/>
                  </a:cubicBezTo>
                  <a:cubicBezTo>
                    <a:pt x="457463" y="578828"/>
                    <a:pt x="458677" y="578082"/>
                    <a:pt x="459891" y="577336"/>
                  </a:cubicBezTo>
                  <a:close/>
                  <a:moveTo>
                    <a:pt x="456249" y="570620"/>
                  </a:moveTo>
                  <a:lnTo>
                    <a:pt x="450987" y="572113"/>
                  </a:lnTo>
                  <a:cubicBezTo>
                    <a:pt x="449773" y="572859"/>
                    <a:pt x="448964" y="572859"/>
                    <a:pt x="447749" y="572859"/>
                  </a:cubicBezTo>
                  <a:cubicBezTo>
                    <a:pt x="445321" y="572859"/>
                    <a:pt x="443297" y="574351"/>
                    <a:pt x="440869" y="575844"/>
                  </a:cubicBezTo>
                  <a:cubicBezTo>
                    <a:pt x="441678" y="563159"/>
                    <a:pt x="443702" y="557190"/>
                    <a:pt x="445726" y="553459"/>
                  </a:cubicBezTo>
                  <a:cubicBezTo>
                    <a:pt x="446131" y="552713"/>
                    <a:pt x="446940" y="551967"/>
                    <a:pt x="447345" y="551221"/>
                  </a:cubicBezTo>
                  <a:cubicBezTo>
                    <a:pt x="448559" y="550474"/>
                    <a:pt x="449368" y="549728"/>
                    <a:pt x="450583" y="548982"/>
                  </a:cubicBezTo>
                  <a:lnTo>
                    <a:pt x="455844" y="545997"/>
                  </a:lnTo>
                  <a:cubicBezTo>
                    <a:pt x="459082" y="545251"/>
                    <a:pt x="462320" y="543013"/>
                    <a:pt x="465153" y="540028"/>
                  </a:cubicBezTo>
                  <a:lnTo>
                    <a:pt x="465153" y="540774"/>
                  </a:lnTo>
                  <a:lnTo>
                    <a:pt x="465558" y="540774"/>
                  </a:lnTo>
                  <a:cubicBezTo>
                    <a:pt x="465153" y="560174"/>
                    <a:pt x="461106" y="566890"/>
                    <a:pt x="456249" y="570620"/>
                  </a:cubicBezTo>
                  <a:close/>
                  <a:moveTo>
                    <a:pt x="456249" y="504213"/>
                  </a:moveTo>
                  <a:cubicBezTo>
                    <a:pt x="454225" y="504959"/>
                    <a:pt x="452606" y="506451"/>
                    <a:pt x="450987" y="508690"/>
                  </a:cubicBezTo>
                  <a:cubicBezTo>
                    <a:pt x="450583" y="505705"/>
                    <a:pt x="450583" y="502721"/>
                    <a:pt x="450987" y="499736"/>
                  </a:cubicBezTo>
                  <a:cubicBezTo>
                    <a:pt x="450987" y="494513"/>
                    <a:pt x="451797" y="489290"/>
                    <a:pt x="453820" y="485559"/>
                  </a:cubicBezTo>
                  <a:cubicBezTo>
                    <a:pt x="454630" y="484813"/>
                    <a:pt x="455844" y="483321"/>
                    <a:pt x="456654" y="481828"/>
                  </a:cubicBezTo>
                  <a:cubicBezTo>
                    <a:pt x="461915" y="475859"/>
                    <a:pt x="467581" y="472874"/>
                    <a:pt x="472033" y="466905"/>
                  </a:cubicBezTo>
                  <a:lnTo>
                    <a:pt x="472033" y="467651"/>
                  </a:lnTo>
                  <a:cubicBezTo>
                    <a:pt x="473248" y="497498"/>
                    <a:pt x="463939" y="498990"/>
                    <a:pt x="456249" y="504213"/>
                  </a:cubicBezTo>
                  <a:close/>
                  <a:moveTo>
                    <a:pt x="456249" y="471382"/>
                  </a:moveTo>
                  <a:cubicBezTo>
                    <a:pt x="455439" y="472128"/>
                    <a:pt x="454225" y="473621"/>
                    <a:pt x="453416" y="474367"/>
                  </a:cubicBezTo>
                  <a:cubicBezTo>
                    <a:pt x="452202" y="466159"/>
                    <a:pt x="453011" y="457951"/>
                    <a:pt x="455035" y="450490"/>
                  </a:cubicBezTo>
                  <a:lnTo>
                    <a:pt x="456654" y="447505"/>
                  </a:lnTo>
                  <a:cubicBezTo>
                    <a:pt x="461510" y="439298"/>
                    <a:pt x="468391" y="435567"/>
                    <a:pt x="472438" y="428105"/>
                  </a:cubicBezTo>
                  <a:lnTo>
                    <a:pt x="472438" y="428851"/>
                  </a:lnTo>
                  <a:lnTo>
                    <a:pt x="472843" y="428851"/>
                  </a:lnTo>
                  <a:cubicBezTo>
                    <a:pt x="475676" y="462428"/>
                    <a:pt x="463939" y="463174"/>
                    <a:pt x="456249" y="47138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92"/>
            <p:cNvSpPr/>
            <p:nvPr/>
          </p:nvSpPr>
          <p:spPr>
            <a:xfrm>
              <a:off x="10517394" y="195030"/>
              <a:ext cx="25498" cy="33576"/>
            </a:xfrm>
            <a:custGeom>
              <a:avLst/>
              <a:gdLst>
                <a:gd name="connsiteX0" fmla="*/ 17808 w 25498"/>
                <a:gd name="connsiteY0" fmla="*/ 0 h 33576"/>
                <a:gd name="connsiteX1" fmla="*/ 14166 w 25498"/>
                <a:gd name="connsiteY1" fmla="*/ 1492 h 33576"/>
                <a:gd name="connsiteX2" fmla="*/ 12142 w 25498"/>
                <a:gd name="connsiteY2" fmla="*/ 4477 h 33576"/>
                <a:gd name="connsiteX3" fmla="*/ 9713 w 25498"/>
                <a:gd name="connsiteY3" fmla="*/ 14923 h 33576"/>
                <a:gd name="connsiteX4" fmla="*/ 9309 w 25498"/>
                <a:gd name="connsiteY4" fmla="*/ 17161 h 33576"/>
                <a:gd name="connsiteX5" fmla="*/ 8499 w 25498"/>
                <a:gd name="connsiteY5" fmla="*/ 20146 h 33576"/>
                <a:gd name="connsiteX6" fmla="*/ 6880 w 25498"/>
                <a:gd name="connsiteY6" fmla="*/ 20892 h 33576"/>
                <a:gd name="connsiteX7" fmla="*/ 5261 w 25498"/>
                <a:gd name="connsiteY7" fmla="*/ 19400 h 33576"/>
                <a:gd name="connsiteX8" fmla="*/ 4857 w 25498"/>
                <a:gd name="connsiteY8" fmla="*/ 18654 h 33576"/>
                <a:gd name="connsiteX9" fmla="*/ 4452 w 25498"/>
                <a:gd name="connsiteY9" fmla="*/ 12685 h 33576"/>
                <a:gd name="connsiteX10" fmla="*/ 4857 w 25498"/>
                <a:gd name="connsiteY10" fmla="*/ 7461 h 33576"/>
                <a:gd name="connsiteX11" fmla="*/ 5261 w 25498"/>
                <a:gd name="connsiteY11" fmla="*/ 2985 h 33576"/>
                <a:gd name="connsiteX12" fmla="*/ 5666 w 25498"/>
                <a:gd name="connsiteY12" fmla="*/ 2238 h 33576"/>
                <a:gd name="connsiteX13" fmla="*/ 5261 w 25498"/>
                <a:gd name="connsiteY13" fmla="*/ 2238 h 33576"/>
                <a:gd name="connsiteX14" fmla="*/ 405 w 25498"/>
                <a:gd name="connsiteY14" fmla="*/ 1492 h 33576"/>
                <a:gd name="connsiteX15" fmla="*/ 0 w 25498"/>
                <a:gd name="connsiteY15" fmla="*/ 7461 h 33576"/>
                <a:gd name="connsiteX16" fmla="*/ 0 w 25498"/>
                <a:gd name="connsiteY16" fmla="*/ 14177 h 33576"/>
                <a:gd name="connsiteX17" fmla="*/ 2024 w 25498"/>
                <a:gd name="connsiteY17" fmla="*/ 28354 h 33576"/>
                <a:gd name="connsiteX18" fmla="*/ 5666 w 25498"/>
                <a:gd name="connsiteY18" fmla="*/ 32831 h 33576"/>
                <a:gd name="connsiteX19" fmla="*/ 8095 w 25498"/>
                <a:gd name="connsiteY19" fmla="*/ 33577 h 33576"/>
                <a:gd name="connsiteX20" fmla="*/ 12547 w 25498"/>
                <a:gd name="connsiteY20" fmla="*/ 30592 h 33576"/>
                <a:gd name="connsiteX21" fmla="*/ 15380 w 25498"/>
                <a:gd name="connsiteY21" fmla="*/ 20892 h 33576"/>
                <a:gd name="connsiteX22" fmla="*/ 15784 w 25498"/>
                <a:gd name="connsiteY22" fmla="*/ 18654 h 33576"/>
                <a:gd name="connsiteX23" fmla="*/ 17808 w 25498"/>
                <a:gd name="connsiteY23" fmla="*/ 11938 h 33576"/>
                <a:gd name="connsiteX24" fmla="*/ 18213 w 25498"/>
                <a:gd name="connsiteY24" fmla="*/ 11192 h 33576"/>
                <a:gd name="connsiteX25" fmla="*/ 20237 w 25498"/>
                <a:gd name="connsiteY25" fmla="*/ 13431 h 33576"/>
                <a:gd name="connsiteX26" fmla="*/ 20641 w 25498"/>
                <a:gd name="connsiteY26" fmla="*/ 18654 h 33576"/>
                <a:gd name="connsiteX27" fmla="*/ 20237 w 25498"/>
                <a:gd name="connsiteY27" fmla="*/ 24623 h 33576"/>
                <a:gd name="connsiteX28" fmla="*/ 19427 w 25498"/>
                <a:gd name="connsiteY28" fmla="*/ 31338 h 33576"/>
                <a:gd name="connsiteX29" fmla="*/ 24689 w 25498"/>
                <a:gd name="connsiteY29" fmla="*/ 32085 h 33576"/>
                <a:gd name="connsiteX30" fmla="*/ 25498 w 25498"/>
                <a:gd name="connsiteY30" fmla="*/ 25369 h 33576"/>
                <a:gd name="connsiteX31" fmla="*/ 25498 w 25498"/>
                <a:gd name="connsiteY31" fmla="*/ 18654 h 33576"/>
                <a:gd name="connsiteX32" fmla="*/ 23070 w 25498"/>
                <a:gd name="connsiteY32" fmla="*/ 4477 h 33576"/>
                <a:gd name="connsiteX33" fmla="*/ 17808 w 25498"/>
                <a:gd name="connsiteY33" fmla="*/ 0 h 3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5498" h="33576">
                  <a:moveTo>
                    <a:pt x="17808" y="0"/>
                  </a:moveTo>
                  <a:cubicBezTo>
                    <a:pt x="16594" y="0"/>
                    <a:pt x="15380" y="746"/>
                    <a:pt x="14166" y="1492"/>
                  </a:cubicBezTo>
                  <a:cubicBezTo>
                    <a:pt x="13356" y="2238"/>
                    <a:pt x="12547" y="2985"/>
                    <a:pt x="12142" y="4477"/>
                  </a:cubicBezTo>
                  <a:cubicBezTo>
                    <a:pt x="10928" y="7461"/>
                    <a:pt x="10118" y="11192"/>
                    <a:pt x="9713" y="14923"/>
                  </a:cubicBezTo>
                  <a:cubicBezTo>
                    <a:pt x="9713" y="15669"/>
                    <a:pt x="9309" y="16415"/>
                    <a:pt x="9309" y="17161"/>
                  </a:cubicBezTo>
                  <a:lnTo>
                    <a:pt x="8499" y="20146"/>
                  </a:lnTo>
                  <a:cubicBezTo>
                    <a:pt x="8095" y="20892"/>
                    <a:pt x="7690" y="20892"/>
                    <a:pt x="6880" y="20892"/>
                  </a:cubicBezTo>
                  <a:cubicBezTo>
                    <a:pt x="6071" y="20892"/>
                    <a:pt x="5666" y="20146"/>
                    <a:pt x="5261" y="19400"/>
                  </a:cubicBezTo>
                  <a:lnTo>
                    <a:pt x="4857" y="18654"/>
                  </a:lnTo>
                  <a:cubicBezTo>
                    <a:pt x="4452" y="16415"/>
                    <a:pt x="4452" y="14923"/>
                    <a:pt x="4452" y="12685"/>
                  </a:cubicBezTo>
                  <a:cubicBezTo>
                    <a:pt x="4452" y="11192"/>
                    <a:pt x="4452" y="9700"/>
                    <a:pt x="4857" y="7461"/>
                  </a:cubicBezTo>
                  <a:cubicBezTo>
                    <a:pt x="4857" y="5969"/>
                    <a:pt x="5261" y="4477"/>
                    <a:pt x="5261" y="2985"/>
                  </a:cubicBezTo>
                  <a:cubicBezTo>
                    <a:pt x="5261" y="2985"/>
                    <a:pt x="5261" y="2238"/>
                    <a:pt x="5666" y="2238"/>
                  </a:cubicBezTo>
                  <a:lnTo>
                    <a:pt x="5261" y="2238"/>
                  </a:lnTo>
                  <a:lnTo>
                    <a:pt x="405" y="1492"/>
                  </a:lnTo>
                  <a:cubicBezTo>
                    <a:pt x="0" y="3731"/>
                    <a:pt x="0" y="5223"/>
                    <a:pt x="0" y="7461"/>
                  </a:cubicBezTo>
                  <a:lnTo>
                    <a:pt x="0" y="14177"/>
                  </a:lnTo>
                  <a:cubicBezTo>
                    <a:pt x="0" y="19400"/>
                    <a:pt x="809" y="23877"/>
                    <a:pt x="2024" y="28354"/>
                  </a:cubicBezTo>
                  <a:cubicBezTo>
                    <a:pt x="2833" y="30592"/>
                    <a:pt x="4047" y="32085"/>
                    <a:pt x="5666" y="32831"/>
                  </a:cubicBezTo>
                  <a:cubicBezTo>
                    <a:pt x="6071" y="32831"/>
                    <a:pt x="7285" y="33577"/>
                    <a:pt x="8095" y="33577"/>
                  </a:cubicBezTo>
                  <a:cubicBezTo>
                    <a:pt x="9713" y="33577"/>
                    <a:pt x="11332" y="32085"/>
                    <a:pt x="12547" y="30592"/>
                  </a:cubicBezTo>
                  <a:cubicBezTo>
                    <a:pt x="13761" y="27608"/>
                    <a:pt x="14570" y="24623"/>
                    <a:pt x="15380" y="20892"/>
                  </a:cubicBezTo>
                  <a:cubicBezTo>
                    <a:pt x="15380" y="20146"/>
                    <a:pt x="15784" y="20146"/>
                    <a:pt x="15784" y="18654"/>
                  </a:cubicBezTo>
                  <a:cubicBezTo>
                    <a:pt x="16189" y="14923"/>
                    <a:pt x="16999" y="12685"/>
                    <a:pt x="17808" y="11938"/>
                  </a:cubicBezTo>
                  <a:cubicBezTo>
                    <a:pt x="18618" y="11192"/>
                    <a:pt x="18213" y="11192"/>
                    <a:pt x="18213" y="11192"/>
                  </a:cubicBezTo>
                  <a:cubicBezTo>
                    <a:pt x="19022" y="11192"/>
                    <a:pt x="19832" y="11938"/>
                    <a:pt x="20237" y="13431"/>
                  </a:cubicBezTo>
                  <a:cubicBezTo>
                    <a:pt x="20641" y="14923"/>
                    <a:pt x="20641" y="17161"/>
                    <a:pt x="20641" y="18654"/>
                  </a:cubicBezTo>
                  <a:cubicBezTo>
                    <a:pt x="20641" y="20892"/>
                    <a:pt x="20641" y="22385"/>
                    <a:pt x="20237" y="24623"/>
                  </a:cubicBezTo>
                  <a:cubicBezTo>
                    <a:pt x="20237" y="26861"/>
                    <a:pt x="19832" y="29100"/>
                    <a:pt x="19427" y="31338"/>
                  </a:cubicBezTo>
                  <a:lnTo>
                    <a:pt x="24689" y="32085"/>
                  </a:lnTo>
                  <a:cubicBezTo>
                    <a:pt x="25093" y="29846"/>
                    <a:pt x="25498" y="27608"/>
                    <a:pt x="25498" y="25369"/>
                  </a:cubicBezTo>
                  <a:lnTo>
                    <a:pt x="25498" y="18654"/>
                  </a:lnTo>
                  <a:cubicBezTo>
                    <a:pt x="25498" y="13431"/>
                    <a:pt x="24689" y="8208"/>
                    <a:pt x="23070" y="4477"/>
                  </a:cubicBezTo>
                  <a:cubicBezTo>
                    <a:pt x="22260" y="1492"/>
                    <a:pt x="19832" y="0"/>
                    <a:pt x="1780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93"/>
            <p:cNvSpPr/>
            <p:nvPr/>
          </p:nvSpPr>
          <p:spPr>
            <a:xfrm>
              <a:off x="10516585" y="133846"/>
              <a:ext cx="25498" cy="35069"/>
            </a:xfrm>
            <a:custGeom>
              <a:avLst/>
              <a:gdLst>
                <a:gd name="connsiteX0" fmla="*/ 4857 w 25498"/>
                <a:gd name="connsiteY0" fmla="*/ 0 h 35069"/>
                <a:gd name="connsiteX1" fmla="*/ 0 w 25498"/>
                <a:gd name="connsiteY1" fmla="*/ 0 h 35069"/>
                <a:gd name="connsiteX2" fmla="*/ 2024 w 25498"/>
                <a:gd name="connsiteY2" fmla="*/ 35069 h 35069"/>
                <a:gd name="connsiteX3" fmla="*/ 6476 w 25498"/>
                <a:gd name="connsiteY3" fmla="*/ 33577 h 35069"/>
                <a:gd name="connsiteX4" fmla="*/ 6476 w 25498"/>
                <a:gd name="connsiteY4" fmla="*/ 30592 h 35069"/>
                <a:gd name="connsiteX5" fmla="*/ 6071 w 25498"/>
                <a:gd name="connsiteY5" fmla="*/ 23131 h 35069"/>
                <a:gd name="connsiteX6" fmla="*/ 6476 w 25498"/>
                <a:gd name="connsiteY6" fmla="*/ 22385 h 35069"/>
                <a:gd name="connsiteX7" fmla="*/ 18618 w 25498"/>
                <a:gd name="connsiteY7" fmla="*/ 20146 h 35069"/>
                <a:gd name="connsiteX8" fmla="*/ 25498 w 25498"/>
                <a:gd name="connsiteY8" fmla="*/ 18654 h 35069"/>
                <a:gd name="connsiteX9" fmla="*/ 24689 w 25498"/>
                <a:gd name="connsiteY9" fmla="*/ 6715 h 35069"/>
                <a:gd name="connsiteX10" fmla="*/ 18618 w 25498"/>
                <a:gd name="connsiteY10" fmla="*/ 7461 h 35069"/>
                <a:gd name="connsiteX11" fmla="*/ 6476 w 25498"/>
                <a:gd name="connsiteY11" fmla="*/ 10446 h 35069"/>
                <a:gd name="connsiteX12" fmla="*/ 5261 w 25498"/>
                <a:gd name="connsiteY12" fmla="*/ 10446 h 3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35069">
                  <a:moveTo>
                    <a:pt x="4857" y="0"/>
                  </a:moveTo>
                  <a:lnTo>
                    <a:pt x="0" y="0"/>
                  </a:lnTo>
                  <a:lnTo>
                    <a:pt x="2024" y="35069"/>
                  </a:lnTo>
                  <a:lnTo>
                    <a:pt x="6476" y="33577"/>
                  </a:lnTo>
                  <a:lnTo>
                    <a:pt x="6476" y="30592"/>
                  </a:lnTo>
                  <a:lnTo>
                    <a:pt x="6071" y="23131"/>
                  </a:lnTo>
                  <a:lnTo>
                    <a:pt x="6476" y="22385"/>
                  </a:lnTo>
                  <a:lnTo>
                    <a:pt x="18618" y="20146"/>
                  </a:lnTo>
                  <a:lnTo>
                    <a:pt x="25498" y="18654"/>
                  </a:lnTo>
                  <a:lnTo>
                    <a:pt x="24689" y="6715"/>
                  </a:lnTo>
                  <a:lnTo>
                    <a:pt x="18618" y="7461"/>
                  </a:lnTo>
                  <a:lnTo>
                    <a:pt x="6476" y="10446"/>
                  </a:lnTo>
                  <a:lnTo>
                    <a:pt x="5261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94"/>
            <p:cNvSpPr/>
            <p:nvPr/>
          </p:nvSpPr>
          <p:spPr>
            <a:xfrm>
              <a:off x="10518204" y="175631"/>
              <a:ext cx="24283" cy="11938"/>
            </a:xfrm>
            <a:custGeom>
              <a:avLst/>
              <a:gdLst>
                <a:gd name="connsiteX0" fmla="*/ 0 w 24283"/>
                <a:gd name="connsiteY0" fmla="*/ 11938 h 11938"/>
                <a:gd name="connsiteX1" fmla="*/ 24284 w 24283"/>
                <a:gd name="connsiteY1" fmla="*/ 11938 h 11938"/>
                <a:gd name="connsiteX2" fmla="*/ 24284 w 24283"/>
                <a:gd name="connsiteY2" fmla="*/ 0 h 11938"/>
                <a:gd name="connsiteX3" fmla="*/ 0 w 24283"/>
                <a:gd name="connsiteY3" fmla="*/ 0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0" y="11938"/>
                  </a:moveTo>
                  <a:lnTo>
                    <a:pt x="24284" y="11938"/>
                  </a:lnTo>
                  <a:lnTo>
                    <a:pt x="242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95"/>
            <p:cNvSpPr/>
            <p:nvPr/>
          </p:nvSpPr>
          <p:spPr>
            <a:xfrm>
              <a:off x="10511728" y="235054"/>
              <a:ext cx="29545" cy="44292"/>
            </a:xfrm>
            <a:custGeom>
              <a:avLst/>
              <a:gdLst>
                <a:gd name="connsiteX0" fmla="*/ 20641 w 29545"/>
                <a:gd name="connsiteY0" fmla="*/ 7731 h 44292"/>
                <a:gd name="connsiteX1" fmla="*/ 15784 w 29545"/>
                <a:gd name="connsiteY1" fmla="*/ 11461 h 44292"/>
                <a:gd name="connsiteX2" fmla="*/ 14570 w 29545"/>
                <a:gd name="connsiteY2" fmla="*/ 4746 h 44292"/>
                <a:gd name="connsiteX3" fmla="*/ 10928 w 29545"/>
                <a:gd name="connsiteY3" fmla="*/ 269 h 44292"/>
                <a:gd name="connsiteX4" fmla="*/ 5666 w 29545"/>
                <a:gd name="connsiteY4" fmla="*/ 3254 h 44292"/>
                <a:gd name="connsiteX5" fmla="*/ 2428 w 29545"/>
                <a:gd name="connsiteY5" fmla="*/ 15192 h 44292"/>
                <a:gd name="connsiteX6" fmla="*/ 0 w 29545"/>
                <a:gd name="connsiteY6" fmla="*/ 33100 h 44292"/>
                <a:gd name="connsiteX7" fmla="*/ 10928 w 29545"/>
                <a:gd name="connsiteY7" fmla="*/ 38323 h 44292"/>
                <a:gd name="connsiteX8" fmla="*/ 23070 w 29545"/>
                <a:gd name="connsiteY8" fmla="*/ 43546 h 44292"/>
                <a:gd name="connsiteX9" fmla="*/ 24284 w 29545"/>
                <a:gd name="connsiteY9" fmla="*/ 44292 h 44292"/>
                <a:gd name="connsiteX10" fmla="*/ 25903 w 29545"/>
                <a:gd name="connsiteY10" fmla="*/ 33100 h 44292"/>
                <a:gd name="connsiteX11" fmla="*/ 23070 w 29545"/>
                <a:gd name="connsiteY11" fmla="*/ 32354 h 44292"/>
                <a:gd name="connsiteX12" fmla="*/ 16189 w 29545"/>
                <a:gd name="connsiteY12" fmla="*/ 29369 h 44292"/>
                <a:gd name="connsiteX13" fmla="*/ 16594 w 29545"/>
                <a:gd name="connsiteY13" fmla="*/ 27877 h 44292"/>
                <a:gd name="connsiteX14" fmla="*/ 17808 w 29545"/>
                <a:gd name="connsiteY14" fmla="*/ 22654 h 44292"/>
                <a:gd name="connsiteX15" fmla="*/ 20641 w 29545"/>
                <a:gd name="connsiteY15" fmla="*/ 21161 h 44292"/>
                <a:gd name="connsiteX16" fmla="*/ 23474 w 29545"/>
                <a:gd name="connsiteY16" fmla="*/ 21161 h 44292"/>
                <a:gd name="connsiteX17" fmla="*/ 27926 w 29545"/>
                <a:gd name="connsiteY17" fmla="*/ 20415 h 44292"/>
                <a:gd name="connsiteX18" fmla="*/ 29545 w 29545"/>
                <a:gd name="connsiteY18" fmla="*/ 8477 h 44292"/>
                <a:gd name="connsiteX19" fmla="*/ 23879 w 29545"/>
                <a:gd name="connsiteY19" fmla="*/ 9223 h 44292"/>
                <a:gd name="connsiteX20" fmla="*/ 12951 w 29545"/>
                <a:gd name="connsiteY20" fmla="*/ 21161 h 44292"/>
                <a:gd name="connsiteX21" fmla="*/ 12547 w 29545"/>
                <a:gd name="connsiteY21" fmla="*/ 24892 h 44292"/>
                <a:gd name="connsiteX22" fmla="*/ 11332 w 29545"/>
                <a:gd name="connsiteY22" fmla="*/ 24146 h 44292"/>
                <a:gd name="connsiteX23" fmla="*/ 6476 w 29545"/>
                <a:gd name="connsiteY23" fmla="*/ 21907 h 44292"/>
                <a:gd name="connsiteX24" fmla="*/ 6880 w 29545"/>
                <a:gd name="connsiteY24" fmla="*/ 18923 h 44292"/>
                <a:gd name="connsiteX25" fmla="*/ 8499 w 29545"/>
                <a:gd name="connsiteY25" fmla="*/ 12207 h 44292"/>
                <a:gd name="connsiteX26" fmla="*/ 11332 w 29545"/>
                <a:gd name="connsiteY26" fmla="*/ 11461 h 44292"/>
                <a:gd name="connsiteX27" fmla="*/ 11737 w 29545"/>
                <a:gd name="connsiteY27" fmla="*/ 11461 h 44292"/>
                <a:gd name="connsiteX28" fmla="*/ 13356 w 29545"/>
                <a:gd name="connsiteY28" fmla="*/ 14446 h 44292"/>
                <a:gd name="connsiteX29" fmla="*/ 12951 w 29545"/>
                <a:gd name="connsiteY29" fmla="*/ 21161 h 4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9545" h="44292">
                  <a:moveTo>
                    <a:pt x="20641" y="7731"/>
                  </a:moveTo>
                  <a:cubicBezTo>
                    <a:pt x="19022" y="7731"/>
                    <a:pt x="16999" y="9223"/>
                    <a:pt x="15784" y="11461"/>
                  </a:cubicBezTo>
                  <a:cubicBezTo>
                    <a:pt x="15784" y="9223"/>
                    <a:pt x="15380" y="6238"/>
                    <a:pt x="14570" y="4746"/>
                  </a:cubicBezTo>
                  <a:cubicBezTo>
                    <a:pt x="13761" y="2507"/>
                    <a:pt x="12547" y="1015"/>
                    <a:pt x="10928" y="269"/>
                  </a:cubicBezTo>
                  <a:cubicBezTo>
                    <a:pt x="8904" y="-477"/>
                    <a:pt x="6880" y="269"/>
                    <a:pt x="5666" y="3254"/>
                  </a:cubicBezTo>
                  <a:cubicBezTo>
                    <a:pt x="4047" y="6238"/>
                    <a:pt x="2833" y="10715"/>
                    <a:pt x="2428" y="15192"/>
                  </a:cubicBezTo>
                  <a:lnTo>
                    <a:pt x="0" y="33100"/>
                  </a:lnTo>
                  <a:lnTo>
                    <a:pt x="10928" y="38323"/>
                  </a:lnTo>
                  <a:lnTo>
                    <a:pt x="23070" y="43546"/>
                  </a:lnTo>
                  <a:lnTo>
                    <a:pt x="24284" y="44292"/>
                  </a:lnTo>
                  <a:lnTo>
                    <a:pt x="25903" y="33100"/>
                  </a:lnTo>
                  <a:lnTo>
                    <a:pt x="23070" y="32354"/>
                  </a:lnTo>
                  <a:lnTo>
                    <a:pt x="16189" y="29369"/>
                  </a:lnTo>
                  <a:lnTo>
                    <a:pt x="16594" y="27877"/>
                  </a:lnTo>
                  <a:cubicBezTo>
                    <a:pt x="16594" y="26384"/>
                    <a:pt x="16999" y="24146"/>
                    <a:pt x="17808" y="22654"/>
                  </a:cubicBezTo>
                  <a:cubicBezTo>
                    <a:pt x="18618" y="21907"/>
                    <a:pt x="19427" y="21161"/>
                    <a:pt x="20641" y="21161"/>
                  </a:cubicBezTo>
                  <a:lnTo>
                    <a:pt x="23474" y="21161"/>
                  </a:lnTo>
                  <a:lnTo>
                    <a:pt x="27926" y="20415"/>
                  </a:lnTo>
                  <a:lnTo>
                    <a:pt x="29545" y="8477"/>
                  </a:lnTo>
                  <a:lnTo>
                    <a:pt x="23879" y="9223"/>
                  </a:lnTo>
                  <a:close/>
                  <a:moveTo>
                    <a:pt x="12951" y="21161"/>
                  </a:moveTo>
                  <a:lnTo>
                    <a:pt x="12547" y="24892"/>
                  </a:lnTo>
                  <a:lnTo>
                    <a:pt x="11332" y="24146"/>
                  </a:lnTo>
                  <a:lnTo>
                    <a:pt x="6476" y="21907"/>
                  </a:lnTo>
                  <a:lnTo>
                    <a:pt x="6880" y="18923"/>
                  </a:lnTo>
                  <a:cubicBezTo>
                    <a:pt x="6880" y="16684"/>
                    <a:pt x="7690" y="14446"/>
                    <a:pt x="8499" y="12207"/>
                  </a:cubicBezTo>
                  <a:cubicBezTo>
                    <a:pt x="9309" y="10715"/>
                    <a:pt x="10118" y="10715"/>
                    <a:pt x="11332" y="11461"/>
                  </a:cubicBezTo>
                  <a:lnTo>
                    <a:pt x="11737" y="11461"/>
                  </a:lnTo>
                  <a:cubicBezTo>
                    <a:pt x="12547" y="12207"/>
                    <a:pt x="12951" y="12954"/>
                    <a:pt x="13356" y="14446"/>
                  </a:cubicBezTo>
                  <a:cubicBezTo>
                    <a:pt x="13356" y="16684"/>
                    <a:pt x="13356" y="18923"/>
                    <a:pt x="12951" y="21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96"/>
            <p:cNvSpPr/>
            <p:nvPr/>
          </p:nvSpPr>
          <p:spPr>
            <a:xfrm>
              <a:off x="10505252" y="275615"/>
              <a:ext cx="29140" cy="45515"/>
            </a:xfrm>
            <a:custGeom>
              <a:avLst/>
              <a:gdLst>
                <a:gd name="connsiteX0" fmla="*/ 15380 w 29140"/>
                <a:gd name="connsiteY0" fmla="*/ 26861 h 45515"/>
                <a:gd name="connsiteX1" fmla="*/ 17808 w 29140"/>
                <a:gd name="connsiteY1" fmla="*/ 17161 h 45515"/>
                <a:gd name="connsiteX2" fmla="*/ 19022 w 29140"/>
                <a:gd name="connsiteY2" fmla="*/ 10446 h 45515"/>
                <a:gd name="connsiteX3" fmla="*/ 17808 w 29140"/>
                <a:gd name="connsiteY3" fmla="*/ 9700 h 45515"/>
                <a:gd name="connsiteX4" fmla="*/ 14570 w 29140"/>
                <a:gd name="connsiteY4" fmla="*/ 7461 h 45515"/>
                <a:gd name="connsiteX5" fmla="*/ 11332 w 29140"/>
                <a:gd name="connsiteY5" fmla="*/ 24623 h 45515"/>
                <a:gd name="connsiteX6" fmla="*/ 6880 w 29140"/>
                <a:gd name="connsiteY6" fmla="*/ 21638 h 45515"/>
                <a:gd name="connsiteX7" fmla="*/ 6476 w 29140"/>
                <a:gd name="connsiteY7" fmla="*/ 21638 h 45515"/>
                <a:gd name="connsiteX8" fmla="*/ 6880 w 29140"/>
                <a:gd name="connsiteY8" fmla="*/ 20146 h 45515"/>
                <a:gd name="connsiteX9" fmla="*/ 10523 w 29140"/>
                <a:gd name="connsiteY9" fmla="*/ 2984 h 45515"/>
                <a:gd name="connsiteX10" fmla="*/ 6880 w 29140"/>
                <a:gd name="connsiteY10" fmla="*/ 0 h 45515"/>
                <a:gd name="connsiteX11" fmla="*/ 6071 w 29140"/>
                <a:gd name="connsiteY11" fmla="*/ 0 h 45515"/>
                <a:gd name="connsiteX12" fmla="*/ 0 w 29140"/>
                <a:gd name="connsiteY12" fmla="*/ 29100 h 45515"/>
                <a:gd name="connsiteX13" fmla="*/ 6880 w 29140"/>
                <a:gd name="connsiteY13" fmla="*/ 34323 h 45515"/>
                <a:gd name="connsiteX14" fmla="*/ 17808 w 29140"/>
                <a:gd name="connsiteY14" fmla="*/ 41784 h 45515"/>
                <a:gd name="connsiteX15" fmla="*/ 22665 w 29140"/>
                <a:gd name="connsiteY15" fmla="*/ 45515 h 45515"/>
                <a:gd name="connsiteX16" fmla="*/ 29141 w 29140"/>
                <a:gd name="connsiteY16" fmla="*/ 15669 h 45515"/>
                <a:gd name="connsiteX17" fmla="*/ 24689 w 29140"/>
                <a:gd name="connsiteY17" fmla="*/ 11938 h 45515"/>
                <a:gd name="connsiteX18" fmla="*/ 20641 w 29140"/>
                <a:gd name="connsiteY18" fmla="*/ 31338 h 45515"/>
                <a:gd name="connsiteX19" fmla="*/ 17808 w 29140"/>
                <a:gd name="connsiteY19" fmla="*/ 29100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9140" h="45515">
                  <a:moveTo>
                    <a:pt x="15380" y="26861"/>
                  </a:moveTo>
                  <a:lnTo>
                    <a:pt x="17808" y="17161"/>
                  </a:lnTo>
                  <a:lnTo>
                    <a:pt x="19022" y="10446"/>
                  </a:lnTo>
                  <a:lnTo>
                    <a:pt x="17808" y="9700"/>
                  </a:lnTo>
                  <a:lnTo>
                    <a:pt x="14570" y="7461"/>
                  </a:lnTo>
                  <a:lnTo>
                    <a:pt x="11332" y="24623"/>
                  </a:lnTo>
                  <a:lnTo>
                    <a:pt x="6880" y="21638"/>
                  </a:lnTo>
                  <a:lnTo>
                    <a:pt x="6476" y="21638"/>
                  </a:lnTo>
                  <a:lnTo>
                    <a:pt x="6880" y="20146"/>
                  </a:lnTo>
                  <a:lnTo>
                    <a:pt x="10523" y="2984"/>
                  </a:lnTo>
                  <a:lnTo>
                    <a:pt x="6880" y="0"/>
                  </a:lnTo>
                  <a:lnTo>
                    <a:pt x="6071" y="0"/>
                  </a:lnTo>
                  <a:lnTo>
                    <a:pt x="0" y="29100"/>
                  </a:lnTo>
                  <a:lnTo>
                    <a:pt x="6880" y="34323"/>
                  </a:lnTo>
                  <a:lnTo>
                    <a:pt x="17808" y="41784"/>
                  </a:lnTo>
                  <a:lnTo>
                    <a:pt x="22665" y="45515"/>
                  </a:lnTo>
                  <a:lnTo>
                    <a:pt x="29141" y="15669"/>
                  </a:lnTo>
                  <a:lnTo>
                    <a:pt x="24689" y="11938"/>
                  </a:lnTo>
                  <a:lnTo>
                    <a:pt x="20641" y="31338"/>
                  </a:lnTo>
                  <a:lnTo>
                    <a:pt x="17808" y="291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97"/>
            <p:cNvSpPr/>
            <p:nvPr/>
          </p:nvSpPr>
          <p:spPr>
            <a:xfrm>
              <a:off x="10507276" y="30877"/>
              <a:ext cx="9308" cy="17161"/>
            </a:xfrm>
            <a:custGeom>
              <a:avLst/>
              <a:gdLst>
                <a:gd name="connsiteX0" fmla="*/ 4857 w 9308"/>
                <a:gd name="connsiteY0" fmla="*/ 17161 h 17161"/>
                <a:gd name="connsiteX1" fmla="*/ 9309 w 9308"/>
                <a:gd name="connsiteY1" fmla="*/ 8208 h 17161"/>
                <a:gd name="connsiteX2" fmla="*/ 4452 w 9308"/>
                <a:gd name="connsiteY2" fmla="*/ 0 h 17161"/>
                <a:gd name="connsiteX3" fmla="*/ 0 w 9308"/>
                <a:gd name="connsiteY3" fmla="*/ 8208 h 17161"/>
                <a:gd name="connsiteX4" fmla="*/ 4857 w 9308"/>
                <a:gd name="connsiteY4" fmla="*/ 17161 h 17161"/>
                <a:gd name="connsiteX5" fmla="*/ 4857 w 9308"/>
                <a:gd name="connsiteY5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08" h="17161">
                  <a:moveTo>
                    <a:pt x="4857" y="17161"/>
                  </a:moveTo>
                  <a:cubicBezTo>
                    <a:pt x="7285" y="17161"/>
                    <a:pt x="9309" y="13431"/>
                    <a:pt x="9309" y="8208"/>
                  </a:cubicBezTo>
                  <a:cubicBezTo>
                    <a:pt x="9309" y="3731"/>
                    <a:pt x="7285" y="0"/>
                    <a:pt x="4452" y="0"/>
                  </a:cubicBezTo>
                  <a:cubicBezTo>
                    <a:pt x="2024" y="0"/>
                    <a:pt x="0" y="3731"/>
                    <a:pt x="0" y="8208"/>
                  </a:cubicBezTo>
                  <a:cubicBezTo>
                    <a:pt x="0" y="12685"/>
                    <a:pt x="2024" y="16415"/>
                    <a:pt x="4857" y="17161"/>
                  </a:cubicBezTo>
                  <a:cubicBezTo>
                    <a:pt x="4452" y="17161"/>
                    <a:pt x="4857" y="17161"/>
                    <a:pt x="4857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98"/>
            <p:cNvSpPr/>
            <p:nvPr/>
          </p:nvSpPr>
          <p:spPr>
            <a:xfrm>
              <a:off x="10510109" y="86838"/>
              <a:ext cx="27521" cy="43276"/>
            </a:xfrm>
            <a:custGeom>
              <a:avLst/>
              <a:gdLst>
                <a:gd name="connsiteX0" fmla="*/ 2024 w 27521"/>
                <a:gd name="connsiteY0" fmla="*/ 12685 h 43276"/>
                <a:gd name="connsiteX1" fmla="*/ 12951 w 27521"/>
                <a:gd name="connsiteY1" fmla="*/ 16415 h 43276"/>
                <a:gd name="connsiteX2" fmla="*/ 4047 w 27521"/>
                <a:gd name="connsiteY2" fmla="*/ 29846 h 43276"/>
                <a:gd name="connsiteX3" fmla="*/ 6071 w 27521"/>
                <a:gd name="connsiteY3" fmla="*/ 43277 h 43276"/>
                <a:gd name="connsiteX4" fmla="*/ 12951 w 27521"/>
                <a:gd name="connsiteY4" fmla="*/ 31338 h 43276"/>
                <a:gd name="connsiteX5" fmla="*/ 18618 w 27521"/>
                <a:gd name="connsiteY5" fmla="*/ 20892 h 43276"/>
                <a:gd name="connsiteX6" fmla="*/ 25093 w 27521"/>
                <a:gd name="connsiteY6" fmla="*/ 17908 h 43276"/>
                <a:gd name="connsiteX7" fmla="*/ 27522 w 27521"/>
                <a:gd name="connsiteY7" fmla="*/ 16415 h 43276"/>
                <a:gd name="connsiteX8" fmla="*/ 25903 w 27521"/>
                <a:gd name="connsiteY8" fmla="*/ 5223 h 43276"/>
                <a:gd name="connsiteX9" fmla="*/ 25093 w 27521"/>
                <a:gd name="connsiteY9" fmla="*/ 5223 h 43276"/>
                <a:gd name="connsiteX10" fmla="*/ 16594 w 27521"/>
                <a:gd name="connsiteY10" fmla="*/ 8954 h 43276"/>
                <a:gd name="connsiteX11" fmla="*/ 12951 w 27521"/>
                <a:gd name="connsiteY11" fmla="*/ 7461 h 43276"/>
                <a:gd name="connsiteX12" fmla="*/ 2024 w 27521"/>
                <a:gd name="connsiteY12" fmla="*/ 1492 h 43276"/>
                <a:gd name="connsiteX13" fmla="*/ 0 w 27521"/>
                <a:gd name="connsiteY13" fmla="*/ 0 h 43276"/>
                <a:gd name="connsiteX14" fmla="*/ 1619 w 27521"/>
                <a:gd name="connsiteY14" fmla="*/ 12685 h 43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521" h="43276">
                  <a:moveTo>
                    <a:pt x="2024" y="12685"/>
                  </a:moveTo>
                  <a:lnTo>
                    <a:pt x="12951" y="16415"/>
                  </a:lnTo>
                  <a:lnTo>
                    <a:pt x="4047" y="29846"/>
                  </a:lnTo>
                  <a:lnTo>
                    <a:pt x="6071" y="43277"/>
                  </a:lnTo>
                  <a:lnTo>
                    <a:pt x="12951" y="31338"/>
                  </a:lnTo>
                  <a:lnTo>
                    <a:pt x="18618" y="20892"/>
                  </a:lnTo>
                  <a:lnTo>
                    <a:pt x="25093" y="17908"/>
                  </a:lnTo>
                  <a:lnTo>
                    <a:pt x="27522" y="16415"/>
                  </a:lnTo>
                  <a:lnTo>
                    <a:pt x="25903" y="5223"/>
                  </a:lnTo>
                  <a:lnTo>
                    <a:pt x="25093" y="5223"/>
                  </a:lnTo>
                  <a:lnTo>
                    <a:pt x="16594" y="8954"/>
                  </a:lnTo>
                  <a:lnTo>
                    <a:pt x="12951" y="7461"/>
                  </a:lnTo>
                  <a:lnTo>
                    <a:pt x="2024" y="1492"/>
                  </a:lnTo>
                  <a:lnTo>
                    <a:pt x="0" y="0"/>
                  </a:lnTo>
                  <a:lnTo>
                    <a:pt x="1619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99"/>
            <p:cNvSpPr/>
            <p:nvPr/>
          </p:nvSpPr>
          <p:spPr>
            <a:xfrm>
              <a:off x="10492706" y="309938"/>
              <a:ext cx="29140" cy="47753"/>
            </a:xfrm>
            <a:custGeom>
              <a:avLst/>
              <a:gdLst>
                <a:gd name="connsiteX0" fmla="*/ 19427 w 29140"/>
                <a:gd name="connsiteY0" fmla="*/ 29846 h 47753"/>
                <a:gd name="connsiteX1" fmla="*/ 22665 w 29140"/>
                <a:gd name="connsiteY1" fmla="*/ 35815 h 47753"/>
                <a:gd name="connsiteX2" fmla="*/ 19427 w 29140"/>
                <a:gd name="connsiteY2" fmla="*/ 35069 h 47753"/>
                <a:gd name="connsiteX3" fmla="*/ 7690 w 29140"/>
                <a:gd name="connsiteY3" fmla="*/ 29846 h 47753"/>
                <a:gd name="connsiteX4" fmla="*/ 3238 w 29140"/>
                <a:gd name="connsiteY4" fmla="*/ 28354 h 47753"/>
                <a:gd name="connsiteX5" fmla="*/ 1619 w 29140"/>
                <a:gd name="connsiteY5" fmla="*/ 33577 h 47753"/>
                <a:gd name="connsiteX6" fmla="*/ 0 w 29140"/>
                <a:gd name="connsiteY6" fmla="*/ 39546 h 47753"/>
                <a:gd name="connsiteX7" fmla="*/ 1619 w 29140"/>
                <a:gd name="connsiteY7" fmla="*/ 40292 h 47753"/>
                <a:gd name="connsiteX8" fmla="*/ 7690 w 29140"/>
                <a:gd name="connsiteY8" fmla="*/ 41784 h 47753"/>
                <a:gd name="connsiteX9" fmla="*/ 19427 w 29140"/>
                <a:gd name="connsiteY9" fmla="*/ 46261 h 47753"/>
                <a:gd name="connsiteX10" fmla="*/ 25498 w 29140"/>
                <a:gd name="connsiteY10" fmla="*/ 47754 h 47753"/>
                <a:gd name="connsiteX11" fmla="*/ 29141 w 29140"/>
                <a:gd name="connsiteY11" fmla="*/ 34323 h 47753"/>
                <a:gd name="connsiteX12" fmla="*/ 19427 w 29140"/>
                <a:gd name="connsiteY12" fmla="*/ 14923 h 47753"/>
                <a:gd name="connsiteX13" fmla="*/ 11332 w 29140"/>
                <a:gd name="connsiteY13" fmla="*/ 0 h 47753"/>
                <a:gd name="connsiteX14" fmla="*/ 8095 w 29140"/>
                <a:gd name="connsiteY14" fmla="*/ 10446 h 47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40" h="47753">
                  <a:moveTo>
                    <a:pt x="19427" y="29846"/>
                  </a:moveTo>
                  <a:lnTo>
                    <a:pt x="22665" y="35815"/>
                  </a:lnTo>
                  <a:lnTo>
                    <a:pt x="19427" y="35069"/>
                  </a:lnTo>
                  <a:lnTo>
                    <a:pt x="7690" y="29846"/>
                  </a:lnTo>
                  <a:lnTo>
                    <a:pt x="3238" y="28354"/>
                  </a:lnTo>
                  <a:lnTo>
                    <a:pt x="1619" y="33577"/>
                  </a:lnTo>
                  <a:lnTo>
                    <a:pt x="0" y="39546"/>
                  </a:lnTo>
                  <a:lnTo>
                    <a:pt x="1619" y="40292"/>
                  </a:lnTo>
                  <a:lnTo>
                    <a:pt x="7690" y="41784"/>
                  </a:lnTo>
                  <a:lnTo>
                    <a:pt x="19427" y="46261"/>
                  </a:lnTo>
                  <a:lnTo>
                    <a:pt x="25498" y="47754"/>
                  </a:lnTo>
                  <a:lnTo>
                    <a:pt x="29141" y="34323"/>
                  </a:lnTo>
                  <a:lnTo>
                    <a:pt x="19427" y="14923"/>
                  </a:lnTo>
                  <a:lnTo>
                    <a:pt x="11332" y="0"/>
                  </a:lnTo>
                  <a:lnTo>
                    <a:pt x="8095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0487444" y="353215"/>
              <a:ext cx="23879" cy="35815"/>
            </a:xfrm>
            <a:custGeom>
              <a:avLst/>
              <a:gdLst>
                <a:gd name="connsiteX0" fmla="*/ 3643 w 23879"/>
                <a:gd name="connsiteY0" fmla="*/ 0 h 35815"/>
                <a:gd name="connsiteX1" fmla="*/ 0 w 23879"/>
                <a:gd name="connsiteY1" fmla="*/ 9700 h 35815"/>
                <a:gd name="connsiteX2" fmla="*/ 4047 w 23879"/>
                <a:gd name="connsiteY2" fmla="*/ 14923 h 35815"/>
                <a:gd name="connsiteX3" fmla="*/ 6880 w 23879"/>
                <a:gd name="connsiteY3" fmla="*/ 18654 h 35815"/>
                <a:gd name="connsiteX4" fmla="*/ 12951 w 23879"/>
                <a:gd name="connsiteY4" fmla="*/ 26115 h 35815"/>
                <a:gd name="connsiteX5" fmla="*/ 19832 w 23879"/>
                <a:gd name="connsiteY5" fmla="*/ 35815 h 35815"/>
                <a:gd name="connsiteX6" fmla="*/ 23879 w 23879"/>
                <a:gd name="connsiteY6" fmla="*/ 26115 h 35815"/>
                <a:gd name="connsiteX7" fmla="*/ 12951 w 23879"/>
                <a:gd name="connsiteY7" fmla="*/ 11938 h 35815"/>
                <a:gd name="connsiteX8" fmla="*/ 6880 w 23879"/>
                <a:gd name="connsiteY8" fmla="*/ 3731 h 35815"/>
                <a:gd name="connsiteX9" fmla="*/ 4047 w 23879"/>
                <a:gd name="connsiteY9" fmla="*/ 746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79" h="35815">
                  <a:moveTo>
                    <a:pt x="3643" y="0"/>
                  </a:moveTo>
                  <a:lnTo>
                    <a:pt x="0" y="9700"/>
                  </a:lnTo>
                  <a:lnTo>
                    <a:pt x="4047" y="14923"/>
                  </a:lnTo>
                  <a:lnTo>
                    <a:pt x="6880" y="18654"/>
                  </a:lnTo>
                  <a:lnTo>
                    <a:pt x="12951" y="26115"/>
                  </a:lnTo>
                  <a:lnTo>
                    <a:pt x="19832" y="35815"/>
                  </a:lnTo>
                  <a:lnTo>
                    <a:pt x="23879" y="26115"/>
                  </a:lnTo>
                  <a:lnTo>
                    <a:pt x="12951" y="11938"/>
                  </a:lnTo>
                  <a:lnTo>
                    <a:pt x="6880" y="3731"/>
                  </a:lnTo>
                  <a:lnTo>
                    <a:pt x="4047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10469636" y="370376"/>
              <a:ext cx="33592" cy="61930"/>
            </a:xfrm>
            <a:custGeom>
              <a:avLst/>
              <a:gdLst>
                <a:gd name="connsiteX0" fmla="*/ 24689 w 33592"/>
                <a:gd name="connsiteY0" fmla="*/ 14923 h 61930"/>
                <a:gd name="connsiteX1" fmla="*/ 21855 w 33592"/>
                <a:gd name="connsiteY1" fmla="*/ 10446 h 61930"/>
                <a:gd name="connsiteX2" fmla="*/ 15380 w 33592"/>
                <a:gd name="connsiteY2" fmla="*/ 0 h 61930"/>
                <a:gd name="connsiteX3" fmla="*/ 14975 w 33592"/>
                <a:gd name="connsiteY3" fmla="*/ 0 h 61930"/>
                <a:gd name="connsiteX4" fmla="*/ 11332 w 33592"/>
                <a:gd name="connsiteY4" fmla="*/ 8954 h 61930"/>
                <a:gd name="connsiteX5" fmla="*/ 15380 w 33592"/>
                <a:gd name="connsiteY5" fmla="*/ 15669 h 61930"/>
                <a:gd name="connsiteX6" fmla="*/ 21046 w 33592"/>
                <a:gd name="connsiteY6" fmla="*/ 24623 h 61930"/>
                <a:gd name="connsiteX7" fmla="*/ 22260 w 33592"/>
                <a:gd name="connsiteY7" fmla="*/ 26115 h 61930"/>
                <a:gd name="connsiteX8" fmla="*/ 23879 w 33592"/>
                <a:gd name="connsiteY8" fmla="*/ 28354 h 61930"/>
                <a:gd name="connsiteX9" fmla="*/ 25093 w 33592"/>
                <a:gd name="connsiteY9" fmla="*/ 29846 h 61930"/>
                <a:gd name="connsiteX10" fmla="*/ 27522 w 33592"/>
                <a:gd name="connsiteY10" fmla="*/ 32831 h 61930"/>
                <a:gd name="connsiteX11" fmla="*/ 25093 w 33592"/>
                <a:gd name="connsiteY11" fmla="*/ 30592 h 61930"/>
                <a:gd name="connsiteX12" fmla="*/ 24689 w 33592"/>
                <a:gd name="connsiteY12" fmla="*/ 30592 h 61930"/>
                <a:gd name="connsiteX13" fmla="*/ 22260 w 33592"/>
                <a:gd name="connsiteY13" fmla="*/ 29100 h 61930"/>
                <a:gd name="connsiteX14" fmla="*/ 15380 w 33592"/>
                <a:gd name="connsiteY14" fmla="*/ 26115 h 61930"/>
                <a:gd name="connsiteX15" fmla="*/ 9713 w 33592"/>
                <a:gd name="connsiteY15" fmla="*/ 22385 h 61930"/>
                <a:gd name="connsiteX16" fmla="*/ 6880 w 33592"/>
                <a:gd name="connsiteY16" fmla="*/ 21638 h 61930"/>
                <a:gd name="connsiteX17" fmla="*/ 5666 w 33592"/>
                <a:gd name="connsiteY17" fmla="*/ 20892 h 61930"/>
                <a:gd name="connsiteX18" fmla="*/ 5261 w 33592"/>
                <a:gd name="connsiteY18" fmla="*/ 20892 h 61930"/>
                <a:gd name="connsiteX19" fmla="*/ 4047 w 33592"/>
                <a:gd name="connsiteY19" fmla="*/ 23131 h 61930"/>
                <a:gd name="connsiteX20" fmla="*/ 0 w 33592"/>
                <a:gd name="connsiteY20" fmla="*/ 31338 h 61930"/>
                <a:gd name="connsiteX21" fmla="*/ 4047 w 33592"/>
                <a:gd name="connsiteY21" fmla="*/ 38054 h 61930"/>
                <a:gd name="connsiteX22" fmla="*/ 5261 w 33592"/>
                <a:gd name="connsiteY22" fmla="*/ 40292 h 61930"/>
                <a:gd name="connsiteX23" fmla="*/ 6880 w 33592"/>
                <a:gd name="connsiteY23" fmla="*/ 43277 h 61930"/>
                <a:gd name="connsiteX24" fmla="*/ 9713 w 33592"/>
                <a:gd name="connsiteY24" fmla="*/ 47754 h 61930"/>
                <a:gd name="connsiteX25" fmla="*/ 15380 w 33592"/>
                <a:gd name="connsiteY25" fmla="*/ 56708 h 61930"/>
                <a:gd name="connsiteX26" fmla="*/ 18618 w 33592"/>
                <a:gd name="connsiteY26" fmla="*/ 61931 h 61930"/>
                <a:gd name="connsiteX27" fmla="*/ 22260 w 33592"/>
                <a:gd name="connsiteY27" fmla="*/ 55215 h 61930"/>
                <a:gd name="connsiteX28" fmla="*/ 22665 w 33592"/>
                <a:gd name="connsiteY28" fmla="*/ 54469 h 61930"/>
                <a:gd name="connsiteX29" fmla="*/ 21855 w 33592"/>
                <a:gd name="connsiteY29" fmla="*/ 52231 h 61930"/>
                <a:gd name="connsiteX30" fmla="*/ 15380 w 33592"/>
                <a:gd name="connsiteY30" fmla="*/ 41038 h 61930"/>
                <a:gd name="connsiteX31" fmla="*/ 12142 w 33592"/>
                <a:gd name="connsiteY31" fmla="*/ 35815 h 61930"/>
                <a:gd name="connsiteX32" fmla="*/ 10118 w 33592"/>
                <a:gd name="connsiteY32" fmla="*/ 32831 h 61930"/>
                <a:gd name="connsiteX33" fmla="*/ 9713 w 33592"/>
                <a:gd name="connsiteY33" fmla="*/ 32831 h 61930"/>
                <a:gd name="connsiteX34" fmla="*/ 6880 w 33592"/>
                <a:gd name="connsiteY34" fmla="*/ 29846 h 61930"/>
                <a:gd name="connsiteX35" fmla="*/ 9713 w 33592"/>
                <a:gd name="connsiteY35" fmla="*/ 32085 h 61930"/>
                <a:gd name="connsiteX36" fmla="*/ 10118 w 33592"/>
                <a:gd name="connsiteY36" fmla="*/ 32085 h 61930"/>
                <a:gd name="connsiteX37" fmla="*/ 12142 w 33592"/>
                <a:gd name="connsiteY37" fmla="*/ 33577 h 61930"/>
                <a:gd name="connsiteX38" fmla="*/ 14975 w 33592"/>
                <a:gd name="connsiteY38" fmla="*/ 35069 h 61930"/>
                <a:gd name="connsiteX39" fmla="*/ 21855 w 33592"/>
                <a:gd name="connsiteY39" fmla="*/ 38054 h 61930"/>
                <a:gd name="connsiteX40" fmla="*/ 24689 w 33592"/>
                <a:gd name="connsiteY40" fmla="*/ 39546 h 61930"/>
                <a:gd name="connsiteX41" fmla="*/ 28331 w 33592"/>
                <a:gd name="connsiteY41" fmla="*/ 41038 h 61930"/>
                <a:gd name="connsiteX42" fmla="*/ 31164 w 33592"/>
                <a:gd name="connsiteY42" fmla="*/ 35815 h 61930"/>
                <a:gd name="connsiteX43" fmla="*/ 33593 w 33592"/>
                <a:gd name="connsiteY43" fmla="*/ 29846 h 61930"/>
                <a:gd name="connsiteX44" fmla="*/ 30760 w 33592"/>
                <a:gd name="connsiteY44" fmla="*/ 24623 h 6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592" h="61930">
                  <a:moveTo>
                    <a:pt x="24689" y="14923"/>
                  </a:moveTo>
                  <a:lnTo>
                    <a:pt x="21855" y="10446"/>
                  </a:lnTo>
                  <a:lnTo>
                    <a:pt x="15380" y="0"/>
                  </a:lnTo>
                  <a:lnTo>
                    <a:pt x="14975" y="0"/>
                  </a:lnTo>
                  <a:lnTo>
                    <a:pt x="11332" y="8954"/>
                  </a:lnTo>
                  <a:lnTo>
                    <a:pt x="15380" y="15669"/>
                  </a:lnTo>
                  <a:lnTo>
                    <a:pt x="21046" y="24623"/>
                  </a:lnTo>
                  <a:cubicBezTo>
                    <a:pt x="21451" y="25369"/>
                    <a:pt x="21855" y="26115"/>
                    <a:pt x="22260" y="26115"/>
                  </a:cubicBezTo>
                  <a:cubicBezTo>
                    <a:pt x="22665" y="26861"/>
                    <a:pt x="23070" y="26861"/>
                    <a:pt x="23879" y="28354"/>
                  </a:cubicBezTo>
                  <a:cubicBezTo>
                    <a:pt x="24284" y="29100"/>
                    <a:pt x="24689" y="29846"/>
                    <a:pt x="25093" y="29846"/>
                  </a:cubicBezTo>
                  <a:cubicBezTo>
                    <a:pt x="25903" y="30592"/>
                    <a:pt x="26712" y="31338"/>
                    <a:pt x="27522" y="32831"/>
                  </a:cubicBezTo>
                  <a:lnTo>
                    <a:pt x="25093" y="30592"/>
                  </a:lnTo>
                  <a:lnTo>
                    <a:pt x="24689" y="30592"/>
                  </a:lnTo>
                  <a:cubicBezTo>
                    <a:pt x="23879" y="29846"/>
                    <a:pt x="23070" y="29846"/>
                    <a:pt x="22260" y="29100"/>
                  </a:cubicBezTo>
                  <a:lnTo>
                    <a:pt x="15380" y="26115"/>
                  </a:lnTo>
                  <a:lnTo>
                    <a:pt x="9713" y="22385"/>
                  </a:lnTo>
                  <a:lnTo>
                    <a:pt x="6880" y="21638"/>
                  </a:lnTo>
                  <a:lnTo>
                    <a:pt x="5666" y="20892"/>
                  </a:lnTo>
                  <a:lnTo>
                    <a:pt x="5261" y="20892"/>
                  </a:lnTo>
                  <a:lnTo>
                    <a:pt x="4047" y="23131"/>
                  </a:lnTo>
                  <a:lnTo>
                    <a:pt x="0" y="31338"/>
                  </a:lnTo>
                  <a:lnTo>
                    <a:pt x="4047" y="38054"/>
                  </a:lnTo>
                  <a:lnTo>
                    <a:pt x="5261" y="40292"/>
                  </a:lnTo>
                  <a:lnTo>
                    <a:pt x="6880" y="43277"/>
                  </a:lnTo>
                  <a:lnTo>
                    <a:pt x="9713" y="47754"/>
                  </a:lnTo>
                  <a:lnTo>
                    <a:pt x="15380" y="56708"/>
                  </a:lnTo>
                  <a:lnTo>
                    <a:pt x="18618" y="61931"/>
                  </a:lnTo>
                  <a:lnTo>
                    <a:pt x="22260" y="55215"/>
                  </a:lnTo>
                  <a:lnTo>
                    <a:pt x="22665" y="54469"/>
                  </a:lnTo>
                  <a:lnTo>
                    <a:pt x="21855" y="52231"/>
                  </a:lnTo>
                  <a:lnTo>
                    <a:pt x="15380" y="41038"/>
                  </a:lnTo>
                  <a:lnTo>
                    <a:pt x="12142" y="35815"/>
                  </a:lnTo>
                  <a:cubicBezTo>
                    <a:pt x="11737" y="35069"/>
                    <a:pt x="10523" y="33577"/>
                    <a:pt x="10118" y="32831"/>
                  </a:cubicBezTo>
                  <a:lnTo>
                    <a:pt x="9713" y="32831"/>
                  </a:lnTo>
                  <a:lnTo>
                    <a:pt x="6880" y="29846"/>
                  </a:lnTo>
                  <a:cubicBezTo>
                    <a:pt x="7690" y="30592"/>
                    <a:pt x="8499" y="31338"/>
                    <a:pt x="9713" y="32085"/>
                  </a:cubicBezTo>
                  <a:lnTo>
                    <a:pt x="10118" y="32085"/>
                  </a:lnTo>
                  <a:cubicBezTo>
                    <a:pt x="10928" y="32831"/>
                    <a:pt x="11332" y="33577"/>
                    <a:pt x="12142" y="33577"/>
                  </a:cubicBezTo>
                  <a:lnTo>
                    <a:pt x="14975" y="35069"/>
                  </a:lnTo>
                  <a:lnTo>
                    <a:pt x="21855" y="38054"/>
                  </a:lnTo>
                  <a:lnTo>
                    <a:pt x="24689" y="39546"/>
                  </a:lnTo>
                  <a:lnTo>
                    <a:pt x="28331" y="41038"/>
                  </a:lnTo>
                  <a:lnTo>
                    <a:pt x="31164" y="35815"/>
                  </a:lnTo>
                  <a:lnTo>
                    <a:pt x="33593" y="29846"/>
                  </a:lnTo>
                  <a:lnTo>
                    <a:pt x="30760" y="246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10450613" y="406192"/>
              <a:ext cx="28331" cy="53722"/>
            </a:xfrm>
            <a:custGeom>
              <a:avLst/>
              <a:gdLst>
                <a:gd name="connsiteX0" fmla="*/ 25093 w 28331"/>
                <a:gd name="connsiteY0" fmla="*/ 20146 h 53722"/>
                <a:gd name="connsiteX1" fmla="*/ 24284 w 28331"/>
                <a:gd name="connsiteY1" fmla="*/ 17908 h 53722"/>
                <a:gd name="connsiteX2" fmla="*/ 23070 w 28331"/>
                <a:gd name="connsiteY2" fmla="*/ 15669 h 53722"/>
                <a:gd name="connsiteX3" fmla="*/ 17808 w 28331"/>
                <a:gd name="connsiteY3" fmla="*/ 3731 h 53722"/>
                <a:gd name="connsiteX4" fmla="*/ 16999 w 28331"/>
                <a:gd name="connsiteY4" fmla="*/ 1492 h 53722"/>
                <a:gd name="connsiteX5" fmla="*/ 16189 w 28331"/>
                <a:gd name="connsiteY5" fmla="*/ 0 h 53722"/>
                <a:gd name="connsiteX6" fmla="*/ 14975 w 28331"/>
                <a:gd name="connsiteY6" fmla="*/ 1492 h 53722"/>
                <a:gd name="connsiteX7" fmla="*/ 11332 w 28331"/>
                <a:gd name="connsiteY7" fmla="*/ 7461 h 53722"/>
                <a:gd name="connsiteX8" fmla="*/ 14975 w 28331"/>
                <a:gd name="connsiteY8" fmla="*/ 14923 h 53722"/>
                <a:gd name="connsiteX9" fmla="*/ 16594 w 28331"/>
                <a:gd name="connsiteY9" fmla="*/ 19400 h 53722"/>
                <a:gd name="connsiteX10" fmla="*/ 17808 w 28331"/>
                <a:gd name="connsiteY10" fmla="*/ 21638 h 53722"/>
                <a:gd name="connsiteX11" fmla="*/ 20641 w 28331"/>
                <a:gd name="connsiteY11" fmla="*/ 27608 h 53722"/>
                <a:gd name="connsiteX12" fmla="*/ 22665 w 28331"/>
                <a:gd name="connsiteY12" fmla="*/ 35069 h 53722"/>
                <a:gd name="connsiteX13" fmla="*/ 21046 w 28331"/>
                <a:gd name="connsiteY13" fmla="*/ 41038 h 53722"/>
                <a:gd name="connsiteX14" fmla="*/ 17808 w 28331"/>
                <a:gd name="connsiteY14" fmla="*/ 42531 h 53722"/>
                <a:gd name="connsiteX15" fmla="*/ 16594 w 28331"/>
                <a:gd name="connsiteY15" fmla="*/ 41784 h 53722"/>
                <a:gd name="connsiteX16" fmla="*/ 14975 w 28331"/>
                <a:gd name="connsiteY16" fmla="*/ 38800 h 53722"/>
                <a:gd name="connsiteX17" fmla="*/ 14166 w 28331"/>
                <a:gd name="connsiteY17" fmla="*/ 37308 h 53722"/>
                <a:gd name="connsiteX18" fmla="*/ 11332 w 28331"/>
                <a:gd name="connsiteY18" fmla="*/ 31338 h 53722"/>
                <a:gd name="connsiteX19" fmla="*/ 9309 w 28331"/>
                <a:gd name="connsiteY19" fmla="*/ 26861 h 53722"/>
                <a:gd name="connsiteX20" fmla="*/ 8095 w 28331"/>
                <a:gd name="connsiteY20" fmla="*/ 23131 h 53722"/>
                <a:gd name="connsiteX21" fmla="*/ 5261 w 28331"/>
                <a:gd name="connsiteY21" fmla="*/ 17161 h 53722"/>
                <a:gd name="connsiteX22" fmla="*/ 4047 w 28331"/>
                <a:gd name="connsiteY22" fmla="*/ 19400 h 53722"/>
                <a:gd name="connsiteX23" fmla="*/ 2024 w 28331"/>
                <a:gd name="connsiteY23" fmla="*/ 22385 h 53722"/>
                <a:gd name="connsiteX24" fmla="*/ 405 w 28331"/>
                <a:gd name="connsiteY24" fmla="*/ 23877 h 53722"/>
                <a:gd name="connsiteX25" fmla="*/ 0 w 28331"/>
                <a:gd name="connsiteY25" fmla="*/ 24623 h 53722"/>
                <a:gd name="connsiteX26" fmla="*/ 405 w 28331"/>
                <a:gd name="connsiteY26" fmla="*/ 25369 h 53722"/>
                <a:gd name="connsiteX27" fmla="*/ 2024 w 28331"/>
                <a:gd name="connsiteY27" fmla="*/ 28354 h 53722"/>
                <a:gd name="connsiteX28" fmla="*/ 4047 w 28331"/>
                <a:gd name="connsiteY28" fmla="*/ 33577 h 53722"/>
                <a:gd name="connsiteX29" fmla="*/ 8095 w 28331"/>
                <a:gd name="connsiteY29" fmla="*/ 42531 h 53722"/>
                <a:gd name="connsiteX30" fmla="*/ 9309 w 28331"/>
                <a:gd name="connsiteY30" fmla="*/ 45515 h 53722"/>
                <a:gd name="connsiteX31" fmla="*/ 11332 w 28331"/>
                <a:gd name="connsiteY31" fmla="*/ 49246 h 53722"/>
                <a:gd name="connsiteX32" fmla="*/ 14975 w 28331"/>
                <a:gd name="connsiteY32" fmla="*/ 52977 h 53722"/>
                <a:gd name="connsiteX33" fmla="*/ 16594 w 28331"/>
                <a:gd name="connsiteY33" fmla="*/ 53723 h 53722"/>
                <a:gd name="connsiteX34" fmla="*/ 18213 w 28331"/>
                <a:gd name="connsiteY34" fmla="*/ 53723 h 53722"/>
                <a:gd name="connsiteX35" fmla="*/ 23474 w 28331"/>
                <a:gd name="connsiteY35" fmla="*/ 49992 h 53722"/>
                <a:gd name="connsiteX36" fmla="*/ 24284 w 28331"/>
                <a:gd name="connsiteY36" fmla="*/ 48500 h 53722"/>
                <a:gd name="connsiteX37" fmla="*/ 25903 w 28331"/>
                <a:gd name="connsiteY37" fmla="*/ 45515 h 53722"/>
                <a:gd name="connsiteX38" fmla="*/ 28331 w 28331"/>
                <a:gd name="connsiteY38" fmla="*/ 35069 h 53722"/>
                <a:gd name="connsiteX39" fmla="*/ 25498 w 28331"/>
                <a:gd name="connsiteY39" fmla="*/ 21638 h 53722"/>
                <a:gd name="connsiteX40" fmla="*/ 25093 w 28331"/>
                <a:gd name="connsiteY40" fmla="*/ 20146 h 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8331" h="53722">
                  <a:moveTo>
                    <a:pt x="25093" y="20146"/>
                  </a:moveTo>
                  <a:lnTo>
                    <a:pt x="24284" y="17908"/>
                  </a:lnTo>
                  <a:lnTo>
                    <a:pt x="23070" y="15669"/>
                  </a:lnTo>
                  <a:lnTo>
                    <a:pt x="17808" y="3731"/>
                  </a:lnTo>
                  <a:lnTo>
                    <a:pt x="16999" y="1492"/>
                  </a:lnTo>
                  <a:lnTo>
                    <a:pt x="16189" y="0"/>
                  </a:lnTo>
                  <a:lnTo>
                    <a:pt x="14975" y="1492"/>
                  </a:lnTo>
                  <a:lnTo>
                    <a:pt x="11332" y="7461"/>
                  </a:lnTo>
                  <a:lnTo>
                    <a:pt x="14975" y="14923"/>
                  </a:lnTo>
                  <a:lnTo>
                    <a:pt x="16594" y="19400"/>
                  </a:lnTo>
                  <a:lnTo>
                    <a:pt x="17808" y="21638"/>
                  </a:lnTo>
                  <a:lnTo>
                    <a:pt x="20641" y="27608"/>
                  </a:lnTo>
                  <a:cubicBezTo>
                    <a:pt x="21451" y="29846"/>
                    <a:pt x="22260" y="32084"/>
                    <a:pt x="22665" y="35069"/>
                  </a:cubicBezTo>
                  <a:cubicBezTo>
                    <a:pt x="22665" y="37308"/>
                    <a:pt x="22260" y="39546"/>
                    <a:pt x="21046" y="41038"/>
                  </a:cubicBezTo>
                  <a:cubicBezTo>
                    <a:pt x="20237" y="42531"/>
                    <a:pt x="19022" y="43277"/>
                    <a:pt x="17808" y="42531"/>
                  </a:cubicBezTo>
                  <a:cubicBezTo>
                    <a:pt x="17403" y="42531"/>
                    <a:pt x="16999" y="41784"/>
                    <a:pt x="16594" y="41784"/>
                  </a:cubicBezTo>
                  <a:cubicBezTo>
                    <a:pt x="15784" y="41038"/>
                    <a:pt x="15380" y="40292"/>
                    <a:pt x="14975" y="38800"/>
                  </a:cubicBezTo>
                  <a:lnTo>
                    <a:pt x="14166" y="37308"/>
                  </a:lnTo>
                  <a:lnTo>
                    <a:pt x="11332" y="31338"/>
                  </a:lnTo>
                  <a:lnTo>
                    <a:pt x="9309" y="26861"/>
                  </a:lnTo>
                  <a:lnTo>
                    <a:pt x="8095" y="23131"/>
                  </a:lnTo>
                  <a:lnTo>
                    <a:pt x="5261" y="17161"/>
                  </a:lnTo>
                  <a:lnTo>
                    <a:pt x="4047" y="19400"/>
                  </a:lnTo>
                  <a:lnTo>
                    <a:pt x="2024" y="22385"/>
                  </a:lnTo>
                  <a:lnTo>
                    <a:pt x="405" y="23877"/>
                  </a:lnTo>
                  <a:lnTo>
                    <a:pt x="0" y="24623"/>
                  </a:lnTo>
                  <a:lnTo>
                    <a:pt x="405" y="25369"/>
                  </a:lnTo>
                  <a:lnTo>
                    <a:pt x="2024" y="28354"/>
                  </a:lnTo>
                  <a:lnTo>
                    <a:pt x="4047" y="33577"/>
                  </a:lnTo>
                  <a:lnTo>
                    <a:pt x="8095" y="42531"/>
                  </a:lnTo>
                  <a:lnTo>
                    <a:pt x="9309" y="45515"/>
                  </a:lnTo>
                  <a:lnTo>
                    <a:pt x="11332" y="49246"/>
                  </a:lnTo>
                  <a:cubicBezTo>
                    <a:pt x="12547" y="50738"/>
                    <a:pt x="13761" y="52231"/>
                    <a:pt x="14975" y="52977"/>
                  </a:cubicBezTo>
                  <a:cubicBezTo>
                    <a:pt x="15380" y="53723"/>
                    <a:pt x="16189" y="53723"/>
                    <a:pt x="16594" y="53723"/>
                  </a:cubicBezTo>
                  <a:lnTo>
                    <a:pt x="18213" y="53723"/>
                  </a:lnTo>
                  <a:cubicBezTo>
                    <a:pt x="20237" y="53723"/>
                    <a:pt x="21855" y="52231"/>
                    <a:pt x="23474" y="49992"/>
                  </a:cubicBezTo>
                  <a:lnTo>
                    <a:pt x="24284" y="48500"/>
                  </a:lnTo>
                  <a:lnTo>
                    <a:pt x="25903" y="45515"/>
                  </a:lnTo>
                  <a:cubicBezTo>
                    <a:pt x="27522" y="42531"/>
                    <a:pt x="28331" y="39546"/>
                    <a:pt x="28331" y="35069"/>
                  </a:cubicBezTo>
                  <a:cubicBezTo>
                    <a:pt x="28331" y="29846"/>
                    <a:pt x="27522" y="25369"/>
                    <a:pt x="25498" y="21638"/>
                  </a:cubicBezTo>
                  <a:cubicBezTo>
                    <a:pt x="25903" y="21638"/>
                    <a:pt x="25498" y="20892"/>
                    <a:pt x="25093" y="20146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10449399" y="-84776"/>
              <a:ext cx="55083" cy="89538"/>
            </a:xfrm>
            <a:custGeom>
              <a:avLst/>
              <a:gdLst>
                <a:gd name="connsiteX0" fmla="*/ 19022 w 55083"/>
                <a:gd name="connsiteY0" fmla="*/ 13431 h 89538"/>
                <a:gd name="connsiteX1" fmla="*/ 18213 w 55083"/>
                <a:gd name="connsiteY1" fmla="*/ 13431 h 89538"/>
                <a:gd name="connsiteX2" fmla="*/ 17808 w 55083"/>
                <a:gd name="connsiteY2" fmla="*/ 14177 h 89538"/>
                <a:gd name="connsiteX3" fmla="*/ 16594 w 55083"/>
                <a:gd name="connsiteY3" fmla="*/ 20146 h 89538"/>
                <a:gd name="connsiteX4" fmla="*/ 17808 w 55083"/>
                <a:gd name="connsiteY4" fmla="*/ 26115 h 89538"/>
                <a:gd name="connsiteX5" fmla="*/ 19022 w 55083"/>
                <a:gd name="connsiteY5" fmla="*/ 26861 h 89538"/>
                <a:gd name="connsiteX6" fmla="*/ 21855 w 55083"/>
                <a:gd name="connsiteY6" fmla="*/ 32085 h 89538"/>
                <a:gd name="connsiteX7" fmla="*/ 19022 w 55083"/>
                <a:gd name="connsiteY7" fmla="*/ 35815 h 89538"/>
                <a:gd name="connsiteX8" fmla="*/ 18618 w 55083"/>
                <a:gd name="connsiteY8" fmla="*/ 36561 h 89538"/>
                <a:gd name="connsiteX9" fmla="*/ 18213 w 55083"/>
                <a:gd name="connsiteY9" fmla="*/ 37308 h 89538"/>
                <a:gd name="connsiteX10" fmla="*/ 16189 w 55083"/>
                <a:gd name="connsiteY10" fmla="*/ 37308 h 89538"/>
                <a:gd name="connsiteX11" fmla="*/ 12547 w 55083"/>
                <a:gd name="connsiteY11" fmla="*/ 38800 h 89538"/>
                <a:gd name="connsiteX12" fmla="*/ 10523 w 55083"/>
                <a:gd name="connsiteY12" fmla="*/ 39546 h 89538"/>
                <a:gd name="connsiteX13" fmla="*/ 9309 w 55083"/>
                <a:gd name="connsiteY13" fmla="*/ 40292 h 89538"/>
                <a:gd name="connsiteX14" fmla="*/ 8904 w 55083"/>
                <a:gd name="connsiteY14" fmla="*/ 40292 h 89538"/>
                <a:gd name="connsiteX15" fmla="*/ 5261 w 55083"/>
                <a:gd name="connsiteY15" fmla="*/ 38054 h 89538"/>
                <a:gd name="connsiteX16" fmla="*/ 3643 w 55083"/>
                <a:gd name="connsiteY16" fmla="*/ 36561 h 89538"/>
                <a:gd name="connsiteX17" fmla="*/ 3238 w 55083"/>
                <a:gd name="connsiteY17" fmla="*/ 37308 h 89538"/>
                <a:gd name="connsiteX18" fmla="*/ 1619 w 55083"/>
                <a:gd name="connsiteY18" fmla="*/ 38054 h 89538"/>
                <a:gd name="connsiteX19" fmla="*/ 809 w 55083"/>
                <a:gd name="connsiteY19" fmla="*/ 39546 h 89538"/>
                <a:gd name="connsiteX20" fmla="*/ 0 w 55083"/>
                <a:gd name="connsiteY20" fmla="*/ 41038 h 89538"/>
                <a:gd name="connsiteX21" fmla="*/ 809 w 55083"/>
                <a:gd name="connsiteY21" fmla="*/ 48500 h 89538"/>
                <a:gd name="connsiteX22" fmla="*/ 1619 w 55083"/>
                <a:gd name="connsiteY22" fmla="*/ 50738 h 89538"/>
                <a:gd name="connsiteX23" fmla="*/ 3238 w 55083"/>
                <a:gd name="connsiteY23" fmla="*/ 52231 h 89538"/>
                <a:gd name="connsiteX24" fmla="*/ 4452 w 55083"/>
                <a:gd name="connsiteY24" fmla="*/ 52977 h 89538"/>
                <a:gd name="connsiteX25" fmla="*/ 5261 w 55083"/>
                <a:gd name="connsiteY25" fmla="*/ 53723 h 89538"/>
                <a:gd name="connsiteX26" fmla="*/ 9309 w 55083"/>
                <a:gd name="connsiteY26" fmla="*/ 52977 h 89538"/>
                <a:gd name="connsiteX27" fmla="*/ 10523 w 55083"/>
                <a:gd name="connsiteY27" fmla="*/ 52977 h 89538"/>
                <a:gd name="connsiteX28" fmla="*/ 12547 w 55083"/>
                <a:gd name="connsiteY28" fmla="*/ 52231 h 89538"/>
                <a:gd name="connsiteX29" fmla="*/ 15380 w 55083"/>
                <a:gd name="connsiteY29" fmla="*/ 54469 h 89538"/>
                <a:gd name="connsiteX30" fmla="*/ 16189 w 55083"/>
                <a:gd name="connsiteY30" fmla="*/ 55961 h 89538"/>
                <a:gd name="connsiteX31" fmla="*/ 17808 w 55083"/>
                <a:gd name="connsiteY31" fmla="*/ 58946 h 89538"/>
                <a:gd name="connsiteX32" fmla="*/ 19022 w 55083"/>
                <a:gd name="connsiteY32" fmla="*/ 60438 h 89538"/>
                <a:gd name="connsiteX33" fmla="*/ 24284 w 55083"/>
                <a:gd name="connsiteY33" fmla="*/ 73869 h 89538"/>
                <a:gd name="connsiteX34" fmla="*/ 23474 w 55083"/>
                <a:gd name="connsiteY34" fmla="*/ 89538 h 89538"/>
                <a:gd name="connsiteX35" fmla="*/ 25498 w 55083"/>
                <a:gd name="connsiteY35" fmla="*/ 89538 h 89538"/>
                <a:gd name="connsiteX36" fmla="*/ 27117 w 55083"/>
                <a:gd name="connsiteY36" fmla="*/ 88046 h 89538"/>
                <a:gd name="connsiteX37" fmla="*/ 27117 w 55083"/>
                <a:gd name="connsiteY37" fmla="*/ 87300 h 89538"/>
                <a:gd name="connsiteX38" fmla="*/ 29950 w 55083"/>
                <a:gd name="connsiteY38" fmla="*/ 78346 h 89538"/>
                <a:gd name="connsiteX39" fmla="*/ 35616 w 55083"/>
                <a:gd name="connsiteY39" fmla="*/ 65661 h 89538"/>
                <a:gd name="connsiteX40" fmla="*/ 36831 w 55083"/>
                <a:gd name="connsiteY40" fmla="*/ 63423 h 89538"/>
                <a:gd name="connsiteX41" fmla="*/ 40473 w 55083"/>
                <a:gd name="connsiteY41" fmla="*/ 58946 h 89538"/>
                <a:gd name="connsiteX42" fmla="*/ 42092 w 55083"/>
                <a:gd name="connsiteY42" fmla="*/ 61931 h 89538"/>
                <a:gd name="connsiteX43" fmla="*/ 44925 w 55083"/>
                <a:gd name="connsiteY43" fmla="*/ 67900 h 89538"/>
                <a:gd name="connsiteX44" fmla="*/ 47354 w 55083"/>
                <a:gd name="connsiteY44" fmla="*/ 74615 h 89538"/>
                <a:gd name="connsiteX45" fmla="*/ 50996 w 55083"/>
                <a:gd name="connsiteY45" fmla="*/ 76854 h 89538"/>
                <a:gd name="connsiteX46" fmla="*/ 53020 w 55083"/>
                <a:gd name="connsiteY46" fmla="*/ 77600 h 89538"/>
                <a:gd name="connsiteX47" fmla="*/ 54639 w 55083"/>
                <a:gd name="connsiteY47" fmla="*/ 67154 h 89538"/>
                <a:gd name="connsiteX48" fmla="*/ 51806 w 55083"/>
                <a:gd name="connsiteY48" fmla="*/ 64169 h 89538"/>
                <a:gd name="connsiteX49" fmla="*/ 50591 w 55083"/>
                <a:gd name="connsiteY49" fmla="*/ 61931 h 89538"/>
                <a:gd name="connsiteX50" fmla="*/ 44520 w 55083"/>
                <a:gd name="connsiteY50" fmla="*/ 50738 h 89538"/>
                <a:gd name="connsiteX51" fmla="*/ 41687 w 55083"/>
                <a:gd name="connsiteY51" fmla="*/ 45515 h 89538"/>
                <a:gd name="connsiteX52" fmla="*/ 38045 w 55083"/>
                <a:gd name="connsiteY52" fmla="*/ 38800 h 89538"/>
                <a:gd name="connsiteX53" fmla="*/ 39259 w 55083"/>
                <a:gd name="connsiteY53" fmla="*/ 38054 h 89538"/>
                <a:gd name="connsiteX54" fmla="*/ 41687 w 55083"/>
                <a:gd name="connsiteY54" fmla="*/ 41038 h 89538"/>
                <a:gd name="connsiteX55" fmla="*/ 42092 w 55083"/>
                <a:gd name="connsiteY55" fmla="*/ 41785 h 89538"/>
                <a:gd name="connsiteX56" fmla="*/ 44116 w 55083"/>
                <a:gd name="connsiteY56" fmla="*/ 47008 h 89538"/>
                <a:gd name="connsiteX57" fmla="*/ 44116 w 55083"/>
                <a:gd name="connsiteY57" fmla="*/ 47754 h 89538"/>
                <a:gd name="connsiteX58" fmla="*/ 47758 w 55083"/>
                <a:gd name="connsiteY58" fmla="*/ 47754 h 89538"/>
                <a:gd name="connsiteX59" fmla="*/ 46544 w 55083"/>
                <a:gd name="connsiteY59" fmla="*/ 36561 h 89538"/>
                <a:gd name="connsiteX60" fmla="*/ 43711 w 55083"/>
                <a:gd name="connsiteY60" fmla="*/ 33577 h 89538"/>
                <a:gd name="connsiteX61" fmla="*/ 40878 w 55083"/>
                <a:gd name="connsiteY61" fmla="*/ 28354 h 89538"/>
                <a:gd name="connsiteX62" fmla="*/ 42902 w 55083"/>
                <a:gd name="connsiteY62" fmla="*/ 26861 h 89538"/>
                <a:gd name="connsiteX63" fmla="*/ 43306 w 55083"/>
                <a:gd name="connsiteY63" fmla="*/ 27608 h 89538"/>
                <a:gd name="connsiteX64" fmla="*/ 47758 w 55083"/>
                <a:gd name="connsiteY64" fmla="*/ 38054 h 89538"/>
                <a:gd name="connsiteX65" fmla="*/ 49377 w 55083"/>
                <a:gd name="connsiteY65" fmla="*/ 40292 h 89538"/>
                <a:gd name="connsiteX66" fmla="*/ 50187 w 55083"/>
                <a:gd name="connsiteY66" fmla="*/ 41038 h 89538"/>
                <a:gd name="connsiteX67" fmla="*/ 55043 w 55083"/>
                <a:gd name="connsiteY67" fmla="*/ 34323 h 89538"/>
                <a:gd name="connsiteX68" fmla="*/ 53829 w 55083"/>
                <a:gd name="connsiteY68" fmla="*/ 32085 h 89538"/>
                <a:gd name="connsiteX69" fmla="*/ 50996 w 55083"/>
                <a:gd name="connsiteY69" fmla="*/ 26115 h 89538"/>
                <a:gd name="connsiteX70" fmla="*/ 47758 w 55083"/>
                <a:gd name="connsiteY70" fmla="*/ 17908 h 89538"/>
                <a:gd name="connsiteX71" fmla="*/ 48163 w 55083"/>
                <a:gd name="connsiteY71" fmla="*/ 12685 h 89538"/>
                <a:gd name="connsiteX72" fmla="*/ 46139 w 55083"/>
                <a:gd name="connsiteY72" fmla="*/ 9700 h 89538"/>
                <a:gd name="connsiteX73" fmla="*/ 44925 w 55083"/>
                <a:gd name="connsiteY73" fmla="*/ 9700 h 89538"/>
                <a:gd name="connsiteX74" fmla="*/ 42497 w 55083"/>
                <a:gd name="connsiteY74" fmla="*/ 11192 h 89538"/>
                <a:gd name="connsiteX75" fmla="*/ 42092 w 55083"/>
                <a:gd name="connsiteY75" fmla="*/ 10446 h 89538"/>
                <a:gd name="connsiteX76" fmla="*/ 39259 w 55083"/>
                <a:gd name="connsiteY76" fmla="*/ 7461 h 89538"/>
                <a:gd name="connsiteX77" fmla="*/ 37640 w 55083"/>
                <a:gd name="connsiteY77" fmla="*/ 2238 h 89538"/>
                <a:gd name="connsiteX78" fmla="*/ 34807 w 55083"/>
                <a:gd name="connsiteY78" fmla="*/ 0 h 89538"/>
                <a:gd name="connsiteX79" fmla="*/ 31974 w 55083"/>
                <a:gd name="connsiteY79" fmla="*/ 746 h 89538"/>
                <a:gd name="connsiteX80" fmla="*/ 33188 w 55083"/>
                <a:gd name="connsiteY80" fmla="*/ 14177 h 89538"/>
                <a:gd name="connsiteX81" fmla="*/ 34807 w 55083"/>
                <a:gd name="connsiteY81" fmla="*/ 14923 h 89538"/>
                <a:gd name="connsiteX82" fmla="*/ 38449 w 55083"/>
                <a:gd name="connsiteY82" fmla="*/ 20892 h 89538"/>
                <a:gd name="connsiteX83" fmla="*/ 34807 w 55083"/>
                <a:gd name="connsiteY83" fmla="*/ 21638 h 89538"/>
                <a:gd name="connsiteX84" fmla="*/ 31164 w 55083"/>
                <a:gd name="connsiteY84" fmla="*/ 12685 h 89538"/>
                <a:gd name="connsiteX85" fmla="*/ 29141 w 55083"/>
                <a:gd name="connsiteY85" fmla="*/ 11938 h 89538"/>
                <a:gd name="connsiteX86" fmla="*/ 27926 w 55083"/>
                <a:gd name="connsiteY86" fmla="*/ 12685 h 89538"/>
                <a:gd name="connsiteX87" fmla="*/ 26307 w 55083"/>
                <a:gd name="connsiteY87" fmla="*/ 17161 h 89538"/>
                <a:gd name="connsiteX88" fmla="*/ 27926 w 55083"/>
                <a:gd name="connsiteY88" fmla="*/ 23131 h 89538"/>
                <a:gd name="connsiteX89" fmla="*/ 28736 w 55083"/>
                <a:gd name="connsiteY89" fmla="*/ 23131 h 89538"/>
                <a:gd name="connsiteX90" fmla="*/ 33593 w 55083"/>
                <a:gd name="connsiteY90" fmla="*/ 31338 h 89538"/>
                <a:gd name="connsiteX91" fmla="*/ 30760 w 55083"/>
                <a:gd name="connsiteY91" fmla="*/ 30592 h 89538"/>
                <a:gd name="connsiteX92" fmla="*/ 28736 w 55083"/>
                <a:gd name="connsiteY92" fmla="*/ 27608 h 89538"/>
                <a:gd name="connsiteX93" fmla="*/ 25903 w 55083"/>
                <a:gd name="connsiteY93" fmla="*/ 24623 h 89538"/>
                <a:gd name="connsiteX94" fmla="*/ 24284 w 55083"/>
                <a:gd name="connsiteY94" fmla="*/ 22385 h 89538"/>
                <a:gd name="connsiteX95" fmla="*/ 23070 w 55083"/>
                <a:gd name="connsiteY95" fmla="*/ 21638 h 89538"/>
                <a:gd name="connsiteX96" fmla="*/ 22260 w 55083"/>
                <a:gd name="connsiteY96" fmla="*/ 20892 h 89538"/>
                <a:gd name="connsiteX97" fmla="*/ 19022 w 55083"/>
                <a:gd name="connsiteY97" fmla="*/ 13431 h 89538"/>
                <a:gd name="connsiteX98" fmla="*/ 26307 w 55083"/>
                <a:gd name="connsiteY98" fmla="*/ 36561 h 89538"/>
                <a:gd name="connsiteX99" fmla="*/ 26712 w 55083"/>
                <a:gd name="connsiteY99" fmla="*/ 34323 h 89538"/>
                <a:gd name="connsiteX100" fmla="*/ 29141 w 55083"/>
                <a:gd name="connsiteY100" fmla="*/ 34323 h 89538"/>
                <a:gd name="connsiteX101" fmla="*/ 29545 w 55083"/>
                <a:gd name="connsiteY101" fmla="*/ 35069 h 89538"/>
                <a:gd name="connsiteX102" fmla="*/ 35212 w 55083"/>
                <a:gd name="connsiteY102" fmla="*/ 45515 h 89538"/>
                <a:gd name="connsiteX103" fmla="*/ 36021 w 55083"/>
                <a:gd name="connsiteY103" fmla="*/ 47754 h 89538"/>
                <a:gd name="connsiteX104" fmla="*/ 35212 w 55083"/>
                <a:gd name="connsiteY104" fmla="*/ 50738 h 89538"/>
                <a:gd name="connsiteX105" fmla="*/ 33593 w 55083"/>
                <a:gd name="connsiteY105" fmla="*/ 49992 h 89538"/>
                <a:gd name="connsiteX106" fmla="*/ 31974 w 55083"/>
                <a:gd name="connsiteY106" fmla="*/ 45515 h 89538"/>
                <a:gd name="connsiteX107" fmla="*/ 29950 w 55083"/>
                <a:gd name="connsiteY107" fmla="*/ 43277 h 89538"/>
                <a:gd name="connsiteX108" fmla="*/ 28331 w 55083"/>
                <a:gd name="connsiteY108" fmla="*/ 42531 h 89538"/>
                <a:gd name="connsiteX109" fmla="*/ 27117 w 55083"/>
                <a:gd name="connsiteY109" fmla="*/ 40292 h 89538"/>
                <a:gd name="connsiteX110" fmla="*/ 26307 w 55083"/>
                <a:gd name="connsiteY110" fmla="*/ 36561 h 89538"/>
                <a:gd name="connsiteX111" fmla="*/ 27117 w 55083"/>
                <a:gd name="connsiteY111" fmla="*/ 55961 h 89538"/>
                <a:gd name="connsiteX112" fmla="*/ 28331 w 55083"/>
                <a:gd name="connsiteY112" fmla="*/ 55215 h 89538"/>
                <a:gd name="connsiteX113" fmla="*/ 29950 w 55083"/>
                <a:gd name="connsiteY113" fmla="*/ 55961 h 89538"/>
                <a:gd name="connsiteX114" fmla="*/ 31569 w 55083"/>
                <a:gd name="connsiteY114" fmla="*/ 62677 h 89538"/>
                <a:gd name="connsiteX115" fmla="*/ 29950 w 55083"/>
                <a:gd name="connsiteY115" fmla="*/ 65661 h 89538"/>
                <a:gd name="connsiteX116" fmla="*/ 28736 w 55083"/>
                <a:gd name="connsiteY116" fmla="*/ 67154 h 89538"/>
                <a:gd name="connsiteX117" fmla="*/ 27117 w 55083"/>
                <a:gd name="connsiteY117" fmla="*/ 63423 h 89538"/>
                <a:gd name="connsiteX118" fmla="*/ 25903 w 55083"/>
                <a:gd name="connsiteY118" fmla="*/ 61931 h 89538"/>
                <a:gd name="connsiteX119" fmla="*/ 27117 w 55083"/>
                <a:gd name="connsiteY119" fmla="*/ 55961 h 89538"/>
                <a:gd name="connsiteX120" fmla="*/ 21451 w 55083"/>
                <a:gd name="connsiteY120" fmla="*/ 52231 h 89538"/>
                <a:gd name="connsiteX121" fmla="*/ 19427 w 55083"/>
                <a:gd name="connsiteY121" fmla="*/ 52231 h 89538"/>
                <a:gd name="connsiteX122" fmla="*/ 19022 w 55083"/>
                <a:gd name="connsiteY122" fmla="*/ 47754 h 89538"/>
                <a:gd name="connsiteX123" fmla="*/ 19427 w 55083"/>
                <a:gd name="connsiteY123" fmla="*/ 47008 h 89538"/>
                <a:gd name="connsiteX124" fmla="*/ 24284 w 55083"/>
                <a:gd name="connsiteY124" fmla="*/ 47008 h 89538"/>
                <a:gd name="connsiteX125" fmla="*/ 21451 w 55083"/>
                <a:gd name="connsiteY125" fmla="*/ 52231 h 8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5083" h="89538">
                  <a:moveTo>
                    <a:pt x="19022" y="13431"/>
                  </a:moveTo>
                  <a:lnTo>
                    <a:pt x="18213" y="13431"/>
                  </a:lnTo>
                  <a:cubicBezTo>
                    <a:pt x="18213" y="13431"/>
                    <a:pt x="17808" y="13431"/>
                    <a:pt x="17808" y="14177"/>
                  </a:cubicBezTo>
                  <a:cubicBezTo>
                    <a:pt x="16189" y="15669"/>
                    <a:pt x="16594" y="20146"/>
                    <a:pt x="16594" y="20146"/>
                  </a:cubicBezTo>
                  <a:cubicBezTo>
                    <a:pt x="16999" y="22385"/>
                    <a:pt x="17403" y="23877"/>
                    <a:pt x="17808" y="26115"/>
                  </a:cubicBezTo>
                  <a:cubicBezTo>
                    <a:pt x="18213" y="26861"/>
                    <a:pt x="18618" y="26861"/>
                    <a:pt x="19022" y="26861"/>
                  </a:cubicBezTo>
                  <a:cubicBezTo>
                    <a:pt x="22665" y="29846"/>
                    <a:pt x="21855" y="32085"/>
                    <a:pt x="21855" y="32085"/>
                  </a:cubicBezTo>
                  <a:cubicBezTo>
                    <a:pt x="21046" y="33577"/>
                    <a:pt x="20237" y="35069"/>
                    <a:pt x="19022" y="35815"/>
                  </a:cubicBezTo>
                  <a:lnTo>
                    <a:pt x="18618" y="36561"/>
                  </a:lnTo>
                  <a:lnTo>
                    <a:pt x="18213" y="37308"/>
                  </a:lnTo>
                  <a:lnTo>
                    <a:pt x="16189" y="37308"/>
                  </a:lnTo>
                  <a:lnTo>
                    <a:pt x="12547" y="38800"/>
                  </a:lnTo>
                  <a:cubicBezTo>
                    <a:pt x="12142" y="38800"/>
                    <a:pt x="10928" y="39546"/>
                    <a:pt x="10523" y="39546"/>
                  </a:cubicBezTo>
                  <a:cubicBezTo>
                    <a:pt x="10118" y="39546"/>
                    <a:pt x="9713" y="40292"/>
                    <a:pt x="9309" y="40292"/>
                  </a:cubicBezTo>
                  <a:lnTo>
                    <a:pt x="8904" y="40292"/>
                  </a:lnTo>
                  <a:cubicBezTo>
                    <a:pt x="8499" y="41038"/>
                    <a:pt x="6476" y="39546"/>
                    <a:pt x="5261" y="38054"/>
                  </a:cubicBezTo>
                  <a:cubicBezTo>
                    <a:pt x="4452" y="37308"/>
                    <a:pt x="4047" y="37308"/>
                    <a:pt x="3643" y="36561"/>
                  </a:cubicBezTo>
                  <a:lnTo>
                    <a:pt x="3238" y="37308"/>
                  </a:lnTo>
                  <a:cubicBezTo>
                    <a:pt x="2833" y="37308"/>
                    <a:pt x="2428" y="38054"/>
                    <a:pt x="1619" y="38054"/>
                  </a:cubicBezTo>
                  <a:lnTo>
                    <a:pt x="809" y="39546"/>
                  </a:lnTo>
                  <a:cubicBezTo>
                    <a:pt x="405" y="40292"/>
                    <a:pt x="0" y="40292"/>
                    <a:pt x="0" y="41038"/>
                  </a:cubicBezTo>
                  <a:cubicBezTo>
                    <a:pt x="0" y="43277"/>
                    <a:pt x="0" y="46261"/>
                    <a:pt x="809" y="48500"/>
                  </a:cubicBezTo>
                  <a:cubicBezTo>
                    <a:pt x="1214" y="49246"/>
                    <a:pt x="1214" y="49992"/>
                    <a:pt x="1619" y="50738"/>
                  </a:cubicBezTo>
                  <a:cubicBezTo>
                    <a:pt x="2024" y="51484"/>
                    <a:pt x="2428" y="51484"/>
                    <a:pt x="3238" y="52231"/>
                  </a:cubicBezTo>
                  <a:lnTo>
                    <a:pt x="4452" y="52977"/>
                  </a:lnTo>
                  <a:cubicBezTo>
                    <a:pt x="4047" y="53723"/>
                    <a:pt x="4857" y="53723"/>
                    <a:pt x="5261" y="53723"/>
                  </a:cubicBezTo>
                  <a:cubicBezTo>
                    <a:pt x="6476" y="53723"/>
                    <a:pt x="8095" y="53723"/>
                    <a:pt x="9309" y="52977"/>
                  </a:cubicBezTo>
                  <a:lnTo>
                    <a:pt x="10523" y="52977"/>
                  </a:lnTo>
                  <a:cubicBezTo>
                    <a:pt x="11332" y="52231"/>
                    <a:pt x="11737" y="52231"/>
                    <a:pt x="12547" y="52231"/>
                  </a:cubicBezTo>
                  <a:cubicBezTo>
                    <a:pt x="13761" y="52977"/>
                    <a:pt x="14570" y="53723"/>
                    <a:pt x="15380" y="54469"/>
                  </a:cubicBezTo>
                  <a:lnTo>
                    <a:pt x="16189" y="55961"/>
                  </a:lnTo>
                  <a:lnTo>
                    <a:pt x="17808" y="58946"/>
                  </a:lnTo>
                  <a:cubicBezTo>
                    <a:pt x="18213" y="59692"/>
                    <a:pt x="18618" y="60438"/>
                    <a:pt x="19022" y="60438"/>
                  </a:cubicBezTo>
                  <a:cubicBezTo>
                    <a:pt x="21046" y="64169"/>
                    <a:pt x="23070" y="68646"/>
                    <a:pt x="24284" y="73869"/>
                  </a:cubicBezTo>
                  <a:cubicBezTo>
                    <a:pt x="19022" y="83569"/>
                    <a:pt x="23474" y="89538"/>
                    <a:pt x="23474" y="89538"/>
                  </a:cubicBezTo>
                  <a:lnTo>
                    <a:pt x="25498" y="89538"/>
                  </a:lnTo>
                  <a:cubicBezTo>
                    <a:pt x="25903" y="88792"/>
                    <a:pt x="26712" y="88046"/>
                    <a:pt x="27117" y="88046"/>
                  </a:cubicBezTo>
                  <a:lnTo>
                    <a:pt x="27117" y="87300"/>
                  </a:lnTo>
                  <a:cubicBezTo>
                    <a:pt x="27926" y="84315"/>
                    <a:pt x="28736" y="81331"/>
                    <a:pt x="29950" y="78346"/>
                  </a:cubicBezTo>
                  <a:cubicBezTo>
                    <a:pt x="31569" y="73869"/>
                    <a:pt x="33593" y="70138"/>
                    <a:pt x="35616" y="65661"/>
                  </a:cubicBezTo>
                  <a:lnTo>
                    <a:pt x="36831" y="63423"/>
                  </a:lnTo>
                  <a:cubicBezTo>
                    <a:pt x="37640" y="60438"/>
                    <a:pt x="38854" y="58946"/>
                    <a:pt x="40473" y="58946"/>
                  </a:cubicBezTo>
                  <a:cubicBezTo>
                    <a:pt x="40878" y="59692"/>
                    <a:pt x="41687" y="60438"/>
                    <a:pt x="42092" y="61931"/>
                  </a:cubicBezTo>
                  <a:cubicBezTo>
                    <a:pt x="42497" y="63423"/>
                    <a:pt x="43711" y="65661"/>
                    <a:pt x="44925" y="67900"/>
                  </a:cubicBezTo>
                  <a:lnTo>
                    <a:pt x="47354" y="74615"/>
                  </a:lnTo>
                  <a:lnTo>
                    <a:pt x="50996" y="76854"/>
                  </a:lnTo>
                  <a:cubicBezTo>
                    <a:pt x="51806" y="77600"/>
                    <a:pt x="52210" y="77600"/>
                    <a:pt x="53020" y="77600"/>
                  </a:cubicBezTo>
                  <a:cubicBezTo>
                    <a:pt x="54234" y="74615"/>
                    <a:pt x="55043" y="70884"/>
                    <a:pt x="54639" y="67154"/>
                  </a:cubicBezTo>
                  <a:cubicBezTo>
                    <a:pt x="54639" y="64169"/>
                    <a:pt x="51806" y="64169"/>
                    <a:pt x="51806" y="64169"/>
                  </a:cubicBezTo>
                  <a:cubicBezTo>
                    <a:pt x="51806" y="64169"/>
                    <a:pt x="50996" y="63423"/>
                    <a:pt x="50591" y="61931"/>
                  </a:cubicBezTo>
                  <a:lnTo>
                    <a:pt x="44520" y="50738"/>
                  </a:lnTo>
                  <a:cubicBezTo>
                    <a:pt x="43711" y="48500"/>
                    <a:pt x="42497" y="47008"/>
                    <a:pt x="41687" y="45515"/>
                  </a:cubicBezTo>
                  <a:cubicBezTo>
                    <a:pt x="39664" y="41038"/>
                    <a:pt x="38045" y="38800"/>
                    <a:pt x="38045" y="38800"/>
                  </a:cubicBezTo>
                  <a:lnTo>
                    <a:pt x="39259" y="38054"/>
                  </a:lnTo>
                  <a:lnTo>
                    <a:pt x="41687" y="41038"/>
                  </a:lnTo>
                  <a:lnTo>
                    <a:pt x="42092" y="41785"/>
                  </a:lnTo>
                  <a:cubicBezTo>
                    <a:pt x="42902" y="43277"/>
                    <a:pt x="43711" y="44769"/>
                    <a:pt x="44116" y="47008"/>
                  </a:cubicBezTo>
                  <a:lnTo>
                    <a:pt x="44116" y="47754"/>
                  </a:lnTo>
                  <a:lnTo>
                    <a:pt x="47758" y="47754"/>
                  </a:lnTo>
                  <a:cubicBezTo>
                    <a:pt x="50187" y="39546"/>
                    <a:pt x="46544" y="36561"/>
                    <a:pt x="46544" y="36561"/>
                  </a:cubicBezTo>
                  <a:cubicBezTo>
                    <a:pt x="46544" y="36561"/>
                    <a:pt x="44925" y="35069"/>
                    <a:pt x="43711" y="33577"/>
                  </a:cubicBezTo>
                  <a:cubicBezTo>
                    <a:pt x="42497" y="32085"/>
                    <a:pt x="40878" y="28354"/>
                    <a:pt x="40878" y="28354"/>
                  </a:cubicBezTo>
                  <a:cubicBezTo>
                    <a:pt x="41283" y="26115"/>
                    <a:pt x="42902" y="26861"/>
                    <a:pt x="42902" y="26861"/>
                  </a:cubicBezTo>
                  <a:lnTo>
                    <a:pt x="43306" y="27608"/>
                  </a:lnTo>
                  <a:cubicBezTo>
                    <a:pt x="44925" y="31338"/>
                    <a:pt x="47758" y="38054"/>
                    <a:pt x="47758" y="38054"/>
                  </a:cubicBezTo>
                  <a:cubicBezTo>
                    <a:pt x="47758" y="38054"/>
                    <a:pt x="48972" y="39546"/>
                    <a:pt x="49377" y="40292"/>
                  </a:cubicBezTo>
                  <a:cubicBezTo>
                    <a:pt x="49782" y="40292"/>
                    <a:pt x="50187" y="41038"/>
                    <a:pt x="50187" y="41038"/>
                  </a:cubicBezTo>
                  <a:cubicBezTo>
                    <a:pt x="55853" y="41038"/>
                    <a:pt x="55043" y="34323"/>
                    <a:pt x="55043" y="34323"/>
                  </a:cubicBezTo>
                  <a:lnTo>
                    <a:pt x="53829" y="32085"/>
                  </a:lnTo>
                  <a:cubicBezTo>
                    <a:pt x="52615" y="30592"/>
                    <a:pt x="51806" y="28354"/>
                    <a:pt x="50996" y="26115"/>
                  </a:cubicBezTo>
                  <a:cubicBezTo>
                    <a:pt x="49377" y="21638"/>
                    <a:pt x="47758" y="17908"/>
                    <a:pt x="47758" y="17908"/>
                  </a:cubicBezTo>
                  <a:cubicBezTo>
                    <a:pt x="47758" y="16415"/>
                    <a:pt x="47758" y="14177"/>
                    <a:pt x="48163" y="12685"/>
                  </a:cubicBezTo>
                  <a:cubicBezTo>
                    <a:pt x="48568" y="10446"/>
                    <a:pt x="46139" y="9700"/>
                    <a:pt x="46139" y="9700"/>
                  </a:cubicBezTo>
                  <a:lnTo>
                    <a:pt x="44925" y="9700"/>
                  </a:lnTo>
                  <a:cubicBezTo>
                    <a:pt x="44116" y="9700"/>
                    <a:pt x="43306" y="10446"/>
                    <a:pt x="42497" y="11192"/>
                  </a:cubicBezTo>
                  <a:cubicBezTo>
                    <a:pt x="42497" y="10446"/>
                    <a:pt x="42092" y="10446"/>
                    <a:pt x="42092" y="10446"/>
                  </a:cubicBezTo>
                  <a:cubicBezTo>
                    <a:pt x="41283" y="8954"/>
                    <a:pt x="40473" y="8208"/>
                    <a:pt x="39259" y="7461"/>
                  </a:cubicBezTo>
                  <a:cubicBezTo>
                    <a:pt x="37640" y="7461"/>
                    <a:pt x="37640" y="2238"/>
                    <a:pt x="37640" y="2238"/>
                  </a:cubicBezTo>
                  <a:cubicBezTo>
                    <a:pt x="36831" y="1492"/>
                    <a:pt x="36021" y="746"/>
                    <a:pt x="34807" y="0"/>
                  </a:cubicBezTo>
                  <a:cubicBezTo>
                    <a:pt x="33997" y="0"/>
                    <a:pt x="32783" y="0"/>
                    <a:pt x="31974" y="746"/>
                  </a:cubicBezTo>
                  <a:cubicBezTo>
                    <a:pt x="30355" y="5223"/>
                    <a:pt x="30760" y="11192"/>
                    <a:pt x="33188" y="14177"/>
                  </a:cubicBezTo>
                  <a:cubicBezTo>
                    <a:pt x="33593" y="14177"/>
                    <a:pt x="34402" y="14923"/>
                    <a:pt x="34807" y="14923"/>
                  </a:cubicBezTo>
                  <a:cubicBezTo>
                    <a:pt x="36426" y="16415"/>
                    <a:pt x="37640" y="17908"/>
                    <a:pt x="38449" y="20892"/>
                  </a:cubicBezTo>
                  <a:cubicBezTo>
                    <a:pt x="39664" y="25369"/>
                    <a:pt x="35212" y="21638"/>
                    <a:pt x="34807" y="21638"/>
                  </a:cubicBezTo>
                  <a:cubicBezTo>
                    <a:pt x="33188" y="20892"/>
                    <a:pt x="31164" y="12685"/>
                    <a:pt x="31164" y="12685"/>
                  </a:cubicBezTo>
                  <a:cubicBezTo>
                    <a:pt x="30355" y="11938"/>
                    <a:pt x="29950" y="11938"/>
                    <a:pt x="29141" y="11938"/>
                  </a:cubicBezTo>
                  <a:cubicBezTo>
                    <a:pt x="28736" y="11938"/>
                    <a:pt x="28331" y="11938"/>
                    <a:pt x="27926" y="12685"/>
                  </a:cubicBezTo>
                  <a:cubicBezTo>
                    <a:pt x="26307" y="11938"/>
                    <a:pt x="26307" y="17161"/>
                    <a:pt x="26307" y="17161"/>
                  </a:cubicBezTo>
                  <a:cubicBezTo>
                    <a:pt x="27117" y="18654"/>
                    <a:pt x="27926" y="20892"/>
                    <a:pt x="27926" y="23131"/>
                  </a:cubicBezTo>
                  <a:lnTo>
                    <a:pt x="28736" y="23131"/>
                  </a:lnTo>
                  <a:cubicBezTo>
                    <a:pt x="30760" y="24623"/>
                    <a:pt x="32378" y="27608"/>
                    <a:pt x="33593" y="31338"/>
                  </a:cubicBezTo>
                  <a:cubicBezTo>
                    <a:pt x="32783" y="31338"/>
                    <a:pt x="31569" y="30592"/>
                    <a:pt x="30760" y="30592"/>
                  </a:cubicBezTo>
                  <a:cubicBezTo>
                    <a:pt x="29950" y="29100"/>
                    <a:pt x="29545" y="28354"/>
                    <a:pt x="28736" y="27608"/>
                  </a:cubicBezTo>
                  <a:cubicBezTo>
                    <a:pt x="27926" y="26861"/>
                    <a:pt x="26712" y="25369"/>
                    <a:pt x="25903" y="24623"/>
                  </a:cubicBezTo>
                  <a:cubicBezTo>
                    <a:pt x="25093" y="23877"/>
                    <a:pt x="24689" y="23131"/>
                    <a:pt x="24284" y="22385"/>
                  </a:cubicBezTo>
                  <a:cubicBezTo>
                    <a:pt x="23879" y="21638"/>
                    <a:pt x="23474" y="21638"/>
                    <a:pt x="23070" y="21638"/>
                  </a:cubicBezTo>
                  <a:cubicBezTo>
                    <a:pt x="22665" y="21638"/>
                    <a:pt x="22260" y="20892"/>
                    <a:pt x="22260" y="20892"/>
                  </a:cubicBezTo>
                  <a:cubicBezTo>
                    <a:pt x="22665" y="15669"/>
                    <a:pt x="21046" y="14177"/>
                    <a:pt x="19022" y="13431"/>
                  </a:cubicBezTo>
                  <a:close/>
                  <a:moveTo>
                    <a:pt x="26307" y="36561"/>
                  </a:moveTo>
                  <a:cubicBezTo>
                    <a:pt x="26307" y="36561"/>
                    <a:pt x="26307" y="35069"/>
                    <a:pt x="26712" y="34323"/>
                  </a:cubicBezTo>
                  <a:cubicBezTo>
                    <a:pt x="27522" y="33577"/>
                    <a:pt x="28331" y="33577"/>
                    <a:pt x="29141" y="34323"/>
                  </a:cubicBezTo>
                  <a:cubicBezTo>
                    <a:pt x="29545" y="34323"/>
                    <a:pt x="29545" y="35069"/>
                    <a:pt x="29545" y="35069"/>
                  </a:cubicBezTo>
                  <a:cubicBezTo>
                    <a:pt x="31569" y="38054"/>
                    <a:pt x="33593" y="41785"/>
                    <a:pt x="35212" y="45515"/>
                  </a:cubicBezTo>
                  <a:cubicBezTo>
                    <a:pt x="35616" y="46261"/>
                    <a:pt x="36021" y="47008"/>
                    <a:pt x="36021" y="47754"/>
                  </a:cubicBezTo>
                  <a:cubicBezTo>
                    <a:pt x="36021" y="47754"/>
                    <a:pt x="36426" y="50738"/>
                    <a:pt x="35212" y="50738"/>
                  </a:cubicBezTo>
                  <a:cubicBezTo>
                    <a:pt x="34807" y="51484"/>
                    <a:pt x="33997" y="51484"/>
                    <a:pt x="33593" y="49992"/>
                  </a:cubicBezTo>
                  <a:cubicBezTo>
                    <a:pt x="32783" y="48500"/>
                    <a:pt x="31974" y="47008"/>
                    <a:pt x="31974" y="45515"/>
                  </a:cubicBezTo>
                  <a:cubicBezTo>
                    <a:pt x="31569" y="44023"/>
                    <a:pt x="30760" y="43277"/>
                    <a:pt x="29950" y="43277"/>
                  </a:cubicBezTo>
                  <a:cubicBezTo>
                    <a:pt x="29545" y="42531"/>
                    <a:pt x="29141" y="42531"/>
                    <a:pt x="28331" y="42531"/>
                  </a:cubicBezTo>
                  <a:lnTo>
                    <a:pt x="27117" y="40292"/>
                  </a:lnTo>
                  <a:cubicBezTo>
                    <a:pt x="26712" y="38800"/>
                    <a:pt x="26307" y="37308"/>
                    <a:pt x="26307" y="36561"/>
                  </a:cubicBezTo>
                  <a:close/>
                  <a:moveTo>
                    <a:pt x="27117" y="55961"/>
                  </a:moveTo>
                  <a:cubicBezTo>
                    <a:pt x="27522" y="55215"/>
                    <a:pt x="27926" y="55215"/>
                    <a:pt x="28331" y="55215"/>
                  </a:cubicBezTo>
                  <a:cubicBezTo>
                    <a:pt x="29141" y="55215"/>
                    <a:pt x="29545" y="55215"/>
                    <a:pt x="29950" y="55961"/>
                  </a:cubicBezTo>
                  <a:cubicBezTo>
                    <a:pt x="31164" y="57454"/>
                    <a:pt x="31974" y="60438"/>
                    <a:pt x="31569" y="62677"/>
                  </a:cubicBezTo>
                  <a:cubicBezTo>
                    <a:pt x="31164" y="64169"/>
                    <a:pt x="30760" y="64915"/>
                    <a:pt x="29950" y="65661"/>
                  </a:cubicBezTo>
                  <a:cubicBezTo>
                    <a:pt x="29545" y="66408"/>
                    <a:pt x="29141" y="67154"/>
                    <a:pt x="28736" y="67154"/>
                  </a:cubicBezTo>
                  <a:cubicBezTo>
                    <a:pt x="28331" y="65661"/>
                    <a:pt x="27522" y="64915"/>
                    <a:pt x="27117" y="63423"/>
                  </a:cubicBezTo>
                  <a:cubicBezTo>
                    <a:pt x="26712" y="62677"/>
                    <a:pt x="26307" y="62677"/>
                    <a:pt x="25903" y="61931"/>
                  </a:cubicBezTo>
                  <a:cubicBezTo>
                    <a:pt x="25498" y="58946"/>
                    <a:pt x="25903" y="56708"/>
                    <a:pt x="27117" y="55961"/>
                  </a:cubicBezTo>
                  <a:close/>
                  <a:moveTo>
                    <a:pt x="21451" y="52231"/>
                  </a:moveTo>
                  <a:cubicBezTo>
                    <a:pt x="20237" y="52977"/>
                    <a:pt x="19832" y="52977"/>
                    <a:pt x="19427" y="52231"/>
                  </a:cubicBezTo>
                  <a:cubicBezTo>
                    <a:pt x="19022" y="51484"/>
                    <a:pt x="19022" y="47754"/>
                    <a:pt x="19022" y="47754"/>
                  </a:cubicBezTo>
                  <a:lnTo>
                    <a:pt x="19427" y="47008"/>
                  </a:lnTo>
                  <a:cubicBezTo>
                    <a:pt x="22260" y="42531"/>
                    <a:pt x="23070" y="44023"/>
                    <a:pt x="24284" y="47008"/>
                  </a:cubicBezTo>
                  <a:cubicBezTo>
                    <a:pt x="23879" y="49992"/>
                    <a:pt x="22665" y="52231"/>
                    <a:pt x="21451" y="522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10460175" y="-111200"/>
              <a:ext cx="13429" cy="18962"/>
            </a:xfrm>
            <a:custGeom>
              <a:avLst/>
              <a:gdLst>
                <a:gd name="connsiteX0" fmla="*/ 1771 w 13429"/>
                <a:gd name="connsiteY0" fmla="*/ 14486 h 18962"/>
                <a:gd name="connsiteX1" fmla="*/ 5413 w 13429"/>
                <a:gd name="connsiteY1" fmla="*/ 15978 h 18962"/>
                <a:gd name="connsiteX2" fmla="*/ 7032 w 13429"/>
                <a:gd name="connsiteY2" fmla="*/ 18217 h 18962"/>
                <a:gd name="connsiteX3" fmla="*/ 7032 w 13429"/>
                <a:gd name="connsiteY3" fmla="*/ 18963 h 18962"/>
                <a:gd name="connsiteX4" fmla="*/ 10270 w 13429"/>
                <a:gd name="connsiteY4" fmla="*/ 18963 h 18962"/>
                <a:gd name="connsiteX5" fmla="*/ 13103 w 13429"/>
                <a:gd name="connsiteY5" fmla="*/ 14486 h 18962"/>
                <a:gd name="connsiteX6" fmla="*/ 11889 w 13429"/>
                <a:gd name="connsiteY6" fmla="*/ 7024 h 18962"/>
                <a:gd name="connsiteX7" fmla="*/ 11484 w 13429"/>
                <a:gd name="connsiteY7" fmla="*/ 7024 h 18962"/>
                <a:gd name="connsiteX8" fmla="*/ 8651 w 13429"/>
                <a:gd name="connsiteY8" fmla="*/ 4040 h 18962"/>
                <a:gd name="connsiteX9" fmla="*/ 7437 w 13429"/>
                <a:gd name="connsiteY9" fmla="*/ 3294 h 18962"/>
                <a:gd name="connsiteX10" fmla="*/ 5818 w 13429"/>
                <a:gd name="connsiteY10" fmla="*/ 1801 h 18962"/>
                <a:gd name="connsiteX11" fmla="*/ 4604 w 13429"/>
                <a:gd name="connsiteY11" fmla="*/ 309 h 18962"/>
                <a:gd name="connsiteX12" fmla="*/ 1771 w 13429"/>
                <a:gd name="connsiteY12" fmla="*/ 1055 h 18962"/>
                <a:gd name="connsiteX13" fmla="*/ 556 w 13429"/>
                <a:gd name="connsiteY13" fmla="*/ 1801 h 18962"/>
                <a:gd name="connsiteX14" fmla="*/ 152 w 13429"/>
                <a:gd name="connsiteY14" fmla="*/ 9263 h 18962"/>
                <a:gd name="connsiteX15" fmla="*/ 1366 w 13429"/>
                <a:gd name="connsiteY15" fmla="*/ 14486 h 18962"/>
                <a:gd name="connsiteX16" fmla="*/ 1771 w 13429"/>
                <a:gd name="connsiteY16" fmla="*/ 14486 h 1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" h="18962">
                  <a:moveTo>
                    <a:pt x="1771" y="14486"/>
                  </a:moveTo>
                  <a:cubicBezTo>
                    <a:pt x="3390" y="14486"/>
                    <a:pt x="4604" y="15232"/>
                    <a:pt x="5413" y="15978"/>
                  </a:cubicBezTo>
                  <a:cubicBezTo>
                    <a:pt x="6223" y="16724"/>
                    <a:pt x="7032" y="18217"/>
                    <a:pt x="7032" y="18217"/>
                  </a:cubicBezTo>
                  <a:lnTo>
                    <a:pt x="7032" y="18963"/>
                  </a:lnTo>
                  <a:lnTo>
                    <a:pt x="10270" y="18963"/>
                  </a:lnTo>
                  <a:cubicBezTo>
                    <a:pt x="11484" y="17471"/>
                    <a:pt x="12294" y="15978"/>
                    <a:pt x="13103" y="14486"/>
                  </a:cubicBezTo>
                  <a:cubicBezTo>
                    <a:pt x="13913" y="11501"/>
                    <a:pt x="13103" y="8517"/>
                    <a:pt x="11889" y="7024"/>
                  </a:cubicBezTo>
                  <a:lnTo>
                    <a:pt x="11484" y="7024"/>
                  </a:lnTo>
                  <a:cubicBezTo>
                    <a:pt x="10675" y="6278"/>
                    <a:pt x="9461" y="5532"/>
                    <a:pt x="8651" y="4040"/>
                  </a:cubicBezTo>
                  <a:cubicBezTo>
                    <a:pt x="8246" y="4040"/>
                    <a:pt x="7842" y="3294"/>
                    <a:pt x="7437" y="3294"/>
                  </a:cubicBezTo>
                  <a:cubicBezTo>
                    <a:pt x="6627" y="3294"/>
                    <a:pt x="6223" y="2547"/>
                    <a:pt x="5818" y="1801"/>
                  </a:cubicBezTo>
                  <a:cubicBezTo>
                    <a:pt x="5413" y="1055"/>
                    <a:pt x="5008" y="1055"/>
                    <a:pt x="4604" y="309"/>
                  </a:cubicBezTo>
                  <a:cubicBezTo>
                    <a:pt x="3794" y="-437"/>
                    <a:pt x="2580" y="309"/>
                    <a:pt x="1771" y="1055"/>
                  </a:cubicBezTo>
                  <a:lnTo>
                    <a:pt x="556" y="1801"/>
                  </a:lnTo>
                  <a:cubicBezTo>
                    <a:pt x="556" y="4040"/>
                    <a:pt x="556" y="7024"/>
                    <a:pt x="152" y="9263"/>
                  </a:cubicBezTo>
                  <a:cubicBezTo>
                    <a:pt x="-253" y="11501"/>
                    <a:pt x="152" y="12994"/>
                    <a:pt x="1366" y="14486"/>
                  </a:cubicBezTo>
                  <a:lnTo>
                    <a:pt x="1771" y="1448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10447376" y="229354"/>
              <a:ext cx="19022" cy="79838"/>
            </a:xfrm>
            <a:custGeom>
              <a:avLst/>
              <a:gdLst>
                <a:gd name="connsiteX0" fmla="*/ 6476 w 19022"/>
                <a:gd name="connsiteY0" fmla="*/ 43277 h 79838"/>
                <a:gd name="connsiteX1" fmla="*/ 5261 w 19022"/>
                <a:gd name="connsiteY1" fmla="*/ 47754 h 79838"/>
                <a:gd name="connsiteX2" fmla="*/ 4857 w 19022"/>
                <a:gd name="connsiteY2" fmla="*/ 48500 h 79838"/>
                <a:gd name="connsiteX3" fmla="*/ 4047 w 19022"/>
                <a:gd name="connsiteY3" fmla="*/ 52231 h 79838"/>
                <a:gd name="connsiteX4" fmla="*/ 3643 w 19022"/>
                <a:gd name="connsiteY4" fmla="*/ 52977 h 79838"/>
                <a:gd name="connsiteX5" fmla="*/ 3643 w 19022"/>
                <a:gd name="connsiteY5" fmla="*/ 53723 h 79838"/>
                <a:gd name="connsiteX6" fmla="*/ 3238 w 19022"/>
                <a:gd name="connsiteY6" fmla="*/ 55961 h 79838"/>
                <a:gd name="connsiteX7" fmla="*/ 2833 w 19022"/>
                <a:gd name="connsiteY7" fmla="*/ 56708 h 79838"/>
                <a:gd name="connsiteX8" fmla="*/ 2428 w 19022"/>
                <a:gd name="connsiteY8" fmla="*/ 58200 h 79838"/>
                <a:gd name="connsiteX9" fmla="*/ 2428 w 19022"/>
                <a:gd name="connsiteY9" fmla="*/ 60438 h 79838"/>
                <a:gd name="connsiteX10" fmla="*/ 1619 w 19022"/>
                <a:gd name="connsiteY10" fmla="*/ 62677 h 79838"/>
                <a:gd name="connsiteX11" fmla="*/ 1214 w 19022"/>
                <a:gd name="connsiteY11" fmla="*/ 64915 h 79838"/>
                <a:gd name="connsiteX12" fmla="*/ 405 w 19022"/>
                <a:gd name="connsiteY12" fmla="*/ 67154 h 79838"/>
                <a:gd name="connsiteX13" fmla="*/ 0 w 19022"/>
                <a:gd name="connsiteY13" fmla="*/ 68646 h 79838"/>
                <a:gd name="connsiteX14" fmla="*/ 0 w 19022"/>
                <a:gd name="connsiteY14" fmla="*/ 70884 h 79838"/>
                <a:gd name="connsiteX15" fmla="*/ 405 w 19022"/>
                <a:gd name="connsiteY15" fmla="*/ 73123 h 79838"/>
                <a:gd name="connsiteX16" fmla="*/ 809 w 19022"/>
                <a:gd name="connsiteY16" fmla="*/ 76108 h 79838"/>
                <a:gd name="connsiteX17" fmla="*/ 1619 w 19022"/>
                <a:gd name="connsiteY17" fmla="*/ 78346 h 79838"/>
                <a:gd name="connsiteX18" fmla="*/ 2833 w 19022"/>
                <a:gd name="connsiteY18" fmla="*/ 79838 h 79838"/>
                <a:gd name="connsiteX19" fmla="*/ 3643 w 19022"/>
                <a:gd name="connsiteY19" fmla="*/ 77600 h 79838"/>
                <a:gd name="connsiteX20" fmla="*/ 4452 w 19022"/>
                <a:gd name="connsiteY20" fmla="*/ 76854 h 79838"/>
                <a:gd name="connsiteX21" fmla="*/ 5261 w 19022"/>
                <a:gd name="connsiteY21" fmla="*/ 75361 h 79838"/>
                <a:gd name="connsiteX22" fmla="*/ 5666 w 19022"/>
                <a:gd name="connsiteY22" fmla="*/ 74615 h 79838"/>
                <a:gd name="connsiteX23" fmla="*/ 5666 w 19022"/>
                <a:gd name="connsiteY23" fmla="*/ 72377 h 79838"/>
                <a:gd name="connsiteX24" fmla="*/ 6476 w 19022"/>
                <a:gd name="connsiteY24" fmla="*/ 70138 h 79838"/>
                <a:gd name="connsiteX25" fmla="*/ 6880 w 19022"/>
                <a:gd name="connsiteY25" fmla="*/ 67154 h 79838"/>
                <a:gd name="connsiteX26" fmla="*/ 7285 w 19022"/>
                <a:gd name="connsiteY26" fmla="*/ 65661 h 79838"/>
                <a:gd name="connsiteX27" fmla="*/ 7690 w 19022"/>
                <a:gd name="connsiteY27" fmla="*/ 64915 h 79838"/>
                <a:gd name="connsiteX28" fmla="*/ 8095 w 19022"/>
                <a:gd name="connsiteY28" fmla="*/ 63423 h 79838"/>
                <a:gd name="connsiteX29" fmla="*/ 8904 w 19022"/>
                <a:gd name="connsiteY29" fmla="*/ 61931 h 79838"/>
                <a:gd name="connsiteX30" fmla="*/ 9309 w 19022"/>
                <a:gd name="connsiteY30" fmla="*/ 59692 h 79838"/>
                <a:gd name="connsiteX31" fmla="*/ 9713 w 19022"/>
                <a:gd name="connsiteY31" fmla="*/ 57454 h 79838"/>
                <a:gd name="connsiteX32" fmla="*/ 10523 w 19022"/>
                <a:gd name="connsiteY32" fmla="*/ 54469 h 79838"/>
                <a:gd name="connsiteX33" fmla="*/ 10928 w 19022"/>
                <a:gd name="connsiteY33" fmla="*/ 51485 h 79838"/>
                <a:gd name="connsiteX34" fmla="*/ 11332 w 19022"/>
                <a:gd name="connsiteY34" fmla="*/ 50738 h 79838"/>
                <a:gd name="connsiteX35" fmla="*/ 12142 w 19022"/>
                <a:gd name="connsiteY35" fmla="*/ 48500 h 79838"/>
                <a:gd name="connsiteX36" fmla="*/ 12547 w 19022"/>
                <a:gd name="connsiteY36" fmla="*/ 45515 h 79838"/>
                <a:gd name="connsiteX37" fmla="*/ 12951 w 19022"/>
                <a:gd name="connsiteY37" fmla="*/ 44023 h 79838"/>
                <a:gd name="connsiteX38" fmla="*/ 14166 w 19022"/>
                <a:gd name="connsiteY38" fmla="*/ 40292 h 79838"/>
                <a:gd name="connsiteX39" fmla="*/ 14570 w 19022"/>
                <a:gd name="connsiteY39" fmla="*/ 37308 h 79838"/>
                <a:gd name="connsiteX40" fmla="*/ 14975 w 19022"/>
                <a:gd name="connsiteY40" fmla="*/ 35069 h 79838"/>
                <a:gd name="connsiteX41" fmla="*/ 16189 w 19022"/>
                <a:gd name="connsiteY41" fmla="*/ 32831 h 79838"/>
                <a:gd name="connsiteX42" fmla="*/ 16594 w 19022"/>
                <a:gd name="connsiteY42" fmla="*/ 28354 h 79838"/>
                <a:gd name="connsiteX43" fmla="*/ 16999 w 19022"/>
                <a:gd name="connsiteY43" fmla="*/ 23877 h 79838"/>
                <a:gd name="connsiteX44" fmla="*/ 17403 w 19022"/>
                <a:gd name="connsiteY44" fmla="*/ 20146 h 79838"/>
                <a:gd name="connsiteX45" fmla="*/ 17808 w 19022"/>
                <a:gd name="connsiteY45" fmla="*/ 17161 h 79838"/>
                <a:gd name="connsiteX46" fmla="*/ 18213 w 19022"/>
                <a:gd name="connsiteY46" fmla="*/ 14923 h 79838"/>
                <a:gd name="connsiteX47" fmla="*/ 18618 w 19022"/>
                <a:gd name="connsiteY47" fmla="*/ 12685 h 79838"/>
                <a:gd name="connsiteX48" fmla="*/ 19022 w 19022"/>
                <a:gd name="connsiteY48" fmla="*/ 10446 h 79838"/>
                <a:gd name="connsiteX49" fmla="*/ 18618 w 19022"/>
                <a:gd name="connsiteY49" fmla="*/ 7461 h 79838"/>
                <a:gd name="connsiteX50" fmla="*/ 18213 w 19022"/>
                <a:gd name="connsiteY50" fmla="*/ 4477 h 79838"/>
                <a:gd name="connsiteX51" fmla="*/ 17403 w 19022"/>
                <a:gd name="connsiteY51" fmla="*/ 2238 h 79838"/>
                <a:gd name="connsiteX52" fmla="*/ 16594 w 19022"/>
                <a:gd name="connsiteY52" fmla="*/ 0 h 79838"/>
                <a:gd name="connsiteX53" fmla="*/ 14975 w 19022"/>
                <a:gd name="connsiteY53" fmla="*/ 746 h 79838"/>
                <a:gd name="connsiteX54" fmla="*/ 14570 w 19022"/>
                <a:gd name="connsiteY54" fmla="*/ 746 h 79838"/>
                <a:gd name="connsiteX55" fmla="*/ 14166 w 19022"/>
                <a:gd name="connsiteY55" fmla="*/ 1492 h 79838"/>
                <a:gd name="connsiteX56" fmla="*/ 14166 w 19022"/>
                <a:gd name="connsiteY56" fmla="*/ 11192 h 79838"/>
                <a:gd name="connsiteX57" fmla="*/ 13761 w 19022"/>
                <a:gd name="connsiteY57" fmla="*/ 14177 h 79838"/>
                <a:gd name="connsiteX58" fmla="*/ 13356 w 19022"/>
                <a:gd name="connsiteY58" fmla="*/ 20146 h 79838"/>
                <a:gd name="connsiteX59" fmla="*/ 12547 w 19022"/>
                <a:gd name="connsiteY59" fmla="*/ 23877 h 79838"/>
                <a:gd name="connsiteX60" fmla="*/ 11332 w 19022"/>
                <a:gd name="connsiteY60" fmla="*/ 28354 h 79838"/>
                <a:gd name="connsiteX61" fmla="*/ 10928 w 19022"/>
                <a:gd name="connsiteY61" fmla="*/ 29100 h 79838"/>
                <a:gd name="connsiteX62" fmla="*/ 9713 w 19022"/>
                <a:gd name="connsiteY62" fmla="*/ 33577 h 79838"/>
                <a:gd name="connsiteX63" fmla="*/ 8499 w 19022"/>
                <a:gd name="connsiteY63" fmla="*/ 37308 h 79838"/>
                <a:gd name="connsiteX64" fmla="*/ 7285 w 19022"/>
                <a:gd name="connsiteY64" fmla="*/ 41038 h 79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9022" h="79838">
                  <a:moveTo>
                    <a:pt x="6476" y="43277"/>
                  </a:moveTo>
                  <a:lnTo>
                    <a:pt x="5261" y="47754"/>
                  </a:lnTo>
                  <a:lnTo>
                    <a:pt x="4857" y="48500"/>
                  </a:lnTo>
                  <a:lnTo>
                    <a:pt x="4047" y="52231"/>
                  </a:lnTo>
                  <a:lnTo>
                    <a:pt x="3643" y="52977"/>
                  </a:lnTo>
                  <a:lnTo>
                    <a:pt x="3643" y="53723"/>
                  </a:lnTo>
                  <a:lnTo>
                    <a:pt x="3238" y="55961"/>
                  </a:lnTo>
                  <a:lnTo>
                    <a:pt x="2833" y="56708"/>
                  </a:lnTo>
                  <a:lnTo>
                    <a:pt x="2428" y="58200"/>
                  </a:lnTo>
                  <a:lnTo>
                    <a:pt x="2428" y="60438"/>
                  </a:lnTo>
                  <a:lnTo>
                    <a:pt x="1619" y="62677"/>
                  </a:lnTo>
                  <a:lnTo>
                    <a:pt x="1214" y="64915"/>
                  </a:lnTo>
                  <a:lnTo>
                    <a:pt x="405" y="67154"/>
                  </a:lnTo>
                  <a:lnTo>
                    <a:pt x="0" y="68646"/>
                  </a:lnTo>
                  <a:lnTo>
                    <a:pt x="0" y="70884"/>
                  </a:lnTo>
                  <a:lnTo>
                    <a:pt x="405" y="73123"/>
                  </a:lnTo>
                  <a:lnTo>
                    <a:pt x="809" y="76108"/>
                  </a:lnTo>
                  <a:lnTo>
                    <a:pt x="1619" y="78346"/>
                  </a:lnTo>
                  <a:lnTo>
                    <a:pt x="2833" y="79838"/>
                  </a:lnTo>
                  <a:lnTo>
                    <a:pt x="3643" y="77600"/>
                  </a:lnTo>
                  <a:lnTo>
                    <a:pt x="4452" y="76854"/>
                  </a:lnTo>
                  <a:lnTo>
                    <a:pt x="5261" y="75361"/>
                  </a:lnTo>
                  <a:lnTo>
                    <a:pt x="5666" y="74615"/>
                  </a:lnTo>
                  <a:lnTo>
                    <a:pt x="5666" y="72377"/>
                  </a:lnTo>
                  <a:lnTo>
                    <a:pt x="6476" y="70138"/>
                  </a:lnTo>
                  <a:lnTo>
                    <a:pt x="6880" y="67154"/>
                  </a:lnTo>
                  <a:lnTo>
                    <a:pt x="7285" y="65661"/>
                  </a:lnTo>
                  <a:lnTo>
                    <a:pt x="7690" y="64915"/>
                  </a:lnTo>
                  <a:lnTo>
                    <a:pt x="8095" y="63423"/>
                  </a:lnTo>
                  <a:lnTo>
                    <a:pt x="8904" y="61931"/>
                  </a:lnTo>
                  <a:lnTo>
                    <a:pt x="9309" y="59692"/>
                  </a:lnTo>
                  <a:lnTo>
                    <a:pt x="9713" y="57454"/>
                  </a:lnTo>
                  <a:lnTo>
                    <a:pt x="10523" y="54469"/>
                  </a:lnTo>
                  <a:lnTo>
                    <a:pt x="10928" y="51485"/>
                  </a:lnTo>
                  <a:lnTo>
                    <a:pt x="11332" y="50738"/>
                  </a:lnTo>
                  <a:lnTo>
                    <a:pt x="12142" y="48500"/>
                  </a:lnTo>
                  <a:lnTo>
                    <a:pt x="12547" y="45515"/>
                  </a:lnTo>
                  <a:lnTo>
                    <a:pt x="12951" y="44023"/>
                  </a:lnTo>
                  <a:lnTo>
                    <a:pt x="14166" y="40292"/>
                  </a:lnTo>
                  <a:lnTo>
                    <a:pt x="14570" y="37308"/>
                  </a:lnTo>
                  <a:lnTo>
                    <a:pt x="14975" y="35069"/>
                  </a:lnTo>
                  <a:lnTo>
                    <a:pt x="16189" y="32831"/>
                  </a:lnTo>
                  <a:lnTo>
                    <a:pt x="16594" y="28354"/>
                  </a:lnTo>
                  <a:lnTo>
                    <a:pt x="16999" y="23877"/>
                  </a:lnTo>
                  <a:lnTo>
                    <a:pt x="17403" y="20146"/>
                  </a:lnTo>
                  <a:lnTo>
                    <a:pt x="17808" y="17161"/>
                  </a:lnTo>
                  <a:lnTo>
                    <a:pt x="18213" y="14923"/>
                  </a:lnTo>
                  <a:lnTo>
                    <a:pt x="18618" y="12685"/>
                  </a:lnTo>
                  <a:lnTo>
                    <a:pt x="19022" y="10446"/>
                  </a:lnTo>
                  <a:lnTo>
                    <a:pt x="18618" y="7461"/>
                  </a:lnTo>
                  <a:lnTo>
                    <a:pt x="18213" y="4477"/>
                  </a:lnTo>
                  <a:lnTo>
                    <a:pt x="17403" y="2238"/>
                  </a:lnTo>
                  <a:lnTo>
                    <a:pt x="16594" y="0"/>
                  </a:lnTo>
                  <a:lnTo>
                    <a:pt x="14975" y="746"/>
                  </a:lnTo>
                  <a:lnTo>
                    <a:pt x="14570" y="746"/>
                  </a:lnTo>
                  <a:lnTo>
                    <a:pt x="14166" y="1492"/>
                  </a:lnTo>
                  <a:lnTo>
                    <a:pt x="14166" y="11192"/>
                  </a:lnTo>
                  <a:lnTo>
                    <a:pt x="13761" y="14177"/>
                  </a:lnTo>
                  <a:lnTo>
                    <a:pt x="13356" y="20146"/>
                  </a:lnTo>
                  <a:lnTo>
                    <a:pt x="12547" y="23877"/>
                  </a:lnTo>
                  <a:lnTo>
                    <a:pt x="11332" y="28354"/>
                  </a:lnTo>
                  <a:lnTo>
                    <a:pt x="10928" y="29100"/>
                  </a:lnTo>
                  <a:lnTo>
                    <a:pt x="9713" y="33577"/>
                  </a:lnTo>
                  <a:lnTo>
                    <a:pt x="8499" y="37308"/>
                  </a:lnTo>
                  <a:lnTo>
                    <a:pt x="7285" y="410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10453042" y="-95222"/>
              <a:ext cx="13254" cy="15669"/>
            </a:xfrm>
            <a:custGeom>
              <a:avLst/>
              <a:gdLst>
                <a:gd name="connsiteX0" fmla="*/ 1619 w 13254"/>
                <a:gd name="connsiteY0" fmla="*/ 14177 h 15669"/>
                <a:gd name="connsiteX1" fmla="*/ 2833 w 13254"/>
                <a:gd name="connsiteY1" fmla="*/ 14923 h 15669"/>
                <a:gd name="connsiteX2" fmla="*/ 5666 w 13254"/>
                <a:gd name="connsiteY2" fmla="*/ 13431 h 15669"/>
                <a:gd name="connsiteX3" fmla="*/ 6880 w 13254"/>
                <a:gd name="connsiteY3" fmla="*/ 12685 h 15669"/>
                <a:gd name="connsiteX4" fmla="*/ 7690 w 13254"/>
                <a:gd name="connsiteY4" fmla="*/ 12685 h 15669"/>
                <a:gd name="connsiteX5" fmla="*/ 8904 w 13254"/>
                <a:gd name="connsiteY5" fmla="*/ 15669 h 15669"/>
                <a:gd name="connsiteX6" fmla="*/ 11737 w 13254"/>
                <a:gd name="connsiteY6" fmla="*/ 12685 h 15669"/>
                <a:gd name="connsiteX7" fmla="*/ 12951 w 13254"/>
                <a:gd name="connsiteY7" fmla="*/ 11192 h 15669"/>
                <a:gd name="connsiteX8" fmla="*/ 12951 w 13254"/>
                <a:gd name="connsiteY8" fmla="*/ 6715 h 15669"/>
                <a:gd name="connsiteX9" fmla="*/ 12547 w 13254"/>
                <a:gd name="connsiteY9" fmla="*/ 5969 h 15669"/>
                <a:gd name="connsiteX10" fmla="*/ 9309 w 13254"/>
                <a:gd name="connsiteY10" fmla="*/ 5223 h 15669"/>
                <a:gd name="connsiteX11" fmla="*/ 8904 w 13254"/>
                <a:gd name="connsiteY11" fmla="*/ 5223 h 15669"/>
                <a:gd name="connsiteX12" fmla="*/ 7285 w 13254"/>
                <a:gd name="connsiteY12" fmla="*/ 2985 h 15669"/>
                <a:gd name="connsiteX13" fmla="*/ 6071 w 13254"/>
                <a:gd name="connsiteY13" fmla="*/ 2238 h 15669"/>
                <a:gd name="connsiteX14" fmla="*/ 2024 w 13254"/>
                <a:gd name="connsiteY14" fmla="*/ 0 h 15669"/>
                <a:gd name="connsiteX15" fmla="*/ 1214 w 13254"/>
                <a:gd name="connsiteY15" fmla="*/ 0 h 15669"/>
                <a:gd name="connsiteX16" fmla="*/ 0 w 13254"/>
                <a:gd name="connsiteY16" fmla="*/ 11192 h 15669"/>
                <a:gd name="connsiteX17" fmla="*/ 1619 w 13254"/>
                <a:gd name="connsiteY17" fmla="*/ 14177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254" h="15669">
                  <a:moveTo>
                    <a:pt x="1619" y="14177"/>
                  </a:moveTo>
                  <a:lnTo>
                    <a:pt x="2833" y="14923"/>
                  </a:lnTo>
                  <a:cubicBezTo>
                    <a:pt x="3238" y="14177"/>
                    <a:pt x="4452" y="13431"/>
                    <a:pt x="5666" y="13431"/>
                  </a:cubicBezTo>
                  <a:cubicBezTo>
                    <a:pt x="6071" y="13431"/>
                    <a:pt x="6476" y="13431"/>
                    <a:pt x="6880" y="12685"/>
                  </a:cubicBezTo>
                  <a:lnTo>
                    <a:pt x="7690" y="12685"/>
                  </a:lnTo>
                  <a:cubicBezTo>
                    <a:pt x="8499" y="11938"/>
                    <a:pt x="8904" y="15669"/>
                    <a:pt x="8904" y="15669"/>
                  </a:cubicBezTo>
                  <a:cubicBezTo>
                    <a:pt x="9309" y="13431"/>
                    <a:pt x="11737" y="12685"/>
                    <a:pt x="11737" y="12685"/>
                  </a:cubicBezTo>
                  <a:cubicBezTo>
                    <a:pt x="12142" y="11938"/>
                    <a:pt x="12547" y="11938"/>
                    <a:pt x="12951" y="11192"/>
                  </a:cubicBezTo>
                  <a:cubicBezTo>
                    <a:pt x="13356" y="9700"/>
                    <a:pt x="13356" y="8208"/>
                    <a:pt x="12951" y="6715"/>
                  </a:cubicBezTo>
                  <a:lnTo>
                    <a:pt x="12547" y="5969"/>
                  </a:lnTo>
                  <a:cubicBezTo>
                    <a:pt x="11332" y="5969"/>
                    <a:pt x="10523" y="5969"/>
                    <a:pt x="9309" y="5223"/>
                  </a:cubicBezTo>
                  <a:lnTo>
                    <a:pt x="8904" y="5223"/>
                  </a:lnTo>
                  <a:cubicBezTo>
                    <a:pt x="8499" y="4477"/>
                    <a:pt x="8095" y="3731"/>
                    <a:pt x="7285" y="2985"/>
                  </a:cubicBezTo>
                  <a:cubicBezTo>
                    <a:pt x="6880" y="2985"/>
                    <a:pt x="6476" y="2238"/>
                    <a:pt x="6071" y="2238"/>
                  </a:cubicBezTo>
                  <a:cubicBezTo>
                    <a:pt x="4857" y="746"/>
                    <a:pt x="3238" y="0"/>
                    <a:pt x="2024" y="0"/>
                  </a:cubicBezTo>
                  <a:lnTo>
                    <a:pt x="1214" y="0"/>
                  </a:lnTo>
                  <a:cubicBezTo>
                    <a:pt x="405" y="3731"/>
                    <a:pt x="0" y="7461"/>
                    <a:pt x="0" y="11192"/>
                  </a:cubicBezTo>
                  <a:cubicBezTo>
                    <a:pt x="0" y="12685"/>
                    <a:pt x="809" y="13431"/>
                    <a:pt x="1619" y="141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10425115" y="101761"/>
              <a:ext cx="42901" cy="64915"/>
            </a:xfrm>
            <a:custGeom>
              <a:avLst/>
              <a:gdLst>
                <a:gd name="connsiteX0" fmla="*/ 27117 w 42901"/>
                <a:gd name="connsiteY0" fmla="*/ 8208 h 64915"/>
                <a:gd name="connsiteX1" fmla="*/ 26712 w 42901"/>
                <a:gd name="connsiteY1" fmla="*/ 8954 h 64915"/>
                <a:gd name="connsiteX2" fmla="*/ 26307 w 42901"/>
                <a:gd name="connsiteY2" fmla="*/ 9700 h 64915"/>
                <a:gd name="connsiteX3" fmla="*/ 25903 w 42901"/>
                <a:gd name="connsiteY3" fmla="*/ 10446 h 64915"/>
                <a:gd name="connsiteX4" fmla="*/ 25498 w 42901"/>
                <a:gd name="connsiteY4" fmla="*/ 11192 h 64915"/>
                <a:gd name="connsiteX5" fmla="*/ 25093 w 42901"/>
                <a:gd name="connsiteY5" fmla="*/ 11938 h 64915"/>
                <a:gd name="connsiteX6" fmla="*/ 25093 w 42901"/>
                <a:gd name="connsiteY6" fmla="*/ 13431 h 64915"/>
                <a:gd name="connsiteX7" fmla="*/ 25498 w 42901"/>
                <a:gd name="connsiteY7" fmla="*/ 14177 h 64915"/>
                <a:gd name="connsiteX8" fmla="*/ 25903 w 42901"/>
                <a:gd name="connsiteY8" fmla="*/ 14923 h 64915"/>
                <a:gd name="connsiteX9" fmla="*/ 26307 w 42901"/>
                <a:gd name="connsiteY9" fmla="*/ 15669 h 64915"/>
                <a:gd name="connsiteX10" fmla="*/ 26712 w 42901"/>
                <a:gd name="connsiteY10" fmla="*/ 16415 h 64915"/>
                <a:gd name="connsiteX11" fmla="*/ 27117 w 42901"/>
                <a:gd name="connsiteY11" fmla="*/ 17908 h 64915"/>
                <a:gd name="connsiteX12" fmla="*/ 27522 w 42901"/>
                <a:gd name="connsiteY12" fmla="*/ 19400 h 64915"/>
                <a:gd name="connsiteX13" fmla="*/ 26712 w 42901"/>
                <a:gd name="connsiteY13" fmla="*/ 22385 h 64915"/>
                <a:gd name="connsiteX14" fmla="*/ 26712 w 42901"/>
                <a:gd name="connsiteY14" fmla="*/ 25369 h 64915"/>
                <a:gd name="connsiteX15" fmla="*/ 26307 w 42901"/>
                <a:gd name="connsiteY15" fmla="*/ 26115 h 64915"/>
                <a:gd name="connsiteX16" fmla="*/ 25903 w 42901"/>
                <a:gd name="connsiteY16" fmla="*/ 26115 h 64915"/>
                <a:gd name="connsiteX17" fmla="*/ 25498 w 42901"/>
                <a:gd name="connsiteY17" fmla="*/ 26861 h 64915"/>
                <a:gd name="connsiteX18" fmla="*/ 25093 w 42901"/>
                <a:gd name="connsiteY18" fmla="*/ 26115 h 64915"/>
                <a:gd name="connsiteX19" fmla="*/ 24689 w 42901"/>
                <a:gd name="connsiteY19" fmla="*/ 26115 h 64915"/>
                <a:gd name="connsiteX20" fmla="*/ 24284 w 42901"/>
                <a:gd name="connsiteY20" fmla="*/ 25369 h 64915"/>
                <a:gd name="connsiteX21" fmla="*/ 23879 w 42901"/>
                <a:gd name="connsiteY21" fmla="*/ 24623 h 64915"/>
                <a:gd name="connsiteX22" fmla="*/ 23474 w 42901"/>
                <a:gd name="connsiteY22" fmla="*/ 23877 h 64915"/>
                <a:gd name="connsiteX23" fmla="*/ 22665 w 42901"/>
                <a:gd name="connsiteY23" fmla="*/ 22385 h 64915"/>
                <a:gd name="connsiteX24" fmla="*/ 21451 w 42901"/>
                <a:gd name="connsiteY24" fmla="*/ 20146 h 64915"/>
                <a:gd name="connsiteX25" fmla="*/ 21046 w 42901"/>
                <a:gd name="connsiteY25" fmla="*/ 18654 h 64915"/>
                <a:gd name="connsiteX26" fmla="*/ 20641 w 42901"/>
                <a:gd name="connsiteY26" fmla="*/ 16415 h 64915"/>
                <a:gd name="connsiteX27" fmla="*/ 20641 w 42901"/>
                <a:gd name="connsiteY27" fmla="*/ 14923 h 64915"/>
                <a:gd name="connsiteX28" fmla="*/ 20237 w 42901"/>
                <a:gd name="connsiteY28" fmla="*/ 11938 h 64915"/>
                <a:gd name="connsiteX29" fmla="*/ 20237 w 42901"/>
                <a:gd name="connsiteY29" fmla="*/ 9700 h 64915"/>
                <a:gd name="connsiteX30" fmla="*/ 19832 w 42901"/>
                <a:gd name="connsiteY30" fmla="*/ 8954 h 64915"/>
                <a:gd name="connsiteX31" fmla="*/ 19427 w 42901"/>
                <a:gd name="connsiteY31" fmla="*/ 8208 h 64915"/>
                <a:gd name="connsiteX32" fmla="*/ 19022 w 42901"/>
                <a:gd name="connsiteY32" fmla="*/ 7461 h 64915"/>
                <a:gd name="connsiteX33" fmla="*/ 18618 w 42901"/>
                <a:gd name="connsiteY33" fmla="*/ 6715 h 64915"/>
                <a:gd name="connsiteX34" fmla="*/ 17403 w 42901"/>
                <a:gd name="connsiteY34" fmla="*/ 5969 h 64915"/>
                <a:gd name="connsiteX35" fmla="*/ 17403 w 42901"/>
                <a:gd name="connsiteY35" fmla="*/ 6715 h 64915"/>
                <a:gd name="connsiteX36" fmla="*/ 16999 w 42901"/>
                <a:gd name="connsiteY36" fmla="*/ 6715 h 64915"/>
                <a:gd name="connsiteX37" fmla="*/ 16594 w 42901"/>
                <a:gd name="connsiteY37" fmla="*/ 8208 h 64915"/>
                <a:gd name="connsiteX38" fmla="*/ 16189 w 42901"/>
                <a:gd name="connsiteY38" fmla="*/ 8954 h 64915"/>
                <a:gd name="connsiteX39" fmla="*/ 15380 w 42901"/>
                <a:gd name="connsiteY39" fmla="*/ 11192 h 64915"/>
                <a:gd name="connsiteX40" fmla="*/ 14166 w 42901"/>
                <a:gd name="connsiteY40" fmla="*/ 12685 h 64915"/>
                <a:gd name="connsiteX41" fmla="*/ 13356 w 42901"/>
                <a:gd name="connsiteY41" fmla="*/ 14923 h 64915"/>
                <a:gd name="connsiteX42" fmla="*/ 12547 w 42901"/>
                <a:gd name="connsiteY42" fmla="*/ 15669 h 64915"/>
                <a:gd name="connsiteX43" fmla="*/ 12142 w 42901"/>
                <a:gd name="connsiteY43" fmla="*/ 17161 h 64915"/>
                <a:gd name="connsiteX44" fmla="*/ 11737 w 42901"/>
                <a:gd name="connsiteY44" fmla="*/ 17908 h 64915"/>
                <a:gd name="connsiteX45" fmla="*/ 11332 w 42901"/>
                <a:gd name="connsiteY45" fmla="*/ 18654 h 64915"/>
                <a:gd name="connsiteX46" fmla="*/ 10928 w 42901"/>
                <a:gd name="connsiteY46" fmla="*/ 19400 h 64915"/>
                <a:gd name="connsiteX47" fmla="*/ 10523 w 42901"/>
                <a:gd name="connsiteY47" fmla="*/ 20146 h 64915"/>
                <a:gd name="connsiteX48" fmla="*/ 10118 w 42901"/>
                <a:gd name="connsiteY48" fmla="*/ 22385 h 64915"/>
                <a:gd name="connsiteX49" fmla="*/ 9713 w 42901"/>
                <a:gd name="connsiteY49" fmla="*/ 23877 h 64915"/>
                <a:gd name="connsiteX50" fmla="*/ 10118 w 42901"/>
                <a:gd name="connsiteY50" fmla="*/ 26115 h 64915"/>
                <a:gd name="connsiteX51" fmla="*/ 10523 w 42901"/>
                <a:gd name="connsiteY51" fmla="*/ 28354 h 64915"/>
                <a:gd name="connsiteX52" fmla="*/ 10523 w 42901"/>
                <a:gd name="connsiteY52" fmla="*/ 29846 h 64915"/>
                <a:gd name="connsiteX53" fmla="*/ 10118 w 42901"/>
                <a:gd name="connsiteY53" fmla="*/ 31338 h 64915"/>
                <a:gd name="connsiteX54" fmla="*/ 9309 w 42901"/>
                <a:gd name="connsiteY54" fmla="*/ 33577 h 64915"/>
                <a:gd name="connsiteX55" fmla="*/ 8904 w 42901"/>
                <a:gd name="connsiteY55" fmla="*/ 34323 h 64915"/>
                <a:gd name="connsiteX56" fmla="*/ 8499 w 42901"/>
                <a:gd name="connsiteY56" fmla="*/ 34323 h 64915"/>
                <a:gd name="connsiteX57" fmla="*/ 7690 w 42901"/>
                <a:gd name="connsiteY57" fmla="*/ 35069 h 64915"/>
                <a:gd name="connsiteX58" fmla="*/ 5261 w 42901"/>
                <a:gd name="connsiteY58" fmla="*/ 35069 h 64915"/>
                <a:gd name="connsiteX59" fmla="*/ 4857 w 42901"/>
                <a:gd name="connsiteY59" fmla="*/ 34323 h 64915"/>
                <a:gd name="connsiteX60" fmla="*/ 4452 w 42901"/>
                <a:gd name="connsiteY60" fmla="*/ 34323 h 64915"/>
                <a:gd name="connsiteX61" fmla="*/ 3643 w 42901"/>
                <a:gd name="connsiteY61" fmla="*/ 33577 h 64915"/>
                <a:gd name="connsiteX62" fmla="*/ 3238 w 42901"/>
                <a:gd name="connsiteY62" fmla="*/ 33577 h 64915"/>
                <a:gd name="connsiteX63" fmla="*/ 2833 w 42901"/>
                <a:gd name="connsiteY63" fmla="*/ 32831 h 64915"/>
                <a:gd name="connsiteX64" fmla="*/ 1619 w 42901"/>
                <a:gd name="connsiteY64" fmla="*/ 32831 h 64915"/>
                <a:gd name="connsiteX65" fmla="*/ 809 w 42901"/>
                <a:gd name="connsiteY65" fmla="*/ 33577 h 64915"/>
                <a:gd name="connsiteX66" fmla="*/ 405 w 42901"/>
                <a:gd name="connsiteY66" fmla="*/ 35069 h 64915"/>
                <a:gd name="connsiteX67" fmla="*/ 0 w 42901"/>
                <a:gd name="connsiteY67" fmla="*/ 36561 h 64915"/>
                <a:gd name="connsiteX68" fmla="*/ 0 w 42901"/>
                <a:gd name="connsiteY68" fmla="*/ 38054 h 64915"/>
                <a:gd name="connsiteX69" fmla="*/ 405 w 42901"/>
                <a:gd name="connsiteY69" fmla="*/ 41038 h 64915"/>
                <a:gd name="connsiteX70" fmla="*/ 809 w 42901"/>
                <a:gd name="connsiteY70" fmla="*/ 43277 h 64915"/>
                <a:gd name="connsiteX71" fmla="*/ 809 w 42901"/>
                <a:gd name="connsiteY71" fmla="*/ 44769 h 64915"/>
                <a:gd name="connsiteX72" fmla="*/ 1214 w 42901"/>
                <a:gd name="connsiteY72" fmla="*/ 47754 h 64915"/>
                <a:gd name="connsiteX73" fmla="*/ 1214 w 42901"/>
                <a:gd name="connsiteY73" fmla="*/ 49992 h 64915"/>
                <a:gd name="connsiteX74" fmla="*/ 1619 w 42901"/>
                <a:gd name="connsiteY74" fmla="*/ 51485 h 64915"/>
                <a:gd name="connsiteX75" fmla="*/ 2024 w 42901"/>
                <a:gd name="connsiteY75" fmla="*/ 52231 h 64915"/>
                <a:gd name="connsiteX76" fmla="*/ 2024 w 42901"/>
                <a:gd name="connsiteY76" fmla="*/ 55215 h 64915"/>
                <a:gd name="connsiteX77" fmla="*/ 2833 w 42901"/>
                <a:gd name="connsiteY77" fmla="*/ 55961 h 64915"/>
                <a:gd name="connsiteX78" fmla="*/ 2833 w 42901"/>
                <a:gd name="connsiteY78" fmla="*/ 57454 h 64915"/>
                <a:gd name="connsiteX79" fmla="*/ 3643 w 42901"/>
                <a:gd name="connsiteY79" fmla="*/ 59692 h 64915"/>
                <a:gd name="connsiteX80" fmla="*/ 4047 w 42901"/>
                <a:gd name="connsiteY80" fmla="*/ 60438 h 64915"/>
                <a:gd name="connsiteX81" fmla="*/ 4452 w 42901"/>
                <a:gd name="connsiteY81" fmla="*/ 61184 h 64915"/>
                <a:gd name="connsiteX82" fmla="*/ 4857 w 42901"/>
                <a:gd name="connsiteY82" fmla="*/ 62677 h 64915"/>
                <a:gd name="connsiteX83" fmla="*/ 5261 w 42901"/>
                <a:gd name="connsiteY83" fmla="*/ 64169 h 64915"/>
                <a:gd name="connsiteX84" fmla="*/ 5261 w 42901"/>
                <a:gd name="connsiteY84" fmla="*/ 64915 h 64915"/>
                <a:gd name="connsiteX85" fmla="*/ 6880 w 42901"/>
                <a:gd name="connsiteY85" fmla="*/ 64915 h 64915"/>
                <a:gd name="connsiteX86" fmla="*/ 8095 w 42901"/>
                <a:gd name="connsiteY86" fmla="*/ 64169 h 64915"/>
                <a:gd name="connsiteX87" fmla="*/ 8499 w 42901"/>
                <a:gd name="connsiteY87" fmla="*/ 64169 h 64915"/>
                <a:gd name="connsiteX88" fmla="*/ 8499 w 42901"/>
                <a:gd name="connsiteY88" fmla="*/ 63423 h 64915"/>
                <a:gd name="connsiteX89" fmla="*/ 9309 w 42901"/>
                <a:gd name="connsiteY89" fmla="*/ 61931 h 64915"/>
                <a:gd name="connsiteX90" fmla="*/ 9713 w 42901"/>
                <a:gd name="connsiteY90" fmla="*/ 60438 h 64915"/>
                <a:gd name="connsiteX91" fmla="*/ 10118 w 42901"/>
                <a:gd name="connsiteY91" fmla="*/ 58946 h 64915"/>
                <a:gd name="connsiteX92" fmla="*/ 10523 w 42901"/>
                <a:gd name="connsiteY92" fmla="*/ 56708 h 64915"/>
                <a:gd name="connsiteX93" fmla="*/ 11332 w 42901"/>
                <a:gd name="connsiteY93" fmla="*/ 55961 h 64915"/>
                <a:gd name="connsiteX94" fmla="*/ 11332 w 42901"/>
                <a:gd name="connsiteY94" fmla="*/ 55215 h 64915"/>
                <a:gd name="connsiteX95" fmla="*/ 11737 w 42901"/>
                <a:gd name="connsiteY95" fmla="*/ 54469 h 64915"/>
                <a:gd name="connsiteX96" fmla="*/ 12142 w 42901"/>
                <a:gd name="connsiteY96" fmla="*/ 54469 h 64915"/>
                <a:gd name="connsiteX97" fmla="*/ 12547 w 42901"/>
                <a:gd name="connsiteY97" fmla="*/ 53723 h 64915"/>
                <a:gd name="connsiteX98" fmla="*/ 12951 w 42901"/>
                <a:gd name="connsiteY98" fmla="*/ 52977 h 64915"/>
                <a:gd name="connsiteX99" fmla="*/ 13356 w 42901"/>
                <a:gd name="connsiteY99" fmla="*/ 52231 h 64915"/>
                <a:gd name="connsiteX100" fmla="*/ 13356 w 42901"/>
                <a:gd name="connsiteY100" fmla="*/ 49246 h 64915"/>
                <a:gd name="connsiteX101" fmla="*/ 13761 w 42901"/>
                <a:gd name="connsiteY101" fmla="*/ 46261 h 64915"/>
                <a:gd name="connsiteX102" fmla="*/ 14166 w 42901"/>
                <a:gd name="connsiteY102" fmla="*/ 44769 h 64915"/>
                <a:gd name="connsiteX103" fmla="*/ 14166 w 42901"/>
                <a:gd name="connsiteY103" fmla="*/ 44023 h 64915"/>
                <a:gd name="connsiteX104" fmla="*/ 14570 w 42901"/>
                <a:gd name="connsiteY104" fmla="*/ 43277 h 64915"/>
                <a:gd name="connsiteX105" fmla="*/ 15380 w 42901"/>
                <a:gd name="connsiteY105" fmla="*/ 44023 h 64915"/>
                <a:gd name="connsiteX106" fmla="*/ 15784 w 42901"/>
                <a:gd name="connsiteY106" fmla="*/ 44023 h 64915"/>
                <a:gd name="connsiteX107" fmla="*/ 16189 w 42901"/>
                <a:gd name="connsiteY107" fmla="*/ 44769 h 64915"/>
                <a:gd name="connsiteX108" fmla="*/ 16594 w 42901"/>
                <a:gd name="connsiteY108" fmla="*/ 46261 h 64915"/>
                <a:gd name="connsiteX109" fmla="*/ 16999 w 42901"/>
                <a:gd name="connsiteY109" fmla="*/ 47754 h 64915"/>
                <a:gd name="connsiteX110" fmla="*/ 17403 w 42901"/>
                <a:gd name="connsiteY110" fmla="*/ 48500 h 64915"/>
                <a:gd name="connsiteX111" fmla="*/ 17808 w 42901"/>
                <a:gd name="connsiteY111" fmla="*/ 49246 h 64915"/>
                <a:gd name="connsiteX112" fmla="*/ 17403 w 42901"/>
                <a:gd name="connsiteY112" fmla="*/ 52231 h 64915"/>
                <a:gd name="connsiteX113" fmla="*/ 17403 w 42901"/>
                <a:gd name="connsiteY113" fmla="*/ 54469 h 64915"/>
                <a:gd name="connsiteX114" fmla="*/ 17808 w 42901"/>
                <a:gd name="connsiteY114" fmla="*/ 55215 h 64915"/>
                <a:gd name="connsiteX115" fmla="*/ 17808 w 42901"/>
                <a:gd name="connsiteY115" fmla="*/ 55961 h 64915"/>
                <a:gd name="connsiteX116" fmla="*/ 18618 w 42901"/>
                <a:gd name="connsiteY116" fmla="*/ 56708 h 64915"/>
                <a:gd name="connsiteX117" fmla="*/ 19022 w 42901"/>
                <a:gd name="connsiteY117" fmla="*/ 58200 h 64915"/>
                <a:gd name="connsiteX118" fmla="*/ 19832 w 42901"/>
                <a:gd name="connsiteY118" fmla="*/ 58946 h 64915"/>
                <a:gd name="connsiteX119" fmla="*/ 20237 w 42901"/>
                <a:gd name="connsiteY119" fmla="*/ 58946 h 64915"/>
                <a:gd name="connsiteX120" fmla="*/ 20641 w 42901"/>
                <a:gd name="connsiteY120" fmla="*/ 59692 h 64915"/>
                <a:gd name="connsiteX121" fmla="*/ 26712 w 42901"/>
                <a:gd name="connsiteY121" fmla="*/ 59692 h 64915"/>
                <a:gd name="connsiteX122" fmla="*/ 27522 w 42901"/>
                <a:gd name="connsiteY122" fmla="*/ 58946 h 64915"/>
                <a:gd name="connsiteX123" fmla="*/ 27926 w 42901"/>
                <a:gd name="connsiteY123" fmla="*/ 58200 h 64915"/>
                <a:gd name="connsiteX124" fmla="*/ 29545 w 42901"/>
                <a:gd name="connsiteY124" fmla="*/ 58200 h 64915"/>
                <a:gd name="connsiteX125" fmla="*/ 29950 w 42901"/>
                <a:gd name="connsiteY125" fmla="*/ 57454 h 64915"/>
                <a:gd name="connsiteX126" fmla="*/ 30355 w 42901"/>
                <a:gd name="connsiteY126" fmla="*/ 57454 h 64915"/>
                <a:gd name="connsiteX127" fmla="*/ 30355 w 42901"/>
                <a:gd name="connsiteY127" fmla="*/ 54469 h 64915"/>
                <a:gd name="connsiteX128" fmla="*/ 30760 w 42901"/>
                <a:gd name="connsiteY128" fmla="*/ 51485 h 64915"/>
                <a:gd name="connsiteX129" fmla="*/ 30355 w 42901"/>
                <a:gd name="connsiteY129" fmla="*/ 49992 h 64915"/>
                <a:gd name="connsiteX130" fmla="*/ 29950 w 42901"/>
                <a:gd name="connsiteY130" fmla="*/ 49246 h 64915"/>
                <a:gd name="connsiteX131" fmla="*/ 29545 w 42901"/>
                <a:gd name="connsiteY131" fmla="*/ 48500 h 64915"/>
                <a:gd name="connsiteX132" fmla="*/ 29141 w 42901"/>
                <a:gd name="connsiteY132" fmla="*/ 47754 h 64915"/>
                <a:gd name="connsiteX133" fmla="*/ 28736 w 42901"/>
                <a:gd name="connsiteY133" fmla="*/ 46261 h 64915"/>
                <a:gd name="connsiteX134" fmla="*/ 28331 w 42901"/>
                <a:gd name="connsiteY134" fmla="*/ 44023 h 64915"/>
                <a:gd name="connsiteX135" fmla="*/ 27926 w 42901"/>
                <a:gd name="connsiteY135" fmla="*/ 43277 h 64915"/>
                <a:gd name="connsiteX136" fmla="*/ 27522 w 42901"/>
                <a:gd name="connsiteY136" fmla="*/ 41784 h 64915"/>
                <a:gd name="connsiteX137" fmla="*/ 27522 w 42901"/>
                <a:gd name="connsiteY137" fmla="*/ 41038 h 64915"/>
                <a:gd name="connsiteX138" fmla="*/ 27117 w 42901"/>
                <a:gd name="connsiteY138" fmla="*/ 40292 h 64915"/>
                <a:gd name="connsiteX139" fmla="*/ 27117 w 42901"/>
                <a:gd name="connsiteY139" fmla="*/ 38054 h 64915"/>
                <a:gd name="connsiteX140" fmla="*/ 27522 w 42901"/>
                <a:gd name="connsiteY140" fmla="*/ 37308 h 64915"/>
                <a:gd name="connsiteX141" fmla="*/ 27522 w 42901"/>
                <a:gd name="connsiteY141" fmla="*/ 35815 h 64915"/>
                <a:gd name="connsiteX142" fmla="*/ 27926 w 42901"/>
                <a:gd name="connsiteY142" fmla="*/ 33577 h 64915"/>
                <a:gd name="connsiteX143" fmla="*/ 28331 w 42901"/>
                <a:gd name="connsiteY143" fmla="*/ 32831 h 64915"/>
                <a:gd name="connsiteX144" fmla="*/ 29545 w 42901"/>
                <a:gd name="connsiteY144" fmla="*/ 32831 h 64915"/>
                <a:gd name="connsiteX145" fmla="*/ 30760 w 42901"/>
                <a:gd name="connsiteY145" fmla="*/ 33577 h 64915"/>
                <a:gd name="connsiteX146" fmla="*/ 31569 w 42901"/>
                <a:gd name="connsiteY146" fmla="*/ 34323 h 64915"/>
                <a:gd name="connsiteX147" fmla="*/ 32378 w 42901"/>
                <a:gd name="connsiteY147" fmla="*/ 35815 h 64915"/>
                <a:gd name="connsiteX148" fmla="*/ 33188 w 42901"/>
                <a:gd name="connsiteY148" fmla="*/ 36561 h 64915"/>
                <a:gd name="connsiteX149" fmla="*/ 33593 w 42901"/>
                <a:gd name="connsiteY149" fmla="*/ 38054 h 64915"/>
                <a:gd name="connsiteX150" fmla="*/ 33997 w 42901"/>
                <a:gd name="connsiteY150" fmla="*/ 38800 h 64915"/>
                <a:gd name="connsiteX151" fmla="*/ 34402 w 42901"/>
                <a:gd name="connsiteY151" fmla="*/ 39546 h 64915"/>
                <a:gd name="connsiteX152" fmla="*/ 34807 w 42901"/>
                <a:gd name="connsiteY152" fmla="*/ 39546 h 64915"/>
                <a:gd name="connsiteX153" fmla="*/ 35616 w 42901"/>
                <a:gd name="connsiteY153" fmla="*/ 40292 h 64915"/>
                <a:gd name="connsiteX154" fmla="*/ 37235 w 42901"/>
                <a:gd name="connsiteY154" fmla="*/ 40292 h 64915"/>
                <a:gd name="connsiteX155" fmla="*/ 38449 w 42901"/>
                <a:gd name="connsiteY155" fmla="*/ 39546 h 64915"/>
                <a:gd name="connsiteX156" fmla="*/ 39664 w 42901"/>
                <a:gd name="connsiteY156" fmla="*/ 38800 h 64915"/>
                <a:gd name="connsiteX157" fmla="*/ 40068 w 42901"/>
                <a:gd name="connsiteY157" fmla="*/ 38800 h 64915"/>
                <a:gd name="connsiteX158" fmla="*/ 40878 w 42901"/>
                <a:gd name="connsiteY158" fmla="*/ 38054 h 64915"/>
                <a:gd name="connsiteX159" fmla="*/ 41283 w 42901"/>
                <a:gd name="connsiteY159" fmla="*/ 37308 h 64915"/>
                <a:gd name="connsiteX160" fmla="*/ 41687 w 42901"/>
                <a:gd name="connsiteY160" fmla="*/ 36561 h 64915"/>
                <a:gd name="connsiteX161" fmla="*/ 42092 w 42901"/>
                <a:gd name="connsiteY161" fmla="*/ 36561 h 64915"/>
                <a:gd name="connsiteX162" fmla="*/ 42497 w 42901"/>
                <a:gd name="connsiteY162" fmla="*/ 35815 h 64915"/>
                <a:gd name="connsiteX163" fmla="*/ 42902 w 42901"/>
                <a:gd name="connsiteY163" fmla="*/ 35069 h 64915"/>
                <a:gd name="connsiteX164" fmla="*/ 42902 w 42901"/>
                <a:gd name="connsiteY164" fmla="*/ 34323 h 64915"/>
                <a:gd name="connsiteX165" fmla="*/ 42497 w 42901"/>
                <a:gd name="connsiteY165" fmla="*/ 33577 h 64915"/>
                <a:gd name="connsiteX166" fmla="*/ 42092 w 42901"/>
                <a:gd name="connsiteY166" fmla="*/ 32831 h 64915"/>
                <a:gd name="connsiteX167" fmla="*/ 41687 w 42901"/>
                <a:gd name="connsiteY167" fmla="*/ 31338 h 64915"/>
                <a:gd name="connsiteX168" fmla="*/ 41687 w 42901"/>
                <a:gd name="connsiteY168" fmla="*/ 28354 h 64915"/>
                <a:gd name="connsiteX169" fmla="*/ 41283 w 42901"/>
                <a:gd name="connsiteY169" fmla="*/ 26115 h 64915"/>
                <a:gd name="connsiteX170" fmla="*/ 40878 w 42901"/>
                <a:gd name="connsiteY170" fmla="*/ 25369 h 64915"/>
                <a:gd name="connsiteX171" fmla="*/ 40878 w 42901"/>
                <a:gd name="connsiteY171" fmla="*/ 20892 h 64915"/>
                <a:gd name="connsiteX172" fmla="*/ 40473 w 42901"/>
                <a:gd name="connsiteY172" fmla="*/ 19400 h 64915"/>
                <a:gd name="connsiteX173" fmla="*/ 40473 w 42901"/>
                <a:gd name="connsiteY173" fmla="*/ 18654 h 64915"/>
                <a:gd name="connsiteX174" fmla="*/ 40068 w 42901"/>
                <a:gd name="connsiteY174" fmla="*/ 16415 h 64915"/>
                <a:gd name="connsiteX175" fmla="*/ 39664 w 42901"/>
                <a:gd name="connsiteY175" fmla="*/ 14923 h 64915"/>
                <a:gd name="connsiteX176" fmla="*/ 39259 w 42901"/>
                <a:gd name="connsiteY176" fmla="*/ 13431 h 64915"/>
                <a:gd name="connsiteX177" fmla="*/ 38854 w 42901"/>
                <a:gd name="connsiteY177" fmla="*/ 11192 h 64915"/>
                <a:gd name="connsiteX178" fmla="*/ 38449 w 42901"/>
                <a:gd name="connsiteY178" fmla="*/ 8954 h 64915"/>
                <a:gd name="connsiteX179" fmla="*/ 37640 w 42901"/>
                <a:gd name="connsiteY179" fmla="*/ 8208 h 64915"/>
                <a:gd name="connsiteX180" fmla="*/ 37235 w 42901"/>
                <a:gd name="connsiteY180" fmla="*/ 5223 h 64915"/>
                <a:gd name="connsiteX181" fmla="*/ 36831 w 42901"/>
                <a:gd name="connsiteY181" fmla="*/ 4477 h 64915"/>
                <a:gd name="connsiteX182" fmla="*/ 36831 w 42901"/>
                <a:gd name="connsiteY182" fmla="*/ 2985 h 64915"/>
                <a:gd name="connsiteX183" fmla="*/ 36426 w 42901"/>
                <a:gd name="connsiteY183" fmla="*/ 1492 h 64915"/>
                <a:gd name="connsiteX184" fmla="*/ 36021 w 42901"/>
                <a:gd name="connsiteY184" fmla="*/ 746 h 64915"/>
                <a:gd name="connsiteX185" fmla="*/ 36021 w 42901"/>
                <a:gd name="connsiteY185" fmla="*/ 0 h 64915"/>
                <a:gd name="connsiteX186" fmla="*/ 33593 w 42901"/>
                <a:gd name="connsiteY186" fmla="*/ 0 h 64915"/>
                <a:gd name="connsiteX187" fmla="*/ 31974 w 42901"/>
                <a:gd name="connsiteY187" fmla="*/ 746 h 64915"/>
                <a:gd name="connsiteX188" fmla="*/ 30760 w 42901"/>
                <a:gd name="connsiteY188" fmla="*/ 746 h 64915"/>
                <a:gd name="connsiteX189" fmla="*/ 30355 w 42901"/>
                <a:gd name="connsiteY189" fmla="*/ 1492 h 64915"/>
                <a:gd name="connsiteX190" fmla="*/ 29950 w 42901"/>
                <a:gd name="connsiteY190" fmla="*/ 2985 h 64915"/>
                <a:gd name="connsiteX191" fmla="*/ 29545 w 42901"/>
                <a:gd name="connsiteY191" fmla="*/ 2985 h 64915"/>
                <a:gd name="connsiteX192" fmla="*/ 29141 w 42901"/>
                <a:gd name="connsiteY192" fmla="*/ 3731 h 64915"/>
                <a:gd name="connsiteX193" fmla="*/ 27926 w 42901"/>
                <a:gd name="connsiteY193" fmla="*/ 5223 h 64915"/>
                <a:gd name="connsiteX194" fmla="*/ 12547 w 42901"/>
                <a:gd name="connsiteY194" fmla="*/ 42531 h 64915"/>
                <a:gd name="connsiteX195" fmla="*/ 12142 w 42901"/>
                <a:gd name="connsiteY195" fmla="*/ 43277 h 64915"/>
                <a:gd name="connsiteX196" fmla="*/ 11737 w 42901"/>
                <a:gd name="connsiteY196" fmla="*/ 44023 h 64915"/>
                <a:gd name="connsiteX197" fmla="*/ 11332 w 42901"/>
                <a:gd name="connsiteY197" fmla="*/ 44769 h 64915"/>
                <a:gd name="connsiteX198" fmla="*/ 10928 w 42901"/>
                <a:gd name="connsiteY198" fmla="*/ 45515 h 64915"/>
                <a:gd name="connsiteX199" fmla="*/ 10118 w 42901"/>
                <a:gd name="connsiteY199" fmla="*/ 47008 h 64915"/>
                <a:gd name="connsiteX200" fmla="*/ 9309 w 42901"/>
                <a:gd name="connsiteY200" fmla="*/ 47754 h 64915"/>
                <a:gd name="connsiteX201" fmla="*/ 8904 w 42901"/>
                <a:gd name="connsiteY201" fmla="*/ 48500 h 64915"/>
                <a:gd name="connsiteX202" fmla="*/ 8499 w 42901"/>
                <a:gd name="connsiteY202" fmla="*/ 48500 h 64915"/>
                <a:gd name="connsiteX203" fmla="*/ 7285 w 42901"/>
                <a:gd name="connsiteY203" fmla="*/ 49246 h 64915"/>
                <a:gd name="connsiteX204" fmla="*/ 5261 w 42901"/>
                <a:gd name="connsiteY204" fmla="*/ 49246 h 64915"/>
                <a:gd name="connsiteX205" fmla="*/ 4857 w 42901"/>
                <a:gd name="connsiteY205" fmla="*/ 48500 h 64915"/>
                <a:gd name="connsiteX206" fmla="*/ 4452 w 42901"/>
                <a:gd name="connsiteY206" fmla="*/ 48500 h 64915"/>
                <a:gd name="connsiteX207" fmla="*/ 4047 w 42901"/>
                <a:gd name="connsiteY207" fmla="*/ 47754 h 64915"/>
                <a:gd name="connsiteX208" fmla="*/ 3643 w 42901"/>
                <a:gd name="connsiteY208" fmla="*/ 47008 h 64915"/>
                <a:gd name="connsiteX209" fmla="*/ 3238 w 42901"/>
                <a:gd name="connsiteY209" fmla="*/ 46261 h 64915"/>
                <a:gd name="connsiteX210" fmla="*/ 3238 w 42901"/>
                <a:gd name="connsiteY210" fmla="*/ 42531 h 64915"/>
                <a:gd name="connsiteX211" fmla="*/ 4047 w 42901"/>
                <a:gd name="connsiteY211" fmla="*/ 41784 h 64915"/>
                <a:gd name="connsiteX212" fmla="*/ 5666 w 42901"/>
                <a:gd name="connsiteY212" fmla="*/ 41784 h 64915"/>
                <a:gd name="connsiteX213" fmla="*/ 6880 w 42901"/>
                <a:gd name="connsiteY213" fmla="*/ 41038 h 64915"/>
                <a:gd name="connsiteX214" fmla="*/ 7285 w 42901"/>
                <a:gd name="connsiteY214" fmla="*/ 41038 h 64915"/>
                <a:gd name="connsiteX215" fmla="*/ 8095 w 42901"/>
                <a:gd name="connsiteY215" fmla="*/ 40292 h 64915"/>
                <a:gd name="connsiteX216" fmla="*/ 8499 w 42901"/>
                <a:gd name="connsiteY216" fmla="*/ 41038 h 64915"/>
                <a:gd name="connsiteX217" fmla="*/ 10118 w 42901"/>
                <a:gd name="connsiteY217" fmla="*/ 41038 h 64915"/>
                <a:gd name="connsiteX218" fmla="*/ 10118 w 42901"/>
                <a:gd name="connsiteY218" fmla="*/ 41784 h 64915"/>
                <a:gd name="connsiteX219" fmla="*/ 10928 w 42901"/>
                <a:gd name="connsiteY219" fmla="*/ 41784 h 64915"/>
                <a:gd name="connsiteX220" fmla="*/ 11332 w 42901"/>
                <a:gd name="connsiteY220" fmla="*/ 42531 h 64915"/>
                <a:gd name="connsiteX221" fmla="*/ 16594 w 42901"/>
                <a:gd name="connsiteY221" fmla="*/ 31338 h 64915"/>
                <a:gd name="connsiteX222" fmla="*/ 14975 w 42901"/>
                <a:gd name="connsiteY222" fmla="*/ 30592 h 64915"/>
                <a:gd name="connsiteX223" fmla="*/ 14570 w 42901"/>
                <a:gd name="connsiteY223" fmla="*/ 29846 h 64915"/>
                <a:gd name="connsiteX224" fmla="*/ 14166 w 42901"/>
                <a:gd name="connsiteY224" fmla="*/ 29100 h 64915"/>
                <a:gd name="connsiteX225" fmla="*/ 13761 w 42901"/>
                <a:gd name="connsiteY225" fmla="*/ 27608 h 64915"/>
                <a:gd name="connsiteX226" fmla="*/ 13761 w 42901"/>
                <a:gd name="connsiteY226" fmla="*/ 26861 h 64915"/>
                <a:gd name="connsiteX227" fmla="*/ 14166 w 42901"/>
                <a:gd name="connsiteY227" fmla="*/ 25369 h 64915"/>
                <a:gd name="connsiteX228" fmla="*/ 14570 w 42901"/>
                <a:gd name="connsiteY228" fmla="*/ 24623 h 64915"/>
                <a:gd name="connsiteX229" fmla="*/ 15380 w 42901"/>
                <a:gd name="connsiteY229" fmla="*/ 23877 h 64915"/>
                <a:gd name="connsiteX230" fmla="*/ 15380 w 42901"/>
                <a:gd name="connsiteY230" fmla="*/ 22385 h 64915"/>
                <a:gd name="connsiteX231" fmla="*/ 18618 w 42901"/>
                <a:gd name="connsiteY231" fmla="*/ 22385 h 64915"/>
                <a:gd name="connsiteX232" fmla="*/ 19022 w 42901"/>
                <a:gd name="connsiteY232" fmla="*/ 23131 h 64915"/>
                <a:gd name="connsiteX233" fmla="*/ 19427 w 42901"/>
                <a:gd name="connsiteY233" fmla="*/ 24623 h 64915"/>
                <a:gd name="connsiteX234" fmla="*/ 19832 w 42901"/>
                <a:gd name="connsiteY234" fmla="*/ 26861 h 64915"/>
                <a:gd name="connsiteX235" fmla="*/ 19832 w 42901"/>
                <a:gd name="connsiteY235" fmla="*/ 27608 h 64915"/>
                <a:gd name="connsiteX236" fmla="*/ 19022 w 42901"/>
                <a:gd name="connsiteY236" fmla="*/ 29846 h 64915"/>
                <a:gd name="connsiteX237" fmla="*/ 18213 w 42901"/>
                <a:gd name="connsiteY237" fmla="*/ 30592 h 64915"/>
                <a:gd name="connsiteX238" fmla="*/ 17403 w 42901"/>
                <a:gd name="connsiteY238" fmla="*/ 30592 h 64915"/>
                <a:gd name="connsiteX239" fmla="*/ 26712 w 42901"/>
                <a:gd name="connsiteY239" fmla="*/ 49246 h 64915"/>
                <a:gd name="connsiteX240" fmla="*/ 26712 w 42901"/>
                <a:gd name="connsiteY240" fmla="*/ 50738 h 64915"/>
                <a:gd name="connsiteX241" fmla="*/ 26307 w 42901"/>
                <a:gd name="connsiteY241" fmla="*/ 52231 h 64915"/>
                <a:gd name="connsiteX242" fmla="*/ 25903 w 42901"/>
                <a:gd name="connsiteY242" fmla="*/ 52231 h 64915"/>
                <a:gd name="connsiteX243" fmla="*/ 25498 w 42901"/>
                <a:gd name="connsiteY243" fmla="*/ 52977 h 64915"/>
                <a:gd name="connsiteX244" fmla="*/ 25498 w 42901"/>
                <a:gd name="connsiteY244" fmla="*/ 53723 h 64915"/>
                <a:gd name="connsiteX245" fmla="*/ 22260 w 42901"/>
                <a:gd name="connsiteY245" fmla="*/ 53723 h 64915"/>
                <a:gd name="connsiteX246" fmla="*/ 21855 w 42901"/>
                <a:gd name="connsiteY246" fmla="*/ 52977 h 64915"/>
                <a:gd name="connsiteX247" fmla="*/ 21855 w 42901"/>
                <a:gd name="connsiteY247" fmla="*/ 52231 h 64915"/>
                <a:gd name="connsiteX248" fmla="*/ 21451 w 42901"/>
                <a:gd name="connsiteY248" fmla="*/ 51485 h 64915"/>
                <a:gd name="connsiteX249" fmla="*/ 21046 w 42901"/>
                <a:gd name="connsiteY249" fmla="*/ 50738 h 64915"/>
                <a:gd name="connsiteX250" fmla="*/ 21046 w 42901"/>
                <a:gd name="connsiteY250" fmla="*/ 49246 h 64915"/>
                <a:gd name="connsiteX251" fmla="*/ 20641 w 42901"/>
                <a:gd name="connsiteY251" fmla="*/ 48500 h 64915"/>
                <a:gd name="connsiteX252" fmla="*/ 20641 w 42901"/>
                <a:gd name="connsiteY252" fmla="*/ 47754 h 64915"/>
                <a:gd name="connsiteX253" fmla="*/ 20237 w 42901"/>
                <a:gd name="connsiteY253" fmla="*/ 47008 h 64915"/>
                <a:gd name="connsiteX254" fmla="*/ 19832 w 42901"/>
                <a:gd name="connsiteY254" fmla="*/ 46261 h 64915"/>
                <a:gd name="connsiteX255" fmla="*/ 19427 w 42901"/>
                <a:gd name="connsiteY255" fmla="*/ 46261 h 64915"/>
                <a:gd name="connsiteX256" fmla="*/ 19427 w 42901"/>
                <a:gd name="connsiteY256" fmla="*/ 45515 h 64915"/>
                <a:gd name="connsiteX257" fmla="*/ 19022 w 42901"/>
                <a:gd name="connsiteY257" fmla="*/ 44769 h 64915"/>
                <a:gd name="connsiteX258" fmla="*/ 18618 w 42901"/>
                <a:gd name="connsiteY258" fmla="*/ 44023 h 64915"/>
                <a:gd name="connsiteX259" fmla="*/ 18618 w 42901"/>
                <a:gd name="connsiteY259" fmla="*/ 43277 h 64915"/>
                <a:gd name="connsiteX260" fmla="*/ 18213 w 42901"/>
                <a:gd name="connsiteY260" fmla="*/ 42531 h 64915"/>
                <a:gd name="connsiteX261" fmla="*/ 17808 w 42901"/>
                <a:gd name="connsiteY261" fmla="*/ 41784 h 64915"/>
                <a:gd name="connsiteX262" fmla="*/ 17808 w 42901"/>
                <a:gd name="connsiteY262" fmla="*/ 41038 h 64915"/>
                <a:gd name="connsiteX263" fmla="*/ 17403 w 42901"/>
                <a:gd name="connsiteY263" fmla="*/ 40292 h 64915"/>
                <a:gd name="connsiteX264" fmla="*/ 17403 w 42901"/>
                <a:gd name="connsiteY264" fmla="*/ 39546 h 64915"/>
                <a:gd name="connsiteX265" fmla="*/ 17808 w 42901"/>
                <a:gd name="connsiteY265" fmla="*/ 38800 h 64915"/>
                <a:gd name="connsiteX266" fmla="*/ 18213 w 42901"/>
                <a:gd name="connsiteY266" fmla="*/ 38054 h 64915"/>
                <a:gd name="connsiteX267" fmla="*/ 18213 w 42901"/>
                <a:gd name="connsiteY267" fmla="*/ 37308 h 64915"/>
                <a:gd name="connsiteX268" fmla="*/ 18618 w 42901"/>
                <a:gd name="connsiteY268" fmla="*/ 37308 h 64915"/>
                <a:gd name="connsiteX269" fmla="*/ 19022 w 42901"/>
                <a:gd name="connsiteY269" fmla="*/ 36561 h 64915"/>
                <a:gd name="connsiteX270" fmla="*/ 19427 w 42901"/>
                <a:gd name="connsiteY270" fmla="*/ 35815 h 64915"/>
                <a:gd name="connsiteX271" fmla="*/ 20237 w 42901"/>
                <a:gd name="connsiteY271" fmla="*/ 35815 h 64915"/>
                <a:gd name="connsiteX272" fmla="*/ 20641 w 42901"/>
                <a:gd name="connsiteY272" fmla="*/ 35069 h 64915"/>
                <a:gd name="connsiteX273" fmla="*/ 21046 w 42901"/>
                <a:gd name="connsiteY273" fmla="*/ 35069 h 64915"/>
                <a:gd name="connsiteX274" fmla="*/ 21451 w 42901"/>
                <a:gd name="connsiteY274" fmla="*/ 35815 h 64915"/>
                <a:gd name="connsiteX275" fmla="*/ 22260 w 42901"/>
                <a:gd name="connsiteY275" fmla="*/ 35815 h 64915"/>
                <a:gd name="connsiteX276" fmla="*/ 22665 w 42901"/>
                <a:gd name="connsiteY276" fmla="*/ 36561 h 64915"/>
                <a:gd name="connsiteX277" fmla="*/ 23070 w 42901"/>
                <a:gd name="connsiteY277" fmla="*/ 37308 h 64915"/>
                <a:gd name="connsiteX278" fmla="*/ 23474 w 42901"/>
                <a:gd name="connsiteY278" fmla="*/ 38054 h 64915"/>
                <a:gd name="connsiteX279" fmla="*/ 23879 w 42901"/>
                <a:gd name="connsiteY279" fmla="*/ 38054 h 64915"/>
                <a:gd name="connsiteX280" fmla="*/ 23879 w 42901"/>
                <a:gd name="connsiteY280" fmla="*/ 38800 h 64915"/>
                <a:gd name="connsiteX281" fmla="*/ 24284 w 42901"/>
                <a:gd name="connsiteY281" fmla="*/ 39546 h 64915"/>
                <a:gd name="connsiteX282" fmla="*/ 24284 w 42901"/>
                <a:gd name="connsiteY282" fmla="*/ 41038 h 64915"/>
                <a:gd name="connsiteX283" fmla="*/ 24689 w 42901"/>
                <a:gd name="connsiteY283" fmla="*/ 41038 h 64915"/>
                <a:gd name="connsiteX284" fmla="*/ 24689 w 42901"/>
                <a:gd name="connsiteY284" fmla="*/ 41784 h 64915"/>
                <a:gd name="connsiteX285" fmla="*/ 25093 w 42901"/>
                <a:gd name="connsiteY285" fmla="*/ 42531 h 64915"/>
                <a:gd name="connsiteX286" fmla="*/ 25093 w 42901"/>
                <a:gd name="connsiteY286" fmla="*/ 43277 h 64915"/>
                <a:gd name="connsiteX287" fmla="*/ 25498 w 42901"/>
                <a:gd name="connsiteY287" fmla="*/ 44023 h 64915"/>
                <a:gd name="connsiteX288" fmla="*/ 25498 w 42901"/>
                <a:gd name="connsiteY288" fmla="*/ 44769 h 64915"/>
                <a:gd name="connsiteX289" fmla="*/ 25903 w 42901"/>
                <a:gd name="connsiteY289" fmla="*/ 45515 h 64915"/>
                <a:gd name="connsiteX290" fmla="*/ 26307 w 42901"/>
                <a:gd name="connsiteY290" fmla="*/ 45515 h 64915"/>
                <a:gd name="connsiteX291" fmla="*/ 26307 w 42901"/>
                <a:gd name="connsiteY291" fmla="*/ 46261 h 64915"/>
                <a:gd name="connsiteX292" fmla="*/ 26712 w 42901"/>
                <a:gd name="connsiteY292" fmla="*/ 47008 h 64915"/>
                <a:gd name="connsiteX293" fmla="*/ 27117 w 42901"/>
                <a:gd name="connsiteY293" fmla="*/ 47754 h 64915"/>
                <a:gd name="connsiteX294" fmla="*/ 29950 w 42901"/>
                <a:gd name="connsiteY294" fmla="*/ 17908 h 64915"/>
                <a:gd name="connsiteX295" fmla="*/ 30355 w 42901"/>
                <a:gd name="connsiteY295" fmla="*/ 16415 h 64915"/>
                <a:gd name="connsiteX296" fmla="*/ 30760 w 42901"/>
                <a:gd name="connsiteY296" fmla="*/ 15669 h 64915"/>
                <a:gd name="connsiteX297" fmla="*/ 30760 w 42901"/>
                <a:gd name="connsiteY297" fmla="*/ 14923 h 64915"/>
                <a:gd name="connsiteX298" fmla="*/ 31164 w 42901"/>
                <a:gd name="connsiteY298" fmla="*/ 14177 h 64915"/>
                <a:gd name="connsiteX299" fmla="*/ 31569 w 42901"/>
                <a:gd name="connsiteY299" fmla="*/ 13431 h 64915"/>
                <a:gd name="connsiteX300" fmla="*/ 32378 w 42901"/>
                <a:gd name="connsiteY300" fmla="*/ 12685 h 64915"/>
                <a:gd name="connsiteX301" fmla="*/ 33593 w 42901"/>
                <a:gd name="connsiteY301" fmla="*/ 12685 h 64915"/>
                <a:gd name="connsiteX302" fmla="*/ 33593 w 42901"/>
                <a:gd name="connsiteY302" fmla="*/ 13431 h 64915"/>
                <a:gd name="connsiteX303" fmla="*/ 34807 w 42901"/>
                <a:gd name="connsiteY303" fmla="*/ 14177 h 64915"/>
                <a:gd name="connsiteX304" fmla="*/ 35212 w 42901"/>
                <a:gd name="connsiteY304" fmla="*/ 14923 h 64915"/>
                <a:gd name="connsiteX305" fmla="*/ 36021 w 42901"/>
                <a:gd name="connsiteY305" fmla="*/ 14923 h 64915"/>
                <a:gd name="connsiteX306" fmla="*/ 36831 w 42901"/>
                <a:gd name="connsiteY306" fmla="*/ 15669 h 64915"/>
                <a:gd name="connsiteX307" fmla="*/ 37235 w 42901"/>
                <a:gd name="connsiteY307" fmla="*/ 17161 h 64915"/>
                <a:gd name="connsiteX308" fmla="*/ 37640 w 42901"/>
                <a:gd name="connsiteY308" fmla="*/ 17908 h 64915"/>
                <a:gd name="connsiteX309" fmla="*/ 37640 w 42901"/>
                <a:gd name="connsiteY309" fmla="*/ 23131 h 64915"/>
                <a:gd name="connsiteX310" fmla="*/ 38045 w 42901"/>
                <a:gd name="connsiteY310" fmla="*/ 24623 h 64915"/>
                <a:gd name="connsiteX311" fmla="*/ 38045 w 42901"/>
                <a:gd name="connsiteY311" fmla="*/ 25369 h 64915"/>
                <a:gd name="connsiteX312" fmla="*/ 38449 w 42901"/>
                <a:gd name="connsiteY312" fmla="*/ 28354 h 64915"/>
                <a:gd name="connsiteX313" fmla="*/ 37640 w 42901"/>
                <a:gd name="connsiteY313" fmla="*/ 29846 h 64915"/>
                <a:gd name="connsiteX314" fmla="*/ 37235 w 42901"/>
                <a:gd name="connsiteY314" fmla="*/ 30592 h 64915"/>
                <a:gd name="connsiteX315" fmla="*/ 36021 w 42901"/>
                <a:gd name="connsiteY315" fmla="*/ 30592 h 64915"/>
                <a:gd name="connsiteX316" fmla="*/ 35616 w 42901"/>
                <a:gd name="connsiteY316" fmla="*/ 29846 h 64915"/>
                <a:gd name="connsiteX317" fmla="*/ 34807 w 42901"/>
                <a:gd name="connsiteY317" fmla="*/ 29846 h 64915"/>
                <a:gd name="connsiteX318" fmla="*/ 34402 w 42901"/>
                <a:gd name="connsiteY318" fmla="*/ 29100 h 64915"/>
                <a:gd name="connsiteX319" fmla="*/ 34402 w 42901"/>
                <a:gd name="connsiteY319" fmla="*/ 28354 h 64915"/>
                <a:gd name="connsiteX320" fmla="*/ 33188 w 42901"/>
                <a:gd name="connsiteY320" fmla="*/ 28354 h 64915"/>
                <a:gd name="connsiteX321" fmla="*/ 33188 w 42901"/>
                <a:gd name="connsiteY321" fmla="*/ 26861 h 64915"/>
                <a:gd name="connsiteX322" fmla="*/ 32783 w 42901"/>
                <a:gd name="connsiteY322" fmla="*/ 26115 h 64915"/>
                <a:gd name="connsiteX323" fmla="*/ 32378 w 42901"/>
                <a:gd name="connsiteY323" fmla="*/ 24623 h 64915"/>
                <a:gd name="connsiteX324" fmla="*/ 31974 w 42901"/>
                <a:gd name="connsiteY324" fmla="*/ 23877 h 64915"/>
                <a:gd name="connsiteX325" fmla="*/ 31569 w 42901"/>
                <a:gd name="connsiteY325" fmla="*/ 22385 h 64915"/>
                <a:gd name="connsiteX326" fmla="*/ 31164 w 42901"/>
                <a:gd name="connsiteY326" fmla="*/ 22385 h 64915"/>
                <a:gd name="connsiteX327" fmla="*/ 30760 w 42901"/>
                <a:gd name="connsiteY327" fmla="*/ 21638 h 64915"/>
                <a:gd name="connsiteX328" fmla="*/ 29950 w 42901"/>
                <a:gd name="connsiteY328" fmla="*/ 20146 h 6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</a:cxnLst>
              <a:rect l="l" t="t" r="r" b="b"/>
              <a:pathLst>
                <a:path w="42901" h="64915">
                  <a:moveTo>
                    <a:pt x="27117" y="8208"/>
                  </a:moveTo>
                  <a:lnTo>
                    <a:pt x="26712" y="8954"/>
                  </a:lnTo>
                  <a:lnTo>
                    <a:pt x="26307" y="9700"/>
                  </a:lnTo>
                  <a:lnTo>
                    <a:pt x="25903" y="10446"/>
                  </a:lnTo>
                  <a:lnTo>
                    <a:pt x="25498" y="11192"/>
                  </a:lnTo>
                  <a:lnTo>
                    <a:pt x="25093" y="11938"/>
                  </a:lnTo>
                  <a:lnTo>
                    <a:pt x="25093" y="13431"/>
                  </a:lnTo>
                  <a:lnTo>
                    <a:pt x="25498" y="14177"/>
                  </a:lnTo>
                  <a:lnTo>
                    <a:pt x="25903" y="14923"/>
                  </a:lnTo>
                  <a:lnTo>
                    <a:pt x="26307" y="15669"/>
                  </a:lnTo>
                  <a:lnTo>
                    <a:pt x="26712" y="16415"/>
                  </a:lnTo>
                  <a:lnTo>
                    <a:pt x="27117" y="17908"/>
                  </a:lnTo>
                  <a:lnTo>
                    <a:pt x="27522" y="19400"/>
                  </a:lnTo>
                  <a:lnTo>
                    <a:pt x="26712" y="22385"/>
                  </a:lnTo>
                  <a:lnTo>
                    <a:pt x="26712" y="25369"/>
                  </a:lnTo>
                  <a:lnTo>
                    <a:pt x="26307" y="26115"/>
                  </a:lnTo>
                  <a:lnTo>
                    <a:pt x="25903" y="26115"/>
                  </a:lnTo>
                  <a:lnTo>
                    <a:pt x="25498" y="26861"/>
                  </a:lnTo>
                  <a:lnTo>
                    <a:pt x="25093" y="26115"/>
                  </a:lnTo>
                  <a:lnTo>
                    <a:pt x="24689" y="26115"/>
                  </a:lnTo>
                  <a:lnTo>
                    <a:pt x="24284" y="25369"/>
                  </a:lnTo>
                  <a:lnTo>
                    <a:pt x="23879" y="24623"/>
                  </a:lnTo>
                  <a:lnTo>
                    <a:pt x="23474" y="23877"/>
                  </a:lnTo>
                  <a:lnTo>
                    <a:pt x="22665" y="22385"/>
                  </a:lnTo>
                  <a:lnTo>
                    <a:pt x="21451" y="20146"/>
                  </a:lnTo>
                  <a:lnTo>
                    <a:pt x="21046" y="18654"/>
                  </a:lnTo>
                  <a:lnTo>
                    <a:pt x="20641" y="16415"/>
                  </a:lnTo>
                  <a:lnTo>
                    <a:pt x="20641" y="14923"/>
                  </a:lnTo>
                  <a:lnTo>
                    <a:pt x="20237" y="11938"/>
                  </a:lnTo>
                  <a:lnTo>
                    <a:pt x="20237" y="9700"/>
                  </a:lnTo>
                  <a:lnTo>
                    <a:pt x="19832" y="8954"/>
                  </a:lnTo>
                  <a:lnTo>
                    <a:pt x="19427" y="8208"/>
                  </a:lnTo>
                  <a:lnTo>
                    <a:pt x="19022" y="7461"/>
                  </a:lnTo>
                  <a:lnTo>
                    <a:pt x="18618" y="6715"/>
                  </a:lnTo>
                  <a:lnTo>
                    <a:pt x="17403" y="5969"/>
                  </a:lnTo>
                  <a:lnTo>
                    <a:pt x="17403" y="6715"/>
                  </a:lnTo>
                  <a:lnTo>
                    <a:pt x="16999" y="6715"/>
                  </a:lnTo>
                  <a:lnTo>
                    <a:pt x="16594" y="8208"/>
                  </a:lnTo>
                  <a:lnTo>
                    <a:pt x="16189" y="8954"/>
                  </a:lnTo>
                  <a:lnTo>
                    <a:pt x="15380" y="11192"/>
                  </a:lnTo>
                  <a:lnTo>
                    <a:pt x="14166" y="12685"/>
                  </a:lnTo>
                  <a:lnTo>
                    <a:pt x="13356" y="14923"/>
                  </a:lnTo>
                  <a:lnTo>
                    <a:pt x="12547" y="15669"/>
                  </a:lnTo>
                  <a:lnTo>
                    <a:pt x="12142" y="17161"/>
                  </a:lnTo>
                  <a:lnTo>
                    <a:pt x="11737" y="17908"/>
                  </a:lnTo>
                  <a:lnTo>
                    <a:pt x="11332" y="18654"/>
                  </a:lnTo>
                  <a:lnTo>
                    <a:pt x="10928" y="19400"/>
                  </a:lnTo>
                  <a:lnTo>
                    <a:pt x="10523" y="20146"/>
                  </a:lnTo>
                  <a:lnTo>
                    <a:pt x="10118" y="22385"/>
                  </a:lnTo>
                  <a:lnTo>
                    <a:pt x="9713" y="23877"/>
                  </a:lnTo>
                  <a:lnTo>
                    <a:pt x="10118" y="26115"/>
                  </a:lnTo>
                  <a:lnTo>
                    <a:pt x="10523" y="28354"/>
                  </a:lnTo>
                  <a:lnTo>
                    <a:pt x="10523" y="29846"/>
                  </a:lnTo>
                  <a:lnTo>
                    <a:pt x="10118" y="31338"/>
                  </a:lnTo>
                  <a:lnTo>
                    <a:pt x="9309" y="33577"/>
                  </a:lnTo>
                  <a:lnTo>
                    <a:pt x="8904" y="34323"/>
                  </a:lnTo>
                  <a:lnTo>
                    <a:pt x="8499" y="34323"/>
                  </a:lnTo>
                  <a:lnTo>
                    <a:pt x="7690" y="35069"/>
                  </a:lnTo>
                  <a:lnTo>
                    <a:pt x="5261" y="35069"/>
                  </a:lnTo>
                  <a:lnTo>
                    <a:pt x="4857" y="34323"/>
                  </a:lnTo>
                  <a:lnTo>
                    <a:pt x="4452" y="34323"/>
                  </a:lnTo>
                  <a:lnTo>
                    <a:pt x="3643" y="33577"/>
                  </a:lnTo>
                  <a:lnTo>
                    <a:pt x="3238" y="33577"/>
                  </a:lnTo>
                  <a:lnTo>
                    <a:pt x="2833" y="32831"/>
                  </a:lnTo>
                  <a:lnTo>
                    <a:pt x="1619" y="32831"/>
                  </a:lnTo>
                  <a:lnTo>
                    <a:pt x="809" y="33577"/>
                  </a:lnTo>
                  <a:lnTo>
                    <a:pt x="405" y="35069"/>
                  </a:lnTo>
                  <a:lnTo>
                    <a:pt x="0" y="36561"/>
                  </a:lnTo>
                  <a:lnTo>
                    <a:pt x="0" y="38054"/>
                  </a:lnTo>
                  <a:lnTo>
                    <a:pt x="405" y="41038"/>
                  </a:lnTo>
                  <a:lnTo>
                    <a:pt x="809" y="43277"/>
                  </a:lnTo>
                  <a:lnTo>
                    <a:pt x="809" y="44769"/>
                  </a:lnTo>
                  <a:lnTo>
                    <a:pt x="1214" y="47754"/>
                  </a:lnTo>
                  <a:lnTo>
                    <a:pt x="1214" y="49992"/>
                  </a:lnTo>
                  <a:lnTo>
                    <a:pt x="1619" y="51485"/>
                  </a:lnTo>
                  <a:lnTo>
                    <a:pt x="2024" y="52231"/>
                  </a:lnTo>
                  <a:lnTo>
                    <a:pt x="2024" y="55215"/>
                  </a:lnTo>
                  <a:lnTo>
                    <a:pt x="2833" y="55961"/>
                  </a:lnTo>
                  <a:lnTo>
                    <a:pt x="2833" y="57454"/>
                  </a:lnTo>
                  <a:lnTo>
                    <a:pt x="3643" y="59692"/>
                  </a:lnTo>
                  <a:lnTo>
                    <a:pt x="4047" y="60438"/>
                  </a:lnTo>
                  <a:lnTo>
                    <a:pt x="4452" y="61184"/>
                  </a:lnTo>
                  <a:lnTo>
                    <a:pt x="4857" y="62677"/>
                  </a:lnTo>
                  <a:lnTo>
                    <a:pt x="5261" y="64169"/>
                  </a:lnTo>
                  <a:lnTo>
                    <a:pt x="5261" y="64915"/>
                  </a:lnTo>
                  <a:lnTo>
                    <a:pt x="6880" y="64915"/>
                  </a:lnTo>
                  <a:lnTo>
                    <a:pt x="8095" y="64169"/>
                  </a:lnTo>
                  <a:lnTo>
                    <a:pt x="8499" y="64169"/>
                  </a:lnTo>
                  <a:lnTo>
                    <a:pt x="8499" y="63423"/>
                  </a:lnTo>
                  <a:lnTo>
                    <a:pt x="9309" y="61931"/>
                  </a:lnTo>
                  <a:lnTo>
                    <a:pt x="9713" y="60438"/>
                  </a:lnTo>
                  <a:lnTo>
                    <a:pt x="10118" y="58946"/>
                  </a:lnTo>
                  <a:lnTo>
                    <a:pt x="10523" y="56708"/>
                  </a:lnTo>
                  <a:lnTo>
                    <a:pt x="11332" y="55961"/>
                  </a:lnTo>
                  <a:lnTo>
                    <a:pt x="11332" y="55215"/>
                  </a:lnTo>
                  <a:lnTo>
                    <a:pt x="11737" y="54469"/>
                  </a:lnTo>
                  <a:lnTo>
                    <a:pt x="12142" y="54469"/>
                  </a:lnTo>
                  <a:lnTo>
                    <a:pt x="12547" y="53723"/>
                  </a:lnTo>
                  <a:lnTo>
                    <a:pt x="12951" y="52977"/>
                  </a:lnTo>
                  <a:lnTo>
                    <a:pt x="13356" y="52231"/>
                  </a:lnTo>
                  <a:lnTo>
                    <a:pt x="13356" y="49246"/>
                  </a:lnTo>
                  <a:lnTo>
                    <a:pt x="13761" y="46261"/>
                  </a:lnTo>
                  <a:lnTo>
                    <a:pt x="14166" y="44769"/>
                  </a:lnTo>
                  <a:lnTo>
                    <a:pt x="14166" y="44023"/>
                  </a:lnTo>
                  <a:lnTo>
                    <a:pt x="14570" y="43277"/>
                  </a:lnTo>
                  <a:lnTo>
                    <a:pt x="15380" y="44023"/>
                  </a:lnTo>
                  <a:lnTo>
                    <a:pt x="15784" y="44023"/>
                  </a:lnTo>
                  <a:lnTo>
                    <a:pt x="16189" y="44769"/>
                  </a:lnTo>
                  <a:lnTo>
                    <a:pt x="16594" y="46261"/>
                  </a:lnTo>
                  <a:lnTo>
                    <a:pt x="16999" y="47754"/>
                  </a:lnTo>
                  <a:lnTo>
                    <a:pt x="17403" y="48500"/>
                  </a:lnTo>
                  <a:lnTo>
                    <a:pt x="17808" y="49246"/>
                  </a:lnTo>
                  <a:lnTo>
                    <a:pt x="17403" y="52231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7808" y="55961"/>
                  </a:lnTo>
                  <a:lnTo>
                    <a:pt x="18618" y="56708"/>
                  </a:lnTo>
                  <a:lnTo>
                    <a:pt x="19022" y="58200"/>
                  </a:lnTo>
                  <a:lnTo>
                    <a:pt x="19832" y="58946"/>
                  </a:lnTo>
                  <a:lnTo>
                    <a:pt x="20237" y="58946"/>
                  </a:lnTo>
                  <a:lnTo>
                    <a:pt x="20641" y="59692"/>
                  </a:lnTo>
                  <a:lnTo>
                    <a:pt x="26712" y="59692"/>
                  </a:lnTo>
                  <a:lnTo>
                    <a:pt x="27522" y="58946"/>
                  </a:lnTo>
                  <a:lnTo>
                    <a:pt x="27926" y="58200"/>
                  </a:lnTo>
                  <a:lnTo>
                    <a:pt x="29545" y="58200"/>
                  </a:lnTo>
                  <a:lnTo>
                    <a:pt x="29950" y="57454"/>
                  </a:lnTo>
                  <a:lnTo>
                    <a:pt x="30355" y="57454"/>
                  </a:lnTo>
                  <a:lnTo>
                    <a:pt x="30355" y="54469"/>
                  </a:lnTo>
                  <a:lnTo>
                    <a:pt x="30760" y="51485"/>
                  </a:lnTo>
                  <a:lnTo>
                    <a:pt x="30355" y="49992"/>
                  </a:lnTo>
                  <a:lnTo>
                    <a:pt x="29950" y="49246"/>
                  </a:lnTo>
                  <a:lnTo>
                    <a:pt x="29545" y="48500"/>
                  </a:lnTo>
                  <a:lnTo>
                    <a:pt x="29141" y="47754"/>
                  </a:lnTo>
                  <a:lnTo>
                    <a:pt x="28736" y="46261"/>
                  </a:lnTo>
                  <a:lnTo>
                    <a:pt x="28331" y="44023"/>
                  </a:lnTo>
                  <a:lnTo>
                    <a:pt x="27926" y="43277"/>
                  </a:lnTo>
                  <a:lnTo>
                    <a:pt x="27522" y="41784"/>
                  </a:lnTo>
                  <a:lnTo>
                    <a:pt x="27522" y="41038"/>
                  </a:lnTo>
                  <a:lnTo>
                    <a:pt x="27117" y="40292"/>
                  </a:lnTo>
                  <a:lnTo>
                    <a:pt x="27117" y="38054"/>
                  </a:lnTo>
                  <a:lnTo>
                    <a:pt x="27522" y="37308"/>
                  </a:lnTo>
                  <a:lnTo>
                    <a:pt x="27522" y="35815"/>
                  </a:lnTo>
                  <a:lnTo>
                    <a:pt x="27926" y="33577"/>
                  </a:lnTo>
                  <a:lnTo>
                    <a:pt x="28331" y="32831"/>
                  </a:lnTo>
                  <a:lnTo>
                    <a:pt x="29545" y="32831"/>
                  </a:lnTo>
                  <a:lnTo>
                    <a:pt x="30760" y="33577"/>
                  </a:lnTo>
                  <a:lnTo>
                    <a:pt x="31569" y="34323"/>
                  </a:lnTo>
                  <a:lnTo>
                    <a:pt x="32378" y="35815"/>
                  </a:lnTo>
                  <a:lnTo>
                    <a:pt x="33188" y="36561"/>
                  </a:lnTo>
                  <a:lnTo>
                    <a:pt x="33593" y="38054"/>
                  </a:lnTo>
                  <a:lnTo>
                    <a:pt x="33997" y="38800"/>
                  </a:lnTo>
                  <a:lnTo>
                    <a:pt x="34402" y="39546"/>
                  </a:lnTo>
                  <a:lnTo>
                    <a:pt x="34807" y="39546"/>
                  </a:lnTo>
                  <a:lnTo>
                    <a:pt x="35616" y="40292"/>
                  </a:lnTo>
                  <a:lnTo>
                    <a:pt x="37235" y="40292"/>
                  </a:lnTo>
                  <a:lnTo>
                    <a:pt x="38449" y="39546"/>
                  </a:lnTo>
                  <a:lnTo>
                    <a:pt x="39664" y="38800"/>
                  </a:lnTo>
                  <a:lnTo>
                    <a:pt x="40068" y="38800"/>
                  </a:lnTo>
                  <a:lnTo>
                    <a:pt x="40878" y="38054"/>
                  </a:lnTo>
                  <a:lnTo>
                    <a:pt x="41283" y="37308"/>
                  </a:lnTo>
                  <a:lnTo>
                    <a:pt x="41687" y="36561"/>
                  </a:lnTo>
                  <a:lnTo>
                    <a:pt x="42092" y="36561"/>
                  </a:lnTo>
                  <a:lnTo>
                    <a:pt x="42497" y="35815"/>
                  </a:lnTo>
                  <a:lnTo>
                    <a:pt x="42902" y="35069"/>
                  </a:lnTo>
                  <a:lnTo>
                    <a:pt x="42902" y="34323"/>
                  </a:lnTo>
                  <a:lnTo>
                    <a:pt x="42497" y="33577"/>
                  </a:lnTo>
                  <a:lnTo>
                    <a:pt x="42092" y="32831"/>
                  </a:lnTo>
                  <a:lnTo>
                    <a:pt x="41687" y="31338"/>
                  </a:lnTo>
                  <a:lnTo>
                    <a:pt x="41687" y="28354"/>
                  </a:lnTo>
                  <a:lnTo>
                    <a:pt x="41283" y="26115"/>
                  </a:lnTo>
                  <a:lnTo>
                    <a:pt x="40878" y="25369"/>
                  </a:lnTo>
                  <a:lnTo>
                    <a:pt x="40878" y="20892"/>
                  </a:lnTo>
                  <a:lnTo>
                    <a:pt x="40473" y="19400"/>
                  </a:lnTo>
                  <a:lnTo>
                    <a:pt x="40473" y="18654"/>
                  </a:lnTo>
                  <a:lnTo>
                    <a:pt x="40068" y="16415"/>
                  </a:lnTo>
                  <a:lnTo>
                    <a:pt x="39664" y="14923"/>
                  </a:lnTo>
                  <a:lnTo>
                    <a:pt x="39259" y="13431"/>
                  </a:lnTo>
                  <a:lnTo>
                    <a:pt x="38854" y="11192"/>
                  </a:lnTo>
                  <a:lnTo>
                    <a:pt x="38449" y="8954"/>
                  </a:lnTo>
                  <a:lnTo>
                    <a:pt x="37640" y="8208"/>
                  </a:lnTo>
                  <a:lnTo>
                    <a:pt x="37235" y="5223"/>
                  </a:lnTo>
                  <a:lnTo>
                    <a:pt x="36831" y="4477"/>
                  </a:lnTo>
                  <a:lnTo>
                    <a:pt x="36831" y="2985"/>
                  </a:lnTo>
                  <a:lnTo>
                    <a:pt x="36426" y="1492"/>
                  </a:lnTo>
                  <a:lnTo>
                    <a:pt x="36021" y="746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1974" y="746"/>
                  </a:lnTo>
                  <a:lnTo>
                    <a:pt x="30760" y="746"/>
                  </a:lnTo>
                  <a:lnTo>
                    <a:pt x="30355" y="1492"/>
                  </a:lnTo>
                  <a:lnTo>
                    <a:pt x="29950" y="2985"/>
                  </a:lnTo>
                  <a:lnTo>
                    <a:pt x="29545" y="2985"/>
                  </a:lnTo>
                  <a:lnTo>
                    <a:pt x="29141" y="3731"/>
                  </a:lnTo>
                  <a:lnTo>
                    <a:pt x="27926" y="5223"/>
                  </a:lnTo>
                  <a:close/>
                  <a:moveTo>
                    <a:pt x="12547" y="42531"/>
                  </a:moveTo>
                  <a:lnTo>
                    <a:pt x="12142" y="43277"/>
                  </a:lnTo>
                  <a:lnTo>
                    <a:pt x="11737" y="44023"/>
                  </a:lnTo>
                  <a:lnTo>
                    <a:pt x="11332" y="44769"/>
                  </a:lnTo>
                  <a:lnTo>
                    <a:pt x="10928" y="45515"/>
                  </a:lnTo>
                  <a:lnTo>
                    <a:pt x="10118" y="47008"/>
                  </a:lnTo>
                  <a:lnTo>
                    <a:pt x="9309" y="47754"/>
                  </a:lnTo>
                  <a:lnTo>
                    <a:pt x="8904" y="48500"/>
                  </a:lnTo>
                  <a:lnTo>
                    <a:pt x="8499" y="48500"/>
                  </a:lnTo>
                  <a:lnTo>
                    <a:pt x="7285" y="49246"/>
                  </a:lnTo>
                  <a:lnTo>
                    <a:pt x="5261" y="49246"/>
                  </a:lnTo>
                  <a:lnTo>
                    <a:pt x="4857" y="48500"/>
                  </a:lnTo>
                  <a:lnTo>
                    <a:pt x="4452" y="48500"/>
                  </a:lnTo>
                  <a:lnTo>
                    <a:pt x="4047" y="47754"/>
                  </a:lnTo>
                  <a:lnTo>
                    <a:pt x="3643" y="47008"/>
                  </a:lnTo>
                  <a:lnTo>
                    <a:pt x="3238" y="46261"/>
                  </a:lnTo>
                  <a:lnTo>
                    <a:pt x="3238" y="42531"/>
                  </a:lnTo>
                  <a:lnTo>
                    <a:pt x="4047" y="41784"/>
                  </a:lnTo>
                  <a:lnTo>
                    <a:pt x="5666" y="41784"/>
                  </a:lnTo>
                  <a:lnTo>
                    <a:pt x="6880" y="41038"/>
                  </a:lnTo>
                  <a:lnTo>
                    <a:pt x="7285" y="41038"/>
                  </a:lnTo>
                  <a:lnTo>
                    <a:pt x="8095" y="40292"/>
                  </a:lnTo>
                  <a:lnTo>
                    <a:pt x="8499" y="41038"/>
                  </a:lnTo>
                  <a:lnTo>
                    <a:pt x="10118" y="41038"/>
                  </a:lnTo>
                  <a:lnTo>
                    <a:pt x="10118" y="41784"/>
                  </a:lnTo>
                  <a:lnTo>
                    <a:pt x="10928" y="41784"/>
                  </a:lnTo>
                  <a:lnTo>
                    <a:pt x="11332" y="42531"/>
                  </a:lnTo>
                  <a:close/>
                  <a:moveTo>
                    <a:pt x="16594" y="31338"/>
                  </a:moveTo>
                  <a:lnTo>
                    <a:pt x="14975" y="30592"/>
                  </a:lnTo>
                  <a:lnTo>
                    <a:pt x="14570" y="29846"/>
                  </a:lnTo>
                  <a:lnTo>
                    <a:pt x="14166" y="29100"/>
                  </a:lnTo>
                  <a:lnTo>
                    <a:pt x="13761" y="27608"/>
                  </a:lnTo>
                  <a:lnTo>
                    <a:pt x="13761" y="26861"/>
                  </a:lnTo>
                  <a:lnTo>
                    <a:pt x="14166" y="25369"/>
                  </a:lnTo>
                  <a:lnTo>
                    <a:pt x="14570" y="24623"/>
                  </a:lnTo>
                  <a:lnTo>
                    <a:pt x="15380" y="23877"/>
                  </a:lnTo>
                  <a:lnTo>
                    <a:pt x="15380" y="22385"/>
                  </a:lnTo>
                  <a:lnTo>
                    <a:pt x="18618" y="22385"/>
                  </a:lnTo>
                  <a:lnTo>
                    <a:pt x="19022" y="23131"/>
                  </a:lnTo>
                  <a:lnTo>
                    <a:pt x="19427" y="24623"/>
                  </a:lnTo>
                  <a:lnTo>
                    <a:pt x="19832" y="26861"/>
                  </a:lnTo>
                  <a:lnTo>
                    <a:pt x="19832" y="27608"/>
                  </a:lnTo>
                  <a:lnTo>
                    <a:pt x="19022" y="29846"/>
                  </a:lnTo>
                  <a:lnTo>
                    <a:pt x="18213" y="30592"/>
                  </a:lnTo>
                  <a:lnTo>
                    <a:pt x="17403" y="30592"/>
                  </a:lnTo>
                  <a:close/>
                  <a:moveTo>
                    <a:pt x="26712" y="49246"/>
                  </a:moveTo>
                  <a:lnTo>
                    <a:pt x="26712" y="50738"/>
                  </a:lnTo>
                  <a:lnTo>
                    <a:pt x="26307" y="52231"/>
                  </a:lnTo>
                  <a:lnTo>
                    <a:pt x="25903" y="52231"/>
                  </a:lnTo>
                  <a:lnTo>
                    <a:pt x="25498" y="52977"/>
                  </a:lnTo>
                  <a:lnTo>
                    <a:pt x="25498" y="53723"/>
                  </a:lnTo>
                  <a:lnTo>
                    <a:pt x="22260" y="53723"/>
                  </a:lnTo>
                  <a:lnTo>
                    <a:pt x="21855" y="52977"/>
                  </a:lnTo>
                  <a:lnTo>
                    <a:pt x="21855" y="52231"/>
                  </a:lnTo>
                  <a:lnTo>
                    <a:pt x="21451" y="51485"/>
                  </a:lnTo>
                  <a:lnTo>
                    <a:pt x="21046" y="50738"/>
                  </a:lnTo>
                  <a:lnTo>
                    <a:pt x="21046" y="49246"/>
                  </a:lnTo>
                  <a:lnTo>
                    <a:pt x="20641" y="48500"/>
                  </a:lnTo>
                  <a:lnTo>
                    <a:pt x="20641" y="47754"/>
                  </a:lnTo>
                  <a:lnTo>
                    <a:pt x="20237" y="47008"/>
                  </a:lnTo>
                  <a:lnTo>
                    <a:pt x="19832" y="46261"/>
                  </a:lnTo>
                  <a:lnTo>
                    <a:pt x="19427" y="46261"/>
                  </a:lnTo>
                  <a:lnTo>
                    <a:pt x="19427" y="45515"/>
                  </a:lnTo>
                  <a:lnTo>
                    <a:pt x="19022" y="44769"/>
                  </a:lnTo>
                  <a:lnTo>
                    <a:pt x="18618" y="44023"/>
                  </a:lnTo>
                  <a:lnTo>
                    <a:pt x="18618" y="43277"/>
                  </a:lnTo>
                  <a:lnTo>
                    <a:pt x="18213" y="42531"/>
                  </a:lnTo>
                  <a:lnTo>
                    <a:pt x="17808" y="41784"/>
                  </a:lnTo>
                  <a:lnTo>
                    <a:pt x="17808" y="41038"/>
                  </a:lnTo>
                  <a:lnTo>
                    <a:pt x="17403" y="40292"/>
                  </a:lnTo>
                  <a:lnTo>
                    <a:pt x="17403" y="39546"/>
                  </a:lnTo>
                  <a:lnTo>
                    <a:pt x="17808" y="38800"/>
                  </a:lnTo>
                  <a:lnTo>
                    <a:pt x="18213" y="38054"/>
                  </a:lnTo>
                  <a:lnTo>
                    <a:pt x="18213" y="37308"/>
                  </a:lnTo>
                  <a:lnTo>
                    <a:pt x="18618" y="37308"/>
                  </a:lnTo>
                  <a:lnTo>
                    <a:pt x="19022" y="36561"/>
                  </a:lnTo>
                  <a:lnTo>
                    <a:pt x="19427" y="35815"/>
                  </a:lnTo>
                  <a:lnTo>
                    <a:pt x="20237" y="35815"/>
                  </a:lnTo>
                  <a:lnTo>
                    <a:pt x="20641" y="35069"/>
                  </a:lnTo>
                  <a:lnTo>
                    <a:pt x="21046" y="35069"/>
                  </a:lnTo>
                  <a:lnTo>
                    <a:pt x="21451" y="35815"/>
                  </a:lnTo>
                  <a:lnTo>
                    <a:pt x="22260" y="35815"/>
                  </a:lnTo>
                  <a:lnTo>
                    <a:pt x="22665" y="36561"/>
                  </a:lnTo>
                  <a:lnTo>
                    <a:pt x="23070" y="37308"/>
                  </a:lnTo>
                  <a:lnTo>
                    <a:pt x="23474" y="38054"/>
                  </a:lnTo>
                  <a:lnTo>
                    <a:pt x="23879" y="38054"/>
                  </a:lnTo>
                  <a:lnTo>
                    <a:pt x="23879" y="38800"/>
                  </a:lnTo>
                  <a:lnTo>
                    <a:pt x="24284" y="39546"/>
                  </a:lnTo>
                  <a:lnTo>
                    <a:pt x="24284" y="41038"/>
                  </a:lnTo>
                  <a:lnTo>
                    <a:pt x="24689" y="41038"/>
                  </a:lnTo>
                  <a:lnTo>
                    <a:pt x="24689" y="41784"/>
                  </a:lnTo>
                  <a:cubicBezTo>
                    <a:pt x="24689" y="41784"/>
                    <a:pt x="25093" y="41784"/>
                    <a:pt x="25093" y="42531"/>
                  </a:cubicBezTo>
                  <a:lnTo>
                    <a:pt x="25093" y="43277"/>
                  </a:lnTo>
                  <a:lnTo>
                    <a:pt x="25498" y="44023"/>
                  </a:lnTo>
                  <a:lnTo>
                    <a:pt x="25498" y="44769"/>
                  </a:lnTo>
                  <a:lnTo>
                    <a:pt x="25903" y="45515"/>
                  </a:lnTo>
                  <a:lnTo>
                    <a:pt x="26307" y="45515"/>
                  </a:lnTo>
                  <a:lnTo>
                    <a:pt x="26307" y="46261"/>
                  </a:lnTo>
                  <a:lnTo>
                    <a:pt x="26712" y="47008"/>
                  </a:lnTo>
                  <a:lnTo>
                    <a:pt x="27117" y="47754"/>
                  </a:lnTo>
                  <a:close/>
                  <a:moveTo>
                    <a:pt x="29950" y="17908"/>
                  </a:moveTo>
                  <a:lnTo>
                    <a:pt x="30355" y="16415"/>
                  </a:lnTo>
                  <a:lnTo>
                    <a:pt x="30760" y="15669"/>
                  </a:lnTo>
                  <a:lnTo>
                    <a:pt x="30760" y="14923"/>
                  </a:lnTo>
                  <a:lnTo>
                    <a:pt x="31164" y="14177"/>
                  </a:lnTo>
                  <a:lnTo>
                    <a:pt x="31569" y="13431"/>
                  </a:lnTo>
                  <a:lnTo>
                    <a:pt x="32378" y="12685"/>
                  </a:lnTo>
                  <a:lnTo>
                    <a:pt x="33593" y="12685"/>
                  </a:lnTo>
                  <a:lnTo>
                    <a:pt x="33593" y="13431"/>
                  </a:lnTo>
                  <a:lnTo>
                    <a:pt x="34807" y="14177"/>
                  </a:lnTo>
                  <a:lnTo>
                    <a:pt x="35212" y="14923"/>
                  </a:lnTo>
                  <a:lnTo>
                    <a:pt x="36021" y="14923"/>
                  </a:lnTo>
                  <a:lnTo>
                    <a:pt x="36831" y="15669"/>
                  </a:lnTo>
                  <a:lnTo>
                    <a:pt x="37235" y="17161"/>
                  </a:lnTo>
                  <a:lnTo>
                    <a:pt x="37640" y="17908"/>
                  </a:lnTo>
                  <a:lnTo>
                    <a:pt x="37640" y="23131"/>
                  </a:lnTo>
                  <a:lnTo>
                    <a:pt x="38045" y="24623"/>
                  </a:lnTo>
                  <a:lnTo>
                    <a:pt x="38045" y="25369"/>
                  </a:lnTo>
                  <a:lnTo>
                    <a:pt x="38449" y="28354"/>
                  </a:lnTo>
                  <a:lnTo>
                    <a:pt x="37640" y="29846"/>
                  </a:lnTo>
                  <a:lnTo>
                    <a:pt x="37235" y="30592"/>
                  </a:lnTo>
                  <a:lnTo>
                    <a:pt x="36021" y="30592"/>
                  </a:lnTo>
                  <a:lnTo>
                    <a:pt x="35616" y="29846"/>
                  </a:lnTo>
                  <a:lnTo>
                    <a:pt x="34807" y="29846"/>
                  </a:lnTo>
                  <a:lnTo>
                    <a:pt x="34402" y="29100"/>
                  </a:lnTo>
                  <a:lnTo>
                    <a:pt x="34402" y="28354"/>
                  </a:lnTo>
                  <a:lnTo>
                    <a:pt x="33188" y="28354"/>
                  </a:lnTo>
                  <a:lnTo>
                    <a:pt x="33188" y="26861"/>
                  </a:lnTo>
                  <a:lnTo>
                    <a:pt x="32783" y="26115"/>
                  </a:lnTo>
                  <a:lnTo>
                    <a:pt x="32378" y="24623"/>
                  </a:lnTo>
                  <a:lnTo>
                    <a:pt x="31974" y="23877"/>
                  </a:lnTo>
                  <a:lnTo>
                    <a:pt x="31569" y="22385"/>
                  </a:lnTo>
                  <a:lnTo>
                    <a:pt x="31164" y="22385"/>
                  </a:lnTo>
                  <a:lnTo>
                    <a:pt x="30760" y="21638"/>
                  </a:lnTo>
                  <a:lnTo>
                    <a:pt x="29950" y="201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10449804" y="230846"/>
              <a:ext cx="7689" cy="16415"/>
            </a:xfrm>
            <a:custGeom>
              <a:avLst/>
              <a:gdLst>
                <a:gd name="connsiteX0" fmla="*/ 2024 w 7689"/>
                <a:gd name="connsiteY0" fmla="*/ 16415 h 16415"/>
                <a:gd name="connsiteX1" fmla="*/ 2833 w 7689"/>
                <a:gd name="connsiteY1" fmla="*/ 15669 h 16415"/>
                <a:gd name="connsiteX2" fmla="*/ 3238 w 7689"/>
                <a:gd name="connsiteY2" fmla="*/ 14923 h 16415"/>
                <a:gd name="connsiteX3" fmla="*/ 3642 w 7689"/>
                <a:gd name="connsiteY3" fmla="*/ 14177 h 16415"/>
                <a:gd name="connsiteX4" fmla="*/ 4452 w 7689"/>
                <a:gd name="connsiteY4" fmla="*/ 12685 h 16415"/>
                <a:gd name="connsiteX5" fmla="*/ 4857 w 7689"/>
                <a:gd name="connsiteY5" fmla="*/ 12685 h 16415"/>
                <a:gd name="connsiteX6" fmla="*/ 5261 w 7689"/>
                <a:gd name="connsiteY6" fmla="*/ 11938 h 16415"/>
                <a:gd name="connsiteX7" fmla="*/ 6476 w 7689"/>
                <a:gd name="connsiteY7" fmla="*/ 11192 h 16415"/>
                <a:gd name="connsiteX8" fmla="*/ 7285 w 7689"/>
                <a:gd name="connsiteY8" fmla="*/ 9700 h 16415"/>
                <a:gd name="connsiteX9" fmla="*/ 7690 w 7689"/>
                <a:gd name="connsiteY9" fmla="*/ 8208 h 16415"/>
                <a:gd name="connsiteX10" fmla="*/ 7690 w 7689"/>
                <a:gd name="connsiteY10" fmla="*/ 6715 h 16415"/>
                <a:gd name="connsiteX11" fmla="*/ 7285 w 7689"/>
                <a:gd name="connsiteY11" fmla="*/ 4477 h 16415"/>
                <a:gd name="connsiteX12" fmla="*/ 6880 w 7689"/>
                <a:gd name="connsiteY12" fmla="*/ 2984 h 16415"/>
                <a:gd name="connsiteX13" fmla="*/ 6880 w 7689"/>
                <a:gd name="connsiteY13" fmla="*/ 1492 h 16415"/>
                <a:gd name="connsiteX14" fmla="*/ 6476 w 7689"/>
                <a:gd name="connsiteY14" fmla="*/ 746 h 16415"/>
                <a:gd name="connsiteX15" fmla="*/ 5261 w 7689"/>
                <a:gd name="connsiteY15" fmla="*/ 0 h 16415"/>
                <a:gd name="connsiteX16" fmla="*/ 4047 w 7689"/>
                <a:gd name="connsiteY16" fmla="*/ 0 h 16415"/>
                <a:gd name="connsiteX17" fmla="*/ 3238 w 7689"/>
                <a:gd name="connsiteY17" fmla="*/ 746 h 16415"/>
                <a:gd name="connsiteX18" fmla="*/ 2833 w 7689"/>
                <a:gd name="connsiteY18" fmla="*/ 2238 h 16415"/>
                <a:gd name="connsiteX19" fmla="*/ 2833 w 7689"/>
                <a:gd name="connsiteY19" fmla="*/ 2984 h 16415"/>
                <a:gd name="connsiteX20" fmla="*/ 2428 w 7689"/>
                <a:gd name="connsiteY20" fmla="*/ 4477 h 16415"/>
                <a:gd name="connsiteX21" fmla="*/ 2024 w 7689"/>
                <a:gd name="connsiteY21" fmla="*/ 6715 h 16415"/>
                <a:gd name="connsiteX22" fmla="*/ 1214 w 7689"/>
                <a:gd name="connsiteY22" fmla="*/ 7461 h 16415"/>
                <a:gd name="connsiteX23" fmla="*/ 809 w 7689"/>
                <a:gd name="connsiteY23" fmla="*/ 9700 h 16415"/>
                <a:gd name="connsiteX24" fmla="*/ 405 w 7689"/>
                <a:gd name="connsiteY24" fmla="*/ 10446 h 16415"/>
                <a:gd name="connsiteX25" fmla="*/ 0 w 7689"/>
                <a:gd name="connsiteY25" fmla="*/ 11192 h 16415"/>
                <a:gd name="connsiteX26" fmla="*/ 0 w 7689"/>
                <a:gd name="connsiteY26" fmla="*/ 14177 h 16415"/>
                <a:gd name="connsiteX27" fmla="*/ 405 w 7689"/>
                <a:gd name="connsiteY27" fmla="*/ 14177 h 16415"/>
                <a:gd name="connsiteX28" fmla="*/ 809 w 7689"/>
                <a:gd name="connsiteY28" fmla="*/ 15669 h 16415"/>
                <a:gd name="connsiteX29" fmla="*/ 1214 w 7689"/>
                <a:gd name="connsiteY29" fmla="*/ 16415 h 1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689" h="16415">
                  <a:moveTo>
                    <a:pt x="2024" y="16415"/>
                  </a:moveTo>
                  <a:lnTo>
                    <a:pt x="2833" y="15669"/>
                  </a:lnTo>
                  <a:lnTo>
                    <a:pt x="3238" y="14923"/>
                  </a:lnTo>
                  <a:lnTo>
                    <a:pt x="3642" y="14177"/>
                  </a:lnTo>
                  <a:lnTo>
                    <a:pt x="4452" y="12685"/>
                  </a:lnTo>
                  <a:lnTo>
                    <a:pt x="4857" y="12685"/>
                  </a:lnTo>
                  <a:lnTo>
                    <a:pt x="5261" y="11938"/>
                  </a:lnTo>
                  <a:lnTo>
                    <a:pt x="6476" y="11192"/>
                  </a:lnTo>
                  <a:lnTo>
                    <a:pt x="7285" y="9700"/>
                  </a:lnTo>
                  <a:lnTo>
                    <a:pt x="7690" y="8208"/>
                  </a:lnTo>
                  <a:lnTo>
                    <a:pt x="7690" y="6715"/>
                  </a:lnTo>
                  <a:lnTo>
                    <a:pt x="7285" y="4477"/>
                  </a:lnTo>
                  <a:lnTo>
                    <a:pt x="6880" y="2984"/>
                  </a:lnTo>
                  <a:lnTo>
                    <a:pt x="6880" y="1492"/>
                  </a:lnTo>
                  <a:lnTo>
                    <a:pt x="6476" y="746"/>
                  </a:lnTo>
                  <a:lnTo>
                    <a:pt x="5261" y="0"/>
                  </a:lnTo>
                  <a:lnTo>
                    <a:pt x="4047" y="0"/>
                  </a:lnTo>
                  <a:lnTo>
                    <a:pt x="3238" y="746"/>
                  </a:lnTo>
                  <a:lnTo>
                    <a:pt x="2833" y="2238"/>
                  </a:lnTo>
                  <a:lnTo>
                    <a:pt x="2833" y="2984"/>
                  </a:lnTo>
                  <a:lnTo>
                    <a:pt x="2428" y="4477"/>
                  </a:lnTo>
                  <a:lnTo>
                    <a:pt x="2024" y="6715"/>
                  </a:lnTo>
                  <a:lnTo>
                    <a:pt x="1214" y="7461"/>
                  </a:lnTo>
                  <a:lnTo>
                    <a:pt x="809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4177"/>
                  </a:lnTo>
                  <a:lnTo>
                    <a:pt x="405" y="14177"/>
                  </a:lnTo>
                  <a:lnTo>
                    <a:pt x="809" y="15669"/>
                  </a:lnTo>
                  <a:lnTo>
                    <a:pt x="1214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10414592" y="69677"/>
              <a:ext cx="38044" cy="54469"/>
            </a:xfrm>
            <a:custGeom>
              <a:avLst/>
              <a:gdLst>
                <a:gd name="connsiteX0" fmla="*/ 30355 w 38044"/>
                <a:gd name="connsiteY0" fmla="*/ 0 h 54469"/>
                <a:gd name="connsiteX1" fmla="*/ 29950 w 38044"/>
                <a:gd name="connsiteY1" fmla="*/ 746 h 54469"/>
                <a:gd name="connsiteX2" fmla="*/ 29141 w 38044"/>
                <a:gd name="connsiteY2" fmla="*/ 2238 h 54469"/>
                <a:gd name="connsiteX3" fmla="*/ 29141 w 38044"/>
                <a:gd name="connsiteY3" fmla="*/ 2985 h 54469"/>
                <a:gd name="connsiteX4" fmla="*/ 29545 w 38044"/>
                <a:gd name="connsiteY4" fmla="*/ 4477 h 54469"/>
                <a:gd name="connsiteX5" fmla="*/ 29950 w 38044"/>
                <a:gd name="connsiteY5" fmla="*/ 5223 h 54469"/>
                <a:gd name="connsiteX6" fmla="*/ 29950 w 38044"/>
                <a:gd name="connsiteY6" fmla="*/ 8208 h 54469"/>
                <a:gd name="connsiteX7" fmla="*/ 30355 w 38044"/>
                <a:gd name="connsiteY7" fmla="*/ 8954 h 54469"/>
                <a:gd name="connsiteX8" fmla="*/ 30355 w 38044"/>
                <a:gd name="connsiteY8" fmla="*/ 11192 h 54469"/>
                <a:gd name="connsiteX9" fmla="*/ 30760 w 38044"/>
                <a:gd name="connsiteY9" fmla="*/ 11938 h 54469"/>
                <a:gd name="connsiteX10" fmla="*/ 31164 w 38044"/>
                <a:gd name="connsiteY10" fmla="*/ 12685 h 54469"/>
                <a:gd name="connsiteX11" fmla="*/ 32378 w 38044"/>
                <a:gd name="connsiteY11" fmla="*/ 14177 h 54469"/>
                <a:gd name="connsiteX12" fmla="*/ 33188 w 38044"/>
                <a:gd name="connsiteY12" fmla="*/ 15669 h 54469"/>
                <a:gd name="connsiteX13" fmla="*/ 33188 w 38044"/>
                <a:gd name="connsiteY13" fmla="*/ 19400 h 54469"/>
                <a:gd name="connsiteX14" fmla="*/ 32378 w 38044"/>
                <a:gd name="connsiteY14" fmla="*/ 20146 h 54469"/>
                <a:gd name="connsiteX15" fmla="*/ 31164 w 38044"/>
                <a:gd name="connsiteY15" fmla="*/ 20146 h 54469"/>
                <a:gd name="connsiteX16" fmla="*/ 30760 w 38044"/>
                <a:gd name="connsiteY16" fmla="*/ 20892 h 54469"/>
                <a:gd name="connsiteX17" fmla="*/ 30355 w 38044"/>
                <a:gd name="connsiteY17" fmla="*/ 20892 h 54469"/>
                <a:gd name="connsiteX18" fmla="*/ 28736 w 38044"/>
                <a:gd name="connsiteY18" fmla="*/ 20146 h 54469"/>
                <a:gd name="connsiteX19" fmla="*/ 28331 w 38044"/>
                <a:gd name="connsiteY19" fmla="*/ 20146 h 54469"/>
                <a:gd name="connsiteX20" fmla="*/ 27926 w 38044"/>
                <a:gd name="connsiteY20" fmla="*/ 19400 h 54469"/>
                <a:gd name="connsiteX21" fmla="*/ 27117 w 38044"/>
                <a:gd name="connsiteY21" fmla="*/ 18654 h 54469"/>
                <a:gd name="connsiteX22" fmla="*/ 26307 w 38044"/>
                <a:gd name="connsiteY22" fmla="*/ 16415 h 54469"/>
                <a:gd name="connsiteX23" fmla="*/ 25903 w 38044"/>
                <a:gd name="connsiteY23" fmla="*/ 14923 h 54469"/>
                <a:gd name="connsiteX24" fmla="*/ 24689 w 38044"/>
                <a:gd name="connsiteY24" fmla="*/ 12685 h 54469"/>
                <a:gd name="connsiteX25" fmla="*/ 23879 w 38044"/>
                <a:gd name="connsiteY25" fmla="*/ 11192 h 54469"/>
                <a:gd name="connsiteX26" fmla="*/ 23474 w 38044"/>
                <a:gd name="connsiteY26" fmla="*/ 9700 h 54469"/>
                <a:gd name="connsiteX27" fmla="*/ 23070 w 38044"/>
                <a:gd name="connsiteY27" fmla="*/ 8954 h 54469"/>
                <a:gd name="connsiteX28" fmla="*/ 21855 w 38044"/>
                <a:gd name="connsiteY28" fmla="*/ 8954 h 54469"/>
                <a:gd name="connsiteX29" fmla="*/ 21451 w 38044"/>
                <a:gd name="connsiteY29" fmla="*/ 9700 h 54469"/>
                <a:gd name="connsiteX30" fmla="*/ 21046 w 38044"/>
                <a:gd name="connsiteY30" fmla="*/ 9700 h 54469"/>
                <a:gd name="connsiteX31" fmla="*/ 20237 w 38044"/>
                <a:gd name="connsiteY31" fmla="*/ 11192 h 54469"/>
                <a:gd name="connsiteX32" fmla="*/ 19022 w 38044"/>
                <a:gd name="connsiteY32" fmla="*/ 12685 h 54469"/>
                <a:gd name="connsiteX33" fmla="*/ 18618 w 38044"/>
                <a:gd name="connsiteY33" fmla="*/ 12685 h 54469"/>
                <a:gd name="connsiteX34" fmla="*/ 17808 w 38044"/>
                <a:gd name="connsiteY34" fmla="*/ 14177 h 54469"/>
                <a:gd name="connsiteX35" fmla="*/ 16999 w 38044"/>
                <a:gd name="connsiteY35" fmla="*/ 14923 h 54469"/>
                <a:gd name="connsiteX36" fmla="*/ 15380 w 38044"/>
                <a:gd name="connsiteY36" fmla="*/ 17161 h 54469"/>
                <a:gd name="connsiteX37" fmla="*/ 15380 w 38044"/>
                <a:gd name="connsiteY37" fmla="*/ 17908 h 54469"/>
                <a:gd name="connsiteX38" fmla="*/ 14570 w 38044"/>
                <a:gd name="connsiteY38" fmla="*/ 18654 h 54469"/>
                <a:gd name="connsiteX39" fmla="*/ 14166 w 38044"/>
                <a:gd name="connsiteY39" fmla="*/ 20146 h 54469"/>
                <a:gd name="connsiteX40" fmla="*/ 14166 w 38044"/>
                <a:gd name="connsiteY40" fmla="*/ 21638 h 54469"/>
                <a:gd name="connsiteX41" fmla="*/ 13761 w 38044"/>
                <a:gd name="connsiteY41" fmla="*/ 22385 h 54469"/>
                <a:gd name="connsiteX42" fmla="*/ 13761 w 38044"/>
                <a:gd name="connsiteY42" fmla="*/ 24623 h 54469"/>
                <a:gd name="connsiteX43" fmla="*/ 14166 w 38044"/>
                <a:gd name="connsiteY43" fmla="*/ 26115 h 54469"/>
                <a:gd name="connsiteX44" fmla="*/ 14166 w 38044"/>
                <a:gd name="connsiteY44" fmla="*/ 28354 h 54469"/>
                <a:gd name="connsiteX45" fmla="*/ 14975 w 38044"/>
                <a:gd name="connsiteY45" fmla="*/ 29846 h 54469"/>
                <a:gd name="connsiteX46" fmla="*/ 15380 w 38044"/>
                <a:gd name="connsiteY46" fmla="*/ 31338 h 54469"/>
                <a:gd name="connsiteX47" fmla="*/ 16189 w 38044"/>
                <a:gd name="connsiteY47" fmla="*/ 32085 h 54469"/>
                <a:gd name="connsiteX48" fmla="*/ 16594 w 38044"/>
                <a:gd name="connsiteY48" fmla="*/ 32831 h 54469"/>
                <a:gd name="connsiteX49" fmla="*/ 16999 w 38044"/>
                <a:gd name="connsiteY49" fmla="*/ 33577 h 54469"/>
                <a:gd name="connsiteX50" fmla="*/ 16999 w 38044"/>
                <a:gd name="connsiteY50" fmla="*/ 34323 h 54469"/>
                <a:gd name="connsiteX51" fmla="*/ 16594 w 38044"/>
                <a:gd name="connsiteY51" fmla="*/ 35069 h 54469"/>
                <a:gd name="connsiteX52" fmla="*/ 16594 w 38044"/>
                <a:gd name="connsiteY52" fmla="*/ 36561 h 54469"/>
                <a:gd name="connsiteX53" fmla="*/ 16189 w 38044"/>
                <a:gd name="connsiteY53" fmla="*/ 38054 h 54469"/>
                <a:gd name="connsiteX54" fmla="*/ 15380 w 38044"/>
                <a:gd name="connsiteY54" fmla="*/ 38054 h 54469"/>
                <a:gd name="connsiteX55" fmla="*/ 15380 w 38044"/>
                <a:gd name="connsiteY55" fmla="*/ 38800 h 54469"/>
                <a:gd name="connsiteX56" fmla="*/ 14570 w 38044"/>
                <a:gd name="connsiteY56" fmla="*/ 38800 h 54469"/>
                <a:gd name="connsiteX57" fmla="*/ 14166 w 38044"/>
                <a:gd name="connsiteY57" fmla="*/ 39546 h 54469"/>
                <a:gd name="connsiteX58" fmla="*/ 12951 w 38044"/>
                <a:gd name="connsiteY58" fmla="*/ 39546 h 54469"/>
                <a:gd name="connsiteX59" fmla="*/ 12142 w 38044"/>
                <a:gd name="connsiteY59" fmla="*/ 40292 h 54469"/>
                <a:gd name="connsiteX60" fmla="*/ 10523 w 38044"/>
                <a:gd name="connsiteY60" fmla="*/ 40292 h 54469"/>
                <a:gd name="connsiteX61" fmla="*/ 10523 w 38044"/>
                <a:gd name="connsiteY61" fmla="*/ 41038 h 54469"/>
                <a:gd name="connsiteX62" fmla="*/ 5666 w 38044"/>
                <a:gd name="connsiteY62" fmla="*/ 41038 h 54469"/>
                <a:gd name="connsiteX63" fmla="*/ 4452 w 38044"/>
                <a:gd name="connsiteY63" fmla="*/ 40292 h 54469"/>
                <a:gd name="connsiteX64" fmla="*/ 4047 w 38044"/>
                <a:gd name="connsiteY64" fmla="*/ 39546 h 54469"/>
                <a:gd name="connsiteX65" fmla="*/ 3238 w 38044"/>
                <a:gd name="connsiteY65" fmla="*/ 40292 h 54469"/>
                <a:gd name="connsiteX66" fmla="*/ 1214 w 38044"/>
                <a:gd name="connsiteY66" fmla="*/ 41038 h 54469"/>
                <a:gd name="connsiteX67" fmla="*/ 809 w 38044"/>
                <a:gd name="connsiteY67" fmla="*/ 41038 h 54469"/>
                <a:gd name="connsiteX68" fmla="*/ 405 w 38044"/>
                <a:gd name="connsiteY68" fmla="*/ 43277 h 54469"/>
                <a:gd name="connsiteX69" fmla="*/ 405 w 38044"/>
                <a:gd name="connsiteY69" fmla="*/ 44023 h 54469"/>
                <a:gd name="connsiteX70" fmla="*/ 0 w 38044"/>
                <a:gd name="connsiteY70" fmla="*/ 46261 h 54469"/>
                <a:gd name="connsiteX71" fmla="*/ 0 w 38044"/>
                <a:gd name="connsiteY71" fmla="*/ 47754 h 54469"/>
                <a:gd name="connsiteX72" fmla="*/ 809 w 38044"/>
                <a:gd name="connsiteY72" fmla="*/ 48500 h 54469"/>
                <a:gd name="connsiteX73" fmla="*/ 1214 w 38044"/>
                <a:gd name="connsiteY73" fmla="*/ 49246 h 54469"/>
                <a:gd name="connsiteX74" fmla="*/ 2428 w 38044"/>
                <a:gd name="connsiteY74" fmla="*/ 50738 h 54469"/>
                <a:gd name="connsiteX75" fmla="*/ 3238 w 38044"/>
                <a:gd name="connsiteY75" fmla="*/ 52231 h 54469"/>
                <a:gd name="connsiteX76" fmla="*/ 4047 w 38044"/>
                <a:gd name="connsiteY76" fmla="*/ 52977 h 54469"/>
                <a:gd name="connsiteX77" fmla="*/ 4857 w 38044"/>
                <a:gd name="connsiteY77" fmla="*/ 54469 h 54469"/>
                <a:gd name="connsiteX78" fmla="*/ 9309 w 38044"/>
                <a:gd name="connsiteY78" fmla="*/ 54469 h 54469"/>
                <a:gd name="connsiteX79" fmla="*/ 10523 w 38044"/>
                <a:gd name="connsiteY79" fmla="*/ 53723 h 54469"/>
                <a:gd name="connsiteX80" fmla="*/ 11332 w 38044"/>
                <a:gd name="connsiteY80" fmla="*/ 52231 h 54469"/>
                <a:gd name="connsiteX81" fmla="*/ 12142 w 38044"/>
                <a:gd name="connsiteY81" fmla="*/ 50738 h 54469"/>
                <a:gd name="connsiteX82" fmla="*/ 12951 w 38044"/>
                <a:gd name="connsiteY82" fmla="*/ 50738 h 54469"/>
                <a:gd name="connsiteX83" fmla="*/ 14166 w 38044"/>
                <a:gd name="connsiteY83" fmla="*/ 49246 h 54469"/>
                <a:gd name="connsiteX84" fmla="*/ 15380 w 38044"/>
                <a:gd name="connsiteY84" fmla="*/ 48500 h 54469"/>
                <a:gd name="connsiteX85" fmla="*/ 17403 w 38044"/>
                <a:gd name="connsiteY85" fmla="*/ 47008 h 54469"/>
                <a:gd name="connsiteX86" fmla="*/ 18618 w 38044"/>
                <a:gd name="connsiteY86" fmla="*/ 45515 h 54469"/>
                <a:gd name="connsiteX87" fmla="*/ 19427 w 38044"/>
                <a:gd name="connsiteY87" fmla="*/ 45515 h 54469"/>
                <a:gd name="connsiteX88" fmla="*/ 19832 w 38044"/>
                <a:gd name="connsiteY88" fmla="*/ 44023 h 54469"/>
                <a:gd name="connsiteX89" fmla="*/ 19832 w 38044"/>
                <a:gd name="connsiteY89" fmla="*/ 41784 h 54469"/>
                <a:gd name="connsiteX90" fmla="*/ 20237 w 38044"/>
                <a:gd name="connsiteY90" fmla="*/ 39546 h 54469"/>
                <a:gd name="connsiteX91" fmla="*/ 20237 w 38044"/>
                <a:gd name="connsiteY91" fmla="*/ 38054 h 54469"/>
                <a:gd name="connsiteX92" fmla="*/ 20641 w 38044"/>
                <a:gd name="connsiteY92" fmla="*/ 35069 h 54469"/>
                <a:gd name="connsiteX93" fmla="*/ 20641 w 38044"/>
                <a:gd name="connsiteY93" fmla="*/ 33577 h 54469"/>
                <a:gd name="connsiteX94" fmla="*/ 20237 w 38044"/>
                <a:gd name="connsiteY94" fmla="*/ 32831 h 54469"/>
                <a:gd name="connsiteX95" fmla="*/ 20237 w 38044"/>
                <a:gd name="connsiteY95" fmla="*/ 31338 h 54469"/>
                <a:gd name="connsiteX96" fmla="*/ 19832 w 38044"/>
                <a:gd name="connsiteY96" fmla="*/ 29846 h 54469"/>
                <a:gd name="connsiteX97" fmla="*/ 19832 w 38044"/>
                <a:gd name="connsiteY97" fmla="*/ 23877 h 54469"/>
                <a:gd name="connsiteX98" fmla="*/ 20237 w 38044"/>
                <a:gd name="connsiteY98" fmla="*/ 23131 h 54469"/>
                <a:gd name="connsiteX99" fmla="*/ 20641 w 38044"/>
                <a:gd name="connsiteY99" fmla="*/ 22385 h 54469"/>
                <a:gd name="connsiteX100" fmla="*/ 21451 w 38044"/>
                <a:gd name="connsiteY100" fmla="*/ 21638 h 54469"/>
                <a:gd name="connsiteX101" fmla="*/ 22260 w 38044"/>
                <a:gd name="connsiteY101" fmla="*/ 21638 h 54469"/>
                <a:gd name="connsiteX102" fmla="*/ 23070 w 38044"/>
                <a:gd name="connsiteY102" fmla="*/ 22385 h 54469"/>
                <a:gd name="connsiteX103" fmla="*/ 23879 w 38044"/>
                <a:gd name="connsiteY103" fmla="*/ 22385 h 54469"/>
                <a:gd name="connsiteX104" fmla="*/ 24689 w 38044"/>
                <a:gd name="connsiteY104" fmla="*/ 23131 h 54469"/>
                <a:gd name="connsiteX105" fmla="*/ 24689 w 38044"/>
                <a:gd name="connsiteY105" fmla="*/ 23877 h 54469"/>
                <a:gd name="connsiteX106" fmla="*/ 26307 w 38044"/>
                <a:gd name="connsiteY106" fmla="*/ 26115 h 54469"/>
                <a:gd name="connsiteX107" fmla="*/ 27117 w 38044"/>
                <a:gd name="connsiteY107" fmla="*/ 28354 h 54469"/>
                <a:gd name="connsiteX108" fmla="*/ 27926 w 38044"/>
                <a:gd name="connsiteY108" fmla="*/ 29100 h 54469"/>
                <a:gd name="connsiteX109" fmla="*/ 28331 w 38044"/>
                <a:gd name="connsiteY109" fmla="*/ 29846 h 54469"/>
                <a:gd name="connsiteX110" fmla="*/ 29141 w 38044"/>
                <a:gd name="connsiteY110" fmla="*/ 30592 h 54469"/>
                <a:gd name="connsiteX111" fmla="*/ 30760 w 38044"/>
                <a:gd name="connsiteY111" fmla="*/ 30592 h 54469"/>
                <a:gd name="connsiteX112" fmla="*/ 31569 w 38044"/>
                <a:gd name="connsiteY112" fmla="*/ 29846 h 54469"/>
                <a:gd name="connsiteX113" fmla="*/ 32378 w 38044"/>
                <a:gd name="connsiteY113" fmla="*/ 28354 h 54469"/>
                <a:gd name="connsiteX114" fmla="*/ 33188 w 38044"/>
                <a:gd name="connsiteY114" fmla="*/ 26861 h 54469"/>
                <a:gd name="connsiteX115" fmla="*/ 34402 w 38044"/>
                <a:gd name="connsiteY115" fmla="*/ 26115 h 54469"/>
                <a:gd name="connsiteX116" fmla="*/ 35616 w 38044"/>
                <a:gd name="connsiteY116" fmla="*/ 26115 h 54469"/>
                <a:gd name="connsiteX117" fmla="*/ 36426 w 38044"/>
                <a:gd name="connsiteY117" fmla="*/ 25369 h 54469"/>
                <a:gd name="connsiteX118" fmla="*/ 37235 w 38044"/>
                <a:gd name="connsiteY118" fmla="*/ 24623 h 54469"/>
                <a:gd name="connsiteX119" fmla="*/ 37640 w 38044"/>
                <a:gd name="connsiteY119" fmla="*/ 23877 h 54469"/>
                <a:gd name="connsiteX120" fmla="*/ 38045 w 38044"/>
                <a:gd name="connsiteY120" fmla="*/ 22385 h 54469"/>
                <a:gd name="connsiteX121" fmla="*/ 38045 w 38044"/>
                <a:gd name="connsiteY121" fmla="*/ 16415 h 54469"/>
                <a:gd name="connsiteX122" fmla="*/ 37640 w 38044"/>
                <a:gd name="connsiteY122" fmla="*/ 14923 h 54469"/>
                <a:gd name="connsiteX123" fmla="*/ 36426 w 38044"/>
                <a:gd name="connsiteY123" fmla="*/ 12685 h 54469"/>
                <a:gd name="connsiteX124" fmla="*/ 36021 w 38044"/>
                <a:gd name="connsiteY124" fmla="*/ 11192 h 54469"/>
                <a:gd name="connsiteX125" fmla="*/ 35616 w 38044"/>
                <a:gd name="connsiteY125" fmla="*/ 11192 h 54469"/>
                <a:gd name="connsiteX126" fmla="*/ 35212 w 38044"/>
                <a:gd name="connsiteY126" fmla="*/ 8954 h 54469"/>
                <a:gd name="connsiteX127" fmla="*/ 34402 w 38044"/>
                <a:gd name="connsiteY127" fmla="*/ 6715 h 54469"/>
                <a:gd name="connsiteX128" fmla="*/ 33593 w 38044"/>
                <a:gd name="connsiteY128" fmla="*/ 5223 h 54469"/>
                <a:gd name="connsiteX129" fmla="*/ 33188 w 38044"/>
                <a:gd name="connsiteY129" fmla="*/ 4477 h 54469"/>
                <a:gd name="connsiteX130" fmla="*/ 33188 w 38044"/>
                <a:gd name="connsiteY130" fmla="*/ 2985 h 54469"/>
                <a:gd name="connsiteX131" fmla="*/ 32783 w 38044"/>
                <a:gd name="connsiteY131" fmla="*/ 1492 h 54469"/>
                <a:gd name="connsiteX132" fmla="*/ 32783 w 38044"/>
                <a:gd name="connsiteY132" fmla="*/ 746 h 54469"/>
                <a:gd name="connsiteX133" fmla="*/ 31164 w 38044"/>
                <a:gd name="connsiteY133" fmla="*/ 0 h 54469"/>
                <a:gd name="connsiteX134" fmla="*/ 30760 w 38044"/>
                <a:gd name="connsiteY134" fmla="*/ 0 h 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38044" h="54469">
                  <a:moveTo>
                    <a:pt x="30355" y="0"/>
                  </a:moveTo>
                  <a:lnTo>
                    <a:pt x="29950" y="746"/>
                  </a:lnTo>
                  <a:lnTo>
                    <a:pt x="29141" y="2238"/>
                  </a:lnTo>
                  <a:lnTo>
                    <a:pt x="29141" y="2985"/>
                  </a:lnTo>
                  <a:lnTo>
                    <a:pt x="29545" y="4477"/>
                  </a:lnTo>
                  <a:lnTo>
                    <a:pt x="29950" y="5223"/>
                  </a:lnTo>
                  <a:lnTo>
                    <a:pt x="29950" y="8208"/>
                  </a:lnTo>
                  <a:lnTo>
                    <a:pt x="30355" y="8954"/>
                  </a:lnTo>
                  <a:lnTo>
                    <a:pt x="30355" y="11192"/>
                  </a:lnTo>
                  <a:lnTo>
                    <a:pt x="30760" y="11938"/>
                  </a:lnTo>
                  <a:lnTo>
                    <a:pt x="31164" y="12685"/>
                  </a:lnTo>
                  <a:lnTo>
                    <a:pt x="32378" y="14177"/>
                  </a:lnTo>
                  <a:lnTo>
                    <a:pt x="33188" y="15669"/>
                  </a:lnTo>
                  <a:lnTo>
                    <a:pt x="33188" y="19400"/>
                  </a:lnTo>
                  <a:lnTo>
                    <a:pt x="32378" y="20146"/>
                  </a:lnTo>
                  <a:lnTo>
                    <a:pt x="31164" y="20146"/>
                  </a:lnTo>
                  <a:lnTo>
                    <a:pt x="30760" y="20892"/>
                  </a:lnTo>
                  <a:lnTo>
                    <a:pt x="30355" y="20892"/>
                  </a:lnTo>
                  <a:lnTo>
                    <a:pt x="28736" y="20146"/>
                  </a:lnTo>
                  <a:lnTo>
                    <a:pt x="28331" y="20146"/>
                  </a:lnTo>
                  <a:lnTo>
                    <a:pt x="27926" y="19400"/>
                  </a:lnTo>
                  <a:lnTo>
                    <a:pt x="27117" y="18654"/>
                  </a:lnTo>
                  <a:lnTo>
                    <a:pt x="26307" y="16415"/>
                  </a:lnTo>
                  <a:lnTo>
                    <a:pt x="25903" y="14923"/>
                  </a:lnTo>
                  <a:lnTo>
                    <a:pt x="24689" y="12685"/>
                  </a:lnTo>
                  <a:lnTo>
                    <a:pt x="23879" y="11192"/>
                  </a:lnTo>
                  <a:lnTo>
                    <a:pt x="23474" y="9700"/>
                  </a:lnTo>
                  <a:lnTo>
                    <a:pt x="23070" y="8954"/>
                  </a:lnTo>
                  <a:lnTo>
                    <a:pt x="21855" y="8954"/>
                  </a:lnTo>
                  <a:lnTo>
                    <a:pt x="21451" y="9700"/>
                  </a:lnTo>
                  <a:lnTo>
                    <a:pt x="21046" y="9700"/>
                  </a:lnTo>
                  <a:lnTo>
                    <a:pt x="20237" y="11192"/>
                  </a:lnTo>
                  <a:lnTo>
                    <a:pt x="19022" y="12685"/>
                  </a:lnTo>
                  <a:lnTo>
                    <a:pt x="18618" y="12685"/>
                  </a:lnTo>
                  <a:lnTo>
                    <a:pt x="17808" y="14177"/>
                  </a:lnTo>
                  <a:lnTo>
                    <a:pt x="16999" y="14923"/>
                  </a:lnTo>
                  <a:lnTo>
                    <a:pt x="15380" y="17161"/>
                  </a:lnTo>
                  <a:lnTo>
                    <a:pt x="15380" y="17908"/>
                  </a:lnTo>
                  <a:lnTo>
                    <a:pt x="14570" y="18654"/>
                  </a:lnTo>
                  <a:lnTo>
                    <a:pt x="14166" y="20146"/>
                  </a:lnTo>
                  <a:lnTo>
                    <a:pt x="14166" y="21638"/>
                  </a:lnTo>
                  <a:lnTo>
                    <a:pt x="13761" y="22385"/>
                  </a:lnTo>
                  <a:lnTo>
                    <a:pt x="13761" y="24623"/>
                  </a:lnTo>
                  <a:lnTo>
                    <a:pt x="14166" y="26115"/>
                  </a:lnTo>
                  <a:lnTo>
                    <a:pt x="14166" y="28354"/>
                  </a:lnTo>
                  <a:lnTo>
                    <a:pt x="14975" y="29846"/>
                  </a:lnTo>
                  <a:lnTo>
                    <a:pt x="15380" y="31338"/>
                  </a:lnTo>
                  <a:lnTo>
                    <a:pt x="16189" y="32085"/>
                  </a:lnTo>
                  <a:lnTo>
                    <a:pt x="16594" y="32831"/>
                  </a:lnTo>
                  <a:lnTo>
                    <a:pt x="16999" y="33577"/>
                  </a:lnTo>
                  <a:lnTo>
                    <a:pt x="16999" y="34323"/>
                  </a:lnTo>
                  <a:lnTo>
                    <a:pt x="16594" y="35069"/>
                  </a:lnTo>
                  <a:lnTo>
                    <a:pt x="16594" y="36561"/>
                  </a:lnTo>
                  <a:lnTo>
                    <a:pt x="16189" y="38054"/>
                  </a:lnTo>
                  <a:lnTo>
                    <a:pt x="15380" y="38054"/>
                  </a:lnTo>
                  <a:lnTo>
                    <a:pt x="15380" y="38800"/>
                  </a:lnTo>
                  <a:lnTo>
                    <a:pt x="14570" y="38800"/>
                  </a:lnTo>
                  <a:lnTo>
                    <a:pt x="14166" y="39546"/>
                  </a:lnTo>
                  <a:lnTo>
                    <a:pt x="12951" y="39546"/>
                  </a:lnTo>
                  <a:lnTo>
                    <a:pt x="12142" y="40292"/>
                  </a:lnTo>
                  <a:lnTo>
                    <a:pt x="10523" y="40292"/>
                  </a:lnTo>
                  <a:lnTo>
                    <a:pt x="10523" y="41038"/>
                  </a:lnTo>
                  <a:lnTo>
                    <a:pt x="5666" y="41038"/>
                  </a:lnTo>
                  <a:lnTo>
                    <a:pt x="4452" y="40292"/>
                  </a:lnTo>
                  <a:lnTo>
                    <a:pt x="4047" y="39546"/>
                  </a:lnTo>
                  <a:lnTo>
                    <a:pt x="3238" y="40292"/>
                  </a:lnTo>
                  <a:lnTo>
                    <a:pt x="1214" y="41038"/>
                  </a:lnTo>
                  <a:lnTo>
                    <a:pt x="809" y="41038"/>
                  </a:lnTo>
                  <a:lnTo>
                    <a:pt x="405" y="43277"/>
                  </a:lnTo>
                  <a:lnTo>
                    <a:pt x="405" y="44023"/>
                  </a:lnTo>
                  <a:lnTo>
                    <a:pt x="0" y="46261"/>
                  </a:lnTo>
                  <a:lnTo>
                    <a:pt x="0" y="47754"/>
                  </a:lnTo>
                  <a:lnTo>
                    <a:pt x="809" y="48500"/>
                  </a:lnTo>
                  <a:lnTo>
                    <a:pt x="1214" y="49246"/>
                  </a:lnTo>
                  <a:lnTo>
                    <a:pt x="2428" y="50738"/>
                  </a:lnTo>
                  <a:lnTo>
                    <a:pt x="3238" y="52231"/>
                  </a:lnTo>
                  <a:lnTo>
                    <a:pt x="4047" y="52977"/>
                  </a:lnTo>
                  <a:lnTo>
                    <a:pt x="4857" y="54469"/>
                  </a:lnTo>
                  <a:lnTo>
                    <a:pt x="9309" y="54469"/>
                  </a:lnTo>
                  <a:lnTo>
                    <a:pt x="10523" y="53723"/>
                  </a:lnTo>
                  <a:lnTo>
                    <a:pt x="11332" y="52231"/>
                  </a:lnTo>
                  <a:lnTo>
                    <a:pt x="12142" y="50738"/>
                  </a:lnTo>
                  <a:lnTo>
                    <a:pt x="12951" y="50738"/>
                  </a:lnTo>
                  <a:lnTo>
                    <a:pt x="14166" y="49246"/>
                  </a:lnTo>
                  <a:lnTo>
                    <a:pt x="15380" y="48500"/>
                  </a:lnTo>
                  <a:lnTo>
                    <a:pt x="17403" y="47008"/>
                  </a:lnTo>
                  <a:lnTo>
                    <a:pt x="18618" y="45515"/>
                  </a:lnTo>
                  <a:lnTo>
                    <a:pt x="19427" y="45515"/>
                  </a:lnTo>
                  <a:lnTo>
                    <a:pt x="19832" y="44023"/>
                  </a:lnTo>
                  <a:lnTo>
                    <a:pt x="19832" y="41784"/>
                  </a:lnTo>
                  <a:lnTo>
                    <a:pt x="20237" y="39546"/>
                  </a:lnTo>
                  <a:lnTo>
                    <a:pt x="20237" y="38054"/>
                  </a:lnTo>
                  <a:lnTo>
                    <a:pt x="20641" y="35069"/>
                  </a:lnTo>
                  <a:lnTo>
                    <a:pt x="20641" y="33577"/>
                  </a:lnTo>
                  <a:lnTo>
                    <a:pt x="20237" y="32831"/>
                  </a:lnTo>
                  <a:lnTo>
                    <a:pt x="20237" y="31338"/>
                  </a:lnTo>
                  <a:lnTo>
                    <a:pt x="19832" y="29846"/>
                  </a:lnTo>
                  <a:lnTo>
                    <a:pt x="19832" y="23877"/>
                  </a:lnTo>
                  <a:lnTo>
                    <a:pt x="20237" y="23131"/>
                  </a:lnTo>
                  <a:lnTo>
                    <a:pt x="20641" y="22385"/>
                  </a:lnTo>
                  <a:lnTo>
                    <a:pt x="21451" y="21638"/>
                  </a:lnTo>
                  <a:lnTo>
                    <a:pt x="22260" y="21638"/>
                  </a:lnTo>
                  <a:lnTo>
                    <a:pt x="23070" y="22385"/>
                  </a:lnTo>
                  <a:lnTo>
                    <a:pt x="23879" y="22385"/>
                  </a:lnTo>
                  <a:lnTo>
                    <a:pt x="24689" y="23131"/>
                  </a:lnTo>
                  <a:lnTo>
                    <a:pt x="24689" y="23877"/>
                  </a:lnTo>
                  <a:lnTo>
                    <a:pt x="26307" y="26115"/>
                  </a:lnTo>
                  <a:lnTo>
                    <a:pt x="27117" y="28354"/>
                  </a:lnTo>
                  <a:lnTo>
                    <a:pt x="27926" y="29100"/>
                  </a:lnTo>
                  <a:lnTo>
                    <a:pt x="28331" y="29846"/>
                  </a:lnTo>
                  <a:lnTo>
                    <a:pt x="29141" y="30592"/>
                  </a:lnTo>
                  <a:lnTo>
                    <a:pt x="30760" y="30592"/>
                  </a:lnTo>
                  <a:lnTo>
                    <a:pt x="31569" y="29846"/>
                  </a:lnTo>
                  <a:lnTo>
                    <a:pt x="32378" y="28354"/>
                  </a:lnTo>
                  <a:lnTo>
                    <a:pt x="33188" y="26861"/>
                  </a:lnTo>
                  <a:lnTo>
                    <a:pt x="34402" y="26115"/>
                  </a:lnTo>
                  <a:lnTo>
                    <a:pt x="35616" y="26115"/>
                  </a:lnTo>
                  <a:lnTo>
                    <a:pt x="36426" y="25369"/>
                  </a:lnTo>
                  <a:lnTo>
                    <a:pt x="37235" y="24623"/>
                  </a:lnTo>
                  <a:lnTo>
                    <a:pt x="37640" y="23877"/>
                  </a:lnTo>
                  <a:lnTo>
                    <a:pt x="38045" y="22385"/>
                  </a:lnTo>
                  <a:lnTo>
                    <a:pt x="38045" y="16415"/>
                  </a:lnTo>
                  <a:lnTo>
                    <a:pt x="37640" y="14923"/>
                  </a:lnTo>
                  <a:lnTo>
                    <a:pt x="36426" y="12685"/>
                  </a:lnTo>
                  <a:lnTo>
                    <a:pt x="36021" y="11192"/>
                  </a:lnTo>
                  <a:lnTo>
                    <a:pt x="35616" y="11192"/>
                  </a:lnTo>
                  <a:lnTo>
                    <a:pt x="35212" y="8954"/>
                  </a:lnTo>
                  <a:lnTo>
                    <a:pt x="34402" y="6715"/>
                  </a:lnTo>
                  <a:lnTo>
                    <a:pt x="33593" y="5223"/>
                  </a:lnTo>
                  <a:lnTo>
                    <a:pt x="33188" y="4477"/>
                  </a:lnTo>
                  <a:lnTo>
                    <a:pt x="33188" y="2985"/>
                  </a:lnTo>
                  <a:lnTo>
                    <a:pt x="32783" y="1492"/>
                  </a:lnTo>
                  <a:lnTo>
                    <a:pt x="32783" y="746"/>
                  </a:lnTo>
                  <a:lnTo>
                    <a:pt x="31164" y="0"/>
                  </a:lnTo>
                  <a:lnTo>
                    <a:pt x="3076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10441912" y="-78807"/>
              <a:ext cx="18010" cy="18005"/>
            </a:xfrm>
            <a:custGeom>
              <a:avLst/>
              <a:gdLst>
                <a:gd name="connsiteX0" fmla="*/ 3440 w 18010"/>
                <a:gd name="connsiteY0" fmla="*/ 17908 h 18005"/>
                <a:gd name="connsiteX1" fmla="*/ 8297 w 18010"/>
                <a:gd name="connsiteY1" fmla="*/ 13431 h 18005"/>
                <a:gd name="connsiteX2" fmla="*/ 9106 w 18010"/>
                <a:gd name="connsiteY2" fmla="*/ 13431 h 18005"/>
                <a:gd name="connsiteX3" fmla="*/ 10725 w 18010"/>
                <a:gd name="connsiteY3" fmla="*/ 13431 h 18005"/>
                <a:gd name="connsiteX4" fmla="*/ 12749 w 18010"/>
                <a:gd name="connsiteY4" fmla="*/ 13431 h 18005"/>
                <a:gd name="connsiteX5" fmla="*/ 14368 w 18010"/>
                <a:gd name="connsiteY5" fmla="*/ 14177 h 18005"/>
                <a:gd name="connsiteX6" fmla="*/ 17201 w 18010"/>
                <a:gd name="connsiteY6" fmla="*/ 11192 h 18005"/>
                <a:gd name="connsiteX7" fmla="*/ 18010 w 18010"/>
                <a:gd name="connsiteY7" fmla="*/ 8208 h 18005"/>
                <a:gd name="connsiteX8" fmla="*/ 17201 w 18010"/>
                <a:gd name="connsiteY8" fmla="*/ 5969 h 18005"/>
                <a:gd name="connsiteX9" fmla="*/ 15582 w 18010"/>
                <a:gd name="connsiteY9" fmla="*/ 5223 h 18005"/>
                <a:gd name="connsiteX10" fmla="*/ 12749 w 18010"/>
                <a:gd name="connsiteY10" fmla="*/ 4477 h 18005"/>
                <a:gd name="connsiteX11" fmla="*/ 10725 w 18010"/>
                <a:gd name="connsiteY11" fmla="*/ 3731 h 18005"/>
                <a:gd name="connsiteX12" fmla="*/ 9916 w 18010"/>
                <a:gd name="connsiteY12" fmla="*/ 2985 h 18005"/>
                <a:gd name="connsiteX13" fmla="*/ 9511 w 18010"/>
                <a:gd name="connsiteY13" fmla="*/ 1492 h 18005"/>
                <a:gd name="connsiteX14" fmla="*/ 8702 w 18010"/>
                <a:gd name="connsiteY14" fmla="*/ 746 h 18005"/>
                <a:gd name="connsiteX15" fmla="*/ 4654 w 18010"/>
                <a:gd name="connsiteY15" fmla="*/ 0 h 18005"/>
                <a:gd name="connsiteX16" fmla="*/ 3845 w 18010"/>
                <a:gd name="connsiteY16" fmla="*/ 1492 h 18005"/>
                <a:gd name="connsiteX17" fmla="*/ 607 w 18010"/>
                <a:gd name="connsiteY17" fmla="*/ 5969 h 18005"/>
                <a:gd name="connsiteX18" fmla="*/ 607 w 18010"/>
                <a:gd name="connsiteY18" fmla="*/ 6715 h 18005"/>
                <a:gd name="connsiteX19" fmla="*/ 607 w 18010"/>
                <a:gd name="connsiteY19" fmla="*/ 14923 h 18005"/>
                <a:gd name="connsiteX20" fmla="*/ 3440 w 18010"/>
                <a:gd name="connsiteY20" fmla="*/ 17908 h 1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010" h="18005">
                  <a:moveTo>
                    <a:pt x="3440" y="17908"/>
                  </a:moveTo>
                  <a:cubicBezTo>
                    <a:pt x="5464" y="18654"/>
                    <a:pt x="7892" y="14923"/>
                    <a:pt x="8297" y="13431"/>
                  </a:cubicBezTo>
                  <a:lnTo>
                    <a:pt x="9106" y="13431"/>
                  </a:lnTo>
                  <a:cubicBezTo>
                    <a:pt x="9511" y="12685"/>
                    <a:pt x="10321" y="12685"/>
                    <a:pt x="10725" y="13431"/>
                  </a:cubicBezTo>
                  <a:lnTo>
                    <a:pt x="12749" y="13431"/>
                  </a:lnTo>
                  <a:cubicBezTo>
                    <a:pt x="13154" y="13431"/>
                    <a:pt x="13558" y="14177"/>
                    <a:pt x="14368" y="14177"/>
                  </a:cubicBezTo>
                  <a:cubicBezTo>
                    <a:pt x="15177" y="13431"/>
                    <a:pt x="16392" y="12685"/>
                    <a:pt x="17201" y="11192"/>
                  </a:cubicBezTo>
                  <a:cubicBezTo>
                    <a:pt x="17606" y="10446"/>
                    <a:pt x="18010" y="8954"/>
                    <a:pt x="18010" y="8208"/>
                  </a:cubicBezTo>
                  <a:cubicBezTo>
                    <a:pt x="18010" y="7461"/>
                    <a:pt x="17606" y="5969"/>
                    <a:pt x="17201" y="5969"/>
                  </a:cubicBezTo>
                  <a:cubicBezTo>
                    <a:pt x="16796" y="5969"/>
                    <a:pt x="16392" y="5223"/>
                    <a:pt x="15582" y="5223"/>
                  </a:cubicBezTo>
                  <a:cubicBezTo>
                    <a:pt x="14773" y="5969"/>
                    <a:pt x="13558" y="5969"/>
                    <a:pt x="12749" y="4477"/>
                  </a:cubicBezTo>
                  <a:cubicBezTo>
                    <a:pt x="11940" y="4477"/>
                    <a:pt x="11535" y="3731"/>
                    <a:pt x="10725" y="3731"/>
                  </a:cubicBezTo>
                  <a:cubicBezTo>
                    <a:pt x="10321" y="3731"/>
                    <a:pt x="10321" y="2985"/>
                    <a:pt x="9916" y="2985"/>
                  </a:cubicBezTo>
                  <a:cubicBezTo>
                    <a:pt x="9916" y="2238"/>
                    <a:pt x="9511" y="2238"/>
                    <a:pt x="9511" y="1492"/>
                  </a:cubicBezTo>
                  <a:cubicBezTo>
                    <a:pt x="9511" y="746"/>
                    <a:pt x="9106" y="746"/>
                    <a:pt x="8702" y="746"/>
                  </a:cubicBezTo>
                  <a:cubicBezTo>
                    <a:pt x="7487" y="0"/>
                    <a:pt x="5869" y="0"/>
                    <a:pt x="4654" y="0"/>
                  </a:cubicBezTo>
                  <a:cubicBezTo>
                    <a:pt x="4250" y="0"/>
                    <a:pt x="4250" y="746"/>
                    <a:pt x="3845" y="1492"/>
                  </a:cubicBezTo>
                  <a:lnTo>
                    <a:pt x="607" y="5969"/>
                  </a:lnTo>
                  <a:lnTo>
                    <a:pt x="607" y="6715"/>
                  </a:lnTo>
                  <a:cubicBezTo>
                    <a:pt x="-202" y="8954"/>
                    <a:pt x="-202" y="11938"/>
                    <a:pt x="607" y="14923"/>
                  </a:cubicBezTo>
                  <a:cubicBezTo>
                    <a:pt x="1416" y="16415"/>
                    <a:pt x="2226" y="17908"/>
                    <a:pt x="3440" y="179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10439686" y="279346"/>
              <a:ext cx="4047" cy="14923"/>
            </a:xfrm>
            <a:custGeom>
              <a:avLst/>
              <a:gdLst>
                <a:gd name="connsiteX0" fmla="*/ 2833 w 4047"/>
                <a:gd name="connsiteY0" fmla="*/ 746 h 14923"/>
                <a:gd name="connsiteX1" fmla="*/ 2024 w 4047"/>
                <a:gd name="connsiteY1" fmla="*/ 0 h 14923"/>
                <a:gd name="connsiteX2" fmla="*/ 809 w 4047"/>
                <a:gd name="connsiteY2" fmla="*/ 746 h 14923"/>
                <a:gd name="connsiteX3" fmla="*/ 809 w 4047"/>
                <a:gd name="connsiteY3" fmla="*/ 2984 h 14923"/>
                <a:gd name="connsiteX4" fmla="*/ 405 w 4047"/>
                <a:gd name="connsiteY4" fmla="*/ 5223 h 14923"/>
                <a:gd name="connsiteX5" fmla="*/ 0 w 4047"/>
                <a:gd name="connsiteY5" fmla="*/ 6715 h 14923"/>
                <a:gd name="connsiteX6" fmla="*/ 0 w 4047"/>
                <a:gd name="connsiteY6" fmla="*/ 10446 h 14923"/>
                <a:gd name="connsiteX7" fmla="*/ 405 w 4047"/>
                <a:gd name="connsiteY7" fmla="*/ 11938 h 14923"/>
                <a:gd name="connsiteX8" fmla="*/ 809 w 4047"/>
                <a:gd name="connsiteY8" fmla="*/ 14177 h 14923"/>
                <a:gd name="connsiteX9" fmla="*/ 2024 w 4047"/>
                <a:gd name="connsiteY9" fmla="*/ 14923 h 14923"/>
                <a:gd name="connsiteX10" fmla="*/ 3238 w 4047"/>
                <a:gd name="connsiteY10" fmla="*/ 14177 h 14923"/>
                <a:gd name="connsiteX11" fmla="*/ 4047 w 4047"/>
                <a:gd name="connsiteY11" fmla="*/ 11938 h 14923"/>
                <a:gd name="connsiteX12" fmla="*/ 4047 w 4047"/>
                <a:gd name="connsiteY12" fmla="*/ 2984 h 14923"/>
                <a:gd name="connsiteX13" fmla="*/ 3642 w 4047"/>
                <a:gd name="connsiteY13" fmla="*/ 1492 h 14923"/>
                <a:gd name="connsiteX14" fmla="*/ 3238 w 4047"/>
                <a:gd name="connsiteY14" fmla="*/ 746 h 14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47" h="14923">
                  <a:moveTo>
                    <a:pt x="2833" y="746"/>
                  </a:moveTo>
                  <a:lnTo>
                    <a:pt x="2024" y="0"/>
                  </a:lnTo>
                  <a:lnTo>
                    <a:pt x="809" y="746"/>
                  </a:lnTo>
                  <a:lnTo>
                    <a:pt x="809" y="2984"/>
                  </a:lnTo>
                  <a:lnTo>
                    <a:pt x="405" y="5223"/>
                  </a:lnTo>
                  <a:lnTo>
                    <a:pt x="0" y="6715"/>
                  </a:lnTo>
                  <a:lnTo>
                    <a:pt x="0" y="10446"/>
                  </a:lnTo>
                  <a:lnTo>
                    <a:pt x="405" y="11938"/>
                  </a:lnTo>
                  <a:lnTo>
                    <a:pt x="809" y="14177"/>
                  </a:lnTo>
                  <a:lnTo>
                    <a:pt x="2024" y="14923"/>
                  </a:lnTo>
                  <a:lnTo>
                    <a:pt x="3238" y="14177"/>
                  </a:lnTo>
                  <a:lnTo>
                    <a:pt x="4047" y="11938"/>
                  </a:lnTo>
                  <a:lnTo>
                    <a:pt x="4047" y="2984"/>
                  </a:lnTo>
                  <a:lnTo>
                    <a:pt x="3642" y="1492"/>
                  </a:lnTo>
                  <a:lnTo>
                    <a:pt x="3238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10404069" y="480061"/>
              <a:ext cx="20236" cy="23876"/>
            </a:xfrm>
            <a:custGeom>
              <a:avLst/>
              <a:gdLst>
                <a:gd name="connsiteX0" fmla="*/ 13761 w 20236"/>
                <a:gd name="connsiteY0" fmla="*/ 2985 h 23876"/>
                <a:gd name="connsiteX1" fmla="*/ 11737 w 20236"/>
                <a:gd name="connsiteY1" fmla="*/ 4477 h 23876"/>
                <a:gd name="connsiteX2" fmla="*/ 10523 w 20236"/>
                <a:gd name="connsiteY2" fmla="*/ 5223 h 23876"/>
                <a:gd name="connsiteX3" fmla="*/ 8499 w 20236"/>
                <a:gd name="connsiteY3" fmla="*/ 6715 h 23876"/>
                <a:gd name="connsiteX4" fmla="*/ 5261 w 20236"/>
                <a:gd name="connsiteY4" fmla="*/ 8954 h 23876"/>
                <a:gd name="connsiteX5" fmla="*/ 4047 w 20236"/>
                <a:gd name="connsiteY5" fmla="*/ 9700 h 23876"/>
                <a:gd name="connsiteX6" fmla="*/ 1619 w 20236"/>
                <a:gd name="connsiteY6" fmla="*/ 11192 h 23876"/>
                <a:gd name="connsiteX7" fmla="*/ 405 w 20236"/>
                <a:gd name="connsiteY7" fmla="*/ 12685 h 23876"/>
                <a:gd name="connsiteX8" fmla="*/ 0 w 20236"/>
                <a:gd name="connsiteY8" fmla="*/ 12685 h 23876"/>
                <a:gd name="connsiteX9" fmla="*/ 405 w 20236"/>
                <a:gd name="connsiteY9" fmla="*/ 16415 h 23876"/>
                <a:gd name="connsiteX10" fmla="*/ 1619 w 20236"/>
                <a:gd name="connsiteY10" fmla="*/ 20892 h 23876"/>
                <a:gd name="connsiteX11" fmla="*/ 2024 w 20236"/>
                <a:gd name="connsiteY11" fmla="*/ 23877 h 23876"/>
                <a:gd name="connsiteX12" fmla="*/ 4047 w 20236"/>
                <a:gd name="connsiteY12" fmla="*/ 22385 h 23876"/>
                <a:gd name="connsiteX13" fmla="*/ 5261 w 20236"/>
                <a:gd name="connsiteY13" fmla="*/ 20892 h 23876"/>
                <a:gd name="connsiteX14" fmla="*/ 8499 w 20236"/>
                <a:gd name="connsiteY14" fmla="*/ 18654 h 23876"/>
                <a:gd name="connsiteX15" fmla="*/ 10523 w 20236"/>
                <a:gd name="connsiteY15" fmla="*/ 17908 h 23876"/>
                <a:gd name="connsiteX16" fmla="*/ 11737 w 20236"/>
                <a:gd name="connsiteY16" fmla="*/ 16415 h 23876"/>
                <a:gd name="connsiteX17" fmla="*/ 13761 w 20236"/>
                <a:gd name="connsiteY17" fmla="*/ 14923 h 23876"/>
                <a:gd name="connsiteX18" fmla="*/ 18618 w 20236"/>
                <a:gd name="connsiteY18" fmla="*/ 11938 h 23876"/>
                <a:gd name="connsiteX19" fmla="*/ 19832 w 20236"/>
                <a:gd name="connsiteY19" fmla="*/ 11192 h 23876"/>
                <a:gd name="connsiteX20" fmla="*/ 20237 w 20236"/>
                <a:gd name="connsiteY20" fmla="*/ 11192 h 23876"/>
                <a:gd name="connsiteX21" fmla="*/ 19832 w 20236"/>
                <a:gd name="connsiteY21" fmla="*/ 7461 h 23876"/>
                <a:gd name="connsiteX22" fmla="*/ 18618 w 20236"/>
                <a:gd name="connsiteY22" fmla="*/ 2238 h 23876"/>
                <a:gd name="connsiteX23" fmla="*/ 17808 w 20236"/>
                <a:gd name="connsiteY23" fmla="*/ 0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236" h="23876">
                  <a:moveTo>
                    <a:pt x="13761" y="2985"/>
                  </a:moveTo>
                  <a:lnTo>
                    <a:pt x="11737" y="4477"/>
                  </a:lnTo>
                  <a:lnTo>
                    <a:pt x="10523" y="5223"/>
                  </a:lnTo>
                  <a:lnTo>
                    <a:pt x="8499" y="6715"/>
                  </a:lnTo>
                  <a:lnTo>
                    <a:pt x="5261" y="8954"/>
                  </a:lnTo>
                  <a:lnTo>
                    <a:pt x="4047" y="9700"/>
                  </a:lnTo>
                  <a:lnTo>
                    <a:pt x="1619" y="11192"/>
                  </a:lnTo>
                  <a:lnTo>
                    <a:pt x="405" y="12685"/>
                  </a:lnTo>
                  <a:lnTo>
                    <a:pt x="0" y="12685"/>
                  </a:lnTo>
                  <a:lnTo>
                    <a:pt x="405" y="16415"/>
                  </a:lnTo>
                  <a:lnTo>
                    <a:pt x="1619" y="20892"/>
                  </a:lnTo>
                  <a:lnTo>
                    <a:pt x="2024" y="23877"/>
                  </a:lnTo>
                  <a:lnTo>
                    <a:pt x="4047" y="22385"/>
                  </a:lnTo>
                  <a:lnTo>
                    <a:pt x="5261" y="20892"/>
                  </a:lnTo>
                  <a:lnTo>
                    <a:pt x="8499" y="18654"/>
                  </a:lnTo>
                  <a:lnTo>
                    <a:pt x="10523" y="17908"/>
                  </a:lnTo>
                  <a:lnTo>
                    <a:pt x="11737" y="16415"/>
                  </a:lnTo>
                  <a:lnTo>
                    <a:pt x="13761" y="14923"/>
                  </a:lnTo>
                  <a:lnTo>
                    <a:pt x="18618" y="11938"/>
                  </a:lnTo>
                  <a:lnTo>
                    <a:pt x="19832" y="11192"/>
                  </a:lnTo>
                  <a:lnTo>
                    <a:pt x="20237" y="11192"/>
                  </a:lnTo>
                  <a:lnTo>
                    <a:pt x="19832" y="7461"/>
                  </a:lnTo>
                  <a:lnTo>
                    <a:pt x="18618" y="2238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10420259" y="211446"/>
              <a:ext cx="30759" cy="70884"/>
            </a:xfrm>
            <a:custGeom>
              <a:avLst/>
              <a:gdLst>
                <a:gd name="connsiteX0" fmla="*/ 1619 w 30759"/>
                <a:gd name="connsiteY0" fmla="*/ 70884 h 70884"/>
                <a:gd name="connsiteX1" fmla="*/ 2428 w 30759"/>
                <a:gd name="connsiteY1" fmla="*/ 70138 h 70884"/>
                <a:gd name="connsiteX2" fmla="*/ 3238 w 30759"/>
                <a:gd name="connsiteY2" fmla="*/ 68646 h 70884"/>
                <a:gd name="connsiteX3" fmla="*/ 3643 w 30759"/>
                <a:gd name="connsiteY3" fmla="*/ 68646 h 70884"/>
                <a:gd name="connsiteX4" fmla="*/ 4857 w 30759"/>
                <a:gd name="connsiteY4" fmla="*/ 66408 h 70884"/>
                <a:gd name="connsiteX5" fmla="*/ 6071 w 30759"/>
                <a:gd name="connsiteY5" fmla="*/ 65661 h 70884"/>
                <a:gd name="connsiteX6" fmla="*/ 7690 w 30759"/>
                <a:gd name="connsiteY6" fmla="*/ 64915 h 70884"/>
                <a:gd name="connsiteX7" fmla="*/ 8904 w 30759"/>
                <a:gd name="connsiteY7" fmla="*/ 64169 h 70884"/>
                <a:gd name="connsiteX8" fmla="*/ 9309 w 30759"/>
                <a:gd name="connsiteY8" fmla="*/ 63423 h 70884"/>
                <a:gd name="connsiteX9" fmla="*/ 10118 w 30759"/>
                <a:gd name="connsiteY9" fmla="*/ 62677 h 70884"/>
                <a:gd name="connsiteX10" fmla="*/ 12547 w 30759"/>
                <a:gd name="connsiteY10" fmla="*/ 61184 h 70884"/>
                <a:gd name="connsiteX11" fmla="*/ 13356 w 30759"/>
                <a:gd name="connsiteY11" fmla="*/ 60438 h 70884"/>
                <a:gd name="connsiteX12" fmla="*/ 14166 w 30759"/>
                <a:gd name="connsiteY12" fmla="*/ 59692 h 70884"/>
                <a:gd name="connsiteX13" fmla="*/ 15784 w 30759"/>
                <a:gd name="connsiteY13" fmla="*/ 58946 h 70884"/>
                <a:gd name="connsiteX14" fmla="*/ 17403 w 30759"/>
                <a:gd name="connsiteY14" fmla="*/ 58946 h 70884"/>
                <a:gd name="connsiteX15" fmla="*/ 19022 w 30759"/>
                <a:gd name="connsiteY15" fmla="*/ 58200 h 70884"/>
                <a:gd name="connsiteX16" fmla="*/ 19427 w 30759"/>
                <a:gd name="connsiteY16" fmla="*/ 58200 h 70884"/>
                <a:gd name="connsiteX17" fmla="*/ 20641 w 30759"/>
                <a:gd name="connsiteY17" fmla="*/ 57454 h 70884"/>
                <a:gd name="connsiteX18" fmla="*/ 21855 w 30759"/>
                <a:gd name="connsiteY18" fmla="*/ 56708 h 70884"/>
                <a:gd name="connsiteX19" fmla="*/ 22665 w 30759"/>
                <a:gd name="connsiteY19" fmla="*/ 55961 h 70884"/>
                <a:gd name="connsiteX20" fmla="*/ 23070 w 30759"/>
                <a:gd name="connsiteY20" fmla="*/ 55215 h 70884"/>
                <a:gd name="connsiteX21" fmla="*/ 24284 w 30759"/>
                <a:gd name="connsiteY21" fmla="*/ 54469 h 70884"/>
                <a:gd name="connsiteX22" fmla="*/ 25498 w 30759"/>
                <a:gd name="connsiteY22" fmla="*/ 54469 h 70884"/>
                <a:gd name="connsiteX23" fmla="*/ 26307 w 30759"/>
                <a:gd name="connsiteY23" fmla="*/ 55215 h 70884"/>
                <a:gd name="connsiteX24" fmla="*/ 29141 w 30759"/>
                <a:gd name="connsiteY24" fmla="*/ 55215 h 70884"/>
                <a:gd name="connsiteX25" fmla="*/ 29950 w 30759"/>
                <a:gd name="connsiteY25" fmla="*/ 54469 h 70884"/>
                <a:gd name="connsiteX26" fmla="*/ 30355 w 30759"/>
                <a:gd name="connsiteY26" fmla="*/ 54469 h 70884"/>
                <a:gd name="connsiteX27" fmla="*/ 30760 w 30759"/>
                <a:gd name="connsiteY27" fmla="*/ 53723 h 70884"/>
                <a:gd name="connsiteX28" fmla="*/ 30760 w 30759"/>
                <a:gd name="connsiteY28" fmla="*/ 48500 h 70884"/>
                <a:gd name="connsiteX29" fmla="*/ 30355 w 30759"/>
                <a:gd name="connsiteY29" fmla="*/ 48500 h 70884"/>
                <a:gd name="connsiteX30" fmla="*/ 29950 w 30759"/>
                <a:gd name="connsiteY30" fmla="*/ 47754 h 70884"/>
                <a:gd name="connsiteX31" fmla="*/ 29545 w 30759"/>
                <a:gd name="connsiteY31" fmla="*/ 46261 h 70884"/>
                <a:gd name="connsiteX32" fmla="*/ 28736 w 30759"/>
                <a:gd name="connsiteY32" fmla="*/ 45515 h 70884"/>
                <a:gd name="connsiteX33" fmla="*/ 27926 w 30759"/>
                <a:gd name="connsiteY33" fmla="*/ 44023 h 70884"/>
                <a:gd name="connsiteX34" fmla="*/ 27522 w 30759"/>
                <a:gd name="connsiteY34" fmla="*/ 43277 h 70884"/>
                <a:gd name="connsiteX35" fmla="*/ 26712 w 30759"/>
                <a:gd name="connsiteY35" fmla="*/ 42531 h 70884"/>
                <a:gd name="connsiteX36" fmla="*/ 26307 w 30759"/>
                <a:gd name="connsiteY36" fmla="*/ 41785 h 70884"/>
                <a:gd name="connsiteX37" fmla="*/ 26307 w 30759"/>
                <a:gd name="connsiteY37" fmla="*/ 41038 h 70884"/>
                <a:gd name="connsiteX38" fmla="*/ 24689 w 30759"/>
                <a:gd name="connsiteY38" fmla="*/ 39546 h 70884"/>
                <a:gd name="connsiteX39" fmla="*/ 24284 w 30759"/>
                <a:gd name="connsiteY39" fmla="*/ 38800 h 70884"/>
                <a:gd name="connsiteX40" fmla="*/ 23879 w 30759"/>
                <a:gd name="connsiteY40" fmla="*/ 35815 h 70884"/>
                <a:gd name="connsiteX41" fmla="*/ 23474 w 30759"/>
                <a:gd name="connsiteY41" fmla="*/ 34323 h 70884"/>
                <a:gd name="connsiteX42" fmla="*/ 23070 w 30759"/>
                <a:gd name="connsiteY42" fmla="*/ 32085 h 70884"/>
                <a:gd name="connsiteX43" fmla="*/ 22260 w 30759"/>
                <a:gd name="connsiteY43" fmla="*/ 30592 h 70884"/>
                <a:gd name="connsiteX44" fmla="*/ 22260 w 30759"/>
                <a:gd name="connsiteY44" fmla="*/ 29846 h 70884"/>
                <a:gd name="connsiteX45" fmla="*/ 21855 w 30759"/>
                <a:gd name="connsiteY45" fmla="*/ 28354 h 70884"/>
                <a:gd name="connsiteX46" fmla="*/ 21451 w 30759"/>
                <a:gd name="connsiteY46" fmla="*/ 25369 h 70884"/>
                <a:gd name="connsiteX47" fmla="*/ 20641 w 30759"/>
                <a:gd name="connsiteY47" fmla="*/ 23131 h 70884"/>
                <a:gd name="connsiteX48" fmla="*/ 20237 w 30759"/>
                <a:gd name="connsiteY48" fmla="*/ 20146 h 70884"/>
                <a:gd name="connsiteX49" fmla="*/ 19832 w 30759"/>
                <a:gd name="connsiteY49" fmla="*/ 18654 h 70884"/>
                <a:gd name="connsiteX50" fmla="*/ 19427 w 30759"/>
                <a:gd name="connsiteY50" fmla="*/ 14177 h 70884"/>
                <a:gd name="connsiteX51" fmla="*/ 19022 w 30759"/>
                <a:gd name="connsiteY51" fmla="*/ 11938 h 70884"/>
                <a:gd name="connsiteX52" fmla="*/ 18618 w 30759"/>
                <a:gd name="connsiteY52" fmla="*/ 9700 h 70884"/>
                <a:gd name="connsiteX53" fmla="*/ 18618 w 30759"/>
                <a:gd name="connsiteY53" fmla="*/ 2985 h 70884"/>
                <a:gd name="connsiteX54" fmla="*/ 18213 w 30759"/>
                <a:gd name="connsiteY54" fmla="*/ 1492 h 70884"/>
                <a:gd name="connsiteX55" fmla="*/ 17403 w 30759"/>
                <a:gd name="connsiteY55" fmla="*/ 746 h 70884"/>
                <a:gd name="connsiteX56" fmla="*/ 16999 w 30759"/>
                <a:gd name="connsiteY56" fmla="*/ 746 h 70884"/>
                <a:gd name="connsiteX57" fmla="*/ 16594 w 30759"/>
                <a:gd name="connsiteY57" fmla="*/ 0 h 70884"/>
                <a:gd name="connsiteX58" fmla="*/ 16189 w 30759"/>
                <a:gd name="connsiteY58" fmla="*/ 0 h 70884"/>
                <a:gd name="connsiteX59" fmla="*/ 15784 w 30759"/>
                <a:gd name="connsiteY59" fmla="*/ 746 h 70884"/>
                <a:gd name="connsiteX60" fmla="*/ 15380 w 30759"/>
                <a:gd name="connsiteY60" fmla="*/ 746 h 70884"/>
                <a:gd name="connsiteX61" fmla="*/ 14166 w 30759"/>
                <a:gd name="connsiteY61" fmla="*/ 1492 h 70884"/>
                <a:gd name="connsiteX62" fmla="*/ 13761 w 30759"/>
                <a:gd name="connsiteY62" fmla="*/ 4477 h 70884"/>
                <a:gd name="connsiteX63" fmla="*/ 13356 w 30759"/>
                <a:gd name="connsiteY63" fmla="*/ 5969 h 70884"/>
                <a:gd name="connsiteX64" fmla="*/ 13356 w 30759"/>
                <a:gd name="connsiteY64" fmla="*/ 8954 h 70884"/>
                <a:gd name="connsiteX65" fmla="*/ 13761 w 30759"/>
                <a:gd name="connsiteY65" fmla="*/ 11938 h 70884"/>
                <a:gd name="connsiteX66" fmla="*/ 14166 w 30759"/>
                <a:gd name="connsiteY66" fmla="*/ 14923 h 70884"/>
                <a:gd name="connsiteX67" fmla="*/ 14975 w 30759"/>
                <a:gd name="connsiteY67" fmla="*/ 17908 h 70884"/>
                <a:gd name="connsiteX68" fmla="*/ 15380 w 30759"/>
                <a:gd name="connsiteY68" fmla="*/ 20146 h 70884"/>
                <a:gd name="connsiteX69" fmla="*/ 15784 w 30759"/>
                <a:gd name="connsiteY69" fmla="*/ 21638 h 70884"/>
                <a:gd name="connsiteX70" fmla="*/ 16189 w 30759"/>
                <a:gd name="connsiteY70" fmla="*/ 22384 h 70884"/>
                <a:gd name="connsiteX71" fmla="*/ 16594 w 30759"/>
                <a:gd name="connsiteY71" fmla="*/ 23131 h 70884"/>
                <a:gd name="connsiteX72" fmla="*/ 17403 w 30759"/>
                <a:gd name="connsiteY72" fmla="*/ 23877 h 70884"/>
                <a:gd name="connsiteX73" fmla="*/ 17403 w 30759"/>
                <a:gd name="connsiteY73" fmla="*/ 24623 h 70884"/>
                <a:gd name="connsiteX74" fmla="*/ 18618 w 30759"/>
                <a:gd name="connsiteY74" fmla="*/ 26861 h 70884"/>
                <a:gd name="connsiteX75" fmla="*/ 19022 w 30759"/>
                <a:gd name="connsiteY75" fmla="*/ 29100 h 70884"/>
                <a:gd name="connsiteX76" fmla="*/ 19427 w 30759"/>
                <a:gd name="connsiteY76" fmla="*/ 30592 h 70884"/>
                <a:gd name="connsiteX77" fmla="*/ 19832 w 30759"/>
                <a:gd name="connsiteY77" fmla="*/ 33577 h 70884"/>
                <a:gd name="connsiteX78" fmla="*/ 19427 w 30759"/>
                <a:gd name="connsiteY78" fmla="*/ 35069 h 70884"/>
                <a:gd name="connsiteX79" fmla="*/ 19022 w 30759"/>
                <a:gd name="connsiteY79" fmla="*/ 35815 h 70884"/>
                <a:gd name="connsiteX80" fmla="*/ 17808 w 30759"/>
                <a:gd name="connsiteY80" fmla="*/ 36561 h 70884"/>
                <a:gd name="connsiteX81" fmla="*/ 15784 w 30759"/>
                <a:gd name="connsiteY81" fmla="*/ 36561 h 70884"/>
                <a:gd name="connsiteX82" fmla="*/ 14570 w 30759"/>
                <a:gd name="connsiteY82" fmla="*/ 35815 h 70884"/>
                <a:gd name="connsiteX83" fmla="*/ 13356 w 30759"/>
                <a:gd name="connsiteY83" fmla="*/ 34323 h 70884"/>
                <a:gd name="connsiteX84" fmla="*/ 12951 w 30759"/>
                <a:gd name="connsiteY84" fmla="*/ 33577 h 70884"/>
                <a:gd name="connsiteX85" fmla="*/ 12142 w 30759"/>
                <a:gd name="connsiteY85" fmla="*/ 32085 h 70884"/>
                <a:gd name="connsiteX86" fmla="*/ 10523 w 30759"/>
                <a:gd name="connsiteY86" fmla="*/ 30592 h 70884"/>
                <a:gd name="connsiteX87" fmla="*/ 9713 w 30759"/>
                <a:gd name="connsiteY87" fmla="*/ 29100 h 70884"/>
                <a:gd name="connsiteX88" fmla="*/ 9309 w 30759"/>
                <a:gd name="connsiteY88" fmla="*/ 29100 h 70884"/>
                <a:gd name="connsiteX89" fmla="*/ 8095 w 30759"/>
                <a:gd name="connsiteY89" fmla="*/ 28354 h 70884"/>
                <a:gd name="connsiteX90" fmla="*/ 6880 w 30759"/>
                <a:gd name="connsiteY90" fmla="*/ 27608 h 70884"/>
                <a:gd name="connsiteX91" fmla="*/ 5261 w 30759"/>
                <a:gd name="connsiteY91" fmla="*/ 27608 h 70884"/>
                <a:gd name="connsiteX92" fmla="*/ 4452 w 30759"/>
                <a:gd name="connsiteY92" fmla="*/ 26861 h 70884"/>
                <a:gd name="connsiteX93" fmla="*/ 4047 w 30759"/>
                <a:gd name="connsiteY93" fmla="*/ 24623 h 70884"/>
                <a:gd name="connsiteX94" fmla="*/ 2833 w 30759"/>
                <a:gd name="connsiteY94" fmla="*/ 24623 h 70884"/>
                <a:gd name="connsiteX95" fmla="*/ 2428 w 30759"/>
                <a:gd name="connsiteY95" fmla="*/ 25369 h 70884"/>
                <a:gd name="connsiteX96" fmla="*/ 2024 w 30759"/>
                <a:gd name="connsiteY96" fmla="*/ 25369 h 70884"/>
                <a:gd name="connsiteX97" fmla="*/ 1214 w 30759"/>
                <a:gd name="connsiteY97" fmla="*/ 26115 h 70884"/>
                <a:gd name="connsiteX98" fmla="*/ 809 w 30759"/>
                <a:gd name="connsiteY98" fmla="*/ 27608 h 70884"/>
                <a:gd name="connsiteX99" fmla="*/ 809 w 30759"/>
                <a:gd name="connsiteY99" fmla="*/ 30592 h 70884"/>
                <a:gd name="connsiteX100" fmla="*/ 1214 w 30759"/>
                <a:gd name="connsiteY100" fmla="*/ 32085 h 70884"/>
                <a:gd name="connsiteX101" fmla="*/ 1619 w 30759"/>
                <a:gd name="connsiteY101" fmla="*/ 34323 h 70884"/>
                <a:gd name="connsiteX102" fmla="*/ 2024 w 30759"/>
                <a:gd name="connsiteY102" fmla="*/ 35069 h 70884"/>
                <a:gd name="connsiteX103" fmla="*/ 2428 w 30759"/>
                <a:gd name="connsiteY103" fmla="*/ 35815 h 70884"/>
                <a:gd name="connsiteX104" fmla="*/ 2833 w 30759"/>
                <a:gd name="connsiteY104" fmla="*/ 36561 h 70884"/>
                <a:gd name="connsiteX105" fmla="*/ 3643 w 30759"/>
                <a:gd name="connsiteY105" fmla="*/ 37308 h 70884"/>
                <a:gd name="connsiteX106" fmla="*/ 4452 w 30759"/>
                <a:gd name="connsiteY106" fmla="*/ 38054 h 70884"/>
                <a:gd name="connsiteX107" fmla="*/ 5666 w 30759"/>
                <a:gd name="connsiteY107" fmla="*/ 38800 h 70884"/>
                <a:gd name="connsiteX108" fmla="*/ 6880 w 30759"/>
                <a:gd name="connsiteY108" fmla="*/ 39546 h 70884"/>
                <a:gd name="connsiteX109" fmla="*/ 7690 w 30759"/>
                <a:gd name="connsiteY109" fmla="*/ 39546 h 70884"/>
                <a:gd name="connsiteX110" fmla="*/ 8095 w 30759"/>
                <a:gd name="connsiteY110" fmla="*/ 40292 h 70884"/>
                <a:gd name="connsiteX111" fmla="*/ 8904 w 30759"/>
                <a:gd name="connsiteY111" fmla="*/ 41038 h 70884"/>
                <a:gd name="connsiteX112" fmla="*/ 9309 w 30759"/>
                <a:gd name="connsiteY112" fmla="*/ 41038 h 70884"/>
                <a:gd name="connsiteX113" fmla="*/ 10928 w 30759"/>
                <a:gd name="connsiteY113" fmla="*/ 41785 h 70884"/>
                <a:gd name="connsiteX114" fmla="*/ 11332 w 30759"/>
                <a:gd name="connsiteY114" fmla="*/ 42531 h 70884"/>
                <a:gd name="connsiteX115" fmla="*/ 12547 w 30759"/>
                <a:gd name="connsiteY115" fmla="*/ 43277 h 70884"/>
                <a:gd name="connsiteX116" fmla="*/ 13356 w 30759"/>
                <a:gd name="connsiteY116" fmla="*/ 44023 h 70884"/>
                <a:gd name="connsiteX117" fmla="*/ 13761 w 30759"/>
                <a:gd name="connsiteY117" fmla="*/ 44769 h 70884"/>
                <a:gd name="connsiteX118" fmla="*/ 16999 w 30759"/>
                <a:gd name="connsiteY118" fmla="*/ 44769 h 70884"/>
                <a:gd name="connsiteX119" fmla="*/ 17403 w 30759"/>
                <a:gd name="connsiteY119" fmla="*/ 44023 h 70884"/>
                <a:gd name="connsiteX120" fmla="*/ 18213 w 30759"/>
                <a:gd name="connsiteY120" fmla="*/ 44023 h 70884"/>
                <a:gd name="connsiteX121" fmla="*/ 18618 w 30759"/>
                <a:gd name="connsiteY121" fmla="*/ 43277 h 70884"/>
                <a:gd name="connsiteX122" fmla="*/ 19427 w 30759"/>
                <a:gd name="connsiteY122" fmla="*/ 44023 h 70884"/>
                <a:gd name="connsiteX123" fmla="*/ 19832 w 30759"/>
                <a:gd name="connsiteY123" fmla="*/ 45515 h 70884"/>
                <a:gd name="connsiteX124" fmla="*/ 20237 w 30759"/>
                <a:gd name="connsiteY124" fmla="*/ 47754 h 70884"/>
                <a:gd name="connsiteX125" fmla="*/ 19832 w 30759"/>
                <a:gd name="connsiteY125" fmla="*/ 50738 h 70884"/>
                <a:gd name="connsiteX126" fmla="*/ 19427 w 30759"/>
                <a:gd name="connsiteY126" fmla="*/ 51484 h 70884"/>
                <a:gd name="connsiteX127" fmla="*/ 18618 w 30759"/>
                <a:gd name="connsiteY127" fmla="*/ 52231 h 70884"/>
                <a:gd name="connsiteX128" fmla="*/ 18618 w 30759"/>
                <a:gd name="connsiteY128" fmla="*/ 51484 h 70884"/>
                <a:gd name="connsiteX129" fmla="*/ 17808 w 30759"/>
                <a:gd name="connsiteY129" fmla="*/ 51484 h 70884"/>
                <a:gd name="connsiteX130" fmla="*/ 16999 w 30759"/>
                <a:gd name="connsiteY130" fmla="*/ 50738 h 70884"/>
                <a:gd name="connsiteX131" fmla="*/ 16594 w 30759"/>
                <a:gd name="connsiteY131" fmla="*/ 49992 h 70884"/>
                <a:gd name="connsiteX132" fmla="*/ 16189 w 30759"/>
                <a:gd name="connsiteY132" fmla="*/ 49992 h 70884"/>
                <a:gd name="connsiteX133" fmla="*/ 15784 w 30759"/>
                <a:gd name="connsiteY133" fmla="*/ 50738 h 70884"/>
                <a:gd name="connsiteX134" fmla="*/ 14166 w 30759"/>
                <a:gd name="connsiteY134" fmla="*/ 51484 h 70884"/>
                <a:gd name="connsiteX135" fmla="*/ 13356 w 30759"/>
                <a:gd name="connsiteY135" fmla="*/ 51484 h 70884"/>
                <a:gd name="connsiteX136" fmla="*/ 12142 w 30759"/>
                <a:gd name="connsiteY136" fmla="*/ 52231 h 70884"/>
                <a:gd name="connsiteX137" fmla="*/ 10928 w 30759"/>
                <a:gd name="connsiteY137" fmla="*/ 51484 h 70884"/>
                <a:gd name="connsiteX138" fmla="*/ 9309 w 30759"/>
                <a:gd name="connsiteY138" fmla="*/ 51484 h 70884"/>
                <a:gd name="connsiteX139" fmla="*/ 8499 w 30759"/>
                <a:gd name="connsiteY139" fmla="*/ 52231 h 70884"/>
                <a:gd name="connsiteX140" fmla="*/ 8095 w 30759"/>
                <a:gd name="connsiteY140" fmla="*/ 52977 h 70884"/>
                <a:gd name="connsiteX141" fmla="*/ 6880 w 30759"/>
                <a:gd name="connsiteY141" fmla="*/ 52977 h 70884"/>
                <a:gd name="connsiteX142" fmla="*/ 3643 w 30759"/>
                <a:gd name="connsiteY142" fmla="*/ 54469 h 70884"/>
                <a:gd name="connsiteX143" fmla="*/ 3238 w 30759"/>
                <a:gd name="connsiteY143" fmla="*/ 55215 h 70884"/>
                <a:gd name="connsiteX144" fmla="*/ 2024 w 30759"/>
                <a:gd name="connsiteY144" fmla="*/ 55961 h 70884"/>
                <a:gd name="connsiteX145" fmla="*/ 809 w 30759"/>
                <a:gd name="connsiteY145" fmla="*/ 58200 h 70884"/>
                <a:gd name="connsiteX146" fmla="*/ 405 w 30759"/>
                <a:gd name="connsiteY146" fmla="*/ 60438 h 70884"/>
                <a:gd name="connsiteX147" fmla="*/ 0 w 30759"/>
                <a:gd name="connsiteY147" fmla="*/ 62677 h 70884"/>
                <a:gd name="connsiteX148" fmla="*/ 0 w 30759"/>
                <a:gd name="connsiteY148" fmla="*/ 69392 h 70884"/>
                <a:gd name="connsiteX149" fmla="*/ 405 w 30759"/>
                <a:gd name="connsiteY149" fmla="*/ 70138 h 7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30759" h="70884">
                  <a:moveTo>
                    <a:pt x="1619" y="70884"/>
                  </a:moveTo>
                  <a:lnTo>
                    <a:pt x="2428" y="70138"/>
                  </a:lnTo>
                  <a:lnTo>
                    <a:pt x="3238" y="68646"/>
                  </a:lnTo>
                  <a:lnTo>
                    <a:pt x="3643" y="68646"/>
                  </a:lnTo>
                  <a:lnTo>
                    <a:pt x="4857" y="66408"/>
                  </a:lnTo>
                  <a:lnTo>
                    <a:pt x="6071" y="65661"/>
                  </a:lnTo>
                  <a:lnTo>
                    <a:pt x="7690" y="64915"/>
                  </a:lnTo>
                  <a:lnTo>
                    <a:pt x="8904" y="64169"/>
                  </a:lnTo>
                  <a:lnTo>
                    <a:pt x="9309" y="63423"/>
                  </a:lnTo>
                  <a:lnTo>
                    <a:pt x="10118" y="62677"/>
                  </a:lnTo>
                  <a:lnTo>
                    <a:pt x="12547" y="61184"/>
                  </a:lnTo>
                  <a:lnTo>
                    <a:pt x="13356" y="60438"/>
                  </a:lnTo>
                  <a:lnTo>
                    <a:pt x="14166" y="59692"/>
                  </a:lnTo>
                  <a:lnTo>
                    <a:pt x="15784" y="58946"/>
                  </a:lnTo>
                  <a:lnTo>
                    <a:pt x="17403" y="58946"/>
                  </a:lnTo>
                  <a:lnTo>
                    <a:pt x="19022" y="58200"/>
                  </a:lnTo>
                  <a:lnTo>
                    <a:pt x="19427" y="58200"/>
                  </a:lnTo>
                  <a:lnTo>
                    <a:pt x="20641" y="57454"/>
                  </a:lnTo>
                  <a:lnTo>
                    <a:pt x="21855" y="56708"/>
                  </a:lnTo>
                  <a:lnTo>
                    <a:pt x="22665" y="55961"/>
                  </a:lnTo>
                  <a:lnTo>
                    <a:pt x="23070" y="55215"/>
                  </a:lnTo>
                  <a:lnTo>
                    <a:pt x="24284" y="54469"/>
                  </a:lnTo>
                  <a:lnTo>
                    <a:pt x="25498" y="54469"/>
                  </a:lnTo>
                  <a:lnTo>
                    <a:pt x="26307" y="55215"/>
                  </a:lnTo>
                  <a:lnTo>
                    <a:pt x="29141" y="55215"/>
                  </a:lnTo>
                  <a:lnTo>
                    <a:pt x="29950" y="54469"/>
                  </a:lnTo>
                  <a:lnTo>
                    <a:pt x="30355" y="54469"/>
                  </a:lnTo>
                  <a:lnTo>
                    <a:pt x="30760" y="53723"/>
                  </a:lnTo>
                  <a:lnTo>
                    <a:pt x="30760" y="48500"/>
                  </a:lnTo>
                  <a:lnTo>
                    <a:pt x="30355" y="48500"/>
                  </a:lnTo>
                  <a:lnTo>
                    <a:pt x="29950" y="47754"/>
                  </a:lnTo>
                  <a:lnTo>
                    <a:pt x="29545" y="46261"/>
                  </a:lnTo>
                  <a:lnTo>
                    <a:pt x="28736" y="45515"/>
                  </a:lnTo>
                  <a:lnTo>
                    <a:pt x="27926" y="44023"/>
                  </a:lnTo>
                  <a:lnTo>
                    <a:pt x="27522" y="43277"/>
                  </a:lnTo>
                  <a:lnTo>
                    <a:pt x="26712" y="42531"/>
                  </a:lnTo>
                  <a:cubicBezTo>
                    <a:pt x="26712" y="42531"/>
                    <a:pt x="26307" y="43277"/>
                    <a:pt x="26307" y="41785"/>
                  </a:cubicBezTo>
                  <a:lnTo>
                    <a:pt x="26307" y="41038"/>
                  </a:lnTo>
                  <a:lnTo>
                    <a:pt x="24689" y="39546"/>
                  </a:lnTo>
                  <a:lnTo>
                    <a:pt x="24284" y="38800"/>
                  </a:lnTo>
                  <a:lnTo>
                    <a:pt x="23879" y="35815"/>
                  </a:lnTo>
                  <a:lnTo>
                    <a:pt x="23474" y="34323"/>
                  </a:lnTo>
                  <a:lnTo>
                    <a:pt x="23070" y="32085"/>
                  </a:lnTo>
                  <a:lnTo>
                    <a:pt x="22260" y="30592"/>
                  </a:lnTo>
                  <a:lnTo>
                    <a:pt x="22260" y="29846"/>
                  </a:lnTo>
                  <a:lnTo>
                    <a:pt x="21855" y="28354"/>
                  </a:lnTo>
                  <a:lnTo>
                    <a:pt x="21451" y="25369"/>
                  </a:lnTo>
                  <a:lnTo>
                    <a:pt x="20641" y="23131"/>
                  </a:lnTo>
                  <a:lnTo>
                    <a:pt x="20237" y="20146"/>
                  </a:lnTo>
                  <a:lnTo>
                    <a:pt x="19832" y="18654"/>
                  </a:lnTo>
                  <a:lnTo>
                    <a:pt x="19427" y="14177"/>
                  </a:lnTo>
                  <a:lnTo>
                    <a:pt x="19022" y="11938"/>
                  </a:lnTo>
                  <a:lnTo>
                    <a:pt x="18618" y="9700"/>
                  </a:lnTo>
                  <a:lnTo>
                    <a:pt x="18618" y="2985"/>
                  </a:lnTo>
                  <a:lnTo>
                    <a:pt x="18213" y="1492"/>
                  </a:lnTo>
                  <a:lnTo>
                    <a:pt x="17403" y="746"/>
                  </a:lnTo>
                  <a:lnTo>
                    <a:pt x="16999" y="746"/>
                  </a:lnTo>
                  <a:lnTo>
                    <a:pt x="16594" y="0"/>
                  </a:lnTo>
                  <a:lnTo>
                    <a:pt x="16189" y="0"/>
                  </a:lnTo>
                  <a:lnTo>
                    <a:pt x="15784" y="746"/>
                  </a:lnTo>
                  <a:lnTo>
                    <a:pt x="15380" y="746"/>
                  </a:lnTo>
                  <a:lnTo>
                    <a:pt x="14166" y="1492"/>
                  </a:lnTo>
                  <a:lnTo>
                    <a:pt x="13761" y="4477"/>
                  </a:lnTo>
                  <a:lnTo>
                    <a:pt x="13356" y="5969"/>
                  </a:lnTo>
                  <a:lnTo>
                    <a:pt x="13356" y="8954"/>
                  </a:lnTo>
                  <a:lnTo>
                    <a:pt x="13761" y="11938"/>
                  </a:lnTo>
                  <a:lnTo>
                    <a:pt x="14166" y="14923"/>
                  </a:lnTo>
                  <a:lnTo>
                    <a:pt x="14975" y="17908"/>
                  </a:lnTo>
                  <a:lnTo>
                    <a:pt x="15380" y="20146"/>
                  </a:lnTo>
                  <a:lnTo>
                    <a:pt x="15784" y="21638"/>
                  </a:lnTo>
                  <a:lnTo>
                    <a:pt x="16189" y="22384"/>
                  </a:lnTo>
                  <a:lnTo>
                    <a:pt x="16594" y="23131"/>
                  </a:lnTo>
                  <a:lnTo>
                    <a:pt x="17403" y="23877"/>
                  </a:lnTo>
                  <a:lnTo>
                    <a:pt x="17403" y="24623"/>
                  </a:lnTo>
                  <a:lnTo>
                    <a:pt x="18618" y="26861"/>
                  </a:lnTo>
                  <a:lnTo>
                    <a:pt x="19022" y="29100"/>
                  </a:lnTo>
                  <a:lnTo>
                    <a:pt x="19427" y="30592"/>
                  </a:lnTo>
                  <a:lnTo>
                    <a:pt x="19832" y="33577"/>
                  </a:lnTo>
                  <a:lnTo>
                    <a:pt x="19427" y="35069"/>
                  </a:lnTo>
                  <a:lnTo>
                    <a:pt x="19022" y="35815"/>
                  </a:lnTo>
                  <a:lnTo>
                    <a:pt x="17808" y="36561"/>
                  </a:lnTo>
                  <a:lnTo>
                    <a:pt x="15784" y="36561"/>
                  </a:lnTo>
                  <a:lnTo>
                    <a:pt x="14570" y="35815"/>
                  </a:lnTo>
                  <a:lnTo>
                    <a:pt x="13356" y="34323"/>
                  </a:lnTo>
                  <a:lnTo>
                    <a:pt x="12951" y="33577"/>
                  </a:lnTo>
                  <a:lnTo>
                    <a:pt x="12142" y="32085"/>
                  </a:lnTo>
                  <a:lnTo>
                    <a:pt x="10523" y="30592"/>
                  </a:lnTo>
                  <a:lnTo>
                    <a:pt x="9713" y="29100"/>
                  </a:lnTo>
                  <a:lnTo>
                    <a:pt x="9309" y="29100"/>
                  </a:lnTo>
                  <a:lnTo>
                    <a:pt x="8095" y="28354"/>
                  </a:lnTo>
                  <a:lnTo>
                    <a:pt x="6880" y="27608"/>
                  </a:lnTo>
                  <a:lnTo>
                    <a:pt x="5261" y="27608"/>
                  </a:lnTo>
                  <a:lnTo>
                    <a:pt x="4452" y="26861"/>
                  </a:lnTo>
                  <a:lnTo>
                    <a:pt x="4047" y="24623"/>
                  </a:lnTo>
                  <a:lnTo>
                    <a:pt x="2833" y="24623"/>
                  </a:lnTo>
                  <a:lnTo>
                    <a:pt x="2428" y="25369"/>
                  </a:lnTo>
                  <a:lnTo>
                    <a:pt x="2024" y="25369"/>
                  </a:lnTo>
                  <a:lnTo>
                    <a:pt x="1214" y="26115"/>
                  </a:lnTo>
                  <a:lnTo>
                    <a:pt x="809" y="27608"/>
                  </a:lnTo>
                  <a:lnTo>
                    <a:pt x="809" y="30592"/>
                  </a:lnTo>
                  <a:lnTo>
                    <a:pt x="1214" y="32085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2833" y="36561"/>
                  </a:lnTo>
                  <a:lnTo>
                    <a:pt x="3643" y="37308"/>
                  </a:lnTo>
                  <a:lnTo>
                    <a:pt x="4452" y="38054"/>
                  </a:lnTo>
                  <a:lnTo>
                    <a:pt x="5666" y="38800"/>
                  </a:lnTo>
                  <a:lnTo>
                    <a:pt x="6880" y="39546"/>
                  </a:lnTo>
                  <a:lnTo>
                    <a:pt x="7690" y="39546"/>
                  </a:lnTo>
                  <a:lnTo>
                    <a:pt x="8095" y="40292"/>
                  </a:lnTo>
                  <a:lnTo>
                    <a:pt x="8904" y="41038"/>
                  </a:lnTo>
                  <a:lnTo>
                    <a:pt x="9309" y="41038"/>
                  </a:lnTo>
                  <a:lnTo>
                    <a:pt x="10928" y="41785"/>
                  </a:lnTo>
                  <a:lnTo>
                    <a:pt x="11332" y="42531"/>
                  </a:lnTo>
                  <a:lnTo>
                    <a:pt x="12547" y="43277"/>
                  </a:lnTo>
                  <a:lnTo>
                    <a:pt x="13356" y="44023"/>
                  </a:lnTo>
                  <a:lnTo>
                    <a:pt x="13761" y="44769"/>
                  </a:lnTo>
                  <a:lnTo>
                    <a:pt x="16999" y="44769"/>
                  </a:lnTo>
                  <a:lnTo>
                    <a:pt x="17403" y="44023"/>
                  </a:lnTo>
                  <a:lnTo>
                    <a:pt x="18213" y="44023"/>
                  </a:lnTo>
                  <a:lnTo>
                    <a:pt x="18618" y="43277"/>
                  </a:lnTo>
                  <a:lnTo>
                    <a:pt x="19427" y="44023"/>
                  </a:lnTo>
                  <a:lnTo>
                    <a:pt x="19832" y="45515"/>
                  </a:lnTo>
                  <a:cubicBezTo>
                    <a:pt x="19832" y="46261"/>
                    <a:pt x="20237" y="47008"/>
                    <a:pt x="20237" y="47754"/>
                  </a:cubicBezTo>
                  <a:cubicBezTo>
                    <a:pt x="20237" y="48500"/>
                    <a:pt x="20237" y="49246"/>
                    <a:pt x="19832" y="50738"/>
                  </a:cubicBezTo>
                  <a:lnTo>
                    <a:pt x="19427" y="51484"/>
                  </a:lnTo>
                  <a:lnTo>
                    <a:pt x="18618" y="52231"/>
                  </a:lnTo>
                  <a:lnTo>
                    <a:pt x="18618" y="51484"/>
                  </a:lnTo>
                  <a:lnTo>
                    <a:pt x="17808" y="51484"/>
                  </a:lnTo>
                  <a:lnTo>
                    <a:pt x="16999" y="50738"/>
                  </a:lnTo>
                  <a:lnTo>
                    <a:pt x="16594" y="49992"/>
                  </a:lnTo>
                  <a:lnTo>
                    <a:pt x="16189" y="49992"/>
                  </a:lnTo>
                  <a:lnTo>
                    <a:pt x="15784" y="50738"/>
                  </a:lnTo>
                  <a:lnTo>
                    <a:pt x="14166" y="51484"/>
                  </a:lnTo>
                  <a:lnTo>
                    <a:pt x="13356" y="51484"/>
                  </a:lnTo>
                  <a:lnTo>
                    <a:pt x="12142" y="52231"/>
                  </a:lnTo>
                  <a:lnTo>
                    <a:pt x="10928" y="51484"/>
                  </a:lnTo>
                  <a:lnTo>
                    <a:pt x="9309" y="51484"/>
                  </a:lnTo>
                  <a:lnTo>
                    <a:pt x="8499" y="52231"/>
                  </a:lnTo>
                  <a:lnTo>
                    <a:pt x="8095" y="52977"/>
                  </a:lnTo>
                  <a:lnTo>
                    <a:pt x="6880" y="52977"/>
                  </a:lnTo>
                  <a:lnTo>
                    <a:pt x="3643" y="54469"/>
                  </a:lnTo>
                  <a:lnTo>
                    <a:pt x="3238" y="55215"/>
                  </a:lnTo>
                  <a:lnTo>
                    <a:pt x="2024" y="55961"/>
                  </a:lnTo>
                  <a:lnTo>
                    <a:pt x="809" y="58200"/>
                  </a:lnTo>
                  <a:lnTo>
                    <a:pt x="405" y="60438"/>
                  </a:lnTo>
                  <a:lnTo>
                    <a:pt x="0" y="62677"/>
                  </a:lnTo>
                  <a:lnTo>
                    <a:pt x="0" y="69392"/>
                  </a:lnTo>
                  <a:lnTo>
                    <a:pt x="405" y="701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10370477" y="-15384"/>
              <a:ext cx="39663" cy="88046"/>
            </a:xfrm>
            <a:custGeom>
              <a:avLst/>
              <a:gdLst>
                <a:gd name="connsiteX0" fmla="*/ 33997 w 39663"/>
                <a:gd name="connsiteY0" fmla="*/ 19400 h 88046"/>
                <a:gd name="connsiteX1" fmla="*/ 32378 w 39663"/>
                <a:gd name="connsiteY1" fmla="*/ 17161 h 88046"/>
                <a:gd name="connsiteX2" fmla="*/ 31974 w 39663"/>
                <a:gd name="connsiteY2" fmla="*/ 17161 h 88046"/>
                <a:gd name="connsiteX3" fmla="*/ 31164 w 39663"/>
                <a:gd name="connsiteY3" fmla="*/ 16415 h 88046"/>
                <a:gd name="connsiteX4" fmla="*/ 30760 w 39663"/>
                <a:gd name="connsiteY4" fmla="*/ 16415 h 88046"/>
                <a:gd name="connsiteX5" fmla="*/ 29141 w 39663"/>
                <a:gd name="connsiteY5" fmla="*/ 15669 h 88046"/>
                <a:gd name="connsiteX6" fmla="*/ 28736 w 39663"/>
                <a:gd name="connsiteY6" fmla="*/ 15669 h 88046"/>
                <a:gd name="connsiteX7" fmla="*/ 28331 w 39663"/>
                <a:gd name="connsiteY7" fmla="*/ 14923 h 88046"/>
                <a:gd name="connsiteX8" fmla="*/ 27522 w 39663"/>
                <a:gd name="connsiteY8" fmla="*/ 13431 h 88046"/>
                <a:gd name="connsiteX9" fmla="*/ 26712 w 39663"/>
                <a:gd name="connsiteY9" fmla="*/ 12685 h 88046"/>
                <a:gd name="connsiteX10" fmla="*/ 26307 w 39663"/>
                <a:gd name="connsiteY10" fmla="*/ 11938 h 88046"/>
                <a:gd name="connsiteX11" fmla="*/ 25903 w 39663"/>
                <a:gd name="connsiteY11" fmla="*/ 11192 h 88046"/>
                <a:gd name="connsiteX12" fmla="*/ 25903 w 39663"/>
                <a:gd name="connsiteY12" fmla="*/ 8208 h 88046"/>
                <a:gd name="connsiteX13" fmla="*/ 26307 w 39663"/>
                <a:gd name="connsiteY13" fmla="*/ 7461 h 88046"/>
                <a:gd name="connsiteX14" fmla="*/ 26712 w 39663"/>
                <a:gd name="connsiteY14" fmla="*/ 6715 h 88046"/>
                <a:gd name="connsiteX15" fmla="*/ 27117 w 39663"/>
                <a:gd name="connsiteY15" fmla="*/ 5223 h 88046"/>
                <a:gd name="connsiteX16" fmla="*/ 27522 w 39663"/>
                <a:gd name="connsiteY16" fmla="*/ 4477 h 88046"/>
                <a:gd name="connsiteX17" fmla="*/ 27522 w 39663"/>
                <a:gd name="connsiteY17" fmla="*/ 2238 h 88046"/>
                <a:gd name="connsiteX18" fmla="*/ 27117 w 39663"/>
                <a:gd name="connsiteY18" fmla="*/ 1492 h 88046"/>
                <a:gd name="connsiteX19" fmla="*/ 26712 w 39663"/>
                <a:gd name="connsiteY19" fmla="*/ 746 h 88046"/>
                <a:gd name="connsiteX20" fmla="*/ 26712 w 39663"/>
                <a:gd name="connsiteY20" fmla="*/ 0 h 88046"/>
                <a:gd name="connsiteX21" fmla="*/ 26307 w 39663"/>
                <a:gd name="connsiteY21" fmla="*/ 746 h 88046"/>
                <a:gd name="connsiteX22" fmla="*/ 25903 w 39663"/>
                <a:gd name="connsiteY22" fmla="*/ 1492 h 88046"/>
                <a:gd name="connsiteX23" fmla="*/ 25498 w 39663"/>
                <a:gd name="connsiteY23" fmla="*/ 2238 h 88046"/>
                <a:gd name="connsiteX24" fmla="*/ 24689 w 39663"/>
                <a:gd name="connsiteY24" fmla="*/ 2985 h 88046"/>
                <a:gd name="connsiteX25" fmla="*/ 23474 w 39663"/>
                <a:gd name="connsiteY25" fmla="*/ 3731 h 88046"/>
                <a:gd name="connsiteX26" fmla="*/ 23070 w 39663"/>
                <a:gd name="connsiteY26" fmla="*/ 5223 h 88046"/>
                <a:gd name="connsiteX27" fmla="*/ 22260 w 39663"/>
                <a:gd name="connsiteY27" fmla="*/ 6715 h 88046"/>
                <a:gd name="connsiteX28" fmla="*/ 21451 w 39663"/>
                <a:gd name="connsiteY28" fmla="*/ 8954 h 88046"/>
                <a:gd name="connsiteX29" fmla="*/ 19427 w 39663"/>
                <a:gd name="connsiteY29" fmla="*/ 10446 h 88046"/>
                <a:gd name="connsiteX30" fmla="*/ 18618 w 39663"/>
                <a:gd name="connsiteY30" fmla="*/ 11192 h 88046"/>
                <a:gd name="connsiteX31" fmla="*/ 18213 w 39663"/>
                <a:gd name="connsiteY31" fmla="*/ 11192 h 88046"/>
                <a:gd name="connsiteX32" fmla="*/ 16189 w 39663"/>
                <a:gd name="connsiteY32" fmla="*/ 10446 h 88046"/>
                <a:gd name="connsiteX33" fmla="*/ 15784 w 39663"/>
                <a:gd name="connsiteY33" fmla="*/ 10446 h 88046"/>
                <a:gd name="connsiteX34" fmla="*/ 15380 w 39663"/>
                <a:gd name="connsiteY34" fmla="*/ 9700 h 88046"/>
                <a:gd name="connsiteX35" fmla="*/ 14975 w 39663"/>
                <a:gd name="connsiteY35" fmla="*/ 8954 h 88046"/>
                <a:gd name="connsiteX36" fmla="*/ 14570 w 39663"/>
                <a:gd name="connsiteY36" fmla="*/ 8208 h 88046"/>
                <a:gd name="connsiteX37" fmla="*/ 13356 w 39663"/>
                <a:gd name="connsiteY37" fmla="*/ 7461 h 88046"/>
                <a:gd name="connsiteX38" fmla="*/ 11737 w 39663"/>
                <a:gd name="connsiteY38" fmla="*/ 8208 h 88046"/>
                <a:gd name="connsiteX39" fmla="*/ 10118 w 39663"/>
                <a:gd name="connsiteY39" fmla="*/ 8208 h 88046"/>
                <a:gd name="connsiteX40" fmla="*/ 8499 w 39663"/>
                <a:gd name="connsiteY40" fmla="*/ 8954 h 88046"/>
                <a:gd name="connsiteX41" fmla="*/ 6880 w 39663"/>
                <a:gd name="connsiteY41" fmla="*/ 9700 h 88046"/>
                <a:gd name="connsiteX42" fmla="*/ 5666 w 39663"/>
                <a:gd name="connsiteY42" fmla="*/ 10446 h 88046"/>
                <a:gd name="connsiteX43" fmla="*/ 5261 w 39663"/>
                <a:gd name="connsiteY43" fmla="*/ 10446 h 88046"/>
                <a:gd name="connsiteX44" fmla="*/ 4047 w 39663"/>
                <a:gd name="connsiteY44" fmla="*/ 13431 h 88046"/>
                <a:gd name="connsiteX45" fmla="*/ 3643 w 39663"/>
                <a:gd name="connsiteY45" fmla="*/ 14177 h 88046"/>
                <a:gd name="connsiteX46" fmla="*/ 3238 w 39663"/>
                <a:gd name="connsiteY46" fmla="*/ 14923 h 88046"/>
                <a:gd name="connsiteX47" fmla="*/ 3238 w 39663"/>
                <a:gd name="connsiteY47" fmla="*/ 17161 h 88046"/>
                <a:gd name="connsiteX48" fmla="*/ 2833 w 39663"/>
                <a:gd name="connsiteY48" fmla="*/ 20146 h 88046"/>
                <a:gd name="connsiteX49" fmla="*/ 2833 w 39663"/>
                <a:gd name="connsiteY49" fmla="*/ 23131 h 88046"/>
                <a:gd name="connsiteX50" fmla="*/ 3238 w 39663"/>
                <a:gd name="connsiteY50" fmla="*/ 26861 h 88046"/>
                <a:gd name="connsiteX51" fmla="*/ 2833 w 39663"/>
                <a:gd name="connsiteY51" fmla="*/ 32085 h 88046"/>
                <a:gd name="connsiteX52" fmla="*/ 2833 w 39663"/>
                <a:gd name="connsiteY52" fmla="*/ 32831 h 88046"/>
                <a:gd name="connsiteX53" fmla="*/ 2428 w 39663"/>
                <a:gd name="connsiteY53" fmla="*/ 34323 h 88046"/>
                <a:gd name="connsiteX54" fmla="*/ 2428 w 39663"/>
                <a:gd name="connsiteY54" fmla="*/ 35069 h 88046"/>
                <a:gd name="connsiteX55" fmla="*/ 2024 w 39663"/>
                <a:gd name="connsiteY55" fmla="*/ 38054 h 88046"/>
                <a:gd name="connsiteX56" fmla="*/ 1619 w 39663"/>
                <a:gd name="connsiteY56" fmla="*/ 38800 h 88046"/>
                <a:gd name="connsiteX57" fmla="*/ 1214 w 39663"/>
                <a:gd name="connsiteY57" fmla="*/ 41038 h 88046"/>
                <a:gd name="connsiteX58" fmla="*/ 1214 w 39663"/>
                <a:gd name="connsiteY58" fmla="*/ 41785 h 88046"/>
                <a:gd name="connsiteX59" fmla="*/ 809 w 39663"/>
                <a:gd name="connsiteY59" fmla="*/ 42531 h 88046"/>
                <a:gd name="connsiteX60" fmla="*/ 809 w 39663"/>
                <a:gd name="connsiteY60" fmla="*/ 47754 h 88046"/>
                <a:gd name="connsiteX61" fmla="*/ 1214 w 39663"/>
                <a:gd name="connsiteY61" fmla="*/ 48500 h 88046"/>
                <a:gd name="connsiteX62" fmla="*/ 1619 w 39663"/>
                <a:gd name="connsiteY62" fmla="*/ 50738 h 88046"/>
                <a:gd name="connsiteX63" fmla="*/ 1214 w 39663"/>
                <a:gd name="connsiteY63" fmla="*/ 55215 h 88046"/>
                <a:gd name="connsiteX64" fmla="*/ 809 w 39663"/>
                <a:gd name="connsiteY64" fmla="*/ 56708 h 88046"/>
                <a:gd name="connsiteX65" fmla="*/ 405 w 39663"/>
                <a:gd name="connsiteY65" fmla="*/ 58200 h 88046"/>
                <a:gd name="connsiteX66" fmla="*/ 405 w 39663"/>
                <a:gd name="connsiteY66" fmla="*/ 59692 h 88046"/>
                <a:gd name="connsiteX67" fmla="*/ 0 w 39663"/>
                <a:gd name="connsiteY67" fmla="*/ 61931 h 88046"/>
                <a:gd name="connsiteX68" fmla="*/ 0 w 39663"/>
                <a:gd name="connsiteY68" fmla="*/ 64915 h 88046"/>
                <a:gd name="connsiteX69" fmla="*/ 405 w 39663"/>
                <a:gd name="connsiteY69" fmla="*/ 67154 h 88046"/>
                <a:gd name="connsiteX70" fmla="*/ 809 w 39663"/>
                <a:gd name="connsiteY70" fmla="*/ 67900 h 88046"/>
                <a:gd name="connsiteX71" fmla="*/ 1214 w 39663"/>
                <a:gd name="connsiteY71" fmla="*/ 68646 h 88046"/>
                <a:gd name="connsiteX72" fmla="*/ 1619 w 39663"/>
                <a:gd name="connsiteY72" fmla="*/ 69392 h 88046"/>
                <a:gd name="connsiteX73" fmla="*/ 1619 w 39663"/>
                <a:gd name="connsiteY73" fmla="*/ 70138 h 88046"/>
                <a:gd name="connsiteX74" fmla="*/ 2024 w 39663"/>
                <a:gd name="connsiteY74" fmla="*/ 71631 h 88046"/>
                <a:gd name="connsiteX75" fmla="*/ 3238 w 39663"/>
                <a:gd name="connsiteY75" fmla="*/ 73869 h 88046"/>
                <a:gd name="connsiteX76" fmla="*/ 3643 w 39663"/>
                <a:gd name="connsiteY76" fmla="*/ 74615 h 88046"/>
                <a:gd name="connsiteX77" fmla="*/ 4047 w 39663"/>
                <a:gd name="connsiteY77" fmla="*/ 75361 h 88046"/>
                <a:gd name="connsiteX78" fmla="*/ 4452 w 39663"/>
                <a:gd name="connsiteY78" fmla="*/ 76108 h 88046"/>
                <a:gd name="connsiteX79" fmla="*/ 4857 w 39663"/>
                <a:gd name="connsiteY79" fmla="*/ 78346 h 88046"/>
                <a:gd name="connsiteX80" fmla="*/ 5666 w 39663"/>
                <a:gd name="connsiteY80" fmla="*/ 79092 h 88046"/>
                <a:gd name="connsiteX81" fmla="*/ 6071 w 39663"/>
                <a:gd name="connsiteY81" fmla="*/ 79092 h 88046"/>
                <a:gd name="connsiteX82" fmla="*/ 6880 w 39663"/>
                <a:gd name="connsiteY82" fmla="*/ 79838 h 88046"/>
                <a:gd name="connsiteX83" fmla="*/ 8499 w 39663"/>
                <a:gd name="connsiteY83" fmla="*/ 79838 h 88046"/>
                <a:gd name="connsiteX84" fmla="*/ 8499 w 39663"/>
                <a:gd name="connsiteY84" fmla="*/ 80584 h 88046"/>
                <a:gd name="connsiteX85" fmla="*/ 10523 w 39663"/>
                <a:gd name="connsiteY85" fmla="*/ 81331 h 88046"/>
                <a:gd name="connsiteX86" fmla="*/ 11737 w 39663"/>
                <a:gd name="connsiteY86" fmla="*/ 82077 h 88046"/>
                <a:gd name="connsiteX87" fmla="*/ 12142 w 39663"/>
                <a:gd name="connsiteY87" fmla="*/ 82077 h 88046"/>
                <a:gd name="connsiteX88" fmla="*/ 12547 w 39663"/>
                <a:gd name="connsiteY88" fmla="*/ 82823 h 88046"/>
                <a:gd name="connsiteX89" fmla="*/ 12951 w 39663"/>
                <a:gd name="connsiteY89" fmla="*/ 83569 h 88046"/>
                <a:gd name="connsiteX90" fmla="*/ 13356 w 39663"/>
                <a:gd name="connsiteY90" fmla="*/ 84315 h 88046"/>
                <a:gd name="connsiteX91" fmla="*/ 13761 w 39663"/>
                <a:gd name="connsiteY91" fmla="*/ 85061 h 88046"/>
                <a:gd name="connsiteX92" fmla="*/ 14570 w 39663"/>
                <a:gd name="connsiteY92" fmla="*/ 85808 h 88046"/>
                <a:gd name="connsiteX93" fmla="*/ 15784 w 39663"/>
                <a:gd name="connsiteY93" fmla="*/ 85808 h 88046"/>
                <a:gd name="connsiteX94" fmla="*/ 15784 w 39663"/>
                <a:gd name="connsiteY94" fmla="*/ 86554 h 88046"/>
                <a:gd name="connsiteX95" fmla="*/ 17403 w 39663"/>
                <a:gd name="connsiteY95" fmla="*/ 87300 h 88046"/>
                <a:gd name="connsiteX96" fmla="*/ 20641 w 39663"/>
                <a:gd name="connsiteY96" fmla="*/ 87300 h 88046"/>
                <a:gd name="connsiteX97" fmla="*/ 21451 w 39663"/>
                <a:gd name="connsiteY97" fmla="*/ 88046 h 88046"/>
                <a:gd name="connsiteX98" fmla="*/ 23474 w 39663"/>
                <a:gd name="connsiteY98" fmla="*/ 88046 h 88046"/>
                <a:gd name="connsiteX99" fmla="*/ 24284 w 39663"/>
                <a:gd name="connsiteY99" fmla="*/ 86554 h 88046"/>
                <a:gd name="connsiteX100" fmla="*/ 25498 w 39663"/>
                <a:gd name="connsiteY100" fmla="*/ 85808 h 88046"/>
                <a:gd name="connsiteX101" fmla="*/ 25903 w 39663"/>
                <a:gd name="connsiteY101" fmla="*/ 85061 h 88046"/>
                <a:gd name="connsiteX102" fmla="*/ 26712 w 39663"/>
                <a:gd name="connsiteY102" fmla="*/ 83569 h 88046"/>
                <a:gd name="connsiteX103" fmla="*/ 27926 w 39663"/>
                <a:gd name="connsiteY103" fmla="*/ 82823 h 88046"/>
                <a:gd name="connsiteX104" fmla="*/ 28331 w 39663"/>
                <a:gd name="connsiteY104" fmla="*/ 82077 h 88046"/>
                <a:gd name="connsiteX105" fmla="*/ 29545 w 39663"/>
                <a:gd name="connsiteY105" fmla="*/ 80584 h 88046"/>
                <a:gd name="connsiteX106" fmla="*/ 29950 w 39663"/>
                <a:gd name="connsiteY106" fmla="*/ 78346 h 88046"/>
                <a:gd name="connsiteX107" fmla="*/ 29950 w 39663"/>
                <a:gd name="connsiteY107" fmla="*/ 75361 h 88046"/>
                <a:gd name="connsiteX108" fmla="*/ 30355 w 39663"/>
                <a:gd name="connsiteY108" fmla="*/ 72377 h 88046"/>
                <a:gd name="connsiteX109" fmla="*/ 30355 w 39663"/>
                <a:gd name="connsiteY109" fmla="*/ 69392 h 88046"/>
                <a:gd name="connsiteX110" fmla="*/ 30760 w 39663"/>
                <a:gd name="connsiteY110" fmla="*/ 68646 h 88046"/>
                <a:gd name="connsiteX111" fmla="*/ 31164 w 39663"/>
                <a:gd name="connsiteY111" fmla="*/ 68646 h 88046"/>
                <a:gd name="connsiteX112" fmla="*/ 31569 w 39663"/>
                <a:gd name="connsiteY112" fmla="*/ 67154 h 88046"/>
                <a:gd name="connsiteX113" fmla="*/ 32783 w 39663"/>
                <a:gd name="connsiteY113" fmla="*/ 64169 h 88046"/>
                <a:gd name="connsiteX114" fmla="*/ 33188 w 39663"/>
                <a:gd name="connsiteY114" fmla="*/ 62677 h 88046"/>
                <a:gd name="connsiteX115" fmla="*/ 33188 w 39663"/>
                <a:gd name="connsiteY115" fmla="*/ 61931 h 88046"/>
                <a:gd name="connsiteX116" fmla="*/ 33593 w 39663"/>
                <a:gd name="connsiteY116" fmla="*/ 58946 h 88046"/>
                <a:gd name="connsiteX117" fmla="*/ 33997 w 39663"/>
                <a:gd name="connsiteY117" fmla="*/ 57454 h 88046"/>
                <a:gd name="connsiteX118" fmla="*/ 34807 w 39663"/>
                <a:gd name="connsiteY118" fmla="*/ 55961 h 88046"/>
                <a:gd name="connsiteX119" fmla="*/ 35616 w 39663"/>
                <a:gd name="connsiteY119" fmla="*/ 55215 h 88046"/>
                <a:gd name="connsiteX120" fmla="*/ 36021 w 39663"/>
                <a:gd name="connsiteY120" fmla="*/ 54469 h 88046"/>
                <a:gd name="connsiteX121" fmla="*/ 36426 w 39663"/>
                <a:gd name="connsiteY121" fmla="*/ 53723 h 88046"/>
                <a:gd name="connsiteX122" fmla="*/ 36426 w 39663"/>
                <a:gd name="connsiteY122" fmla="*/ 50738 h 88046"/>
                <a:gd name="connsiteX123" fmla="*/ 36831 w 39663"/>
                <a:gd name="connsiteY123" fmla="*/ 48500 h 88046"/>
                <a:gd name="connsiteX124" fmla="*/ 37235 w 39663"/>
                <a:gd name="connsiteY124" fmla="*/ 45515 h 88046"/>
                <a:gd name="connsiteX125" fmla="*/ 37640 w 39663"/>
                <a:gd name="connsiteY125" fmla="*/ 44769 h 88046"/>
                <a:gd name="connsiteX126" fmla="*/ 38045 w 39663"/>
                <a:gd name="connsiteY126" fmla="*/ 44023 h 88046"/>
                <a:gd name="connsiteX127" fmla="*/ 38449 w 39663"/>
                <a:gd name="connsiteY127" fmla="*/ 41785 h 88046"/>
                <a:gd name="connsiteX128" fmla="*/ 38854 w 39663"/>
                <a:gd name="connsiteY128" fmla="*/ 38800 h 88046"/>
                <a:gd name="connsiteX129" fmla="*/ 38854 w 39663"/>
                <a:gd name="connsiteY129" fmla="*/ 35815 h 88046"/>
                <a:gd name="connsiteX130" fmla="*/ 39664 w 39663"/>
                <a:gd name="connsiteY130" fmla="*/ 32085 h 88046"/>
                <a:gd name="connsiteX131" fmla="*/ 39259 w 39663"/>
                <a:gd name="connsiteY131" fmla="*/ 29846 h 88046"/>
                <a:gd name="connsiteX132" fmla="*/ 38854 w 39663"/>
                <a:gd name="connsiteY132" fmla="*/ 29100 h 88046"/>
                <a:gd name="connsiteX133" fmla="*/ 38449 w 39663"/>
                <a:gd name="connsiteY133" fmla="*/ 28354 h 88046"/>
                <a:gd name="connsiteX134" fmla="*/ 37640 w 39663"/>
                <a:gd name="connsiteY134" fmla="*/ 26115 h 88046"/>
                <a:gd name="connsiteX135" fmla="*/ 37235 w 39663"/>
                <a:gd name="connsiteY135" fmla="*/ 25369 h 88046"/>
                <a:gd name="connsiteX136" fmla="*/ 35616 w 39663"/>
                <a:gd name="connsiteY136" fmla="*/ 22385 h 88046"/>
                <a:gd name="connsiteX137" fmla="*/ 35212 w 39663"/>
                <a:gd name="connsiteY137" fmla="*/ 21638 h 88046"/>
                <a:gd name="connsiteX138" fmla="*/ 27926 w 39663"/>
                <a:gd name="connsiteY138" fmla="*/ 67154 h 88046"/>
                <a:gd name="connsiteX139" fmla="*/ 27926 w 39663"/>
                <a:gd name="connsiteY139" fmla="*/ 70138 h 88046"/>
                <a:gd name="connsiteX140" fmla="*/ 27522 w 39663"/>
                <a:gd name="connsiteY140" fmla="*/ 70884 h 88046"/>
                <a:gd name="connsiteX141" fmla="*/ 26712 w 39663"/>
                <a:gd name="connsiteY141" fmla="*/ 71631 h 88046"/>
                <a:gd name="connsiteX142" fmla="*/ 26307 w 39663"/>
                <a:gd name="connsiteY142" fmla="*/ 73869 h 88046"/>
                <a:gd name="connsiteX143" fmla="*/ 26307 w 39663"/>
                <a:gd name="connsiteY143" fmla="*/ 74615 h 88046"/>
                <a:gd name="connsiteX144" fmla="*/ 25903 w 39663"/>
                <a:gd name="connsiteY144" fmla="*/ 75361 h 88046"/>
                <a:gd name="connsiteX145" fmla="*/ 25093 w 39663"/>
                <a:gd name="connsiteY145" fmla="*/ 76108 h 88046"/>
                <a:gd name="connsiteX146" fmla="*/ 23474 w 39663"/>
                <a:gd name="connsiteY146" fmla="*/ 76854 h 88046"/>
                <a:gd name="connsiteX147" fmla="*/ 21451 w 39663"/>
                <a:gd name="connsiteY147" fmla="*/ 77600 h 88046"/>
                <a:gd name="connsiteX148" fmla="*/ 19832 w 39663"/>
                <a:gd name="connsiteY148" fmla="*/ 77600 h 88046"/>
                <a:gd name="connsiteX149" fmla="*/ 18618 w 39663"/>
                <a:gd name="connsiteY149" fmla="*/ 76854 h 88046"/>
                <a:gd name="connsiteX150" fmla="*/ 18618 w 39663"/>
                <a:gd name="connsiteY150" fmla="*/ 76108 h 88046"/>
                <a:gd name="connsiteX151" fmla="*/ 16189 w 39663"/>
                <a:gd name="connsiteY151" fmla="*/ 75361 h 88046"/>
                <a:gd name="connsiteX152" fmla="*/ 15380 w 39663"/>
                <a:gd name="connsiteY152" fmla="*/ 74615 h 88046"/>
                <a:gd name="connsiteX153" fmla="*/ 14975 w 39663"/>
                <a:gd name="connsiteY153" fmla="*/ 73869 h 88046"/>
                <a:gd name="connsiteX154" fmla="*/ 12951 w 39663"/>
                <a:gd name="connsiteY154" fmla="*/ 72377 h 88046"/>
                <a:gd name="connsiteX155" fmla="*/ 11332 w 39663"/>
                <a:gd name="connsiteY155" fmla="*/ 71631 h 88046"/>
                <a:gd name="connsiteX156" fmla="*/ 10118 w 39663"/>
                <a:gd name="connsiteY156" fmla="*/ 70884 h 88046"/>
                <a:gd name="connsiteX157" fmla="*/ 8499 w 39663"/>
                <a:gd name="connsiteY157" fmla="*/ 70138 h 88046"/>
                <a:gd name="connsiteX158" fmla="*/ 7285 w 39663"/>
                <a:gd name="connsiteY158" fmla="*/ 69392 h 88046"/>
                <a:gd name="connsiteX159" fmla="*/ 6476 w 39663"/>
                <a:gd name="connsiteY159" fmla="*/ 68646 h 88046"/>
                <a:gd name="connsiteX160" fmla="*/ 6071 w 39663"/>
                <a:gd name="connsiteY160" fmla="*/ 67900 h 88046"/>
                <a:gd name="connsiteX161" fmla="*/ 5666 w 39663"/>
                <a:gd name="connsiteY161" fmla="*/ 66408 h 88046"/>
                <a:gd name="connsiteX162" fmla="*/ 5261 w 39663"/>
                <a:gd name="connsiteY162" fmla="*/ 65661 h 88046"/>
                <a:gd name="connsiteX163" fmla="*/ 4857 w 39663"/>
                <a:gd name="connsiteY163" fmla="*/ 64915 h 88046"/>
                <a:gd name="connsiteX164" fmla="*/ 4452 w 39663"/>
                <a:gd name="connsiteY164" fmla="*/ 63423 h 88046"/>
                <a:gd name="connsiteX165" fmla="*/ 4857 w 39663"/>
                <a:gd name="connsiteY165" fmla="*/ 61184 h 88046"/>
                <a:gd name="connsiteX166" fmla="*/ 5261 w 39663"/>
                <a:gd name="connsiteY166" fmla="*/ 60438 h 88046"/>
                <a:gd name="connsiteX167" fmla="*/ 5666 w 39663"/>
                <a:gd name="connsiteY167" fmla="*/ 59692 h 88046"/>
                <a:gd name="connsiteX168" fmla="*/ 6476 w 39663"/>
                <a:gd name="connsiteY168" fmla="*/ 58946 h 88046"/>
                <a:gd name="connsiteX169" fmla="*/ 8095 w 39663"/>
                <a:gd name="connsiteY169" fmla="*/ 58946 h 88046"/>
                <a:gd name="connsiteX170" fmla="*/ 8499 w 39663"/>
                <a:gd name="connsiteY170" fmla="*/ 59692 h 88046"/>
                <a:gd name="connsiteX171" fmla="*/ 8904 w 39663"/>
                <a:gd name="connsiteY171" fmla="*/ 60438 h 88046"/>
                <a:gd name="connsiteX172" fmla="*/ 11332 w 39663"/>
                <a:gd name="connsiteY172" fmla="*/ 60438 h 88046"/>
                <a:gd name="connsiteX173" fmla="*/ 11737 w 39663"/>
                <a:gd name="connsiteY173" fmla="*/ 61184 h 88046"/>
                <a:gd name="connsiteX174" fmla="*/ 12142 w 39663"/>
                <a:gd name="connsiteY174" fmla="*/ 61931 h 88046"/>
                <a:gd name="connsiteX175" fmla="*/ 15380 w 39663"/>
                <a:gd name="connsiteY175" fmla="*/ 61931 h 88046"/>
                <a:gd name="connsiteX176" fmla="*/ 16999 w 39663"/>
                <a:gd name="connsiteY176" fmla="*/ 62677 h 88046"/>
                <a:gd name="connsiteX177" fmla="*/ 18213 w 39663"/>
                <a:gd name="connsiteY177" fmla="*/ 62677 h 88046"/>
                <a:gd name="connsiteX178" fmla="*/ 19022 w 39663"/>
                <a:gd name="connsiteY178" fmla="*/ 63423 h 88046"/>
                <a:gd name="connsiteX179" fmla="*/ 19832 w 39663"/>
                <a:gd name="connsiteY179" fmla="*/ 64169 h 88046"/>
                <a:gd name="connsiteX180" fmla="*/ 21046 w 39663"/>
                <a:gd name="connsiteY180" fmla="*/ 64169 h 88046"/>
                <a:gd name="connsiteX181" fmla="*/ 22665 w 39663"/>
                <a:gd name="connsiteY181" fmla="*/ 64915 h 88046"/>
                <a:gd name="connsiteX182" fmla="*/ 23474 w 39663"/>
                <a:gd name="connsiteY182" fmla="*/ 64915 h 88046"/>
                <a:gd name="connsiteX183" fmla="*/ 24689 w 39663"/>
                <a:gd name="connsiteY183" fmla="*/ 65661 h 88046"/>
                <a:gd name="connsiteX184" fmla="*/ 25093 w 39663"/>
                <a:gd name="connsiteY184" fmla="*/ 65661 h 88046"/>
                <a:gd name="connsiteX185" fmla="*/ 26307 w 39663"/>
                <a:gd name="connsiteY185" fmla="*/ 66408 h 88046"/>
                <a:gd name="connsiteX186" fmla="*/ 26712 w 39663"/>
                <a:gd name="connsiteY186" fmla="*/ 67154 h 88046"/>
                <a:gd name="connsiteX187" fmla="*/ 27117 w 39663"/>
                <a:gd name="connsiteY187" fmla="*/ 67900 h 88046"/>
                <a:gd name="connsiteX188" fmla="*/ 27117 w 39663"/>
                <a:gd name="connsiteY188" fmla="*/ 68646 h 88046"/>
                <a:gd name="connsiteX189" fmla="*/ 27522 w 39663"/>
                <a:gd name="connsiteY189" fmla="*/ 69392 h 88046"/>
                <a:gd name="connsiteX190" fmla="*/ 32378 w 39663"/>
                <a:gd name="connsiteY190" fmla="*/ 51485 h 88046"/>
                <a:gd name="connsiteX191" fmla="*/ 31974 w 39663"/>
                <a:gd name="connsiteY191" fmla="*/ 52231 h 88046"/>
                <a:gd name="connsiteX192" fmla="*/ 31569 w 39663"/>
                <a:gd name="connsiteY192" fmla="*/ 53723 h 88046"/>
                <a:gd name="connsiteX193" fmla="*/ 31164 w 39663"/>
                <a:gd name="connsiteY193" fmla="*/ 54469 h 88046"/>
                <a:gd name="connsiteX194" fmla="*/ 30760 w 39663"/>
                <a:gd name="connsiteY194" fmla="*/ 55961 h 88046"/>
                <a:gd name="connsiteX195" fmla="*/ 29545 w 39663"/>
                <a:gd name="connsiteY195" fmla="*/ 57454 h 88046"/>
                <a:gd name="connsiteX196" fmla="*/ 29141 w 39663"/>
                <a:gd name="connsiteY196" fmla="*/ 57454 h 88046"/>
                <a:gd name="connsiteX197" fmla="*/ 27522 w 39663"/>
                <a:gd name="connsiteY197" fmla="*/ 56708 h 88046"/>
                <a:gd name="connsiteX198" fmla="*/ 27117 w 39663"/>
                <a:gd name="connsiteY198" fmla="*/ 55961 h 88046"/>
                <a:gd name="connsiteX199" fmla="*/ 26712 w 39663"/>
                <a:gd name="connsiteY199" fmla="*/ 55961 h 88046"/>
                <a:gd name="connsiteX200" fmla="*/ 25093 w 39663"/>
                <a:gd name="connsiteY200" fmla="*/ 55215 h 88046"/>
                <a:gd name="connsiteX201" fmla="*/ 25093 w 39663"/>
                <a:gd name="connsiteY201" fmla="*/ 54469 h 88046"/>
                <a:gd name="connsiteX202" fmla="*/ 24284 w 39663"/>
                <a:gd name="connsiteY202" fmla="*/ 53723 h 88046"/>
                <a:gd name="connsiteX203" fmla="*/ 22665 w 39663"/>
                <a:gd name="connsiteY203" fmla="*/ 52977 h 88046"/>
                <a:gd name="connsiteX204" fmla="*/ 21451 w 39663"/>
                <a:gd name="connsiteY204" fmla="*/ 52231 h 88046"/>
                <a:gd name="connsiteX205" fmla="*/ 20641 w 39663"/>
                <a:gd name="connsiteY205" fmla="*/ 51485 h 88046"/>
                <a:gd name="connsiteX206" fmla="*/ 18213 w 39663"/>
                <a:gd name="connsiteY206" fmla="*/ 51485 h 88046"/>
                <a:gd name="connsiteX207" fmla="*/ 17808 w 39663"/>
                <a:gd name="connsiteY207" fmla="*/ 49992 h 88046"/>
                <a:gd name="connsiteX208" fmla="*/ 11737 w 39663"/>
                <a:gd name="connsiteY208" fmla="*/ 49992 h 88046"/>
                <a:gd name="connsiteX209" fmla="*/ 11332 w 39663"/>
                <a:gd name="connsiteY209" fmla="*/ 49246 h 88046"/>
                <a:gd name="connsiteX210" fmla="*/ 10523 w 39663"/>
                <a:gd name="connsiteY210" fmla="*/ 48500 h 88046"/>
                <a:gd name="connsiteX211" fmla="*/ 9713 w 39663"/>
                <a:gd name="connsiteY211" fmla="*/ 47754 h 88046"/>
                <a:gd name="connsiteX212" fmla="*/ 8904 w 39663"/>
                <a:gd name="connsiteY212" fmla="*/ 47008 h 88046"/>
                <a:gd name="connsiteX213" fmla="*/ 8095 w 39663"/>
                <a:gd name="connsiteY213" fmla="*/ 46261 h 88046"/>
                <a:gd name="connsiteX214" fmla="*/ 7285 w 39663"/>
                <a:gd name="connsiteY214" fmla="*/ 45515 h 88046"/>
                <a:gd name="connsiteX215" fmla="*/ 6880 w 39663"/>
                <a:gd name="connsiteY215" fmla="*/ 44769 h 88046"/>
                <a:gd name="connsiteX216" fmla="*/ 7285 w 39663"/>
                <a:gd name="connsiteY216" fmla="*/ 43277 h 88046"/>
                <a:gd name="connsiteX217" fmla="*/ 8095 w 39663"/>
                <a:gd name="connsiteY217" fmla="*/ 41785 h 88046"/>
                <a:gd name="connsiteX218" fmla="*/ 9713 w 39663"/>
                <a:gd name="connsiteY218" fmla="*/ 40292 h 88046"/>
                <a:gd name="connsiteX219" fmla="*/ 11332 w 39663"/>
                <a:gd name="connsiteY219" fmla="*/ 40292 h 88046"/>
                <a:gd name="connsiteX220" fmla="*/ 12951 w 39663"/>
                <a:gd name="connsiteY220" fmla="*/ 41038 h 88046"/>
                <a:gd name="connsiteX221" fmla="*/ 14570 w 39663"/>
                <a:gd name="connsiteY221" fmla="*/ 41785 h 88046"/>
                <a:gd name="connsiteX222" fmla="*/ 14975 w 39663"/>
                <a:gd name="connsiteY222" fmla="*/ 42531 h 88046"/>
                <a:gd name="connsiteX223" fmla="*/ 15380 w 39663"/>
                <a:gd name="connsiteY223" fmla="*/ 43277 h 88046"/>
                <a:gd name="connsiteX224" fmla="*/ 16189 w 39663"/>
                <a:gd name="connsiteY224" fmla="*/ 44023 h 88046"/>
                <a:gd name="connsiteX225" fmla="*/ 17403 w 39663"/>
                <a:gd name="connsiteY225" fmla="*/ 44769 h 88046"/>
                <a:gd name="connsiteX226" fmla="*/ 17808 w 39663"/>
                <a:gd name="connsiteY226" fmla="*/ 45515 h 88046"/>
                <a:gd name="connsiteX227" fmla="*/ 19427 w 39663"/>
                <a:gd name="connsiteY227" fmla="*/ 45515 h 88046"/>
                <a:gd name="connsiteX228" fmla="*/ 21046 w 39663"/>
                <a:gd name="connsiteY228" fmla="*/ 46261 h 88046"/>
                <a:gd name="connsiteX229" fmla="*/ 23070 w 39663"/>
                <a:gd name="connsiteY229" fmla="*/ 47008 h 88046"/>
                <a:gd name="connsiteX230" fmla="*/ 23879 w 39663"/>
                <a:gd name="connsiteY230" fmla="*/ 47008 h 88046"/>
                <a:gd name="connsiteX231" fmla="*/ 24284 w 39663"/>
                <a:gd name="connsiteY231" fmla="*/ 47754 h 88046"/>
                <a:gd name="connsiteX232" fmla="*/ 24689 w 39663"/>
                <a:gd name="connsiteY232" fmla="*/ 48500 h 88046"/>
                <a:gd name="connsiteX233" fmla="*/ 25903 w 39663"/>
                <a:gd name="connsiteY233" fmla="*/ 49246 h 88046"/>
                <a:gd name="connsiteX234" fmla="*/ 26307 w 39663"/>
                <a:gd name="connsiteY234" fmla="*/ 49992 h 88046"/>
                <a:gd name="connsiteX235" fmla="*/ 26712 w 39663"/>
                <a:gd name="connsiteY235" fmla="*/ 49992 h 88046"/>
                <a:gd name="connsiteX236" fmla="*/ 27522 w 39663"/>
                <a:gd name="connsiteY236" fmla="*/ 50738 h 88046"/>
                <a:gd name="connsiteX237" fmla="*/ 28736 w 39663"/>
                <a:gd name="connsiteY237" fmla="*/ 49992 h 88046"/>
                <a:gd name="connsiteX238" fmla="*/ 29141 w 39663"/>
                <a:gd name="connsiteY238" fmla="*/ 49992 h 88046"/>
                <a:gd name="connsiteX239" fmla="*/ 29950 w 39663"/>
                <a:gd name="connsiteY239" fmla="*/ 50738 h 88046"/>
                <a:gd name="connsiteX240" fmla="*/ 30355 w 39663"/>
                <a:gd name="connsiteY240" fmla="*/ 51485 h 88046"/>
                <a:gd name="connsiteX241" fmla="*/ 30760 w 39663"/>
                <a:gd name="connsiteY241" fmla="*/ 52977 h 88046"/>
                <a:gd name="connsiteX242" fmla="*/ 31164 w 39663"/>
                <a:gd name="connsiteY242" fmla="*/ 53723 h 88046"/>
                <a:gd name="connsiteX243" fmla="*/ 31569 w 39663"/>
                <a:gd name="connsiteY243" fmla="*/ 54469 h 88046"/>
                <a:gd name="connsiteX244" fmla="*/ 35616 w 39663"/>
                <a:gd name="connsiteY244" fmla="*/ 36561 h 88046"/>
                <a:gd name="connsiteX245" fmla="*/ 35212 w 39663"/>
                <a:gd name="connsiteY245" fmla="*/ 37308 h 88046"/>
                <a:gd name="connsiteX246" fmla="*/ 34402 w 39663"/>
                <a:gd name="connsiteY246" fmla="*/ 38054 h 88046"/>
                <a:gd name="connsiteX247" fmla="*/ 33997 w 39663"/>
                <a:gd name="connsiteY247" fmla="*/ 38054 h 88046"/>
                <a:gd name="connsiteX248" fmla="*/ 32378 w 39663"/>
                <a:gd name="connsiteY248" fmla="*/ 37308 h 88046"/>
                <a:gd name="connsiteX249" fmla="*/ 31974 w 39663"/>
                <a:gd name="connsiteY249" fmla="*/ 37308 h 88046"/>
                <a:gd name="connsiteX250" fmla="*/ 31164 w 39663"/>
                <a:gd name="connsiteY250" fmla="*/ 36561 h 88046"/>
                <a:gd name="connsiteX251" fmla="*/ 29141 w 39663"/>
                <a:gd name="connsiteY251" fmla="*/ 36561 h 88046"/>
                <a:gd name="connsiteX252" fmla="*/ 28331 w 39663"/>
                <a:gd name="connsiteY252" fmla="*/ 35815 h 88046"/>
                <a:gd name="connsiteX253" fmla="*/ 27117 w 39663"/>
                <a:gd name="connsiteY253" fmla="*/ 36561 h 88046"/>
                <a:gd name="connsiteX254" fmla="*/ 26712 w 39663"/>
                <a:gd name="connsiteY254" fmla="*/ 35815 h 88046"/>
                <a:gd name="connsiteX255" fmla="*/ 25498 w 39663"/>
                <a:gd name="connsiteY255" fmla="*/ 35069 h 88046"/>
                <a:gd name="connsiteX256" fmla="*/ 25093 w 39663"/>
                <a:gd name="connsiteY256" fmla="*/ 34323 h 88046"/>
                <a:gd name="connsiteX257" fmla="*/ 24689 w 39663"/>
                <a:gd name="connsiteY257" fmla="*/ 33577 h 88046"/>
                <a:gd name="connsiteX258" fmla="*/ 24284 w 39663"/>
                <a:gd name="connsiteY258" fmla="*/ 32831 h 88046"/>
                <a:gd name="connsiteX259" fmla="*/ 23070 w 39663"/>
                <a:gd name="connsiteY259" fmla="*/ 32085 h 88046"/>
                <a:gd name="connsiteX260" fmla="*/ 21451 w 39663"/>
                <a:gd name="connsiteY260" fmla="*/ 32085 h 88046"/>
                <a:gd name="connsiteX261" fmla="*/ 20237 w 39663"/>
                <a:gd name="connsiteY261" fmla="*/ 31338 h 88046"/>
                <a:gd name="connsiteX262" fmla="*/ 16594 w 39663"/>
                <a:gd name="connsiteY262" fmla="*/ 31338 h 88046"/>
                <a:gd name="connsiteX263" fmla="*/ 15380 w 39663"/>
                <a:gd name="connsiteY263" fmla="*/ 30592 h 88046"/>
                <a:gd name="connsiteX264" fmla="*/ 14975 w 39663"/>
                <a:gd name="connsiteY264" fmla="*/ 30592 h 88046"/>
                <a:gd name="connsiteX265" fmla="*/ 13761 w 39663"/>
                <a:gd name="connsiteY265" fmla="*/ 29846 h 88046"/>
                <a:gd name="connsiteX266" fmla="*/ 12547 w 39663"/>
                <a:gd name="connsiteY266" fmla="*/ 29100 h 88046"/>
                <a:gd name="connsiteX267" fmla="*/ 11332 w 39663"/>
                <a:gd name="connsiteY267" fmla="*/ 28354 h 88046"/>
                <a:gd name="connsiteX268" fmla="*/ 10928 w 39663"/>
                <a:gd name="connsiteY268" fmla="*/ 28354 h 88046"/>
                <a:gd name="connsiteX269" fmla="*/ 10523 w 39663"/>
                <a:gd name="connsiteY269" fmla="*/ 27608 h 88046"/>
                <a:gd name="connsiteX270" fmla="*/ 10118 w 39663"/>
                <a:gd name="connsiteY270" fmla="*/ 26861 h 88046"/>
                <a:gd name="connsiteX271" fmla="*/ 9713 w 39663"/>
                <a:gd name="connsiteY271" fmla="*/ 26115 h 88046"/>
                <a:gd name="connsiteX272" fmla="*/ 9309 w 39663"/>
                <a:gd name="connsiteY272" fmla="*/ 25369 h 88046"/>
                <a:gd name="connsiteX273" fmla="*/ 9309 w 39663"/>
                <a:gd name="connsiteY273" fmla="*/ 23877 h 88046"/>
                <a:gd name="connsiteX274" fmla="*/ 9713 w 39663"/>
                <a:gd name="connsiteY274" fmla="*/ 22385 h 88046"/>
                <a:gd name="connsiteX275" fmla="*/ 10118 w 39663"/>
                <a:gd name="connsiteY275" fmla="*/ 21638 h 88046"/>
                <a:gd name="connsiteX276" fmla="*/ 11332 w 39663"/>
                <a:gd name="connsiteY276" fmla="*/ 20146 h 88046"/>
                <a:gd name="connsiteX277" fmla="*/ 11737 w 39663"/>
                <a:gd name="connsiteY277" fmla="*/ 20146 h 88046"/>
                <a:gd name="connsiteX278" fmla="*/ 12142 w 39663"/>
                <a:gd name="connsiteY278" fmla="*/ 19400 h 88046"/>
                <a:gd name="connsiteX279" fmla="*/ 12547 w 39663"/>
                <a:gd name="connsiteY279" fmla="*/ 19400 h 88046"/>
                <a:gd name="connsiteX280" fmla="*/ 14570 w 39663"/>
                <a:gd name="connsiteY280" fmla="*/ 18654 h 88046"/>
                <a:gd name="connsiteX281" fmla="*/ 15784 w 39663"/>
                <a:gd name="connsiteY281" fmla="*/ 19400 h 88046"/>
                <a:gd name="connsiteX282" fmla="*/ 17403 w 39663"/>
                <a:gd name="connsiteY282" fmla="*/ 19400 h 88046"/>
                <a:gd name="connsiteX283" fmla="*/ 18213 w 39663"/>
                <a:gd name="connsiteY283" fmla="*/ 20146 h 88046"/>
                <a:gd name="connsiteX284" fmla="*/ 18618 w 39663"/>
                <a:gd name="connsiteY284" fmla="*/ 20892 h 88046"/>
                <a:gd name="connsiteX285" fmla="*/ 19022 w 39663"/>
                <a:gd name="connsiteY285" fmla="*/ 20892 h 88046"/>
                <a:gd name="connsiteX286" fmla="*/ 19832 w 39663"/>
                <a:gd name="connsiteY286" fmla="*/ 21638 h 88046"/>
                <a:gd name="connsiteX287" fmla="*/ 20641 w 39663"/>
                <a:gd name="connsiteY287" fmla="*/ 22385 h 88046"/>
                <a:gd name="connsiteX288" fmla="*/ 22260 w 39663"/>
                <a:gd name="connsiteY288" fmla="*/ 22385 h 88046"/>
                <a:gd name="connsiteX289" fmla="*/ 22665 w 39663"/>
                <a:gd name="connsiteY289" fmla="*/ 21638 h 88046"/>
                <a:gd name="connsiteX290" fmla="*/ 23070 w 39663"/>
                <a:gd name="connsiteY290" fmla="*/ 20892 h 88046"/>
                <a:gd name="connsiteX291" fmla="*/ 23474 w 39663"/>
                <a:gd name="connsiteY291" fmla="*/ 20892 h 88046"/>
                <a:gd name="connsiteX292" fmla="*/ 24284 w 39663"/>
                <a:gd name="connsiteY292" fmla="*/ 21638 h 88046"/>
                <a:gd name="connsiteX293" fmla="*/ 24689 w 39663"/>
                <a:gd name="connsiteY293" fmla="*/ 22385 h 88046"/>
                <a:gd name="connsiteX294" fmla="*/ 25093 w 39663"/>
                <a:gd name="connsiteY294" fmla="*/ 22385 h 88046"/>
                <a:gd name="connsiteX295" fmla="*/ 25498 w 39663"/>
                <a:gd name="connsiteY295" fmla="*/ 23131 h 88046"/>
                <a:gd name="connsiteX296" fmla="*/ 26307 w 39663"/>
                <a:gd name="connsiteY296" fmla="*/ 23877 h 88046"/>
                <a:gd name="connsiteX297" fmla="*/ 26712 w 39663"/>
                <a:gd name="connsiteY297" fmla="*/ 24623 h 88046"/>
                <a:gd name="connsiteX298" fmla="*/ 27117 w 39663"/>
                <a:gd name="connsiteY298" fmla="*/ 25369 h 88046"/>
                <a:gd name="connsiteX299" fmla="*/ 27926 w 39663"/>
                <a:gd name="connsiteY299" fmla="*/ 26115 h 88046"/>
                <a:gd name="connsiteX300" fmla="*/ 28331 w 39663"/>
                <a:gd name="connsiteY300" fmla="*/ 26861 h 88046"/>
                <a:gd name="connsiteX301" fmla="*/ 28736 w 39663"/>
                <a:gd name="connsiteY301" fmla="*/ 26861 h 88046"/>
                <a:gd name="connsiteX302" fmla="*/ 29141 w 39663"/>
                <a:gd name="connsiteY302" fmla="*/ 27608 h 88046"/>
                <a:gd name="connsiteX303" fmla="*/ 29545 w 39663"/>
                <a:gd name="connsiteY303" fmla="*/ 28354 h 88046"/>
                <a:gd name="connsiteX304" fmla="*/ 30355 w 39663"/>
                <a:gd name="connsiteY304" fmla="*/ 28354 h 88046"/>
                <a:gd name="connsiteX305" fmla="*/ 31164 w 39663"/>
                <a:gd name="connsiteY305" fmla="*/ 29100 h 88046"/>
                <a:gd name="connsiteX306" fmla="*/ 32783 w 39663"/>
                <a:gd name="connsiteY306" fmla="*/ 29846 h 88046"/>
                <a:gd name="connsiteX307" fmla="*/ 32783 w 39663"/>
                <a:gd name="connsiteY307" fmla="*/ 31338 h 88046"/>
                <a:gd name="connsiteX308" fmla="*/ 33188 w 39663"/>
                <a:gd name="connsiteY308" fmla="*/ 32085 h 88046"/>
                <a:gd name="connsiteX309" fmla="*/ 33997 w 39663"/>
                <a:gd name="connsiteY309" fmla="*/ 32831 h 88046"/>
                <a:gd name="connsiteX310" fmla="*/ 34402 w 39663"/>
                <a:gd name="connsiteY310" fmla="*/ 33577 h 88046"/>
                <a:gd name="connsiteX311" fmla="*/ 34402 w 39663"/>
                <a:gd name="connsiteY311" fmla="*/ 35069 h 8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</a:cxnLst>
              <a:rect l="l" t="t" r="r" b="b"/>
              <a:pathLst>
                <a:path w="39663" h="88046">
                  <a:moveTo>
                    <a:pt x="33997" y="19400"/>
                  </a:moveTo>
                  <a:lnTo>
                    <a:pt x="32378" y="17161"/>
                  </a:lnTo>
                  <a:lnTo>
                    <a:pt x="31974" y="17161"/>
                  </a:lnTo>
                  <a:lnTo>
                    <a:pt x="31164" y="16415"/>
                  </a:lnTo>
                  <a:lnTo>
                    <a:pt x="30760" y="16415"/>
                  </a:lnTo>
                  <a:lnTo>
                    <a:pt x="29141" y="15669"/>
                  </a:lnTo>
                  <a:lnTo>
                    <a:pt x="28736" y="15669"/>
                  </a:lnTo>
                  <a:lnTo>
                    <a:pt x="28331" y="14923"/>
                  </a:lnTo>
                  <a:lnTo>
                    <a:pt x="27522" y="13431"/>
                  </a:lnTo>
                  <a:lnTo>
                    <a:pt x="26712" y="12685"/>
                  </a:lnTo>
                  <a:lnTo>
                    <a:pt x="26307" y="11938"/>
                  </a:lnTo>
                  <a:lnTo>
                    <a:pt x="25903" y="11192"/>
                  </a:lnTo>
                  <a:lnTo>
                    <a:pt x="25903" y="8208"/>
                  </a:lnTo>
                  <a:lnTo>
                    <a:pt x="26307" y="7461"/>
                  </a:lnTo>
                  <a:lnTo>
                    <a:pt x="26712" y="6715"/>
                  </a:lnTo>
                  <a:lnTo>
                    <a:pt x="27117" y="5223"/>
                  </a:lnTo>
                  <a:lnTo>
                    <a:pt x="27522" y="4477"/>
                  </a:lnTo>
                  <a:lnTo>
                    <a:pt x="27522" y="2238"/>
                  </a:lnTo>
                  <a:lnTo>
                    <a:pt x="27117" y="1492"/>
                  </a:lnTo>
                  <a:lnTo>
                    <a:pt x="26712" y="746"/>
                  </a:lnTo>
                  <a:lnTo>
                    <a:pt x="26712" y="0"/>
                  </a:lnTo>
                  <a:lnTo>
                    <a:pt x="26307" y="746"/>
                  </a:lnTo>
                  <a:lnTo>
                    <a:pt x="25903" y="1492"/>
                  </a:lnTo>
                  <a:lnTo>
                    <a:pt x="25498" y="2238"/>
                  </a:lnTo>
                  <a:lnTo>
                    <a:pt x="24689" y="2985"/>
                  </a:lnTo>
                  <a:lnTo>
                    <a:pt x="23474" y="3731"/>
                  </a:lnTo>
                  <a:lnTo>
                    <a:pt x="23070" y="5223"/>
                  </a:lnTo>
                  <a:lnTo>
                    <a:pt x="22260" y="6715"/>
                  </a:lnTo>
                  <a:lnTo>
                    <a:pt x="21451" y="8954"/>
                  </a:lnTo>
                  <a:lnTo>
                    <a:pt x="19427" y="10446"/>
                  </a:lnTo>
                  <a:lnTo>
                    <a:pt x="18618" y="11192"/>
                  </a:lnTo>
                  <a:lnTo>
                    <a:pt x="18213" y="11192"/>
                  </a:lnTo>
                  <a:lnTo>
                    <a:pt x="16189" y="10446"/>
                  </a:lnTo>
                  <a:lnTo>
                    <a:pt x="15784" y="10446"/>
                  </a:lnTo>
                  <a:lnTo>
                    <a:pt x="15380" y="9700"/>
                  </a:lnTo>
                  <a:lnTo>
                    <a:pt x="14975" y="8954"/>
                  </a:lnTo>
                  <a:lnTo>
                    <a:pt x="14570" y="8208"/>
                  </a:lnTo>
                  <a:lnTo>
                    <a:pt x="13356" y="7461"/>
                  </a:lnTo>
                  <a:lnTo>
                    <a:pt x="11737" y="8208"/>
                  </a:lnTo>
                  <a:lnTo>
                    <a:pt x="10118" y="8208"/>
                  </a:lnTo>
                  <a:lnTo>
                    <a:pt x="8499" y="8954"/>
                  </a:lnTo>
                  <a:lnTo>
                    <a:pt x="6880" y="9700"/>
                  </a:lnTo>
                  <a:lnTo>
                    <a:pt x="5666" y="10446"/>
                  </a:lnTo>
                  <a:lnTo>
                    <a:pt x="5261" y="10446"/>
                  </a:lnTo>
                  <a:lnTo>
                    <a:pt x="4047" y="13431"/>
                  </a:lnTo>
                  <a:lnTo>
                    <a:pt x="3643" y="14177"/>
                  </a:lnTo>
                  <a:lnTo>
                    <a:pt x="3238" y="14923"/>
                  </a:lnTo>
                  <a:lnTo>
                    <a:pt x="3238" y="17161"/>
                  </a:lnTo>
                  <a:lnTo>
                    <a:pt x="2833" y="20146"/>
                  </a:lnTo>
                  <a:lnTo>
                    <a:pt x="2833" y="23131"/>
                  </a:lnTo>
                  <a:lnTo>
                    <a:pt x="3238" y="26861"/>
                  </a:lnTo>
                  <a:lnTo>
                    <a:pt x="2833" y="32085"/>
                  </a:lnTo>
                  <a:lnTo>
                    <a:pt x="2833" y="32831"/>
                  </a:lnTo>
                  <a:lnTo>
                    <a:pt x="2428" y="34323"/>
                  </a:lnTo>
                  <a:lnTo>
                    <a:pt x="2428" y="35069"/>
                  </a:lnTo>
                  <a:lnTo>
                    <a:pt x="2024" y="38054"/>
                  </a:lnTo>
                  <a:lnTo>
                    <a:pt x="1619" y="38800"/>
                  </a:lnTo>
                  <a:lnTo>
                    <a:pt x="1214" y="41038"/>
                  </a:lnTo>
                  <a:lnTo>
                    <a:pt x="1214" y="41785"/>
                  </a:lnTo>
                  <a:lnTo>
                    <a:pt x="809" y="42531"/>
                  </a:lnTo>
                  <a:lnTo>
                    <a:pt x="809" y="47754"/>
                  </a:lnTo>
                  <a:lnTo>
                    <a:pt x="1214" y="48500"/>
                  </a:lnTo>
                  <a:lnTo>
                    <a:pt x="1619" y="50738"/>
                  </a:lnTo>
                  <a:lnTo>
                    <a:pt x="1214" y="55215"/>
                  </a:lnTo>
                  <a:lnTo>
                    <a:pt x="809" y="56708"/>
                  </a:lnTo>
                  <a:lnTo>
                    <a:pt x="405" y="58200"/>
                  </a:lnTo>
                  <a:lnTo>
                    <a:pt x="405" y="59692"/>
                  </a:lnTo>
                  <a:lnTo>
                    <a:pt x="0" y="61931"/>
                  </a:lnTo>
                  <a:lnTo>
                    <a:pt x="0" y="64915"/>
                  </a:lnTo>
                  <a:lnTo>
                    <a:pt x="405" y="67154"/>
                  </a:lnTo>
                  <a:lnTo>
                    <a:pt x="809" y="67900"/>
                  </a:lnTo>
                  <a:lnTo>
                    <a:pt x="1214" y="68646"/>
                  </a:lnTo>
                  <a:lnTo>
                    <a:pt x="1619" y="69392"/>
                  </a:lnTo>
                  <a:lnTo>
                    <a:pt x="1619" y="70138"/>
                  </a:lnTo>
                  <a:lnTo>
                    <a:pt x="2024" y="71631"/>
                  </a:lnTo>
                  <a:lnTo>
                    <a:pt x="3238" y="73869"/>
                  </a:lnTo>
                  <a:lnTo>
                    <a:pt x="3643" y="74615"/>
                  </a:lnTo>
                  <a:lnTo>
                    <a:pt x="4047" y="75361"/>
                  </a:lnTo>
                  <a:lnTo>
                    <a:pt x="4452" y="76108"/>
                  </a:lnTo>
                  <a:lnTo>
                    <a:pt x="4857" y="78346"/>
                  </a:lnTo>
                  <a:lnTo>
                    <a:pt x="5666" y="79092"/>
                  </a:lnTo>
                  <a:lnTo>
                    <a:pt x="6071" y="79092"/>
                  </a:lnTo>
                  <a:lnTo>
                    <a:pt x="6880" y="79838"/>
                  </a:lnTo>
                  <a:lnTo>
                    <a:pt x="8499" y="79838"/>
                  </a:lnTo>
                  <a:lnTo>
                    <a:pt x="8499" y="80584"/>
                  </a:lnTo>
                  <a:lnTo>
                    <a:pt x="10523" y="81331"/>
                  </a:lnTo>
                  <a:lnTo>
                    <a:pt x="11737" y="82077"/>
                  </a:lnTo>
                  <a:lnTo>
                    <a:pt x="12142" y="82077"/>
                  </a:lnTo>
                  <a:lnTo>
                    <a:pt x="12547" y="82823"/>
                  </a:lnTo>
                  <a:lnTo>
                    <a:pt x="12951" y="83569"/>
                  </a:lnTo>
                  <a:lnTo>
                    <a:pt x="13356" y="84315"/>
                  </a:lnTo>
                  <a:lnTo>
                    <a:pt x="13761" y="85061"/>
                  </a:lnTo>
                  <a:lnTo>
                    <a:pt x="14570" y="85808"/>
                  </a:lnTo>
                  <a:lnTo>
                    <a:pt x="15784" y="85808"/>
                  </a:lnTo>
                  <a:lnTo>
                    <a:pt x="15784" y="86554"/>
                  </a:lnTo>
                  <a:lnTo>
                    <a:pt x="17403" y="87300"/>
                  </a:lnTo>
                  <a:lnTo>
                    <a:pt x="20641" y="87300"/>
                  </a:lnTo>
                  <a:lnTo>
                    <a:pt x="21451" y="88046"/>
                  </a:lnTo>
                  <a:lnTo>
                    <a:pt x="23474" y="88046"/>
                  </a:lnTo>
                  <a:lnTo>
                    <a:pt x="24284" y="86554"/>
                  </a:lnTo>
                  <a:lnTo>
                    <a:pt x="25498" y="85808"/>
                  </a:lnTo>
                  <a:lnTo>
                    <a:pt x="25903" y="85061"/>
                  </a:lnTo>
                  <a:lnTo>
                    <a:pt x="26712" y="83569"/>
                  </a:lnTo>
                  <a:lnTo>
                    <a:pt x="27926" y="82823"/>
                  </a:lnTo>
                  <a:lnTo>
                    <a:pt x="28331" y="82077"/>
                  </a:lnTo>
                  <a:lnTo>
                    <a:pt x="29545" y="80584"/>
                  </a:lnTo>
                  <a:lnTo>
                    <a:pt x="29950" y="78346"/>
                  </a:lnTo>
                  <a:lnTo>
                    <a:pt x="29950" y="75361"/>
                  </a:lnTo>
                  <a:lnTo>
                    <a:pt x="30355" y="72377"/>
                  </a:lnTo>
                  <a:lnTo>
                    <a:pt x="30355" y="69392"/>
                  </a:lnTo>
                  <a:lnTo>
                    <a:pt x="30760" y="68646"/>
                  </a:lnTo>
                  <a:lnTo>
                    <a:pt x="31164" y="68646"/>
                  </a:lnTo>
                  <a:lnTo>
                    <a:pt x="31569" y="67154"/>
                  </a:lnTo>
                  <a:lnTo>
                    <a:pt x="32783" y="64169"/>
                  </a:lnTo>
                  <a:lnTo>
                    <a:pt x="33188" y="62677"/>
                  </a:lnTo>
                  <a:lnTo>
                    <a:pt x="33188" y="61931"/>
                  </a:lnTo>
                  <a:lnTo>
                    <a:pt x="33593" y="58946"/>
                  </a:lnTo>
                  <a:lnTo>
                    <a:pt x="33997" y="57454"/>
                  </a:lnTo>
                  <a:lnTo>
                    <a:pt x="34807" y="55961"/>
                  </a:lnTo>
                  <a:lnTo>
                    <a:pt x="35616" y="55215"/>
                  </a:lnTo>
                  <a:lnTo>
                    <a:pt x="36021" y="54469"/>
                  </a:lnTo>
                  <a:lnTo>
                    <a:pt x="36426" y="53723"/>
                  </a:lnTo>
                  <a:lnTo>
                    <a:pt x="36426" y="50738"/>
                  </a:lnTo>
                  <a:lnTo>
                    <a:pt x="36831" y="48500"/>
                  </a:lnTo>
                  <a:lnTo>
                    <a:pt x="37235" y="45515"/>
                  </a:lnTo>
                  <a:lnTo>
                    <a:pt x="37640" y="44769"/>
                  </a:lnTo>
                  <a:lnTo>
                    <a:pt x="38045" y="44023"/>
                  </a:lnTo>
                  <a:lnTo>
                    <a:pt x="38449" y="41785"/>
                  </a:lnTo>
                  <a:lnTo>
                    <a:pt x="38854" y="38800"/>
                  </a:lnTo>
                  <a:lnTo>
                    <a:pt x="38854" y="35815"/>
                  </a:lnTo>
                  <a:lnTo>
                    <a:pt x="39664" y="32085"/>
                  </a:lnTo>
                  <a:lnTo>
                    <a:pt x="39259" y="29846"/>
                  </a:lnTo>
                  <a:lnTo>
                    <a:pt x="38854" y="29100"/>
                  </a:lnTo>
                  <a:lnTo>
                    <a:pt x="38449" y="28354"/>
                  </a:lnTo>
                  <a:lnTo>
                    <a:pt x="37640" y="26115"/>
                  </a:lnTo>
                  <a:lnTo>
                    <a:pt x="37235" y="25369"/>
                  </a:lnTo>
                  <a:lnTo>
                    <a:pt x="35616" y="22385"/>
                  </a:lnTo>
                  <a:lnTo>
                    <a:pt x="35212" y="21638"/>
                  </a:lnTo>
                  <a:close/>
                  <a:moveTo>
                    <a:pt x="27926" y="67154"/>
                  </a:moveTo>
                  <a:lnTo>
                    <a:pt x="27926" y="70138"/>
                  </a:lnTo>
                  <a:lnTo>
                    <a:pt x="27522" y="70884"/>
                  </a:lnTo>
                  <a:lnTo>
                    <a:pt x="26712" y="71631"/>
                  </a:lnTo>
                  <a:lnTo>
                    <a:pt x="26307" y="73869"/>
                  </a:lnTo>
                  <a:lnTo>
                    <a:pt x="26307" y="74615"/>
                  </a:lnTo>
                  <a:lnTo>
                    <a:pt x="25903" y="75361"/>
                  </a:lnTo>
                  <a:lnTo>
                    <a:pt x="25093" y="76108"/>
                  </a:lnTo>
                  <a:lnTo>
                    <a:pt x="23474" y="76854"/>
                  </a:lnTo>
                  <a:lnTo>
                    <a:pt x="21451" y="77600"/>
                  </a:lnTo>
                  <a:lnTo>
                    <a:pt x="19832" y="77600"/>
                  </a:lnTo>
                  <a:lnTo>
                    <a:pt x="18618" y="76854"/>
                  </a:lnTo>
                  <a:lnTo>
                    <a:pt x="18618" y="76108"/>
                  </a:lnTo>
                  <a:lnTo>
                    <a:pt x="16189" y="75361"/>
                  </a:lnTo>
                  <a:lnTo>
                    <a:pt x="15380" y="74615"/>
                  </a:lnTo>
                  <a:lnTo>
                    <a:pt x="14975" y="73869"/>
                  </a:lnTo>
                  <a:lnTo>
                    <a:pt x="12951" y="72377"/>
                  </a:lnTo>
                  <a:lnTo>
                    <a:pt x="11332" y="71631"/>
                  </a:lnTo>
                  <a:lnTo>
                    <a:pt x="10118" y="70884"/>
                  </a:lnTo>
                  <a:lnTo>
                    <a:pt x="8499" y="70138"/>
                  </a:lnTo>
                  <a:lnTo>
                    <a:pt x="7285" y="69392"/>
                  </a:lnTo>
                  <a:lnTo>
                    <a:pt x="6476" y="68646"/>
                  </a:lnTo>
                  <a:lnTo>
                    <a:pt x="6071" y="67900"/>
                  </a:lnTo>
                  <a:lnTo>
                    <a:pt x="5666" y="66408"/>
                  </a:lnTo>
                  <a:lnTo>
                    <a:pt x="5261" y="65661"/>
                  </a:lnTo>
                  <a:lnTo>
                    <a:pt x="4857" y="64915"/>
                  </a:lnTo>
                  <a:lnTo>
                    <a:pt x="4452" y="63423"/>
                  </a:lnTo>
                  <a:lnTo>
                    <a:pt x="4857" y="61184"/>
                  </a:lnTo>
                  <a:lnTo>
                    <a:pt x="5261" y="60438"/>
                  </a:lnTo>
                  <a:lnTo>
                    <a:pt x="5666" y="59692"/>
                  </a:lnTo>
                  <a:lnTo>
                    <a:pt x="6476" y="58946"/>
                  </a:lnTo>
                  <a:lnTo>
                    <a:pt x="8095" y="58946"/>
                  </a:lnTo>
                  <a:lnTo>
                    <a:pt x="8499" y="59692"/>
                  </a:lnTo>
                  <a:lnTo>
                    <a:pt x="8904" y="60438"/>
                  </a:lnTo>
                  <a:lnTo>
                    <a:pt x="11332" y="60438"/>
                  </a:lnTo>
                  <a:lnTo>
                    <a:pt x="11737" y="61184"/>
                  </a:lnTo>
                  <a:lnTo>
                    <a:pt x="12142" y="61931"/>
                  </a:lnTo>
                  <a:lnTo>
                    <a:pt x="15380" y="61931"/>
                  </a:lnTo>
                  <a:lnTo>
                    <a:pt x="16999" y="62677"/>
                  </a:lnTo>
                  <a:lnTo>
                    <a:pt x="18213" y="62677"/>
                  </a:lnTo>
                  <a:lnTo>
                    <a:pt x="19022" y="63423"/>
                  </a:lnTo>
                  <a:lnTo>
                    <a:pt x="19832" y="64169"/>
                  </a:lnTo>
                  <a:lnTo>
                    <a:pt x="21046" y="64169"/>
                  </a:lnTo>
                  <a:lnTo>
                    <a:pt x="22665" y="64915"/>
                  </a:lnTo>
                  <a:lnTo>
                    <a:pt x="23474" y="64915"/>
                  </a:lnTo>
                  <a:lnTo>
                    <a:pt x="24689" y="65661"/>
                  </a:lnTo>
                  <a:lnTo>
                    <a:pt x="25093" y="65661"/>
                  </a:lnTo>
                  <a:lnTo>
                    <a:pt x="26307" y="66408"/>
                  </a:lnTo>
                  <a:lnTo>
                    <a:pt x="26712" y="67154"/>
                  </a:lnTo>
                  <a:lnTo>
                    <a:pt x="27117" y="67900"/>
                  </a:lnTo>
                  <a:lnTo>
                    <a:pt x="27117" y="68646"/>
                  </a:lnTo>
                  <a:lnTo>
                    <a:pt x="27522" y="69392"/>
                  </a:lnTo>
                  <a:close/>
                  <a:moveTo>
                    <a:pt x="32378" y="51485"/>
                  </a:moveTo>
                  <a:lnTo>
                    <a:pt x="31974" y="52231"/>
                  </a:lnTo>
                  <a:lnTo>
                    <a:pt x="31569" y="53723"/>
                  </a:lnTo>
                  <a:lnTo>
                    <a:pt x="31164" y="54469"/>
                  </a:lnTo>
                  <a:lnTo>
                    <a:pt x="30760" y="55961"/>
                  </a:lnTo>
                  <a:lnTo>
                    <a:pt x="29545" y="57454"/>
                  </a:lnTo>
                  <a:lnTo>
                    <a:pt x="29141" y="57454"/>
                  </a:lnTo>
                  <a:lnTo>
                    <a:pt x="27522" y="56708"/>
                  </a:lnTo>
                  <a:lnTo>
                    <a:pt x="27117" y="55961"/>
                  </a:lnTo>
                  <a:lnTo>
                    <a:pt x="26712" y="55961"/>
                  </a:lnTo>
                  <a:lnTo>
                    <a:pt x="25093" y="55215"/>
                  </a:lnTo>
                  <a:lnTo>
                    <a:pt x="25093" y="54469"/>
                  </a:lnTo>
                  <a:lnTo>
                    <a:pt x="24284" y="53723"/>
                  </a:lnTo>
                  <a:lnTo>
                    <a:pt x="22665" y="52977"/>
                  </a:lnTo>
                  <a:lnTo>
                    <a:pt x="21451" y="52231"/>
                  </a:lnTo>
                  <a:lnTo>
                    <a:pt x="20641" y="51485"/>
                  </a:lnTo>
                  <a:lnTo>
                    <a:pt x="18213" y="51485"/>
                  </a:lnTo>
                  <a:lnTo>
                    <a:pt x="17808" y="49992"/>
                  </a:lnTo>
                  <a:lnTo>
                    <a:pt x="11737" y="49992"/>
                  </a:lnTo>
                  <a:lnTo>
                    <a:pt x="11332" y="49246"/>
                  </a:lnTo>
                  <a:lnTo>
                    <a:pt x="10523" y="48500"/>
                  </a:lnTo>
                  <a:lnTo>
                    <a:pt x="9713" y="47754"/>
                  </a:lnTo>
                  <a:lnTo>
                    <a:pt x="8904" y="47008"/>
                  </a:lnTo>
                  <a:lnTo>
                    <a:pt x="8095" y="46261"/>
                  </a:lnTo>
                  <a:lnTo>
                    <a:pt x="7285" y="45515"/>
                  </a:lnTo>
                  <a:lnTo>
                    <a:pt x="6880" y="44769"/>
                  </a:lnTo>
                  <a:lnTo>
                    <a:pt x="7285" y="43277"/>
                  </a:lnTo>
                  <a:lnTo>
                    <a:pt x="8095" y="41785"/>
                  </a:lnTo>
                  <a:lnTo>
                    <a:pt x="9713" y="40292"/>
                  </a:lnTo>
                  <a:lnTo>
                    <a:pt x="11332" y="40292"/>
                  </a:lnTo>
                  <a:lnTo>
                    <a:pt x="12951" y="41038"/>
                  </a:lnTo>
                  <a:lnTo>
                    <a:pt x="14570" y="41785"/>
                  </a:lnTo>
                  <a:lnTo>
                    <a:pt x="14975" y="42531"/>
                  </a:lnTo>
                  <a:lnTo>
                    <a:pt x="15380" y="43277"/>
                  </a:lnTo>
                  <a:lnTo>
                    <a:pt x="16189" y="44023"/>
                  </a:lnTo>
                  <a:lnTo>
                    <a:pt x="17403" y="44769"/>
                  </a:lnTo>
                  <a:lnTo>
                    <a:pt x="17808" y="45515"/>
                  </a:lnTo>
                  <a:lnTo>
                    <a:pt x="19427" y="45515"/>
                  </a:lnTo>
                  <a:lnTo>
                    <a:pt x="21046" y="46261"/>
                  </a:lnTo>
                  <a:lnTo>
                    <a:pt x="23070" y="47008"/>
                  </a:lnTo>
                  <a:lnTo>
                    <a:pt x="23879" y="47008"/>
                  </a:lnTo>
                  <a:lnTo>
                    <a:pt x="24284" y="47754"/>
                  </a:lnTo>
                  <a:lnTo>
                    <a:pt x="24689" y="48500"/>
                  </a:lnTo>
                  <a:lnTo>
                    <a:pt x="25903" y="49246"/>
                  </a:lnTo>
                  <a:lnTo>
                    <a:pt x="26307" y="49992"/>
                  </a:lnTo>
                  <a:lnTo>
                    <a:pt x="26712" y="49992"/>
                  </a:lnTo>
                  <a:lnTo>
                    <a:pt x="27522" y="50738"/>
                  </a:lnTo>
                  <a:lnTo>
                    <a:pt x="28736" y="49992"/>
                  </a:lnTo>
                  <a:lnTo>
                    <a:pt x="29141" y="49992"/>
                  </a:lnTo>
                  <a:lnTo>
                    <a:pt x="29950" y="50738"/>
                  </a:lnTo>
                  <a:lnTo>
                    <a:pt x="30355" y="51485"/>
                  </a:lnTo>
                  <a:lnTo>
                    <a:pt x="30760" y="52977"/>
                  </a:lnTo>
                  <a:lnTo>
                    <a:pt x="31164" y="53723"/>
                  </a:lnTo>
                  <a:lnTo>
                    <a:pt x="31569" y="54469"/>
                  </a:lnTo>
                  <a:close/>
                  <a:moveTo>
                    <a:pt x="35616" y="36561"/>
                  </a:moveTo>
                  <a:lnTo>
                    <a:pt x="35212" y="37308"/>
                  </a:lnTo>
                  <a:lnTo>
                    <a:pt x="34402" y="38054"/>
                  </a:lnTo>
                  <a:lnTo>
                    <a:pt x="33997" y="38054"/>
                  </a:lnTo>
                  <a:lnTo>
                    <a:pt x="32378" y="37308"/>
                  </a:lnTo>
                  <a:lnTo>
                    <a:pt x="31974" y="37308"/>
                  </a:lnTo>
                  <a:lnTo>
                    <a:pt x="31164" y="36561"/>
                  </a:lnTo>
                  <a:lnTo>
                    <a:pt x="29141" y="36561"/>
                  </a:lnTo>
                  <a:lnTo>
                    <a:pt x="28331" y="35815"/>
                  </a:lnTo>
                  <a:lnTo>
                    <a:pt x="27117" y="36561"/>
                  </a:lnTo>
                  <a:lnTo>
                    <a:pt x="26712" y="35815"/>
                  </a:lnTo>
                  <a:lnTo>
                    <a:pt x="25498" y="35069"/>
                  </a:lnTo>
                  <a:lnTo>
                    <a:pt x="25093" y="34323"/>
                  </a:lnTo>
                  <a:lnTo>
                    <a:pt x="24689" y="33577"/>
                  </a:lnTo>
                  <a:lnTo>
                    <a:pt x="24284" y="32831"/>
                  </a:lnTo>
                  <a:lnTo>
                    <a:pt x="23070" y="32085"/>
                  </a:lnTo>
                  <a:lnTo>
                    <a:pt x="21451" y="32085"/>
                  </a:lnTo>
                  <a:lnTo>
                    <a:pt x="20237" y="31338"/>
                  </a:lnTo>
                  <a:lnTo>
                    <a:pt x="16594" y="31338"/>
                  </a:lnTo>
                  <a:lnTo>
                    <a:pt x="15380" y="30592"/>
                  </a:lnTo>
                  <a:lnTo>
                    <a:pt x="14975" y="30592"/>
                  </a:lnTo>
                  <a:lnTo>
                    <a:pt x="13761" y="29846"/>
                  </a:lnTo>
                  <a:lnTo>
                    <a:pt x="12547" y="29100"/>
                  </a:lnTo>
                  <a:lnTo>
                    <a:pt x="11332" y="28354"/>
                  </a:lnTo>
                  <a:lnTo>
                    <a:pt x="10928" y="28354"/>
                  </a:lnTo>
                  <a:lnTo>
                    <a:pt x="10523" y="27608"/>
                  </a:lnTo>
                  <a:lnTo>
                    <a:pt x="10118" y="26861"/>
                  </a:lnTo>
                  <a:lnTo>
                    <a:pt x="9713" y="26115"/>
                  </a:lnTo>
                  <a:lnTo>
                    <a:pt x="9309" y="25369"/>
                  </a:lnTo>
                  <a:lnTo>
                    <a:pt x="9309" y="23877"/>
                  </a:lnTo>
                  <a:lnTo>
                    <a:pt x="9713" y="22385"/>
                  </a:lnTo>
                  <a:lnTo>
                    <a:pt x="10118" y="21638"/>
                  </a:lnTo>
                  <a:lnTo>
                    <a:pt x="11332" y="20146"/>
                  </a:lnTo>
                  <a:lnTo>
                    <a:pt x="11737" y="20146"/>
                  </a:lnTo>
                  <a:lnTo>
                    <a:pt x="12142" y="19400"/>
                  </a:lnTo>
                  <a:lnTo>
                    <a:pt x="12547" y="19400"/>
                  </a:lnTo>
                  <a:lnTo>
                    <a:pt x="14570" y="18654"/>
                  </a:lnTo>
                  <a:lnTo>
                    <a:pt x="15784" y="19400"/>
                  </a:lnTo>
                  <a:lnTo>
                    <a:pt x="17403" y="19400"/>
                  </a:lnTo>
                  <a:lnTo>
                    <a:pt x="18213" y="20146"/>
                  </a:lnTo>
                  <a:lnTo>
                    <a:pt x="18618" y="20892"/>
                  </a:lnTo>
                  <a:lnTo>
                    <a:pt x="19022" y="20892"/>
                  </a:lnTo>
                  <a:lnTo>
                    <a:pt x="19832" y="21638"/>
                  </a:lnTo>
                  <a:lnTo>
                    <a:pt x="20641" y="22385"/>
                  </a:lnTo>
                  <a:lnTo>
                    <a:pt x="22260" y="22385"/>
                  </a:lnTo>
                  <a:lnTo>
                    <a:pt x="22665" y="21638"/>
                  </a:lnTo>
                  <a:lnTo>
                    <a:pt x="23070" y="20892"/>
                  </a:lnTo>
                  <a:lnTo>
                    <a:pt x="23474" y="20892"/>
                  </a:lnTo>
                  <a:lnTo>
                    <a:pt x="24284" y="21638"/>
                  </a:lnTo>
                  <a:lnTo>
                    <a:pt x="24689" y="22385"/>
                  </a:lnTo>
                  <a:lnTo>
                    <a:pt x="25093" y="22385"/>
                  </a:lnTo>
                  <a:lnTo>
                    <a:pt x="25498" y="23131"/>
                  </a:lnTo>
                  <a:lnTo>
                    <a:pt x="26307" y="23877"/>
                  </a:lnTo>
                  <a:lnTo>
                    <a:pt x="26712" y="24623"/>
                  </a:lnTo>
                  <a:lnTo>
                    <a:pt x="27117" y="25369"/>
                  </a:lnTo>
                  <a:lnTo>
                    <a:pt x="27926" y="26115"/>
                  </a:lnTo>
                  <a:lnTo>
                    <a:pt x="28331" y="26861"/>
                  </a:lnTo>
                  <a:lnTo>
                    <a:pt x="28736" y="26861"/>
                  </a:lnTo>
                  <a:lnTo>
                    <a:pt x="29141" y="27608"/>
                  </a:lnTo>
                  <a:lnTo>
                    <a:pt x="29545" y="28354"/>
                  </a:lnTo>
                  <a:lnTo>
                    <a:pt x="30355" y="28354"/>
                  </a:lnTo>
                  <a:lnTo>
                    <a:pt x="31164" y="29100"/>
                  </a:lnTo>
                  <a:lnTo>
                    <a:pt x="32783" y="29846"/>
                  </a:lnTo>
                  <a:lnTo>
                    <a:pt x="32783" y="31338"/>
                  </a:lnTo>
                  <a:lnTo>
                    <a:pt x="33188" y="32085"/>
                  </a:lnTo>
                  <a:lnTo>
                    <a:pt x="33997" y="32831"/>
                  </a:lnTo>
                  <a:lnTo>
                    <a:pt x="34402" y="33577"/>
                  </a:lnTo>
                  <a:lnTo>
                    <a:pt x="34402" y="35069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10396379" y="306953"/>
              <a:ext cx="5261" cy="15669"/>
            </a:xfrm>
            <a:custGeom>
              <a:avLst/>
              <a:gdLst>
                <a:gd name="connsiteX0" fmla="*/ 405 w 5261"/>
                <a:gd name="connsiteY0" fmla="*/ 11192 h 15669"/>
                <a:gd name="connsiteX1" fmla="*/ 1214 w 5261"/>
                <a:gd name="connsiteY1" fmla="*/ 12685 h 15669"/>
                <a:gd name="connsiteX2" fmla="*/ 1619 w 5261"/>
                <a:gd name="connsiteY2" fmla="*/ 14923 h 15669"/>
                <a:gd name="connsiteX3" fmla="*/ 2428 w 5261"/>
                <a:gd name="connsiteY3" fmla="*/ 15669 h 15669"/>
                <a:gd name="connsiteX4" fmla="*/ 4857 w 5261"/>
                <a:gd name="connsiteY4" fmla="*/ 15669 h 15669"/>
                <a:gd name="connsiteX5" fmla="*/ 5261 w 5261"/>
                <a:gd name="connsiteY5" fmla="*/ 13431 h 15669"/>
                <a:gd name="connsiteX6" fmla="*/ 4857 w 5261"/>
                <a:gd name="connsiteY6" fmla="*/ 11192 h 15669"/>
                <a:gd name="connsiteX7" fmla="*/ 4452 w 5261"/>
                <a:gd name="connsiteY7" fmla="*/ 9700 h 15669"/>
                <a:gd name="connsiteX8" fmla="*/ 3643 w 5261"/>
                <a:gd name="connsiteY8" fmla="*/ 7461 h 15669"/>
                <a:gd name="connsiteX9" fmla="*/ 3643 w 5261"/>
                <a:gd name="connsiteY9" fmla="*/ 2238 h 15669"/>
                <a:gd name="connsiteX10" fmla="*/ 3238 w 5261"/>
                <a:gd name="connsiteY10" fmla="*/ 1492 h 15669"/>
                <a:gd name="connsiteX11" fmla="*/ 3238 w 5261"/>
                <a:gd name="connsiteY11" fmla="*/ 746 h 15669"/>
                <a:gd name="connsiteX12" fmla="*/ 2428 w 5261"/>
                <a:gd name="connsiteY12" fmla="*/ 0 h 15669"/>
                <a:gd name="connsiteX13" fmla="*/ 405 w 5261"/>
                <a:gd name="connsiteY13" fmla="*/ 0 h 15669"/>
                <a:gd name="connsiteX14" fmla="*/ 0 w 5261"/>
                <a:gd name="connsiteY14" fmla="*/ 746 h 15669"/>
                <a:gd name="connsiteX15" fmla="*/ 0 w 5261"/>
                <a:gd name="connsiteY15" fmla="*/ 3731 h 15669"/>
                <a:gd name="connsiteX16" fmla="*/ 405 w 5261"/>
                <a:gd name="connsiteY16" fmla="*/ 5223 h 15669"/>
                <a:gd name="connsiteX17" fmla="*/ 405 w 5261"/>
                <a:gd name="connsiteY17" fmla="*/ 9700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61" h="15669">
                  <a:moveTo>
                    <a:pt x="405" y="11192"/>
                  </a:moveTo>
                  <a:lnTo>
                    <a:pt x="1214" y="12685"/>
                  </a:lnTo>
                  <a:lnTo>
                    <a:pt x="1619" y="14923"/>
                  </a:lnTo>
                  <a:lnTo>
                    <a:pt x="2428" y="15669"/>
                  </a:lnTo>
                  <a:lnTo>
                    <a:pt x="4857" y="15669"/>
                  </a:lnTo>
                  <a:lnTo>
                    <a:pt x="5261" y="13431"/>
                  </a:lnTo>
                  <a:lnTo>
                    <a:pt x="4857" y="11192"/>
                  </a:lnTo>
                  <a:lnTo>
                    <a:pt x="4452" y="9700"/>
                  </a:lnTo>
                  <a:lnTo>
                    <a:pt x="3643" y="7461"/>
                  </a:lnTo>
                  <a:lnTo>
                    <a:pt x="3643" y="2238"/>
                  </a:lnTo>
                  <a:lnTo>
                    <a:pt x="3238" y="1492"/>
                  </a:lnTo>
                  <a:lnTo>
                    <a:pt x="3238" y="746"/>
                  </a:lnTo>
                  <a:lnTo>
                    <a:pt x="2428" y="0"/>
                  </a:lnTo>
                  <a:lnTo>
                    <a:pt x="405" y="0"/>
                  </a:lnTo>
                  <a:lnTo>
                    <a:pt x="0" y="746"/>
                  </a:lnTo>
                  <a:lnTo>
                    <a:pt x="0" y="3731"/>
                  </a:lnTo>
                  <a:lnTo>
                    <a:pt x="405" y="5223"/>
                  </a:lnTo>
                  <a:lnTo>
                    <a:pt x="405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10375738" y="327846"/>
              <a:ext cx="36830" cy="69392"/>
            </a:xfrm>
            <a:custGeom>
              <a:avLst/>
              <a:gdLst>
                <a:gd name="connsiteX0" fmla="*/ 12951 w 36830"/>
                <a:gd name="connsiteY0" fmla="*/ 9700 h 69392"/>
                <a:gd name="connsiteX1" fmla="*/ 11737 w 36830"/>
                <a:gd name="connsiteY1" fmla="*/ 10446 h 69392"/>
                <a:gd name="connsiteX2" fmla="*/ 10118 w 36830"/>
                <a:gd name="connsiteY2" fmla="*/ 11192 h 69392"/>
                <a:gd name="connsiteX3" fmla="*/ 7690 w 36830"/>
                <a:gd name="connsiteY3" fmla="*/ 11192 h 69392"/>
                <a:gd name="connsiteX4" fmla="*/ 6880 w 36830"/>
                <a:gd name="connsiteY4" fmla="*/ 14177 h 69392"/>
                <a:gd name="connsiteX5" fmla="*/ 6071 w 36830"/>
                <a:gd name="connsiteY5" fmla="*/ 15669 h 69392"/>
                <a:gd name="connsiteX6" fmla="*/ 5261 w 36830"/>
                <a:gd name="connsiteY6" fmla="*/ 17161 h 69392"/>
                <a:gd name="connsiteX7" fmla="*/ 3238 w 36830"/>
                <a:gd name="connsiteY7" fmla="*/ 21638 h 69392"/>
                <a:gd name="connsiteX8" fmla="*/ 1214 w 36830"/>
                <a:gd name="connsiteY8" fmla="*/ 24623 h 69392"/>
                <a:gd name="connsiteX9" fmla="*/ 405 w 36830"/>
                <a:gd name="connsiteY9" fmla="*/ 25369 h 69392"/>
                <a:gd name="connsiteX10" fmla="*/ 0 w 36830"/>
                <a:gd name="connsiteY10" fmla="*/ 28354 h 69392"/>
                <a:gd name="connsiteX11" fmla="*/ 0 w 36830"/>
                <a:gd name="connsiteY11" fmla="*/ 29846 h 69392"/>
                <a:gd name="connsiteX12" fmla="*/ 405 w 36830"/>
                <a:gd name="connsiteY12" fmla="*/ 32831 h 69392"/>
                <a:gd name="connsiteX13" fmla="*/ 809 w 36830"/>
                <a:gd name="connsiteY13" fmla="*/ 35069 h 69392"/>
                <a:gd name="connsiteX14" fmla="*/ 1214 w 36830"/>
                <a:gd name="connsiteY14" fmla="*/ 38800 h 69392"/>
                <a:gd name="connsiteX15" fmla="*/ 1214 w 36830"/>
                <a:gd name="connsiteY15" fmla="*/ 41038 h 69392"/>
                <a:gd name="connsiteX16" fmla="*/ 1619 w 36830"/>
                <a:gd name="connsiteY16" fmla="*/ 43277 h 69392"/>
                <a:gd name="connsiteX17" fmla="*/ 1214 w 36830"/>
                <a:gd name="connsiteY17" fmla="*/ 45515 h 69392"/>
                <a:gd name="connsiteX18" fmla="*/ 1619 w 36830"/>
                <a:gd name="connsiteY18" fmla="*/ 46261 h 69392"/>
                <a:gd name="connsiteX19" fmla="*/ 2428 w 36830"/>
                <a:gd name="connsiteY19" fmla="*/ 47754 h 69392"/>
                <a:gd name="connsiteX20" fmla="*/ 3238 w 36830"/>
                <a:gd name="connsiteY20" fmla="*/ 49246 h 69392"/>
                <a:gd name="connsiteX21" fmla="*/ 3643 w 36830"/>
                <a:gd name="connsiteY21" fmla="*/ 52977 h 69392"/>
                <a:gd name="connsiteX22" fmla="*/ 4047 w 36830"/>
                <a:gd name="connsiteY22" fmla="*/ 55961 h 69392"/>
                <a:gd name="connsiteX23" fmla="*/ 4452 w 36830"/>
                <a:gd name="connsiteY23" fmla="*/ 59692 h 69392"/>
                <a:gd name="connsiteX24" fmla="*/ 5261 w 36830"/>
                <a:gd name="connsiteY24" fmla="*/ 62677 h 69392"/>
                <a:gd name="connsiteX25" fmla="*/ 6071 w 36830"/>
                <a:gd name="connsiteY25" fmla="*/ 64915 h 69392"/>
                <a:gd name="connsiteX26" fmla="*/ 6880 w 36830"/>
                <a:gd name="connsiteY26" fmla="*/ 67900 h 69392"/>
                <a:gd name="connsiteX27" fmla="*/ 8499 w 36830"/>
                <a:gd name="connsiteY27" fmla="*/ 69392 h 69392"/>
                <a:gd name="connsiteX28" fmla="*/ 10118 w 36830"/>
                <a:gd name="connsiteY28" fmla="*/ 69392 h 69392"/>
                <a:gd name="connsiteX29" fmla="*/ 10928 w 36830"/>
                <a:gd name="connsiteY29" fmla="*/ 68646 h 69392"/>
                <a:gd name="connsiteX30" fmla="*/ 12547 w 36830"/>
                <a:gd name="connsiteY30" fmla="*/ 67900 h 69392"/>
                <a:gd name="connsiteX31" fmla="*/ 12951 w 36830"/>
                <a:gd name="connsiteY31" fmla="*/ 67900 h 69392"/>
                <a:gd name="connsiteX32" fmla="*/ 14570 w 36830"/>
                <a:gd name="connsiteY32" fmla="*/ 67154 h 69392"/>
                <a:gd name="connsiteX33" fmla="*/ 16999 w 36830"/>
                <a:gd name="connsiteY33" fmla="*/ 65661 h 69392"/>
                <a:gd name="connsiteX34" fmla="*/ 18213 w 36830"/>
                <a:gd name="connsiteY34" fmla="*/ 64915 h 69392"/>
                <a:gd name="connsiteX35" fmla="*/ 19832 w 36830"/>
                <a:gd name="connsiteY35" fmla="*/ 64169 h 69392"/>
                <a:gd name="connsiteX36" fmla="*/ 20237 w 36830"/>
                <a:gd name="connsiteY36" fmla="*/ 63423 h 69392"/>
                <a:gd name="connsiteX37" fmla="*/ 21046 w 36830"/>
                <a:gd name="connsiteY37" fmla="*/ 62677 h 69392"/>
                <a:gd name="connsiteX38" fmla="*/ 21451 w 36830"/>
                <a:gd name="connsiteY38" fmla="*/ 62677 h 69392"/>
                <a:gd name="connsiteX39" fmla="*/ 22260 w 36830"/>
                <a:gd name="connsiteY39" fmla="*/ 61931 h 69392"/>
                <a:gd name="connsiteX40" fmla="*/ 23070 w 36830"/>
                <a:gd name="connsiteY40" fmla="*/ 62677 h 69392"/>
                <a:gd name="connsiteX41" fmla="*/ 23474 w 36830"/>
                <a:gd name="connsiteY41" fmla="*/ 62677 h 69392"/>
                <a:gd name="connsiteX42" fmla="*/ 24689 w 36830"/>
                <a:gd name="connsiteY42" fmla="*/ 64169 h 69392"/>
                <a:gd name="connsiteX43" fmla="*/ 25498 w 36830"/>
                <a:gd name="connsiteY43" fmla="*/ 64915 h 69392"/>
                <a:gd name="connsiteX44" fmla="*/ 25903 w 36830"/>
                <a:gd name="connsiteY44" fmla="*/ 65661 h 69392"/>
                <a:gd name="connsiteX45" fmla="*/ 26307 w 36830"/>
                <a:gd name="connsiteY45" fmla="*/ 65661 h 69392"/>
                <a:gd name="connsiteX46" fmla="*/ 26712 w 36830"/>
                <a:gd name="connsiteY46" fmla="*/ 66408 h 69392"/>
                <a:gd name="connsiteX47" fmla="*/ 27117 w 36830"/>
                <a:gd name="connsiteY47" fmla="*/ 65661 h 69392"/>
                <a:gd name="connsiteX48" fmla="*/ 27117 w 36830"/>
                <a:gd name="connsiteY48" fmla="*/ 57454 h 69392"/>
                <a:gd name="connsiteX49" fmla="*/ 27926 w 36830"/>
                <a:gd name="connsiteY49" fmla="*/ 55961 h 69392"/>
                <a:gd name="connsiteX50" fmla="*/ 28331 w 36830"/>
                <a:gd name="connsiteY50" fmla="*/ 55961 h 69392"/>
                <a:gd name="connsiteX51" fmla="*/ 28736 w 36830"/>
                <a:gd name="connsiteY51" fmla="*/ 54469 h 69392"/>
                <a:gd name="connsiteX52" fmla="*/ 29141 w 36830"/>
                <a:gd name="connsiteY52" fmla="*/ 54469 h 69392"/>
                <a:gd name="connsiteX53" fmla="*/ 29545 w 36830"/>
                <a:gd name="connsiteY53" fmla="*/ 53723 h 69392"/>
                <a:gd name="connsiteX54" fmla="*/ 30355 w 36830"/>
                <a:gd name="connsiteY54" fmla="*/ 51484 h 69392"/>
                <a:gd name="connsiteX55" fmla="*/ 31164 w 36830"/>
                <a:gd name="connsiteY55" fmla="*/ 49992 h 69392"/>
                <a:gd name="connsiteX56" fmla="*/ 32378 w 36830"/>
                <a:gd name="connsiteY56" fmla="*/ 48500 h 69392"/>
                <a:gd name="connsiteX57" fmla="*/ 32783 w 36830"/>
                <a:gd name="connsiteY57" fmla="*/ 47754 h 69392"/>
                <a:gd name="connsiteX58" fmla="*/ 33997 w 36830"/>
                <a:gd name="connsiteY58" fmla="*/ 45515 h 69392"/>
                <a:gd name="connsiteX59" fmla="*/ 35616 w 36830"/>
                <a:gd name="connsiteY59" fmla="*/ 43277 h 69392"/>
                <a:gd name="connsiteX60" fmla="*/ 36021 w 36830"/>
                <a:gd name="connsiteY60" fmla="*/ 42531 h 69392"/>
                <a:gd name="connsiteX61" fmla="*/ 36831 w 36830"/>
                <a:gd name="connsiteY61" fmla="*/ 41038 h 69392"/>
                <a:gd name="connsiteX62" fmla="*/ 36831 w 36830"/>
                <a:gd name="connsiteY62" fmla="*/ 39546 h 69392"/>
                <a:gd name="connsiteX63" fmla="*/ 36021 w 36830"/>
                <a:gd name="connsiteY63" fmla="*/ 36561 h 69392"/>
                <a:gd name="connsiteX64" fmla="*/ 35616 w 36830"/>
                <a:gd name="connsiteY64" fmla="*/ 34323 h 69392"/>
                <a:gd name="connsiteX65" fmla="*/ 33997 w 36830"/>
                <a:gd name="connsiteY65" fmla="*/ 30592 h 69392"/>
                <a:gd name="connsiteX66" fmla="*/ 32783 w 36830"/>
                <a:gd name="connsiteY66" fmla="*/ 25369 h 69392"/>
                <a:gd name="connsiteX67" fmla="*/ 32378 w 36830"/>
                <a:gd name="connsiteY67" fmla="*/ 24623 h 69392"/>
                <a:gd name="connsiteX68" fmla="*/ 32378 w 36830"/>
                <a:gd name="connsiteY68" fmla="*/ 20146 h 69392"/>
                <a:gd name="connsiteX69" fmla="*/ 31974 w 36830"/>
                <a:gd name="connsiteY69" fmla="*/ 19400 h 69392"/>
                <a:gd name="connsiteX70" fmla="*/ 30355 w 36830"/>
                <a:gd name="connsiteY70" fmla="*/ 15669 h 69392"/>
                <a:gd name="connsiteX71" fmla="*/ 29950 w 36830"/>
                <a:gd name="connsiteY71" fmla="*/ 14923 h 69392"/>
                <a:gd name="connsiteX72" fmla="*/ 28736 w 36830"/>
                <a:gd name="connsiteY72" fmla="*/ 11938 h 69392"/>
                <a:gd name="connsiteX73" fmla="*/ 28331 w 36830"/>
                <a:gd name="connsiteY73" fmla="*/ 11192 h 69392"/>
                <a:gd name="connsiteX74" fmla="*/ 26712 w 36830"/>
                <a:gd name="connsiteY74" fmla="*/ 5969 h 69392"/>
                <a:gd name="connsiteX75" fmla="*/ 26307 w 36830"/>
                <a:gd name="connsiteY75" fmla="*/ 5223 h 69392"/>
                <a:gd name="connsiteX76" fmla="*/ 26307 w 36830"/>
                <a:gd name="connsiteY76" fmla="*/ 2238 h 69392"/>
                <a:gd name="connsiteX77" fmla="*/ 25903 w 36830"/>
                <a:gd name="connsiteY77" fmla="*/ 2238 h 69392"/>
                <a:gd name="connsiteX78" fmla="*/ 25498 w 36830"/>
                <a:gd name="connsiteY78" fmla="*/ 746 h 69392"/>
                <a:gd name="connsiteX79" fmla="*/ 24284 w 36830"/>
                <a:gd name="connsiteY79" fmla="*/ 0 h 69392"/>
                <a:gd name="connsiteX80" fmla="*/ 23474 w 36830"/>
                <a:gd name="connsiteY80" fmla="*/ 0 h 69392"/>
                <a:gd name="connsiteX81" fmla="*/ 22665 w 36830"/>
                <a:gd name="connsiteY81" fmla="*/ 1492 h 69392"/>
                <a:gd name="connsiteX82" fmla="*/ 21451 w 36830"/>
                <a:gd name="connsiteY82" fmla="*/ 2238 h 69392"/>
                <a:gd name="connsiteX83" fmla="*/ 21046 w 36830"/>
                <a:gd name="connsiteY83" fmla="*/ 2984 h 69392"/>
                <a:gd name="connsiteX84" fmla="*/ 20237 w 36830"/>
                <a:gd name="connsiteY84" fmla="*/ 3731 h 69392"/>
                <a:gd name="connsiteX85" fmla="*/ 18213 w 36830"/>
                <a:gd name="connsiteY85" fmla="*/ 5969 h 69392"/>
                <a:gd name="connsiteX86" fmla="*/ 14570 w 36830"/>
                <a:gd name="connsiteY86" fmla="*/ 8954 h 69392"/>
                <a:gd name="connsiteX87" fmla="*/ 28736 w 36830"/>
                <a:gd name="connsiteY87" fmla="*/ 35815 h 69392"/>
                <a:gd name="connsiteX88" fmla="*/ 29950 w 36830"/>
                <a:gd name="connsiteY88" fmla="*/ 35069 h 69392"/>
                <a:gd name="connsiteX89" fmla="*/ 30760 w 36830"/>
                <a:gd name="connsiteY89" fmla="*/ 34323 h 69392"/>
                <a:gd name="connsiteX90" fmla="*/ 31974 w 36830"/>
                <a:gd name="connsiteY90" fmla="*/ 35069 h 69392"/>
                <a:gd name="connsiteX91" fmla="*/ 31974 w 36830"/>
                <a:gd name="connsiteY91" fmla="*/ 39546 h 69392"/>
                <a:gd name="connsiteX92" fmla="*/ 31569 w 36830"/>
                <a:gd name="connsiteY92" fmla="*/ 41784 h 69392"/>
                <a:gd name="connsiteX93" fmla="*/ 29950 w 36830"/>
                <a:gd name="connsiteY93" fmla="*/ 44023 h 69392"/>
                <a:gd name="connsiteX94" fmla="*/ 28736 w 36830"/>
                <a:gd name="connsiteY94" fmla="*/ 44769 h 69392"/>
                <a:gd name="connsiteX95" fmla="*/ 28331 w 36830"/>
                <a:gd name="connsiteY95" fmla="*/ 44769 h 69392"/>
                <a:gd name="connsiteX96" fmla="*/ 26712 w 36830"/>
                <a:gd name="connsiteY96" fmla="*/ 47008 h 69392"/>
                <a:gd name="connsiteX97" fmla="*/ 25903 w 36830"/>
                <a:gd name="connsiteY97" fmla="*/ 47754 h 69392"/>
                <a:gd name="connsiteX98" fmla="*/ 24689 w 36830"/>
                <a:gd name="connsiteY98" fmla="*/ 48500 h 69392"/>
                <a:gd name="connsiteX99" fmla="*/ 23879 w 36830"/>
                <a:gd name="connsiteY99" fmla="*/ 49246 h 69392"/>
                <a:gd name="connsiteX100" fmla="*/ 22665 w 36830"/>
                <a:gd name="connsiteY100" fmla="*/ 49992 h 69392"/>
                <a:gd name="connsiteX101" fmla="*/ 21046 w 36830"/>
                <a:gd name="connsiteY101" fmla="*/ 51484 h 69392"/>
                <a:gd name="connsiteX102" fmla="*/ 20237 w 36830"/>
                <a:gd name="connsiteY102" fmla="*/ 52231 h 69392"/>
                <a:gd name="connsiteX103" fmla="*/ 19832 w 36830"/>
                <a:gd name="connsiteY103" fmla="*/ 52977 h 69392"/>
                <a:gd name="connsiteX104" fmla="*/ 18213 w 36830"/>
                <a:gd name="connsiteY104" fmla="*/ 55215 h 69392"/>
                <a:gd name="connsiteX105" fmla="*/ 16594 w 36830"/>
                <a:gd name="connsiteY105" fmla="*/ 56708 h 69392"/>
                <a:gd name="connsiteX106" fmla="*/ 14975 w 36830"/>
                <a:gd name="connsiteY106" fmla="*/ 57454 h 69392"/>
                <a:gd name="connsiteX107" fmla="*/ 13356 w 36830"/>
                <a:gd name="connsiteY107" fmla="*/ 58946 h 69392"/>
                <a:gd name="connsiteX108" fmla="*/ 12951 w 36830"/>
                <a:gd name="connsiteY108" fmla="*/ 59692 h 69392"/>
                <a:gd name="connsiteX109" fmla="*/ 10118 w 36830"/>
                <a:gd name="connsiteY109" fmla="*/ 59692 h 69392"/>
                <a:gd name="connsiteX110" fmla="*/ 8904 w 36830"/>
                <a:gd name="connsiteY110" fmla="*/ 58200 h 69392"/>
                <a:gd name="connsiteX111" fmla="*/ 8499 w 36830"/>
                <a:gd name="connsiteY111" fmla="*/ 55961 h 69392"/>
                <a:gd name="connsiteX112" fmla="*/ 8904 w 36830"/>
                <a:gd name="connsiteY112" fmla="*/ 52977 h 69392"/>
                <a:gd name="connsiteX113" fmla="*/ 10118 w 36830"/>
                <a:gd name="connsiteY113" fmla="*/ 51484 h 69392"/>
                <a:gd name="connsiteX114" fmla="*/ 12142 w 36830"/>
                <a:gd name="connsiteY114" fmla="*/ 50738 h 69392"/>
                <a:gd name="connsiteX115" fmla="*/ 12951 w 36830"/>
                <a:gd name="connsiteY115" fmla="*/ 49992 h 69392"/>
                <a:gd name="connsiteX116" fmla="*/ 13356 w 36830"/>
                <a:gd name="connsiteY116" fmla="*/ 49992 h 69392"/>
                <a:gd name="connsiteX117" fmla="*/ 14975 w 36830"/>
                <a:gd name="connsiteY117" fmla="*/ 49246 h 69392"/>
                <a:gd name="connsiteX118" fmla="*/ 15380 w 36830"/>
                <a:gd name="connsiteY118" fmla="*/ 48500 h 69392"/>
                <a:gd name="connsiteX119" fmla="*/ 16594 w 36830"/>
                <a:gd name="connsiteY119" fmla="*/ 46261 h 69392"/>
                <a:gd name="connsiteX120" fmla="*/ 17808 w 36830"/>
                <a:gd name="connsiteY120" fmla="*/ 44769 h 69392"/>
                <a:gd name="connsiteX121" fmla="*/ 19427 w 36830"/>
                <a:gd name="connsiteY121" fmla="*/ 42531 h 69392"/>
                <a:gd name="connsiteX122" fmla="*/ 20641 w 36830"/>
                <a:gd name="connsiteY122" fmla="*/ 41784 h 69392"/>
                <a:gd name="connsiteX123" fmla="*/ 21046 w 36830"/>
                <a:gd name="connsiteY123" fmla="*/ 41784 h 69392"/>
                <a:gd name="connsiteX124" fmla="*/ 23070 w 36830"/>
                <a:gd name="connsiteY124" fmla="*/ 39546 h 69392"/>
                <a:gd name="connsiteX125" fmla="*/ 23474 w 36830"/>
                <a:gd name="connsiteY125" fmla="*/ 38800 h 69392"/>
                <a:gd name="connsiteX126" fmla="*/ 25093 w 36830"/>
                <a:gd name="connsiteY126" fmla="*/ 37308 h 69392"/>
                <a:gd name="connsiteX127" fmla="*/ 25498 w 36830"/>
                <a:gd name="connsiteY127" fmla="*/ 37308 h 69392"/>
                <a:gd name="connsiteX128" fmla="*/ 26307 w 36830"/>
                <a:gd name="connsiteY128" fmla="*/ 36561 h 69392"/>
                <a:gd name="connsiteX129" fmla="*/ 25903 w 36830"/>
                <a:gd name="connsiteY129" fmla="*/ 19400 h 69392"/>
                <a:gd name="connsiteX130" fmla="*/ 26712 w 36830"/>
                <a:gd name="connsiteY130" fmla="*/ 20146 h 69392"/>
                <a:gd name="connsiteX131" fmla="*/ 27117 w 36830"/>
                <a:gd name="connsiteY131" fmla="*/ 20146 h 69392"/>
                <a:gd name="connsiteX132" fmla="*/ 27926 w 36830"/>
                <a:gd name="connsiteY132" fmla="*/ 20892 h 69392"/>
                <a:gd name="connsiteX133" fmla="*/ 28331 w 36830"/>
                <a:gd name="connsiteY133" fmla="*/ 23131 h 69392"/>
                <a:gd name="connsiteX134" fmla="*/ 28331 w 36830"/>
                <a:gd name="connsiteY134" fmla="*/ 26115 h 69392"/>
                <a:gd name="connsiteX135" fmla="*/ 27522 w 36830"/>
                <a:gd name="connsiteY135" fmla="*/ 27608 h 69392"/>
                <a:gd name="connsiteX136" fmla="*/ 26307 w 36830"/>
                <a:gd name="connsiteY136" fmla="*/ 27608 h 69392"/>
                <a:gd name="connsiteX137" fmla="*/ 25903 w 36830"/>
                <a:gd name="connsiteY137" fmla="*/ 28354 h 69392"/>
                <a:gd name="connsiteX138" fmla="*/ 24284 w 36830"/>
                <a:gd name="connsiteY138" fmla="*/ 29846 h 69392"/>
                <a:gd name="connsiteX139" fmla="*/ 23879 w 36830"/>
                <a:gd name="connsiteY139" fmla="*/ 31338 h 69392"/>
                <a:gd name="connsiteX140" fmla="*/ 23474 w 36830"/>
                <a:gd name="connsiteY140" fmla="*/ 32084 h 69392"/>
                <a:gd name="connsiteX141" fmla="*/ 21046 w 36830"/>
                <a:gd name="connsiteY141" fmla="*/ 34323 h 69392"/>
                <a:gd name="connsiteX142" fmla="*/ 20641 w 36830"/>
                <a:gd name="connsiteY142" fmla="*/ 34323 h 69392"/>
                <a:gd name="connsiteX143" fmla="*/ 19832 w 36830"/>
                <a:gd name="connsiteY143" fmla="*/ 35069 h 69392"/>
                <a:gd name="connsiteX144" fmla="*/ 19427 w 36830"/>
                <a:gd name="connsiteY144" fmla="*/ 35815 h 69392"/>
                <a:gd name="connsiteX145" fmla="*/ 18618 w 36830"/>
                <a:gd name="connsiteY145" fmla="*/ 36561 h 69392"/>
                <a:gd name="connsiteX146" fmla="*/ 15380 w 36830"/>
                <a:gd name="connsiteY146" fmla="*/ 38054 h 69392"/>
                <a:gd name="connsiteX147" fmla="*/ 13761 w 36830"/>
                <a:gd name="connsiteY147" fmla="*/ 38800 h 69392"/>
                <a:gd name="connsiteX148" fmla="*/ 13356 w 36830"/>
                <a:gd name="connsiteY148" fmla="*/ 39546 h 69392"/>
                <a:gd name="connsiteX149" fmla="*/ 11332 w 36830"/>
                <a:gd name="connsiteY149" fmla="*/ 40292 h 69392"/>
                <a:gd name="connsiteX150" fmla="*/ 10118 w 36830"/>
                <a:gd name="connsiteY150" fmla="*/ 42531 h 69392"/>
                <a:gd name="connsiteX151" fmla="*/ 9713 w 36830"/>
                <a:gd name="connsiteY151" fmla="*/ 43277 h 69392"/>
                <a:gd name="connsiteX152" fmla="*/ 8904 w 36830"/>
                <a:gd name="connsiteY152" fmla="*/ 44769 h 69392"/>
                <a:gd name="connsiteX153" fmla="*/ 7690 w 36830"/>
                <a:gd name="connsiteY153" fmla="*/ 46261 h 69392"/>
                <a:gd name="connsiteX154" fmla="*/ 6880 w 36830"/>
                <a:gd name="connsiteY154" fmla="*/ 46261 h 69392"/>
                <a:gd name="connsiteX155" fmla="*/ 6476 w 36830"/>
                <a:gd name="connsiteY155" fmla="*/ 45515 h 69392"/>
                <a:gd name="connsiteX156" fmla="*/ 6071 w 36830"/>
                <a:gd name="connsiteY156" fmla="*/ 44023 h 69392"/>
                <a:gd name="connsiteX157" fmla="*/ 6476 w 36830"/>
                <a:gd name="connsiteY157" fmla="*/ 41038 h 69392"/>
                <a:gd name="connsiteX158" fmla="*/ 7690 w 36830"/>
                <a:gd name="connsiteY158" fmla="*/ 38054 h 69392"/>
                <a:gd name="connsiteX159" fmla="*/ 10523 w 36830"/>
                <a:gd name="connsiteY159" fmla="*/ 37308 h 69392"/>
                <a:gd name="connsiteX160" fmla="*/ 10523 w 36830"/>
                <a:gd name="connsiteY160" fmla="*/ 36561 h 69392"/>
                <a:gd name="connsiteX161" fmla="*/ 11737 w 36830"/>
                <a:gd name="connsiteY161" fmla="*/ 35069 h 69392"/>
                <a:gd name="connsiteX162" fmla="*/ 13356 w 36830"/>
                <a:gd name="connsiteY162" fmla="*/ 33577 h 69392"/>
                <a:gd name="connsiteX163" fmla="*/ 13761 w 36830"/>
                <a:gd name="connsiteY163" fmla="*/ 33577 h 69392"/>
                <a:gd name="connsiteX164" fmla="*/ 14975 w 36830"/>
                <a:gd name="connsiteY164" fmla="*/ 32831 h 69392"/>
                <a:gd name="connsiteX165" fmla="*/ 16189 w 36830"/>
                <a:gd name="connsiteY165" fmla="*/ 31338 h 69392"/>
                <a:gd name="connsiteX166" fmla="*/ 17403 w 36830"/>
                <a:gd name="connsiteY166" fmla="*/ 30592 h 69392"/>
                <a:gd name="connsiteX167" fmla="*/ 18618 w 36830"/>
                <a:gd name="connsiteY167" fmla="*/ 29846 h 69392"/>
                <a:gd name="connsiteX168" fmla="*/ 20237 w 36830"/>
                <a:gd name="connsiteY168" fmla="*/ 27608 h 69392"/>
                <a:gd name="connsiteX169" fmla="*/ 20641 w 36830"/>
                <a:gd name="connsiteY169" fmla="*/ 27608 h 69392"/>
                <a:gd name="connsiteX170" fmla="*/ 21855 w 36830"/>
                <a:gd name="connsiteY170" fmla="*/ 26861 h 69392"/>
                <a:gd name="connsiteX171" fmla="*/ 22260 w 36830"/>
                <a:gd name="connsiteY171" fmla="*/ 26115 h 69392"/>
                <a:gd name="connsiteX172" fmla="*/ 22665 w 36830"/>
                <a:gd name="connsiteY172" fmla="*/ 24623 h 69392"/>
                <a:gd name="connsiteX173" fmla="*/ 24284 w 36830"/>
                <a:gd name="connsiteY173" fmla="*/ 23131 h 69392"/>
                <a:gd name="connsiteX174" fmla="*/ 24689 w 36830"/>
                <a:gd name="connsiteY174" fmla="*/ 22385 h 69392"/>
                <a:gd name="connsiteX175" fmla="*/ 25093 w 36830"/>
                <a:gd name="connsiteY175" fmla="*/ 21638 h 69392"/>
                <a:gd name="connsiteX176" fmla="*/ 25498 w 36830"/>
                <a:gd name="connsiteY176" fmla="*/ 20892 h 69392"/>
                <a:gd name="connsiteX177" fmla="*/ 16594 w 36830"/>
                <a:gd name="connsiteY177" fmla="*/ 14923 h 69392"/>
                <a:gd name="connsiteX178" fmla="*/ 17808 w 36830"/>
                <a:gd name="connsiteY178" fmla="*/ 14177 h 69392"/>
                <a:gd name="connsiteX179" fmla="*/ 19022 w 36830"/>
                <a:gd name="connsiteY179" fmla="*/ 12685 h 69392"/>
                <a:gd name="connsiteX180" fmla="*/ 19832 w 36830"/>
                <a:gd name="connsiteY180" fmla="*/ 11938 h 69392"/>
                <a:gd name="connsiteX181" fmla="*/ 20237 w 36830"/>
                <a:gd name="connsiteY181" fmla="*/ 11192 h 69392"/>
                <a:gd name="connsiteX182" fmla="*/ 21046 w 36830"/>
                <a:gd name="connsiteY182" fmla="*/ 10446 h 69392"/>
                <a:gd name="connsiteX183" fmla="*/ 21046 w 36830"/>
                <a:gd name="connsiteY183" fmla="*/ 9700 h 69392"/>
                <a:gd name="connsiteX184" fmla="*/ 21451 w 36830"/>
                <a:gd name="connsiteY184" fmla="*/ 8954 h 69392"/>
                <a:gd name="connsiteX185" fmla="*/ 22260 w 36830"/>
                <a:gd name="connsiteY185" fmla="*/ 8208 h 69392"/>
                <a:gd name="connsiteX186" fmla="*/ 23070 w 36830"/>
                <a:gd name="connsiteY186" fmla="*/ 7461 h 69392"/>
                <a:gd name="connsiteX187" fmla="*/ 23474 w 36830"/>
                <a:gd name="connsiteY187" fmla="*/ 8208 h 69392"/>
                <a:gd name="connsiteX188" fmla="*/ 23879 w 36830"/>
                <a:gd name="connsiteY188" fmla="*/ 8954 h 69392"/>
                <a:gd name="connsiteX189" fmla="*/ 24284 w 36830"/>
                <a:gd name="connsiteY189" fmla="*/ 11192 h 69392"/>
                <a:gd name="connsiteX190" fmla="*/ 24284 w 36830"/>
                <a:gd name="connsiteY190" fmla="*/ 12685 h 69392"/>
                <a:gd name="connsiteX191" fmla="*/ 23879 w 36830"/>
                <a:gd name="connsiteY191" fmla="*/ 13431 h 69392"/>
                <a:gd name="connsiteX192" fmla="*/ 23474 w 36830"/>
                <a:gd name="connsiteY192" fmla="*/ 13431 h 69392"/>
                <a:gd name="connsiteX193" fmla="*/ 22260 w 36830"/>
                <a:gd name="connsiteY193" fmla="*/ 15669 h 69392"/>
                <a:gd name="connsiteX194" fmla="*/ 21451 w 36830"/>
                <a:gd name="connsiteY194" fmla="*/ 16415 h 69392"/>
                <a:gd name="connsiteX195" fmla="*/ 20641 w 36830"/>
                <a:gd name="connsiteY195" fmla="*/ 17908 h 69392"/>
                <a:gd name="connsiteX196" fmla="*/ 20237 w 36830"/>
                <a:gd name="connsiteY196" fmla="*/ 18654 h 69392"/>
                <a:gd name="connsiteX197" fmla="*/ 18213 w 36830"/>
                <a:gd name="connsiteY197" fmla="*/ 20146 h 69392"/>
                <a:gd name="connsiteX198" fmla="*/ 16594 w 36830"/>
                <a:gd name="connsiteY198" fmla="*/ 21638 h 69392"/>
                <a:gd name="connsiteX199" fmla="*/ 13761 w 36830"/>
                <a:gd name="connsiteY199" fmla="*/ 24623 h 69392"/>
                <a:gd name="connsiteX200" fmla="*/ 12951 w 36830"/>
                <a:gd name="connsiteY200" fmla="*/ 25369 h 69392"/>
                <a:gd name="connsiteX201" fmla="*/ 11737 w 36830"/>
                <a:gd name="connsiteY201" fmla="*/ 26861 h 69392"/>
                <a:gd name="connsiteX202" fmla="*/ 10523 w 36830"/>
                <a:gd name="connsiteY202" fmla="*/ 27608 h 69392"/>
                <a:gd name="connsiteX203" fmla="*/ 10118 w 36830"/>
                <a:gd name="connsiteY203" fmla="*/ 28354 h 69392"/>
                <a:gd name="connsiteX204" fmla="*/ 8499 w 36830"/>
                <a:gd name="connsiteY204" fmla="*/ 29100 h 69392"/>
                <a:gd name="connsiteX205" fmla="*/ 7285 w 36830"/>
                <a:gd name="connsiteY205" fmla="*/ 29846 h 69392"/>
                <a:gd name="connsiteX206" fmla="*/ 6071 w 36830"/>
                <a:gd name="connsiteY206" fmla="*/ 30592 h 69392"/>
                <a:gd name="connsiteX207" fmla="*/ 5261 w 36830"/>
                <a:gd name="connsiteY207" fmla="*/ 31338 h 69392"/>
                <a:gd name="connsiteX208" fmla="*/ 4047 w 36830"/>
                <a:gd name="connsiteY208" fmla="*/ 31338 h 69392"/>
                <a:gd name="connsiteX209" fmla="*/ 3643 w 36830"/>
                <a:gd name="connsiteY209" fmla="*/ 28354 h 69392"/>
                <a:gd name="connsiteX210" fmla="*/ 4047 w 36830"/>
                <a:gd name="connsiteY210" fmla="*/ 26115 h 69392"/>
                <a:gd name="connsiteX211" fmla="*/ 4857 w 36830"/>
                <a:gd name="connsiteY211" fmla="*/ 23877 h 69392"/>
                <a:gd name="connsiteX212" fmla="*/ 5666 w 36830"/>
                <a:gd name="connsiteY212" fmla="*/ 22385 h 69392"/>
                <a:gd name="connsiteX213" fmla="*/ 6071 w 36830"/>
                <a:gd name="connsiteY213" fmla="*/ 21638 h 69392"/>
                <a:gd name="connsiteX214" fmla="*/ 8095 w 36830"/>
                <a:gd name="connsiteY214" fmla="*/ 20146 h 69392"/>
                <a:gd name="connsiteX215" fmla="*/ 10118 w 36830"/>
                <a:gd name="connsiteY215" fmla="*/ 20146 h 69392"/>
                <a:gd name="connsiteX216" fmla="*/ 11332 w 36830"/>
                <a:gd name="connsiteY216" fmla="*/ 19400 h 69392"/>
                <a:gd name="connsiteX217" fmla="*/ 12951 w 36830"/>
                <a:gd name="connsiteY217" fmla="*/ 17908 h 69392"/>
                <a:gd name="connsiteX218" fmla="*/ 13356 w 36830"/>
                <a:gd name="connsiteY218" fmla="*/ 17161 h 69392"/>
                <a:gd name="connsiteX219" fmla="*/ 15380 w 36830"/>
                <a:gd name="connsiteY219" fmla="*/ 16415 h 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</a:cxnLst>
              <a:rect l="l" t="t" r="r" b="b"/>
              <a:pathLst>
                <a:path w="36830" h="69392">
                  <a:moveTo>
                    <a:pt x="12951" y="9700"/>
                  </a:moveTo>
                  <a:lnTo>
                    <a:pt x="11737" y="10446"/>
                  </a:lnTo>
                  <a:lnTo>
                    <a:pt x="10118" y="11192"/>
                  </a:lnTo>
                  <a:lnTo>
                    <a:pt x="7690" y="11192"/>
                  </a:lnTo>
                  <a:lnTo>
                    <a:pt x="6880" y="14177"/>
                  </a:lnTo>
                  <a:lnTo>
                    <a:pt x="6071" y="15669"/>
                  </a:lnTo>
                  <a:lnTo>
                    <a:pt x="5261" y="17161"/>
                  </a:lnTo>
                  <a:lnTo>
                    <a:pt x="3238" y="21638"/>
                  </a:lnTo>
                  <a:lnTo>
                    <a:pt x="1214" y="24623"/>
                  </a:lnTo>
                  <a:lnTo>
                    <a:pt x="405" y="25369"/>
                  </a:lnTo>
                  <a:lnTo>
                    <a:pt x="0" y="28354"/>
                  </a:lnTo>
                  <a:lnTo>
                    <a:pt x="0" y="29846"/>
                  </a:lnTo>
                  <a:lnTo>
                    <a:pt x="405" y="32831"/>
                  </a:lnTo>
                  <a:lnTo>
                    <a:pt x="809" y="35069"/>
                  </a:lnTo>
                  <a:lnTo>
                    <a:pt x="1214" y="38800"/>
                  </a:lnTo>
                  <a:lnTo>
                    <a:pt x="1214" y="41038"/>
                  </a:lnTo>
                  <a:lnTo>
                    <a:pt x="1619" y="43277"/>
                  </a:lnTo>
                  <a:lnTo>
                    <a:pt x="1214" y="45515"/>
                  </a:lnTo>
                  <a:lnTo>
                    <a:pt x="1619" y="46261"/>
                  </a:lnTo>
                  <a:lnTo>
                    <a:pt x="2428" y="47754"/>
                  </a:lnTo>
                  <a:lnTo>
                    <a:pt x="3238" y="49246"/>
                  </a:lnTo>
                  <a:lnTo>
                    <a:pt x="3643" y="52977"/>
                  </a:lnTo>
                  <a:lnTo>
                    <a:pt x="4047" y="55961"/>
                  </a:lnTo>
                  <a:lnTo>
                    <a:pt x="4452" y="59692"/>
                  </a:lnTo>
                  <a:lnTo>
                    <a:pt x="5261" y="62677"/>
                  </a:lnTo>
                  <a:lnTo>
                    <a:pt x="6071" y="64915"/>
                  </a:lnTo>
                  <a:lnTo>
                    <a:pt x="6880" y="67900"/>
                  </a:lnTo>
                  <a:lnTo>
                    <a:pt x="8499" y="69392"/>
                  </a:lnTo>
                  <a:lnTo>
                    <a:pt x="10118" y="69392"/>
                  </a:lnTo>
                  <a:lnTo>
                    <a:pt x="10928" y="68646"/>
                  </a:lnTo>
                  <a:lnTo>
                    <a:pt x="12547" y="67900"/>
                  </a:lnTo>
                  <a:lnTo>
                    <a:pt x="12951" y="67900"/>
                  </a:lnTo>
                  <a:lnTo>
                    <a:pt x="14570" y="67154"/>
                  </a:lnTo>
                  <a:lnTo>
                    <a:pt x="16999" y="65661"/>
                  </a:lnTo>
                  <a:lnTo>
                    <a:pt x="18213" y="64915"/>
                  </a:lnTo>
                  <a:lnTo>
                    <a:pt x="19832" y="64169"/>
                  </a:lnTo>
                  <a:lnTo>
                    <a:pt x="20237" y="63423"/>
                  </a:lnTo>
                  <a:lnTo>
                    <a:pt x="21046" y="62677"/>
                  </a:lnTo>
                  <a:lnTo>
                    <a:pt x="21451" y="62677"/>
                  </a:lnTo>
                  <a:lnTo>
                    <a:pt x="22260" y="61931"/>
                  </a:lnTo>
                  <a:lnTo>
                    <a:pt x="23070" y="62677"/>
                  </a:lnTo>
                  <a:lnTo>
                    <a:pt x="23474" y="62677"/>
                  </a:lnTo>
                  <a:lnTo>
                    <a:pt x="24689" y="64169"/>
                  </a:lnTo>
                  <a:lnTo>
                    <a:pt x="25498" y="64915"/>
                  </a:lnTo>
                  <a:lnTo>
                    <a:pt x="25903" y="65661"/>
                  </a:lnTo>
                  <a:lnTo>
                    <a:pt x="26307" y="65661"/>
                  </a:lnTo>
                  <a:lnTo>
                    <a:pt x="26712" y="66408"/>
                  </a:lnTo>
                  <a:lnTo>
                    <a:pt x="27117" y="65661"/>
                  </a:lnTo>
                  <a:lnTo>
                    <a:pt x="27117" y="57454"/>
                  </a:lnTo>
                  <a:lnTo>
                    <a:pt x="27926" y="55961"/>
                  </a:lnTo>
                  <a:lnTo>
                    <a:pt x="28331" y="55961"/>
                  </a:lnTo>
                  <a:lnTo>
                    <a:pt x="28736" y="54469"/>
                  </a:lnTo>
                  <a:lnTo>
                    <a:pt x="29141" y="54469"/>
                  </a:lnTo>
                  <a:lnTo>
                    <a:pt x="29545" y="53723"/>
                  </a:lnTo>
                  <a:lnTo>
                    <a:pt x="30355" y="51484"/>
                  </a:lnTo>
                  <a:lnTo>
                    <a:pt x="31164" y="49992"/>
                  </a:lnTo>
                  <a:lnTo>
                    <a:pt x="32378" y="48500"/>
                  </a:lnTo>
                  <a:lnTo>
                    <a:pt x="32783" y="47754"/>
                  </a:lnTo>
                  <a:lnTo>
                    <a:pt x="33997" y="45515"/>
                  </a:lnTo>
                  <a:lnTo>
                    <a:pt x="35616" y="43277"/>
                  </a:lnTo>
                  <a:lnTo>
                    <a:pt x="36021" y="42531"/>
                  </a:lnTo>
                  <a:lnTo>
                    <a:pt x="36831" y="41038"/>
                  </a:lnTo>
                  <a:lnTo>
                    <a:pt x="36831" y="39546"/>
                  </a:lnTo>
                  <a:lnTo>
                    <a:pt x="36021" y="36561"/>
                  </a:lnTo>
                  <a:lnTo>
                    <a:pt x="35616" y="34323"/>
                  </a:lnTo>
                  <a:lnTo>
                    <a:pt x="33997" y="30592"/>
                  </a:lnTo>
                  <a:lnTo>
                    <a:pt x="32783" y="25369"/>
                  </a:lnTo>
                  <a:lnTo>
                    <a:pt x="32378" y="24623"/>
                  </a:lnTo>
                  <a:lnTo>
                    <a:pt x="32378" y="20146"/>
                  </a:lnTo>
                  <a:lnTo>
                    <a:pt x="31974" y="19400"/>
                  </a:lnTo>
                  <a:lnTo>
                    <a:pt x="30355" y="15669"/>
                  </a:lnTo>
                  <a:lnTo>
                    <a:pt x="29950" y="14923"/>
                  </a:lnTo>
                  <a:lnTo>
                    <a:pt x="28736" y="11938"/>
                  </a:lnTo>
                  <a:lnTo>
                    <a:pt x="28331" y="11192"/>
                  </a:lnTo>
                  <a:lnTo>
                    <a:pt x="26712" y="5969"/>
                  </a:lnTo>
                  <a:lnTo>
                    <a:pt x="26307" y="5223"/>
                  </a:lnTo>
                  <a:lnTo>
                    <a:pt x="26307" y="2238"/>
                  </a:lnTo>
                  <a:lnTo>
                    <a:pt x="25903" y="2238"/>
                  </a:lnTo>
                  <a:lnTo>
                    <a:pt x="25498" y="746"/>
                  </a:lnTo>
                  <a:lnTo>
                    <a:pt x="24284" y="0"/>
                  </a:lnTo>
                  <a:lnTo>
                    <a:pt x="23474" y="0"/>
                  </a:lnTo>
                  <a:lnTo>
                    <a:pt x="22665" y="1492"/>
                  </a:lnTo>
                  <a:lnTo>
                    <a:pt x="21451" y="2238"/>
                  </a:lnTo>
                  <a:lnTo>
                    <a:pt x="21046" y="2984"/>
                  </a:lnTo>
                  <a:lnTo>
                    <a:pt x="20237" y="3731"/>
                  </a:lnTo>
                  <a:lnTo>
                    <a:pt x="18213" y="5969"/>
                  </a:lnTo>
                  <a:lnTo>
                    <a:pt x="14570" y="8954"/>
                  </a:lnTo>
                  <a:close/>
                  <a:moveTo>
                    <a:pt x="28736" y="35815"/>
                  </a:moveTo>
                  <a:lnTo>
                    <a:pt x="29950" y="35069"/>
                  </a:lnTo>
                  <a:lnTo>
                    <a:pt x="30760" y="34323"/>
                  </a:lnTo>
                  <a:lnTo>
                    <a:pt x="31974" y="35069"/>
                  </a:lnTo>
                  <a:lnTo>
                    <a:pt x="31974" y="39546"/>
                  </a:lnTo>
                  <a:lnTo>
                    <a:pt x="31569" y="41784"/>
                  </a:lnTo>
                  <a:lnTo>
                    <a:pt x="29950" y="44023"/>
                  </a:lnTo>
                  <a:lnTo>
                    <a:pt x="28736" y="44769"/>
                  </a:lnTo>
                  <a:lnTo>
                    <a:pt x="28331" y="44769"/>
                  </a:lnTo>
                  <a:lnTo>
                    <a:pt x="26712" y="47008"/>
                  </a:lnTo>
                  <a:lnTo>
                    <a:pt x="25903" y="47754"/>
                  </a:lnTo>
                  <a:lnTo>
                    <a:pt x="24689" y="48500"/>
                  </a:lnTo>
                  <a:lnTo>
                    <a:pt x="23879" y="49246"/>
                  </a:lnTo>
                  <a:lnTo>
                    <a:pt x="22665" y="49992"/>
                  </a:lnTo>
                  <a:lnTo>
                    <a:pt x="21046" y="51484"/>
                  </a:lnTo>
                  <a:lnTo>
                    <a:pt x="20237" y="52231"/>
                  </a:lnTo>
                  <a:lnTo>
                    <a:pt x="19832" y="52977"/>
                  </a:lnTo>
                  <a:lnTo>
                    <a:pt x="18213" y="55215"/>
                  </a:lnTo>
                  <a:lnTo>
                    <a:pt x="16594" y="56708"/>
                  </a:lnTo>
                  <a:lnTo>
                    <a:pt x="14975" y="57454"/>
                  </a:lnTo>
                  <a:lnTo>
                    <a:pt x="13356" y="58946"/>
                  </a:lnTo>
                  <a:lnTo>
                    <a:pt x="12951" y="59692"/>
                  </a:lnTo>
                  <a:lnTo>
                    <a:pt x="10118" y="59692"/>
                  </a:lnTo>
                  <a:lnTo>
                    <a:pt x="8904" y="58200"/>
                  </a:lnTo>
                  <a:lnTo>
                    <a:pt x="8499" y="55961"/>
                  </a:lnTo>
                  <a:lnTo>
                    <a:pt x="8904" y="52977"/>
                  </a:lnTo>
                  <a:lnTo>
                    <a:pt x="10118" y="51484"/>
                  </a:lnTo>
                  <a:lnTo>
                    <a:pt x="12142" y="50738"/>
                  </a:lnTo>
                  <a:lnTo>
                    <a:pt x="12951" y="49992"/>
                  </a:lnTo>
                  <a:lnTo>
                    <a:pt x="13356" y="49992"/>
                  </a:lnTo>
                  <a:lnTo>
                    <a:pt x="14975" y="49246"/>
                  </a:lnTo>
                  <a:lnTo>
                    <a:pt x="15380" y="48500"/>
                  </a:lnTo>
                  <a:lnTo>
                    <a:pt x="16594" y="46261"/>
                  </a:lnTo>
                  <a:lnTo>
                    <a:pt x="17808" y="44769"/>
                  </a:lnTo>
                  <a:lnTo>
                    <a:pt x="19427" y="42531"/>
                  </a:lnTo>
                  <a:lnTo>
                    <a:pt x="20641" y="41784"/>
                  </a:lnTo>
                  <a:lnTo>
                    <a:pt x="21046" y="41784"/>
                  </a:lnTo>
                  <a:lnTo>
                    <a:pt x="23070" y="39546"/>
                  </a:lnTo>
                  <a:lnTo>
                    <a:pt x="23474" y="38800"/>
                  </a:lnTo>
                  <a:lnTo>
                    <a:pt x="25093" y="37308"/>
                  </a:lnTo>
                  <a:lnTo>
                    <a:pt x="25498" y="37308"/>
                  </a:lnTo>
                  <a:lnTo>
                    <a:pt x="26307" y="36561"/>
                  </a:lnTo>
                  <a:close/>
                  <a:moveTo>
                    <a:pt x="25903" y="19400"/>
                  </a:moveTo>
                  <a:lnTo>
                    <a:pt x="26712" y="20146"/>
                  </a:lnTo>
                  <a:lnTo>
                    <a:pt x="27117" y="20146"/>
                  </a:lnTo>
                  <a:lnTo>
                    <a:pt x="27926" y="20892"/>
                  </a:lnTo>
                  <a:lnTo>
                    <a:pt x="28331" y="23131"/>
                  </a:lnTo>
                  <a:lnTo>
                    <a:pt x="28331" y="26115"/>
                  </a:lnTo>
                  <a:lnTo>
                    <a:pt x="27522" y="27608"/>
                  </a:lnTo>
                  <a:lnTo>
                    <a:pt x="26307" y="27608"/>
                  </a:lnTo>
                  <a:lnTo>
                    <a:pt x="25903" y="28354"/>
                  </a:lnTo>
                  <a:lnTo>
                    <a:pt x="24284" y="29846"/>
                  </a:lnTo>
                  <a:lnTo>
                    <a:pt x="23879" y="31338"/>
                  </a:lnTo>
                  <a:lnTo>
                    <a:pt x="23474" y="32084"/>
                  </a:lnTo>
                  <a:lnTo>
                    <a:pt x="21046" y="34323"/>
                  </a:lnTo>
                  <a:lnTo>
                    <a:pt x="20641" y="34323"/>
                  </a:lnTo>
                  <a:lnTo>
                    <a:pt x="19832" y="35069"/>
                  </a:lnTo>
                  <a:lnTo>
                    <a:pt x="19427" y="35815"/>
                  </a:lnTo>
                  <a:lnTo>
                    <a:pt x="18618" y="36561"/>
                  </a:lnTo>
                  <a:lnTo>
                    <a:pt x="15380" y="38054"/>
                  </a:lnTo>
                  <a:lnTo>
                    <a:pt x="13761" y="38800"/>
                  </a:lnTo>
                  <a:lnTo>
                    <a:pt x="13356" y="39546"/>
                  </a:lnTo>
                  <a:lnTo>
                    <a:pt x="11332" y="40292"/>
                  </a:lnTo>
                  <a:lnTo>
                    <a:pt x="10118" y="42531"/>
                  </a:lnTo>
                  <a:lnTo>
                    <a:pt x="9713" y="43277"/>
                  </a:lnTo>
                  <a:lnTo>
                    <a:pt x="8904" y="44769"/>
                  </a:lnTo>
                  <a:lnTo>
                    <a:pt x="7690" y="46261"/>
                  </a:lnTo>
                  <a:lnTo>
                    <a:pt x="6880" y="46261"/>
                  </a:lnTo>
                  <a:lnTo>
                    <a:pt x="6476" y="45515"/>
                  </a:lnTo>
                  <a:lnTo>
                    <a:pt x="6071" y="44023"/>
                  </a:lnTo>
                  <a:lnTo>
                    <a:pt x="6476" y="41038"/>
                  </a:lnTo>
                  <a:lnTo>
                    <a:pt x="7690" y="38054"/>
                  </a:lnTo>
                  <a:lnTo>
                    <a:pt x="10523" y="37308"/>
                  </a:lnTo>
                  <a:lnTo>
                    <a:pt x="10523" y="36561"/>
                  </a:lnTo>
                  <a:lnTo>
                    <a:pt x="11737" y="35069"/>
                  </a:lnTo>
                  <a:lnTo>
                    <a:pt x="13356" y="33577"/>
                  </a:lnTo>
                  <a:lnTo>
                    <a:pt x="13761" y="33577"/>
                  </a:lnTo>
                  <a:lnTo>
                    <a:pt x="14975" y="32831"/>
                  </a:lnTo>
                  <a:lnTo>
                    <a:pt x="16189" y="31338"/>
                  </a:lnTo>
                  <a:lnTo>
                    <a:pt x="17403" y="30592"/>
                  </a:lnTo>
                  <a:cubicBezTo>
                    <a:pt x="17808" y="29846"/>
                    <a:pt x="18213" y="29846"/>
                    <a:pt x="18618" y="29846"/>
                  </a:cubicBezTo>
                  <a:cubicBezTo>
                    <a:pt x="19022" y="29100"/>
                    <a:pt x="19832" y="28354"/>
                    <a:pt x="20237" y="27608"/>
                  </a:cubicBezTo>
                  <a:lnTo>
                    <a:pt x="20641" y="27608"/>
                  </a:lnTo>
                  <a:lnTo>
                    <a:pt x="21855" y="26861"/>
                  </a:lnTo>
                  <a:lnTo>
                    <a:pt x="22260" y="26115"/>
                  </a:lnTo>
                  <a:lnTo>
                    <a:pt x="22665" y="24623"/>
                  </a:lnTo>
                  <a:lnTo>
                    <a:pt x="24284" y="23131"/>
                  </a:lnTo>
                  <a:lnTo>
                    <a:pt x="24689" y="22385"/>
                  </a:lnTo>
                  <a:lnTo>
                    <a:pt x="25093" y="21638"/>
                  </a:lnTo>
                  <a:lnTo>
                    <a:pt x="25498" y="20892"/>
                  </a:lnTo>
                  <a:close/>
                  <a:moveTo>
                    <a:pt x="16594" y="14923"/>
                  </a:moveTo>
                  <a:lnTo>
                    <a:pt x="17808" y="14177"/>
                  </a:lnTo>
                  <a:lnTo>
                    <a:pt x="19022" y="12685"/>
                  </a:lnTo>
                  <a:lnTo>
                    <a:pt x="19832" y="11938"/>
                  </a:lnTo>
                  <a:lnTo>
                    <a:pt x="20237" y="11192"/>
                  </a:lnTo>
                  <a:lnTo>
                    <a:pt x="21046" y="10446"/>
                  </a:lnTo>
                  <a:lnTo>
                    <a:pt x="21046" y="9700"/>
                  </a:lnTo>
                  <a:lnTo>
                    <a:pt x="21451" y="8954"/>
                  </a:lnTo>
                  <a:lnTo>
                    <a:pt x="22260" y="8208"/>
                  </a:lnTo>
                  <a:lnTo>
                    <a:pt x="23070" y="7461"/>
                  </a:lnTo>
                  <a:lnTo>
                    <a:pt x="23474" y="8208"/>
                  </a:lnTo>
                  <a:lnTo>
                    <a:pt x="23879" y="8954"/>
                  </a:lnTo>
                  <a:lnTo>
                    <a:pt x="24284" y="11192"/>
                  </a:lnTo>
                  <a:lnTo>
                    <a:pt x="24284" y="12685"/>
                  </a:lnTo>
                  <a:lnTo>
                    <a:pt x="23879" y="13431"/>
                  </a:lnTo>
                  <a:lnTo>
                    <a:pt x="23474" y="13431"/>
                  </a:lnTo>
                  <a:lnTo>
                    <a:pt x="22260" y="15669"/>
                  </a:lnTo>
                  <a:lnTo>
                    <a:pt x="21451" y="16415"/>
                  </a:lnTo>
                  <a:lnTo>
                    <a:pt x="20641" y="17908"/>
                  </a:lnTo>
                  <a:lnTo>
                    <a:pt x="20237" y="18654"/>
                  </a:lnTo>
                  <a:lnTo>
                    <a:pt x="18213" y="20146"/>
                  </a:lnTo>
                  <a:lnTo>
                    <a:pt x="16594" y="21638"/>
                  </a:lnTo>
                  <a:lnTo>
                    <a:pt x="13761" y="24623"/>
                  </a:lnTo>
                  <a:lnTo>
                    <a:pt x="12951" y="25369"/>
                  </a:lnTo>
                  <a:lnTo>
                    <a:pt x="11737" y="26861"/>
                  </a:lnTo>
                  <a:lnTo>
                    <a:pt x="10523" y="27608"/>
                  </a:lnTo>
                  <a:lnTo>
                    <a:pt x="10118" y="28354"/>
                  </a:lnTo>
                  <a:lnTo>
                    <a:pt x="8499" y="29100"/>
                  </a:lnTo>
                  <a:lnTo>
                    <a:pt x="7285" y="29846"/>
                  </a:lnTo>
                  <a:lnTo>
                    <a:pt x="6071" y="30592"/>
                  </a:lnTo>
                  <a:lnTo>
                    <a:pt x="5261" y="31338"/>
                  </a:lnTo>
                  <a:lnTo>
                    <a:pt x="4047" y="31338"/>
                  </a:lnTo>
                  <a:lnTo>
                    <a:pt x="3643" y="28354"/>
                  </a:lnTo>
                  <a:lnTo>
                    <a:pt x="4047" y="26115"/>
                  </a:lnTo>
                  <a:lnTo>
                    <a:pt x="4857" y="23877"/>
                  </a:lnTo>
                  <a:lnTo>
                    <a:pt x="5666" y="22385"/>
                  </a:lnTo>
                  <a:lnTo>
                    <a:pt x="6071" y="21638"/>
                  </a:lnTo>
                  <a:lnTo>
                    <a:pt x="8095" y="20146"/>
                  </a:lnTo>
                  <a:lnTo>
                    <a:pt x="10118" y="20146"/>
                  </a:lnTo>
                  <a:lnTo>
                    <a:pt x="11332" y="19400"/>
                  </a:lnTo>
                  <a:lnTo>
                    <a:pt x="12951" y="17908"/>
                  </a:lnTo>
                  <a:lnTo>
                    <a:pt x="13356" y="17161"/>
                  </a:lnTo>
                  <a:lnTo>
                    <a:pt x="15380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10378166" y="482299"/>
              <a:ext cx="16593" cy="45515"/>
            </a:xfrm>
            <a:custGeom>
              <a:avLst/>
              <a:gdLst>
                <a:gd name="connsiteX0" fmla="*/ 7285 w 16593"/>
                <a:gd name="connsiteY0" fmla="*/ 1492 h 45515"/>
                <a:gd name="connsiteX1" fmla="*/ 4047 w 16593"/>
                <a:gd name="connsiteY1" fmla="*/ 7461 h 45515"/>
                <a:gd name="connsiteX2" fmla="*/ 0 w 16593"/>
                <a:gd name="connsiteY2" fmla="*/ 14177 h 45515"/>
                <a:gd name="connsiteX3" fmla="*/ 4047 w 16593"/>
                <a:gd name="connsiteY3" fmla="*/ 20146 h 45515"/>
                <a:gd name="connsiteX4" fmla="*/ 7690 w 16593"/>
                <a:gd name="connsiteY4" fmla="*/ 13431 h 45515"/>
                <a:gd name="connsiteX5" fmla="*/ 7690 w 16593"/>
                <a:gd name="connsiteY5" fmla="*/ 16415 h 45515"/>
                <a:gd name="connsiteX6" fmla="*/ 10523 w 16593"/>
                <a:gd name="connsiteY6" fmla="*/ 41784 h 45515"/>
                <a:gd name="connsiteX7" fmla="*/ 11332 w 16593"/>
                <a:gd name="connsiteY7" fmla="*/ 45515 h 45515"/>
                <a:gd name="connsiteX8" fmla="*/ 16594 w 16593"/>
                <a:gd name="connsiteY8" fmla="*/ 43277 h 45515"/>
                <a:gd name="connsiteX9" fmla="*/ 12142 w 16593"/>
                <a:gd name="connsiteY9" fmla="*/ 0 h 45515"/>
                <a:gd name="connsiteX10" fmla="*/ 10523 w 16593"/>
                <a:gd name="connsiteY10" fmla="*/ 0 h 45515"/>
                <a:gd name="connsiteX11" fmla="*/ 7690 w 16593"/>
                <a:gd name="connsiteY11" fmla="*/ 1492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93" h="45515">
                  <a:moveTo>
                    <a:pt x="7285" y="1492"/>
                  </a:moveTo>
                  <a:lnTo>
                    <a:pt x="4047" y="7461"/>
                  </a:lnTo>
                  <a:lnTo>
                    <a:pt x="0" y="14177"/>
                  </a:lnTo>
                  <a:lnTo>
                    <a:pt x="4047" y="20146"/>
                  </a:lnTo>
                  <a:lnTo>
                    <a:pt x="7690" y="13431"/>
                  </a:lnTo>
                  <a:lnTo>
                    <a:pt x="7690" y="16415"/>
                  </a:lnTo>
                  <a:lnTo>
                    <a:pt x="10523" y="41784"/>
                  </a:lnTo>
                  <a:lnTo>
                    <a:pt x="11332" y="45515"/>
                  </a:lnTo>
                  <a:lnTo>
                    <a:pt x="16594" y="43277"/>
                  </a:lnTo>
                  <a:lnTo>
                    <a:pt x="12142" y="0"/>
                  </a:lnTo>
                  <a:lnTo>
                    <a:pt x="10523" y="0"/>
                  </a:lnTo>
                  <a:lnTo>
                    <a:pt x="7690" y="14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10380190" y="327100"/>
              <a:ext cx="4856" cy="10446"/>
            </a:xfrm>
            <a:custGeom>
              <a:avLst/>
              <a:gdLst>
                <a:gd name="connsiteX0" fmla="*/ 3643 w 4856"/>
                <a:gd name="connsiteY0" fmla="*/ 10446 h 10446"/>
                <a:gd name="connsiteX1" fmla="*/ 4047 w 4856"/>
                <a:gd name="connsiteY1" fmla="*/ 9700 h 10446"/>
                <a:gd name="connsiteX2" fmla="*/ 4452 w 4856"/>
                <a:gd name="connsiteY2" fmla="*/ 8208 h 10446"/>
                <a:gd name="connsiteX3" fmla="*/ 4857 w 4856"/>
                <a:gd name="connsiteY3" fmla="*/ 5969 h 10446"/>
                <a:gd name="connsiteX4" fmla="*/ 4452 w 4856"/>
                <a:gd name="connsiteY4" fmla="*/ 3731 h 10446"/>
                <a:gd name="connsiteX5" fmla="*/ 4047 w 4856"/>
                <a:gd name="connsiteY5" fmla="*/ 2985 h 10446"/>
                <a:gd name="connsiteX6" fmla="*/ 3238 w 4856"/>
                <a:gd name="connsiteY6" fmla="*/ 1492 h 10446"/>
                <a:gd name="connsiteX7" fmla="*/ 2024 w 4856"/>
                <a:gd name="connsiteY7" fmla="*/ 0 h 10446"/>
                <a:gd name="connsiteX8" fmla="*/ 1619 w 4856"/>
                <a:gd name="connsiteY8" fmla="*/ 0 h 10446"/>
                <a:gd name="connsiteX9" fmla="*/ 809 w 4856"/>
                <a:gd name="connsiteY9" fmla="*/ 746 h 10446"/>
                <a:gd name="connsiteX10" fmla="*/ 405 w 4856"/>
                <a:gd name="connsiteY10" fmla="*/ 2238 h 10446"/>
                <a:gd name="connsiteX11" fmla="*/ 0 w 4856"/>
                <a:gd name="connsiteY11" fmla="*/ 2985 h 10446"/>
                <a:gd name="connsiteX12" fmla="*/ 0 w 4856"/>
                <a:gd name="connsiteY12" fmla="*/ 8954 h 10446"/>
                <a:gd name="connsiteX13" fmla="*/ 809 w 4856"/>
                <a:gd name="connsiteY13" fmla="*/ 9700 h 10446"/>
                <a:gd name="connsiteX14" fmla="*/ 1214 w 4856"/>
                <a:gd name="connsiteY14" fmla="*/ 10446 h 10446"/>
                <a:gd name="connsiteX15" fmla="*/ 2024 w 4856"/>
                <a:gd name="connsiteY15" fmla="*/ 10446 h 10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56" h="10446">
                  <a:moveTo>
                    <a:pt x="3643" y="10446"/>
                  </a:moveTo>
                  <a:lnTo>
                    <a:pt x="4047" y="9700"/>
                  </a:lnTo>
                  <a:lnTo>
                    <a:pt x="4452" y="8208"/>
                  </a:lnTo>
                  <a:lnTo>
                    <a:pt x="4857" y="5969"/>
                  </a:lnTo>
                  <a:lnTo>
                    <a:pt x="4452" y="3731"/>
                  </a:lnTo>
                  <a:lnTo>
                    <a:pt x="4047" y="2985"/>
                  </a:lnTo>
                  <a:lnTo>
                    <a:pt x="3238" y="1492"/>
                  </a:lnTo>
                  <a:lnTo>
                    <a:pt x="2024" y="0"/>
                  </a:lnTo>
                  <a:lnTo>
                    <a:pt x="1619" y="0"/>
                  </a:lnTo>
                  <a:lnTo>
                    <a:pt x="809" y="746"/>
                  </a:lnTo>
                  <a:lnTo>
                    <a:pt x="405" y="2238"/>
                  </a:lnTo>
                  <a:lnTo>
                    <a:pt x="0" y="2985"/>
                  </a:lnTo>
                  <a:lnTo>
                    <a:pt x="0" y="8954"/>
                  </a:lnTo>
                  <a:lnTo>
                    <a:pt x="809" y="9700"/>
                  </a:lnTo>
                  <a:lnTo>
                    <a:pt x="1214" y="10446"/>
                  </a:lnTo>
                  <a:lnTo>
                    <a:pt x="2024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10310981" y="107731"/>
              <a:ext cx="84588" cy="149230"/>
            </a:xfrm>
            <a:custGeom>
              <a:avLst/>
              <a:gdLst>
                <a:gd name="connsiteX0" fmla="*/ 58281 w 84588"/>
                <a:gd name="connsiteY0" fmla="*/ 57454 h 149230"/>
                <a:gd name="connsiteX1" fmla="*/ 52210 w 84588"/>
                <a:gd name="connsiteY1" fmla="*/ 57454 h 149230"/>
                <a:gd name="connsiteX2" fmla="*/ 51806 w 84588"/>
                <a:gd name="connsiteY2" fmla="*/ 55215 h 149230"/>
                <a:gd name="connsiteX3" fmla="*/ 45735 w 84588"/>
                <a:gd name="connsiteY3" fmla="*/ 19400 h 149230"/>
                <a:gd name="connsiteX4" fmla="*/ 42092 w 84588"/>
                <a:gd name="connsiteY4" fmla="*/ 0 h 149230"/>
                <a:gd name="connsiteX5" fmla="*/ 39664 w 84588"/>
                <a:gd name="connsiteY5" fmla="*/ 15669 h 149230"/>
                <a:gd name="connsiteX6" fmla="*/ 38854 w 84588"/>
                <a:gd name="connsiteY6" fmla="*/ 19400 h 149230"/>
                <a:gd name="connsiteX7" fmla="*/ 32783 w 84588"/>
                <a:gd name="connsiteY7" fmla="*/ 55215 h 149230"/>
                <a:gd name="connsiteX8" fmla="*/ 31974 w 84588"/>
                <a:gd name="connsiteY8" fmla="*/ 57454 h 149230"/>
                <a:gd name="connsiteX9" fmla="*/ 0 w 84588"/>
                <a:gd name="connsiteY9" fmla="*/ 57454 h 149230"/>
                <a:gd name="connsiteX10" fmla="*/ 6880 w 84588"/>
                <a:gd name="connsiteY10" fmla="*/ 66408 h 149230"/>
                <a:gd name="connsiteX11" fmla="*/ 9309 w 84588"/>
                <a:gd name="connsiteY11" fmla="*/ 70138 h 149230"/>
                <a:gd name="connsiteX12" fmla="*/ 13356 w 84588"/>
                <a:gd name="connsiteY12" fmla="*/ 75361 h 149230"/>
                <a:gd name="connsiteX13" fmla="*/ 16189 w 84588"/>
                <a:gd name="connsiteY13" fmla="*/ 79092 h 149230"/>
                <a:gd name="connsiteX14" fmla="*/ 19022 w 84588"/>
                <a:gd name="connsiteY14" fmla="*/ 83569 h 149230"/>
                <a:gd name="connsiteX15" fmla="*/ 21046 w 84588"/>
                <a:gd name="connsiteY15" fmla="*/ 85808 h 149230"/>
                <a:gd name="connsiteX16" fmla="*/ 23474 w 84588"/>
                <a:gd name="connsiteY16" fmla="*/ 89538 h 149230"/>
                <a:gd name="connsiteX17" fmla="*/ 25903 w 84588"/>
                <a:gd name="connsiteY17" fmla="*/ 92523 h 149230"/>
                <a:gd name="connsiteX18" fmla="*/ 23474 w 84588"/>
                <a:gd name="connsiteY18" fmla="*/ 105954 h 149230"/>
                <a:gd name="connsiteX19" fmla="*/ 21046 w 84588"/>
                <a:gd name="connsiteY19" fmla="*/ 120877 h 149230"/>
                <a:gd name="connsiteX20" fmla="*/ 19022 w 84588"/>
                <a:gd name="connsiteY20" fmla="*/ 130577 h 149230"/>
                <a:gd name="connsiteX21" fmla="*/ 16189 w 84588"/>
                <a:gd name="connsiteY21" fmla="*/ 148484 h 149230"/>
                <a:gd name="connsiteX22" fmla="*/ 16189 w 84588"/>
                <a:gd name="connsiteY22" fmla="*/ 149231 h 149230"/>
                <a:gd name="connsiteX23" fmla="*/ 19022 w 84588"/>
                <a:gd name="connsiteY23" fmla="*/ 144754 h 149230"/>
                <a:gd name="connsiteX24" fmla="*/ 21046 w 84588"/>
                <a:gd name="connsiteY24" fmla="*/ 142515 h 149230"/>
                <a:gd name="connsiteX25" fmla="*/ 23474 w 84588"/>
                <a:gd name="connsiteY25" fmla="*/ 139531 h 149230"/>
                <a:gd name="connsiteX26" fmla="*/ 25903 w 84588"/>
                <a:gd name="connsiteY26" fmla="*/ 135800 h 149230"/>
                <a:gd name="connsiteX27" fmla="*/ 28736 w 84588"/>
                <a:gd name="connsiteY27" fmla="*/ 132069 h 149230"/>
                <a:gd name="connsiteX28" fmla="*/ 30760 w 84588"/>
                <a:gd name="connsiteY28" fmla="*/ 129831 h 149230"/>
                <a:gd name="connsiteX29" fmla="*/ 32783 w 84588"/>
                <a:gd name="connsiteY29" fmla="*/ 126846 h 149230"/>
                <a:gd name="connsiteX30" fmla="*/ 38854 w 84588"/>
                <a:gd name="connsiteY30" fmla="*/ 118638 h 149230"/>
                <a:gd name="connsiteX31" fmla="*/ 39664 w 84588"/>
                <a:gd name="connsiteY31" fmla="*/ 117892 h 149230"/>
                <a:gd name="connsiteX32" fmla="*/ 42092 w 84588"/>
                <a:gd name="connsiteY32" fmla="*/ 114161 h 149230"/>
                <a:gd name="connsiteX33" fmla="*/ 45735 w 84588"/>
                <a:gd name="connsiteY33" fmla="*/ 118638 h 149230"/>
                <a:gd name="connsiteX34" fmla="*/ 51806 w 84588"/>
                <a:gd name="connsiteY34" fmla="*/ 126846 h 149230"/>
                <a:gd name="connsiteX35" fmla="*/ 53829 w 84588"/>
                <a:gd name="connsiteY35" fmla="*/ 129831 h 149230"/>
                <a:gd name="connsiteX36" fmla="*/ 58281 w 84588"/>
                <a:gd name="connsiteY36" fmla="*/ 135800 h 149230"/>
                <a:gd name="connsiteX37" fmla="*/ 61114 w 84588"/>
                <a:gd name="connsiteY37" fmla="*/ 139531 h 149230"/>
                <a:gd name="connsiteX38" fmla="*/ 63543 w 84588"/>
                <a:gd name="connsiteY38" fmla="*/ 142515 h 149230"/>
                <a:gd name="connsiteX39" fmla="*/ 65162 w 84588"/>
                <a:gd name="connsiteY39" fmla="*/ 144754 h 149230"/>
                <a:gd name="connsiteX40" fmla="*/ 68400 w 84588"/>
                <a:gd name="connsiteY40" fmla="*/ 149231 h 149230"/>
                <a:gd name="connsiteX41" fmla="*/ 65162 w 84588"/>
                <a:gd name="connsiteY41" fmla="*/ 130577 h 149230"/>
                <a:gd name="connsiteX42" fmla="*/ 63543 w 84588"/>
                <a:gd name="connsiteY42" fmla="*/ 121623 h 149230"/>
                <a:gd name="connsiteX43" fmla="*/ 61114 w 84588"/>
                <a:gd name="connsiteY43" fmla="*/ 107446 h 149230"/>
                <a:gd name="connsiteX44" fmla="*/ 58281 w 84588"/>
                <a:gd name="connsiteY44" fmla="*/ 92523 h 149230"/>
                <a:gd name="connsiteX45" fmla="*/ 61114 w 84588"/>
                <a:gd name="connsiteY45" fmla="*/ 88792 h 149230"/>
                <a:gd name="connsiteX46" fmla="*/ 63543 w 84588"/>
                <a:gd name="connsiteY46" fmla="*/ 85808 h 149230"/>
                <a:gd name="connsiteX47" fmla="*/ 65162 w 84588"/>
                <a:gd name="connsiteY47" fmla="*/ 83569 h 149230"/>
                <a:gd name="connsiteX48" fmla="*/ 71233 w 84588"/>
                <a:gd name="connsiteY48" fmla="*/ 75361 h 149230"/>
                <a:gd name="connsiteX49" fmla="*/ 74875 w 84588"/>
                <a:gd name="connsiteY49" fmla="*/ 70138 h 149230"/>
                <a:gd name="connsiteX50" fmla="*/ 77708 w 84588"/>
                <a:gd name="connsiteY50" fmla="*/ 66408 h 149230"/>
                <a:gd name="connsiteX51" fmla="*/ 84589 w 84588"/>
                <a:gd name="connsiteY51" fmla="*/ 57454 h 149230"/>
                <a:gd name="connsiteX52" fmla="*/ 61114 w 84588"/>
                <a:gd name="connsiteY52" fmla="*/ 57454 h 14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84588" h="149230">
                  <a:moveTo>
                    <a:pt x="58281" y="57454"/>
                  </a:moveTo>
                  <a:lnTo>
                    <a:pt x="52210" y="57454"/>
                  </a:lnTo>
                  <a:lnTo>
                    <a:pt x="51806" y="55215"/>
                  </a:lnTo>
                  <a:lnTo>
                    <a:pt x="45735" y="19400"/>
                  </a:lnTo>
                  <a:lnTo>
                    <a:pt x="42092" y="0"/>
                  </a:lnTo>
                  <a:lnTo>
                    <a:pt x="39664" y="15669"/>
                  </a:lnTo>
                  <a:lnTo>
                    <a:pt x="38854" y="19400"/>
                  </a:lnTo>
                  <a:lnTo>
                    <a:pt x="32783" y="55215"/>
                  </a:lnTo>
                  <a:lnTo>
                    <a:pt x="31974" y="57454"/>
                  </a:lnTo>
                  <a:lnTo>
                    <a:pt x="0" y="57454"/>
                  </a:lnTo>
                  <a:lnTo>
                    <a:pt x="6880" y="66408"/>
                  </a:lnTo>
                  <a:lnTo>
                    <a:pt x="9309" y="70138"/>
                  </a:lnTo>
                  <a:lnTo>
                    <a:pt x="13356" y="75361"/>
                  </a:lnTo>
                  <a:lnTo>
                    <a:pt x="16189" y="79092"/>
                  </a:lnTo>
                  <a:lnTo>
                    <a:pt x="19022" y="83569"/>
                  </a:lnTo>
                  <a:lnTo>
                    <a:pt x="21046" y="85808"/>
                  </a:lnTo>
                  <a:lnTo>
                    <a:pt x="23474" y="89538"/>
                  </a:lnTo>
                  <a:lnTo>
                    <a:pt x="25903" y="92523"/>
                  </a:lnTo>
                  <a:lnTo>
                    <a:pt x="23474" y="105954"/>
                  </a:lnTo>
                  <a:lnTo>
                    <a:pt x="21046" y="120877"/>
                  </a:lnTo>
                  <a:lnTo>
                    <a:pt x="19022" y="130577"/>
                  </a:lnTo>
                  <a:lnTo>
                    <a:pt x="16189" y="148484"/>
                  </a:lnTo>
                  <a:lnTo>
                    <a:pt x="16189" y="149231"/>
                  </a:lnTo>
                  <a:lnTo>
                    <a:pt x="19022" y="144754"/>
                  </a:lnTo>
                  <a:lnTo>
                    <a:pt x="21046" y="142515"/>
                  </a:lnTo>
                  <a:lnTo>
                    <a:pt x="23474" y="139531"/>
                  </a:lnTo>
                  <a:lnTo>
                    <a:pt x="25903" y="135800"/>
                  </a:lnTo>
                  <a:lnTo>
                    <a:pt x="28736" y="132069"/>
                  </a:lnTo>
                  <a:lnTo>
                    <a:pt x="30760" y="129831"/>
                  </a:lnTo>
                  <a:lnTo>
                    <a:pt x="32783" y="126846"/>
                  </a:lnTo>
                  <a:lnTo>
                    <a:pt x="38854" y="118638"/>
                  </a:lnTo>
                  <a:lnTo>
                    <a:pt x="39664" y="117892"/>
                  </a:lnTo>
                  <a:lnTo>
                    <a:pt x="42092" y="114161"/>
                  </a:lnTo>
                  <a:lnTo>
                    <a:pt x="45735" y="118638"/>
                  </a:lnTo>
                  <a:lnTo>
                    <a:pt x="51806" y="126846"/>
                  </a:lnTo>
                  <a:lnTo>
                    <a:pt x="53829" y="129831"/>
                  </a:lnTo>
                  <a:lnTo>
                    <a:pt x="58281" y="135800"/>
                  </a:lnTo>
                  <a:lnTo>
                    <a:pt x="61114" y="139531"/>
                  </a:lnTo>
                  <a:lnTo>
                    <a:pt x="63543" y="142515"/>
                  </a:lnTo>
                  <a:lnTo>
                    <a:pt x="65162" y="144754"/>
                  </a:lnTo>
                  <a:lnTo>
                    <a:pt x="68400" y="149231"/>
                  </a:lnTo>
                  <a:lnTo>
                    <a:pt x="65162" y="130577"/>
                  </a:lnTo>
                  <a:lnTo>
                    <a:pt x="63543" y="121623"/>
                  </a:lnTo>
                  <a:lnTo>
                    <a:pt x="61114" y="107446"/>
                  </a:lnTo>
                  <a:lnTo>
                    <a:pt x="58281" y="92523"/>
                  </a:lnTo>
                  <a:lnTo>
                    <a:pt x="61114" y="88792"/>
                  </a:lnTo>
                  <a:lnTo>
                    <a:pt x="63543" y="85808"/>
                  </a:lnTo>
                  <a:lnTo>
                    <a:pt x="65162" y="83569"/>
                  </a:lnTo>
                  <a:lnTo>
                    <a:pt x="71233" y="75361"/>
                  </a:lnTo>
                  <a:lnTo>
                    <a:pt x="74875" y="70138"/>
                  </a:lnTo>
                  <a:lnTo>
                    <a:pt x="77708" y="66408"/>
                  </a:lnTo>
                  <a:lnTo>
                    <a:pt x="84589" y="57454"/>
                  </a:lnTo>
                  <a:lnTo>
                    <a:pt x="61114" y="574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10357120" y="488269"/>
              <a:ext cx="14165" cy="44769"/>
            </a:xfrm>
            <a:custGeom>
              <a:avLst/>
              <a:gdLst>
                <a:gd name="connsiteX0" fmla="*/ 5666 w 14165"/>
                <a:gd name="connsiteY0" fmla="*/ 2984 h 44769"/>
                <a:gd name="connsiteX1" fmla="*/ 0 w 14165"/>
                <a:gd name="connsiteY1" fmla="*/ 11192 h 44769"/>
                <a:gd name="connsiteX2" fmla="*/ 3238 w 14165"/>
                <a:gd name="connsiteY2" fmla="*/ 17908 h 44769"/>
                <a:gd name="connsiteX3" fmla="*/ 5666 w 14165"/>
                <a:gd name="connsiteY3" fmla="*/ 14177 h 44769"/>
                <a:gd name="connsiteX4" fmla="*/ 7285 w 14165"/>
                <a:gd name="connsiteY4" fmla="*/ 11938 h 44769"/>
                <a:gd name="connsiteX5" fmla="*/ 7690 w 14165"/>
                <a:gd name="connsiteY5" fmla="*/ 22385 h 44769"/>
                <a:gd name="connsiteX6" fmla="*/ 8499 w 14165"/>
                <a:gd name="connsiteY6" fmla="*/ 44769 h 44769"/>
                <a:gd name="connsiteX7" fmla="*/ 12142 w 14165"/>
                <a:gd name="connsiteY7" fmla="*/ 44023 h 44769"/>
                <a:gd name="connsiteX8" fmla="*/ 14166 w 14165"/>
                <a:gd name="connsiteY8" fmla="*/ 44023 h 44769"/>
                <a:gd name="connsiteX9" fmla="*/ 12547 w 14165"/>
                <a:gd name="connsiteY9" fmla="*/ 0 h 44769"/>
                <a:gd name="connsiteX10" fmla="*/ 12142 w 14165"/>
                <a:gd name="connsiteY10" fmla="*/ 0 h 44769"/>
                <a:gd name="connsiteX11" fmla="*/ 7690 w 14165"/>
                <a:gd name="connsiteY11" fmla="*/ 746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65" h="44769">
                  <a:moveTo>
                    <a:pt x="5666" y="2984"/>
                  </a:moveTo>
                  <a:lnTo>
                    <a:pt x="0" y="11192"/>
                  </a:lnTo>
                  <a:lnTo>
                    <a:pt x="3238" y="17908"/>
                  </a:lnTo>
                  <a:lnTo>
                    <a:pt x="5666" y="14177"/>
                  </a:lnTo>
                  <a:lnTo>
                    <a:pt x="7285" y="11938"/>
                  </a:lnTo>
                  <a:lnTo>
                    <a:pt x="7690" y="22385"/>
                  </a:lnTo>
                  <a:lnTo>
                    <a:pt x="8499" y="44769"/>
                  </a:lnTo>
                  <a:lnTo>
                    <a:pt x="12142" y="44023"/>
                  </a:lnTo>
                  <a:lnTo>
                    <a:pt x="14166" y="44023"/>
                  </a:lnTo>
                  <a:lnTo>
                    <a:pt x="12547" y="0"/>
                  </a:lnTo>
                  <a:lnTo>
                    <a:pt x="12142" y="0"/>
                  </a:lnTo>
                  <a:lnTo>
                    <a:pt x="7690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10368453" y="308446"/>
              <a:ext cx="23069" cy="24623"/>
            </a:xfrm>
            <a:custGeom>
              <a:avLst/>
              <a:gdLst>
                <a:gd name="connsiteX0" fmla="*/ 809 w 23069"/>
                <a:gd name="connsiteY0" fmla="*/ 24623 h 24623"/>
                <a:gd name="connsiteX1" fmla="*/ 2428 w 23069"/>
                <a:gd name="connsiteY1" fmla="*/ 23877 h 24623"/>
                <a:gd name="connsiteX2" fmla="*/ 2833 w 23069"/>
                <a:gd name="connsiteY2" fmla="*/ 22385 h 24623"/>
                <a:gd name="connsiteX3" fmla="*/ 3643 w 23069"/>
                <a:gd name="connsiteY3" fmla="*/ 21638 h 24623"/>
                <a:gd name="connsiteX4" fmla="*/ 4047 w 23069"/>
                <a:gd name="connsiteY4" fmla="*/ 20892 h 24623"/>
                <a:gd name="connsiteX5" fmla="*/ 4857 w 23069"/>
                <a:gd name="connsiteY5" fmla="*/ 20146 h 24623"/>
                <a:gd name="connsiteX6" fmla="*/ 5666 w 23069"/>
                <a:gd name="connsiteY6" fmla="*/ 18654 h 24623"/>
                <a:gd name="connsiteX7" fmla="*/ 5666 w 23069"/>
                <a:gd name="connsiteY7" fmla="*/ 17161 h 24623"/>
                <a:gd name="connsiteX8" fmla="*/ 6071 w 23069"/>
                <a:gd name="connsiteY8" fmla="*/ 16415 h 24623"/>
                <a:gd name="connsiteX9" fmla="*/ 6880 w 23069"/>
                <a:gd name="connsiteY9" fmla="*/ 15669 h 24623"/>
                <a:gd name="connsiteX10" fmla="*/ 7285 w 23069"/>
                <a:gd name="connsiteY10" fmla="*/ 15669 h 24623"/>
                <a:gd name="connsiteX11" fmla="*/ 8095 w 23069"/>
                <a:gd name="connsiteY11" fmla="*/ 14923 h 24623"/>
                <a:gd name="connsiteX12" fmla="*/ 9713 w 23069"/>
                <a:gd name="connsiteY12" fmla="*/ 14923 h 24623"/>
                <a:gd name="connsiteX13" fmla="*/ 10118 w 23069"/>
                <a:gd name="connsiteY13" fmla="*/ 14177 h 24623"/>
                <a:gd name="connsiteX14" fmla="*/ 11737 w 23069"/>
                <a:gd name="connsiteY14" fmla="*/ 13431 h 24623"/>
                <a:gd name="connsiteX15" fmla="*/ 12142 w 23069"/>
                <a:gd name="connsiteY15" fmla="*/ 12685 h 24623"/>
                <a:gd name="connsiteX16" fmla="*/ 12951 w 23069"/>
                <a:gd name="connsiteY16" fmla="*/ 11938 h 24623"/>
                <a:gd name="connsiteX17" fmla="*/ 12951 w 23069"/>
                <a:gd name="connsiteY17" fmla="*/ 12685 h 24623"/>
                <a:gd name="connsiteX18" fmla="*/ 14166 w 23069"/>
                <a:gd name="connsiteY18" fmla="*/ 11938 h 24623"/>
                <a:gd name="connsiteX19" fmla="*/ 16189 w 23069"/>
                <a:gd name="connsiteY19" fmla="*/ 11938 h 24623"/>
                <a:gd name="connsiteX20" fmla="*/ 16594 w 23069"/>
                <a:gd name="connsiteY20" fmla="*/ 12685 h 24623"/>
                <a:gd name="connsiteX21" fmla="*/ 16999 w 23069"/>
                <a:gd name="connsiteY21" fmla="*/ 12685 h 24623"/>
                <a:gd name="connsiteX22" fmla="*/ 17808 w 23069"/>
                <a:gd name="connsiteY22" fmla="*/ 13431 h 24623"/>
                <a:gd name="connsiteX23" fmla="*/ 18213 w 23069"/>
                <a:gd name="connsiteY23" fmla="*/ 14923 h 24623"/>
                <a:gd name="connsiteX24" fmla="*/ 19427 w 23069"/>
                <a:gd name="connsiteY24" fmla="*/ 16415 h 24623"/>
                <a:gd name="connsiteX25" fmla="*/ 21046 w 23069"/>
                <a:gd name="connsiteY25" fmla="*/ 17161 h 24623"/>
                <a:gd name="connsiteX26" fmla="*/ 21855 w 23069"/>
                <a:gd name="connsiteY26" fmla="*/ 15669 h 24623"/>
                <a:gd name="connsiteX27" fmla="*/ 22260 w 23069"/>
                <a:gd name="connsiteY27" fmla="*/ 14923 h 24623"/>
                <a:gd name="connsiteX28" fmla="*/ 22260 w 23069"/>
                <a:gd name="connsiteY28" fmla="*/ 7461 h 24623"/>
                <a:gd name="connsiteX29" fmla="*/ 22665 w 23069"/>
                <a:gd name="connsiteY29" fmla="*/ 5969 h 24623"/>
                <a:gd name="connsiteX30" fmla="*/ 22665 w 23069"/>
                <a:gd name="connsiteY30" fmla="*/ 4477 h 24623"/>
                <a:gd name="connsiteX31" fmla="*/ 23070 w 23069"/>
                <a:gd name="connsiteY31" fmla="*/ 1492 h 24623"/>
                <a:gd name="connsiteX32" fmla="*/ 22665 w 23069"/>
                <a:gd name="connsiteY32" fmla="*/ 746 h 24623"/>
                <a:gd name="connsiteX33" fmla="*/ 21855 w 23069"/>
                <a:gd name="connsiteY33" fmla="*/ 0 h 24623"/>
                <a:gd name="connsiteX34" fmla="*/ 21855 w 23069"/>
                <a:gd name="connsiteY34" fmla="*/ 2238 h 24623"/>
                <a:gd name="connsiteX35" fmla="*/ 21451 w 23069"/>
                <a:gd name="connsiteY35" fmla="*/ 2985 h 24623"/>
                <a:gd name="connsiteX36" fmla="*/ 21046 w 23069"/>
                <a:gd name="connsiteY36" fmla="*/ 4477 h 24623"/>
                <a:gd name="connsiteX37" fmla="*/ 20641 w 23069"/>
                <a:gd name="connsiteY37" fmla="*/ 5223 h 24623"/>
                <a:gd name="connsiteX38" fmla="*/ 19832 w 23069"/>
                <a:gd name="connsiteY38" fmla="*/ 5223 h 24623"/>
                <a:gd name="connsiteX39" fmla="*/ 18618 w 23069"/>
                <a:gd name="connsiteY39" fmla="*/ 4477 h 24623"/>
                <a:gd name="connsiteX40" fmla="*/ 17403 w 23069"/>
                <a:gd name="connsiteY40" fmla="*/ 3731 h 24623"/>
                <a:gd name="connsiteX41" fmla="*/ 16594 w 23069"/>
                <a:gd name="connsiteY41" fmla="*/ 2985 h 24623"/>
                <a:gd name="connsiteX42" fmla="*/ 14975 w 23069"/>
                <a:gd name="connsiteY42" fmla="*/ 2985 h 24623"/>
                <a:gd name="connsiteX43" fmla="*/ 13761 w 23069"/>
                <a:gd name="connsiteY43" fmla="*/ 2238 h 24623"/>
                <a:gd name="connsiteX44" fmla="*/ 12142 w 23069"/>
                <a:gd name="connsiteY44" fmla="*/ 2238 h 24623"/>
                <a:gd name="connsiteX45" fmla="*/ 9309 w 23069"/>
                <a:gd name="connsiteY45" fmla="*/ 2985 h 24623"/>
                <a:gd name="connsiteX46" fmla="*/ 8095 w 23069"/>
                <a:gd name="connsiteY46" fmla="*/ 3731 h 24623"/>
                <a:gd name="connsiteX47" fmla="*/ 7690 w 23069"/>
                <a:gd name="connsiteY47" fmla="*/ 4477 h 24623"/>
                <a:gd name="connsiteX48" fmla="*/ 6880 w 23069"/>
                <a:gd name="connsiteY48" fmla="*/ 4477 h 24623"/>
                <a:gd name="connsiteX49" fmla="*/ 6071 w 23069"/>
                <a:gd name="connsiteY49" fmla="*/ 5223 h 24623"/>
                <a:gd name="connsiteX50" fmla="*/ 4857 w 23069"/>
                <a:gd name="connsiteY50" fmla="*/ 6715 h 24623"/>
                <a:gd name="connsiteX51" fmla="*/ 3643 w 23069"/>
                <a:gd name="connsiteY51" fmla="*/ 8954 h 24623"/>
                <a:gd name="connsiteX52" fmla="*/ 3238 w 23069"/>
                <a:gd name="connsiteY52" fmla="*/ 9700 h 24623"/>
                <a:gd name="connsiteX53" fmla="*/ 1619 w 23069"/>
                <a:gd name="connsiteY53" fmla="*/ 11938 h 24623"/>
                <a:gd name="connsiteX54" fmla="*/ 1214 w 23069"/>
                <a:gd name="connsiteY54" fmla="*/ 14923 h 24623"/>
                <a:gd name="connsiteX55" fmla="*/ 809 w 23069"/>
                <a:gd name="connsiteY55" fmla="*/ 15669 h 24623"/>
                <a:gd name="connsiteX56" fmla="*/ 809 w 23069"/>
                <a:gd name="connsiteY56" fmla="*/ 16415 h 24623"/>
                <a:gd name="connsiteX57" fmla="*/ 405 w 23069"/>
                <a:gd name="connsiteY57" fmla="*/ 17908 h 24623"/>
                <a:gd name="connsiteX58" fmla="*/ 0 w 23069"/>
                <a:gd name="connsiteY58" fmla="*/ 19400 h 24623"/>
                <a:gd name="connsiteX59" fmla="*/ 0 w 23069"/>
                <a:gd name="connsiteY59" fmla="*/ 21638 h 24623"/>
                <a:gd name="connsiteX60" fmla="*/ 405 w 23069"/>
                <a:gd name="connsiteY60" fmla="*/ 23131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3069" h="24623">
                  <a:moveTo>
                    <a:pt x="809" y="24623"/>
                  </a:moveTo>
                  <a:lnTo>
                    <a:pt x="2428" y="23877"/>
                  </a:lnTo>
                  <a:lnTo>
                    <a:pt x="2833" y="22385"/>
                  </a:lnTo>
                  <a:lnTo>
                    <a:pt x="3643" y="21638"/>
                  </a:lnTo>
                  <a:lnTo>
                    <a:pt x="4047" y="20892"/>
                  </a:lnTo>
                  <a:lnTo>
                    <a:pt x="4857" y="20146"/>
                  </a:lnTo>
                  <a:lnTo>
                    <a:pt x="5666" y="18654"/>
                  </a:lnTo>
                  <a:lnTo>
                    <a:pt x="5666" y="17161"/>
                  </a:lnTo>
                  <a:lnTo>
                    <a:pt x="6071" y="16415"/>
                  </a:lnTo>
                  <a:lnTo>
                    <a:pt x="6880" y="15669"/>
                  </a:lnTo>
                  <a:lnTo>
                    <a:pt x="7285" y="15669"/>
                  </a:lnTo>
                  <a:lnTo>
                    <a:pt x="8095" y="14923"/>
                  </a:lnTo>
                  <a:lnTo>
                    <a:pt x="9713" y="14923"/>
                  </a:lnTo>
                  <a:lnTo>
                    <a:pt x="10118" y="14177"/>
                  </a:lnTo>
                  <a:lnTo>
                    <a:pt x="11737" y="13431"/>
                  </a:lnTo>
                  <a:lnTo>
                    <a:pt x="12142" y="12685"/>
                  </a:lnTo>
                  <a:lnTo>
                    <a:pt x="12951" y="11938"/>
                  </a:lnTo>
                  <a:cubicBezTo>
                    <a:pt x="12951" y="11938"/>
                    <a:pt x="12547" y="12685"/>
                    <a:pt x="12951" y="12685"/>
                  </a:cubicBezTo>
                  <a:cubicBezTo>
                    <a:pt x="13356" y="12685"/>
                    <a:pt x="13761" y="12685"/>
                    <a:pt x="14166" y="11938"/>
                  </a:cubicBezTo>
                  <a:lnTo>
                    <a:pt x="16189" y="11938"/>
                  </a:lnTo>
                  <a:lnTo>
                    <a:pt x="16594" y="12685"/>
                  </a:lnTo>
                  <a:lnTo>
                    <a:pt x="16999" y="12685"/>
                  </a:lnTo>
                  <a:lnTo>
                    <a:pt x="17808" y="13431"/>
                  </a:lnTo>
                  <a:lnTo>
                    <a:pt x="18213" y="14923"/>
                  </a:lnTo>
                  <a:lnTo>
                    <a:pt x="19427" y="16415"/>
                  </a:lnTo>
                  <a:lnTo>
                    <a:pt x="21046" y="17161"/>
                  </a:lnTo>
                  <a:lnTo>
                    <a:pt x="21855" y="15669"/>
                  </a:lnTo>
                  <a:lnTo>
                    <a:pt x="22260" y="14923"/>
                  </a:lnTo>
                  <a:lnTo>
                    <a:pt x="22260" y="7461"/>
                  </a:lnTo>
                  <a:lnTo>
                    <a:pt x="22665" y="5969"/>
                  </a:lnTo>
                  <a:lnTo>
                    <a:pt x="22665" y="4477"/>
                  </a:lnTo>
                  <a:lnTo>
                    <a:pt x="23070" y="1492"/>
                  </a:lnTo>
                  <a:lnTo>
                    <a:pt x="22665" y="746"/>
                  </a:lnTo>
                  <a:lnTo>
                    <a:pt x="21855" y="0"/>
                  </a:lnTo>
                  <a:lnTo>
                    <a:pt x="21855" y="2238"/>
                  </a:lnTo>
                  <a:lnTo>
                    <a:pt x="21451" y="2985"/>
                  </a:lnTo>
                  <a:lnTo>
                    <a:pt x="21046" y="4477"/>
                  </a:lnTo>
                  <a:lnTo>
                    <a:pt x="20641" y="5223"/>
                  </a:lnTo>
                  <a:lnTo>
                    <a:pt x="19832" y="5223"/>
                  </a:lnTo>
                  <a:lnTo>
                    <a:pt x="18618" y="4477"/>
                  </a:lnTo>
                  <a:lnTo>
                    <a:pt x="17403" y="3731"/>
                  </a:lnTo>
                  <a:lnTo>
                    <a:pt x="16594" y="2985"/>
                  </a:lnTo>
                  <a:lnTo>
                    <a:pt x="14975" y="2985"/>
                  </a:lnTo>
                  <a:lnTo>
                    <a:pt x="13761" y="2238"/>
                  </a:lnTo>
                  <a:lnTo>
                    <a:pt x="12142" y="2238"/>
                  </a:lnTo>
                  <a:lnTo>
                    <a:pt x="9309" y="2985"/>
                  </a:lnTo>
                  <a:lnTo>
                    <a:pt x="8095" y="3731"/>
                  </a:lnTo>
                  <a:lnTo>
                    <a:pt x="7690" y="4477"/>
                  </a:lnTo>
                  <a:lnTo>
                    <a:pt x="6880" y="4477"/>
                  </a:lnTo>
                  <a:lnTo>
                    <a:pt x="6071" y="5223"/>
                  </a:lnTo>
                  <a:lnTo>
                    <a:pt x="4857" y="6715"/>
                  </a:lnTo>
                  <a:lnTo>
                    <a:pt x="3643" y="8954"/>
                  </a:lnTo>
                  <a:lnTo>
                    <a:pt x="3238" y="9700"/>
                  </a:lnTo>
                  <a:lnTo>
                    <a:pt x="1619" y="11938"/>
                  </a:lnTo>
                  <a:lnTo>
                    <a:pt x="1214" y="14923"/>
                  </a:lnTo>
                  <a:lnTo>
                    <a:pt x="809" y="15669"/>
                  </a:lnTo>
                  <a:lnTo>
                    <a:pt x="809" y="16415"/>
                  </a:lnTo>
                  <a:lnTo>
                    <a:pt x="405" y="17908"/>
                  </a:lnTo>
                  <a:lnTo>
                    <a:pt x="0" y="19400"/>
                  </a:lnTo>
                  <a:lnTo>
                    <a:pt x="0" y="21638"/>
                  </a:lnTo>
                  <a:lnTo>
                    <a:pt x="405" y="23131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10367643" y="334561"/>
              <a:ext cx="8499" cy="20146"/>
            </a:xfrm>
            <a:custGeom>
              <a:avLst/>
              <a:gdLst>
                <a:gd name="connsiteX0" fmla="*/ 1214 w 8499"/>
                <a:gd name="connsiteY0" fmla="*/ 20146 h 20146"/>
                <a:gd name="connsiteX1" fmla="*/ 1619 w 8499"/>
                <a:gd name="connsiteY1" fmla="*/ 19400 h 20146"/>
                <a:gd name="connsiteX2" fmla="*/ 2428 w 8499"/>
                <a:gd name="connsiteY2" fmla="*/ 19400 h 20146"/>
                <a:gd name="connsiteX3" fmla="*/ 4047 w 8499"/>
                <a:gd name="connsiteY3" fmla="*/ 17161 h 20146"/>
                <a:gd name="connsiteX4" fmla="*/ 4452 w 8499"/>
                <a:gd name="connsiteY4" fmla="*/ 16415 h 20146"/>
                <a:gd name="connsiteX5" fmla="*/ 4857 w 8499"/>
                <a:gd name="connsiteY5" fmla="*/ 15669 h 20146"/>
                <a:gd name="connsiteX6" fmla="*/ 5666 w 8499"/>
                <a:gd name="connsiteY6" fmla="*/ 12685 h 20146"/>
                <a:gd name="connsiteX7" fmla="*/ 6071 w 8499"/>
                <a:gd name="connsiteY7" fmla="*/ 11192 h 20146"/>
                <a:gd name="connsiteX8" fmla="*/ 6476 w 8499"/>
                <a:gd name="connsiteY8" fmla="*/ 9700 h 20146"/>
                <a:gd name="connsiteX9" fmla="*/ 6880 w 8499"/>
                <a:gd name="connsiteY9" fmla="*/ 8208 h 20146"/>
                <a:gd name="connsiteX10" fmla="*/ 7285 w 8499"/>
                <a:gd name="connsiteY10" fmla="*/ 7461 h 20146"/>
                <a:gd name="connsiteX11" fmla="*/ 7690 w 8499"/>
                <a:gd name="connsiteY11" fmla="*/ 5969 h 20146"/>
                <a:gd name="connsiteX12" fmla="*/ 8095 w 8499"/>
                <a:gd name="connsiteY12" fmla="*/ 2985 h 20146"/>
                <a:gd name="connsiteX13" fmla="*/ 8499 w 8499"/>
                <a:gd name="connsiteY13" fmla="*/ 1492 h 20146"/>
                <a:gd name="connsiteX14" fmla="*/ 8095 w 8499"/>
                <a:gd name="connsiteY14" fmla="*/ 746 h 20146"/>
                <a:gd name="connsiteX15" fmla="*/ 7690 w 8499"/>
                <a:gd name="connsiteY15" fmla="*/ 0 h 20146"/>
                <a:gd name="connsiteX16" fmla="*/ 6071 w 8499"/>
                <a:gd name="connsiteY16" fmla="*/ 0 h 20146"/>
                <a:gd name="connsiteX17" fmla="*/ 5666 w 8499"/>
                <a:gd name="connsiteY17" fmla="*/ 746 h 20146"/>
                <a:gd name="connsiteX18" fmla="*/ 4452 w 8499"/>
                <a:gd name="connsiteY18" fmla="*/ 2238 h 20146"/>
                <a:gd name="connsiteX19" fmla="*/ 4047 w 8499"/>
                <a:gd name="connsiteY19" fmla="*/ 2985 h 20146"/>
                <a:gd name="connsiteX20" fmla="*/ 4047 w 8499"/>
                <a:gd name="connsiteY20" fmla="*/ 4477 h 20146"/>
                <a:gd name="connsiteX21" fmla="*/ 3643 w 8499"/>
                <a:gd name="connsiteY21" fmla="*/ 5969 h 20146"/>
                <a:gd name="connsiteX22" fmla="*/ 2833 w 8499"/>
                <a:gd name="connsiteY22" fmla="*/ 6715 h 20146"/>
                <a:gd name="connsiteX23" fmla="*/ 1619 w 8499"/>
                <a:gd name="connsiteY23" fmla="*/ 8954 h 20146"/>
                <a:gd name="connsiteX24" fmla="*/ 1214 w 8499"/>
                <a:gd name="connsiteY24" fmla="*/ 10446 h 20146"/>
                <a:gd name="connsiteX25" fmla="*/ 809 w 8499"/>
                <a:gd name="connsiteY25" fmla="*/ 11938 h 20146"/>
                <a:gd name="connsiteX26" fmla="*/ 809 w 8499"/>
                <a:gd name="connsiteY26" fmla="*/ 13431 h 20146"/>
                <a:gd name="connsiteX27" fmla="*/ 0 w 8499"/>
                <a:gd name="connsiteY27" fmla="*/ 14177 h 20146"/>
                <a:gd name="connsiteX28" fmla="*/ 0 w 8499"/>
                <a:gd name="connsiteY28" fmla="*/ 17908 h 20146"/>
                <a:gd name="connsiteX29" fmla="*/ 405 w 8499"/>
                <a:gd name="connsiteY29" fmla="*/ 19400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499" h="20146">
                  <a:moveTo>
                    <a:pt x="1214" y="20146"/>
                  </a:moveTo>
                  <a:lnTo>
                    <a:pt x="1619" y="19400"/>
                  </a:lnTo>
                  <a:lnTo>
                    <a:pt x="2428" y="19400"/>
                  </a:lnTo>
                  <a:lnTo>
                    <a:pt x="4047" y="17161"/>
                  </a:lnTo>
                  <a:lnTo>
                    <a:pt x="4452" y="16415"/>
                  </a:lnTo>
                  <a:lnTo>
                    <a:pt x="4857" y="15669"/>
                  </a:lnTo>
                  <a:lnTo>
                    <a:pt x="5666" y="12685"/>
                  </a:lnTo>
                  <a:lnTo>
                    <a:pt x="6071" y="11192"/>
                  </a:lnTo>
                  <a:lnTo>
                    <a:pt x="6476" y="9700"/>
                  </a:lnTo>
                  <a:lnTo>
                    <a:pt x="6880" y="8208"/>
                  </a:lnTo>
                  <a:lnTo>
                    <a:pt x="7285" y="7461"/>
                  </a:lnTo>
                  <a:lnTo>
                    <a:pt x="7690" y="5969"/>
                  </a:lnTo>
                  <a:lnTo>
                    <a:pt x="8095" y="2985"/>
                  </a:lnTo>
                  <a:lnTo>
                    <a:pt x="8499" y="1492"/>
                  </a:lnTo>
                  <a:lnTo>
                    <a:pt x="8095" y="746"/>
                  </a:lnTo>
                  <a:lnTo>
                    <a:pt x="7690" y="0"/>
                  </a:lnTo>
                  <a:lnTo>
                    <a:pt x="6071" y="0"/>
                  </a:lnTo>
                  <a:lnTo>
                    <a:pt x="5666" y="746"/>
                  </a:lnTo>
                  <a:lnTo>
                    <a:pt x="4452" y="2238"/>
                  </a:lnTo>
                  <a:lnTo>
                    <a:pt x="4047" y="2985"/>
                  </a:lnTo>
                  <a:lnTo>
                    <a:pt x="4047" y="4477"/>
                  </a:lnTo>
                  <a:lnTo>
                    <a:pt x="3643" y="5969"/>
                  </a:lnTo>
                  <a:lnTo>
                    <a:pt x="2833" y="6715"/>
                  </a:lnTo>
                  <a:lnTo>
                    <a:pt x="1619" y="8954"/>
                  </a:lnTo>
                  <a:lnTo>
                    <a:pt x="1214" y="10446"/>
                  </a:lnTo>
                  <a:lnTo>
                    <a:pt x="809" y="11938"/>
                  </a:lnTo>
                  <a:lnTo>
                    <a:pt x="809" y="13431"/>
                  </a:lnTo>
                  <a:lnTo>
                    <a:pt x="0" y="14177"/>
                  </a:lnTo>
                  <a:lnTo>
                    <a:pt x="0" y="17908"/>
                  </a:lnTo>
                  <a:lnTo>
                    <a:pt x="405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10361674" y="-175060"/>
              <a:ext cx="61418" cy="91030"/>
            </a:xfrm>
            <a:custGeom>
              <a:avLst/>
              <a:gdLst>
                <a:gd name="connsiteX0" fmla="*/ 3137 w 61418"/>
                <a:gd name="connsiteY0" fmla="*/ 52231 h 91030"/>
                <a:gd name="connsiteX1" fmla="*/ 3137 w 61418"/>
                <a:gd name="connsiteY1" fmla="*/ 52231 h 91030"/>
                <a:gd name="connsiteX2" fmla="*/ 7993 w 61418"/>
                <a:gd name="connsiteY2" fmla="*/ 55215 h 91030"/>
                <a:gd name="connsiteX3" fmla="*/ 10827 w 61418"/>
                <a:gd name="connsiteY3" fmla="*/ 55961 h 91030"/>
                <a:gd name="connsiteX4" fmla="*/ 14874 w 61418"/>
                <a:gd name="connsiteY4" fmla="*/ 55961 h 91030"/>
                <a:gd name="connsiteX5" fmla="*/ 20540 w 61418"/>
                <a:gd name="connsiteY5" fmla="*/ 56708 h 91030"/>
                <a:gd name="connsiteX6" fmla="*/ 24183 w 61418"/>
                <a:gd name="connsiteY6" fmla="*/ 58200 h 91030"/>
                <a:gd name="connsiteX7" fmla="*/ 27016 w 61418"/>
                <a:gd name="connsiteY7" fmla="*/ 59692 h 91030"/>
                <a:gd name="connsiteX8" fmla="*/ 27421 w 61418"/>
                <a:gd name="connsiteY8" fmla="*/ 59692 h 91030"/>
                <a:gd name="connsiteX9" fmla="*/ 27421 w 61418"/>
                <a:gd name="connsiteY9" fmla="*/ 62677 h 91030"/>
                <a:gd name="connsiteX10" fmla="*/ 27016 w 61418"/>
                <a:gd name="connsiteY10" fmla="*/ 63423 h 91030"/>
                <a:gd name="connsiteX11" fmla="*/ 24183 w 61418"/>
                <a:gd name="connsiteY11" fmla="*/ 64169 h 91030"/>
                <a:gd name="connsiteX12" fmla="*/ 21350 w 61418"/>
                <a:gd name="connsiteY12" fmla="*/ 62677 h 91030"/>
                <a:gd name="connsiteX13" fmla="*/ 20540 w 61418"/>
                <a:gd name="connsiteY13" fmla="*/ 62677 h 91030"/>
                <a:gd name="connsiteX14" fmla="*/ 14874 w 61418"/>
                <a:gd name="connsiteY14" fmla="*/ 60438 h 91030"/>
                <a:gd name="connsiteX15" fmla="*/ 13255 w 61418"/>
                <a:gd name="connsiteY15" fmla="*/ 59692 h 91030"/>
                <a:gd name="connsiteX16" fmla="*/ 10827 w 61418"/>
                <a:gd name="connsiteY16" fmla="*/ 59692 h 91030"/>
                <a:gd name="connsiteX17" fmla="*/ 7993 w 61418"/>
                <a:gd name="connsiteY17" fmla="*/ 60438 h 91030"/>
                <a:gd name="connsiteX18" fmla="*/ 6374 w 61418"/>
                <a:gd name="connsiteY18" fmla="*/ 63423 h 91030"/>
                <a:gd name="connsiteX19" fmla="*/ 7993 w 61418"/>
                <a:gd name="connsiteY19" fmla="*/ 69392 h 91030"/>
                <a:gd name="connsiteX20" fmla="*/ 9612 w 61418"/>
                <a:gd name="connsiteY20" fmla="*/ 70884 h 91030"/>
                <a:gd name="connsiteX21" fmla="*/ 11231 w 61418"/>
                <a:gd name="connsiteY21" fmla="*/ 70138 h 91030"/>
                <a:gd name="connsiteX22" fmla="*/ 15279 w 61418"/>
                <a:gd name="connsiteY22" fmla="*/ 70138 h 91030"/>
                <a:gd name="connsiteX23" fmla="*/ 20945 w 61418"/>
                <a:gd name="connsiteY23" fmla="*/ 72377 h 91030"/>
                <a:gd name="connsiteX24" fmla="*/ 24183 w 61418"/>
                <a:gd name="connsiteY24" fmla="*/ 75361 h 91030"/>
                <a:gd name="connsiteX25" fmla="*/ 23373 w 61418"/>
                <a:gd name="connsiteY25" fmla="*/ 89538 h 91030"/>
                <a:gd name="connsiteX26" fmla="*/ 24183 w 61418"/>
                <a:gd name="connsiteY26" fmla="*/ 91031 h 91030"/>
                <a:gd name="connsiteX27" fmla="*/ 26206 w 61418"/>
                <a:gd name="connsiteY27" fmla="*/ 91031 h 91030"/>
                <a:gd name="connsiteX28" fmla="*/ 27016 w 61418"/>
                <a:gd name="connsiteY28" fmla="*/ 89538 h 91030"/>
                <a:gd name="connsiteX29" fmla="*/ 28635 w 61418"/>
                <a:gd name="connsiteY29" fmla="*/ 80584 h 91030"/>
                <a:gd name="connsiteX30" fmla="*/ 30254 w 61418"/>
                <a:gd name="connsiteY30" fmla="*/ 77600 h 91030"/>
                <a:gd name="connsiteX31" fmla="*/ 33491 w 61418"/>
                <a:gd name="connsiteY31" fmla="*/ 80584 h 91030"/>
                <a:gd name="connsiteX32" fmla="*/ 35110 w 61418"/>
                <a:gd name="connsiteY32" fmla="*/ 81331 h 91030"/>
                <a:gd name="connsiteX33" fmla="*/ 36729 w 61418"/>
                <a:gd name="connsiteY33" fmla="*/ 82077 h 91030"/>
                <a:gd name="connsiteX34" fmla="*/ 37944 w 61418"/>
                <a:gd name="connsiteY34" fmla="*/ 82077 h 91030"/>
                <a:gd name="connsiteX35" fmla="*/ 39967 w 61418"/>
                <a:gd name="connsiteY35" fmla="*/ 82823 h 91030"/>
                <a:gd name="connsiteX36" fmla="*/ 40777 w 61418"/>
                <a:gd name="connsiteY36" fmla="*/ 82823 h 91030"/>
                <a:gd name="connsiteX37" fmla="*/ 42800 w 61418"/>
                <a:gd name="connsiteY37" fmla="*/ 83569 h 91030"/>
                <a:gd name="connsiteX38" fmla="*/ 45229 w 61418"/>
                <a:gd name="connsiteY38" fmla="*/ 83569 h 91030"/>
                <a:gd name="connsiteX39" fmla="*/ 46443 w 61418"/>
                <a:gd name="connsiteY39" fmla="*/ 82823 h 91030"/>
                <a:gd name="connsiteX40" fmla="*/ 47252 w 61418"/>
                <a:gd name="connsiteY40" fmla="*/ 79092 h 91030"/>
                <a:gd name="connsiteX41" fmla="*/ 46443 w 61418"/>
                <a:gd name="connsiteY41" fmla="*/ 76854 h 91030"/>
                <a:gd name="connsiteX42" fmla="*/ 44015 w 61418"/>
                <a:gd name="connsiteY42" fmla="*/ 75361 h 91030"/>
                <a:gd name="connsiteX43" fmla="*/ 42800 w 61418"/>
                <a:gd name="connsiteY43" fmla="*/ 74615 h 91030"/>
                <a:gd name="connsiteX44" fmla="*/ 40777 w 61418"/>
                <a:gd name="connsiteY44" fmla="*/ 73869 h 91030"/>
                <a:gd name="connsiteX45" fmla="*/ 39967 w 61418"/>
                <a:gd name="connsiteY45" fmla="*/ 73123 h 91030"/>
                <a:gd name="connsiteX46" fmla="*/ 37944 w 61418"/>
                <a:gd name="connsiteY46" fmla="*/ 72377 h 91030"/>
                <a:gd name="connsiteX47" fmla="*/ 35110 w 61418"/>
                <a:gd name="connsiteY47" fmla="*/ 70138 h 91030"/>
                <a:gd name="connsiteX48" fmla="*/ 34301 w 61418"/>
                <a:gd name="connsiteY48" fmla="*/ 69392 h 91030"/>
                <a:gd name="connsiteX49" fmla="*/ 33896 w 61418"/>
                <a:gd name="connsiteY49" fmla="*/ 68646 h 91030"/>
                <a:gd name="connsiteX50" fmla="*/ 33087 w 61418"/>
                <a:gd name="connsiteY50" fmla="*/ 63423 h 91030"/>
                <a:gd name="connsiteX51" fmla="*/ 33896 w 61418"/>
                <a:gd name="connsiteY51" fmla="*/ 64169 h 91030"/>
                <a:gd name="connsiteX52" fmla="*/ 35515 w 61418"/>
                <a:gd name="connsiteY52" fmla="*/ 64915 h 91030"/>
                <a:gd name="connsiteX53" fmla="*/ 38348 w 61418"/>
                <a:gd name="connsiteY53" fmla="*/ 66408 h 91030"/>
                <a:gd name="connsiteX54" fmla="*/ 40372 w 61418"/>
                <a:gd name="connsiteY54" fmla="*/ 67900 h 91030"/>
                <a:gd name="connsiteX55" fmla="*/ 41181 w 61418"/>
                <a:gd name="connsiteY55" fmla="*/ 68646 h 91030"/>
                <a:gd name="connsiteX56" fmla="*/ 43205 w 61418"/>
                <a:gd name="connsiteY56" fmla="*/ 70884 h 91030"/>
                <a:gd name="connsiteX57" fmla="*/ 44419 w 61418"/>
                <a:gd name="connsiteY57" fmla="*/ 71631 h 91030"/>
                <a:gd name="connsiteX58" fmla="*/ 46848 w 61418"/>
                <a:gd name="connsiteY58" fmla="*/ 74615 h 91030"/>
                <a:gd name="connsiteX59" fmla="*/ 47657 w 61418"/>
                <a:gd name="connsiteY59" fmla="*/ 75361 h 91030"/>
                <a:gd name="connsiteX60" fmla="*/ 48062 w 61418"/>
                <a:gd name="connsiteY60" fmla="*/ 76108 h 91030"/>
                <a:gd name="connsiteX61" fmla="*/ 51300 w 61418"/>
                <a:gd name="connsiteY61" fmla="*/ 77600 h 91030"/>
                <a:gd name="connsiteX62" fmla="*/ 53323 w 61418"/>
                <a:gd name="connsiteY62" fmla="*/ 79092 h 91030"/>
                <a:gd name="connsiteX63" fmla="*/ 54538 w 61418"/>
                <a:gd name="connsiteY63" fmla="*/ 79838 h 91030"/>
                <a:gd name="connsiteX64" fmla="*/ 55347 w 61418"/>
                <a:gd name="connsiteY64" fmla="*/ 80584 h 91030"/>
                <a:gd name="connsiteX65" fmla="*/ 56561 w 61418"/>
                <a:gd name="connsiteY65" fmla="*/ 79838 h 91030"/>
                <a:gd name="connsiteX66" fmla="*/ 61418 w 61418"/>
                <a:gd name="connsiteY66" fmla="*/ 73123 h 91030"/>
                <a:gd name="connsiteX67" fmla="*/ 56561 w 61418"/>
                <a:gd name="connsiteY67" fmla="*/ 64915 h 91030"/>
                <a:gd name="connsiteX68" fmla="*/ 54538 w 61418"/>
                <a:gd name="connsiteY68" fmla="*/ 63423 h 91030"/>
                <a:gd name="connsiteX69" fmla="*/ 53323 w 61418"/>
                <a:gd name="connsiteY69" fmla="*/ 63423 h 91030"/>
                <a:gd name="connsiteX70" fmla="*/ 51300 w 61418"/>
                <a:gd name="connsiteY70" fmla="*/ 62677 h 91030"/>
                <a:gd name="connsiteX71" fmla="*/ 48062 w 61418"/>
                <a:gd name="connsiteY71" fmla="*/ 60438 h 91030"/>
                <a:gd name="connsiteX72" fmla="*/ 46443 w 61418"/>
                <a:gd name="connsiteY72" fmla="*/ 59692 h 91030"/>
                <a:gd name="connsiteX73" fmla="*/ 44015 w 61418"/>
                <a:gd name="connsiteY73" fmla="*/ 58200 h 91030"/>
                <a:gd name="connsiteX74" fmla="*/ 43610 w 61418"/>
                <a:gd name="connsiteY74" fmla="*/ 58200 h 91030"/>
                <a:gd name="connsiteX75" fmla="*/ 44015 w 61418"/>
                <a:gd name="connsiteY75" fmla="*/ 54469 h 91030"/>
                <a:gd name="connsiteX76" fmla="*/ 46443 w 61418"/>
                <a:gd name="connsiteY76" fmla="*/ 54469 h 91030"/>
                <a:gd name="connsiteX77" fmla="*/ 48062 w 61418"/>
                <a:gd name="connsiteY77" fmla="*/ 55215 h 91030"/>
                <a:gd name="connsiteX78" fmla="*/ 48871 w 61418"/>
                <a:gd name="connsiteY78" fmla="*/ 55961 h 91030"/>
                <a:gd name="connsiteX79" fmla="*/ 51300 w 61418"/>
                <a:gd name="connsiteY79" fmla="*/ 55215 h 91030"/>
                <a:gd name="connsiteX80" fmla="*/ 52919 w 61418"/>
                <a:gd name="connsiteY80" fmla="*/ 52231 h 91030"/>
                <a:gd name="connsiteX81" fmla="*/ 51300 w 61418"/>
                <a:gd name="connsiteY81" fmla="*/ 47754 h 91030"/>
                <a:gd name="connsiteX82" fmla="*/ 50490 w 61418"/>
                <a:gd name="connsiteY82" fmla="*/ 45515 h 91030"/>
                <a:gd name="connsiteX83" fmla="*/ 47657 w 61418"/>
                <a:gd name="connsiteY83" fmla="*/ 36561 h 91030"/>
                <a:gd name="connsiteX84" fmla="*/ 50085 w 61418"/>
                <a:gd name="connsiteY84" fmla="*/ 31338 h 91030"/>
                <a:gd name="connsiteX85" fmla="*/ 50490 w 61418"/>
                <a:gd name="connsiteY85" fmla="*/ 29100 h 91030"/>
                <a:gd name="connsiteX86" fmla="*/ 47657 w 61418"/>
                <a:gd name="connsiteY86" fmla="*/ 26861 h 91030"/>
                <a:gd name="connsiteX87" fmla="*/ 46443 w 61418"/>
                <a:gd name="connsiteY87" fmla="*/ 25369 h 91030"/>
                <a:gd name="connsiteX88" fmla="*/ 46038 w 61418"/>
                <a:gd name="connsiteY88" fmla="*/ 24623 h 91030"/>
                <a:gd name="connsiteX89" fmla="*/ 47657 w 61418"/>
                <a:gd name="connsiteY89" fmla="*/ 25369 h 91030"/>
                <a:gd name="connsiteX90" fmla="*/ 50490 w 61418"/>
                <a:gd name="connsiteY90" fmla="*/ 26861 h 91030"/>
                <a:gd name="connsiteX91" fmla="*/ 50895 w 61418"/>
                <a:gd name="connsiteY91" fmla="*/ 27608 h 91030"/>
                <a:gd name="connsiteX92" fmla="*/ 52919 w 61418"/>
                <a:gd name="connsiteY92" fmla="*/ 28354 h 91030"/>
                <a:gd name="connsiteX93" fmla="*/ 53323 w 61418"/>
                <a:gd name="connsiteY93" fmla="*/ 29100 h 91030"/>
                <a:gd name="connsiteX94" fmla="*/ 54133 w 61418"/>
                <a:gd name="connsiteY94" fmla="*/ 26861 h 91030"/>
                <a:gd name="connsiteX95" fmla="*/ 54538 w 61418"/>
                <a:gd name="connsiteY95" fmla="*/ 21638 h 91030"/>
                <a:gd name="connsiteX96" fmla="*/ 54133 w 61418"/>
                <a:gd name="connsiteY96" fmla="*/ 20146 h 91030"/>
                <a:gd name="connsiteX97" fmla="*/ 52919 w 61418"/>
                <a:gd name="connsiteY97" fmla="*/ 18654 h 91030"/>
                <a:gd name="connsiteX98" fmla="*/ 50895 w 61418"/>
                <a:gd name="connsiteY98" fmla="*/ 17161 h 91030"/>
                <a:gd name="connsiteX99" fmla="*/ 47657 w 61418"/>
                <a:gd name="connsiteY99" fmla="*/ 14923 h 91030"/>
                <a:gd name="connsiteX100" fmla="*/ 47252 w 61418"/>
                <a:gd name="connsiteY100" fmla="*/ 14923 h 91030"/>
                <a:gd name="connsiteX101" fmla="*/ 47657 w 61418"/>
                <a:gd name="connsiteY101" fmla="*/ 12685 h 91030"/>
                <a:gd name="connsiteX102" fmla="*/ 47657 w 61418"/>
                <a:gd name="connsiteY102" fmla="*/ 8208 h 91030"/>
                <a:gd name="connsiteX103" fmla="*/ 46038 w 61418"/>
                <a:gd name="connsiteY103" fmla="*/ 5223 h 91030"/>
                <a:gd name="connsiteX104" fmla="*/ 44419 w 61418"/>
                <a:gd name="connsiteY104" fmla="*/ 4477 h 91030"/>
                <a:gd name="connsiteX105" fmla="*/ 44015 w 61418"/>
                <a:gd name="connsiteY105" fmla="*/ 6715 h 91030"/>
                <a:gd name="connsiteX106" fmla="*/ 42800 w 61418"/>
                <a:gd name="connsiteY106" fmla="*/ 9700 h 91030"/>
                <a:gd name="connsiteX107" fmla="*/ 40777 w 61418"/>
                <a:gd name="connsiteY107" fmla="*/ 12685 h 91030"/>
                <a:gd name="connsiteX108" fmla="*/ 39158 w 61418"/>
                <a:gd name="connsiteY108" fmla="*/ 12685 h 91030"/>
                <a:gd name="connsiteX109" fmla="*/ 37539 w 61418"/>
                <a:gd name="connsiteY109" fmla="*/ 11192 h 91030"/>
                <a:gd name="connsiteX110" fmla="*/ 34706 w 61418"/>
                <a:gd name="connsiteY110" fmla="*/ 8954 h 91030"/>
                <a:gd name="connsiteX111" fmla="*/ 33087 w 61418"/>
                <a:gd name="connsiteY111" fmla="*/ 8208 h 91030"/>
                <a:gd name="connsiteX112" fmla="*/ 32277 w 61418"/>
                <a:gd name="connsiteY112" fmla="*/ 8208 h 91030"/>
                <a:gd name="connsiteX113" fmla="*/ 29849 w 61418"/>
                <a:gd name="connsiteY113" fmla="*/ 2238 h 91030"/>
                <a:gd name="connsiteX114" fmla="*/ 27016 w 61418"/>
                <a:gd name="connsiteY114" fmla="*/ 0 h 91030"/>
                <a:gd name="connsiteX115" fmla="*/ 24183 w 61418"/>
                <a:gd name="connsiteY115" fmla="*/ 4477 h 91030"/>
                <a:gd name="connsiteX116" fmla="*/ 20540 w 61418"/>
                <a:gd name="connsiteY116" fmla="*/ 3731 h 91030"/>
                <a:gd name="connsiteX117" fmla="*/ 14874 w 61418"/>
                <a:gd name="connsiteY117" fmla="*/ 4477 h 91030"/>
                <a:gd name="connsiteX118" fmla="*/ 14469 w 61418"/>
                <a:gd name="connsiteY118" fmla="*/ 5223 h 91030"/>
                <a:gd name="connsiteX119" fmla="*/ 14469 w 61418"/>
                <a:gd name="connsiteY119" fmla="*/ 14177 h 91030"/>
                <a:gd name="connsiteX120" fmla="*/ 14874 w 61418"/>
                <a:gd name="connsiteY120" fmla="*/ 14923 h 91030"/>
                <a:gd name="connsiteX121" fmla="*/ 16897 w 61418"/>
                <a:gd name="connsiteY121" fmla="*/ 15669 h 91030"/>
                <a:gd name="connsiteX122" fmla="*/ 20135 w 61418"/>
                <a:gd name="connsiteY122" fmla="*/ 16415 h 91030"/>
                <a:gd name="connsiteX123" fmla="*/ 20135 w 61418"/>
                <a:gd name="connsiteY123" fmla="*/ 17908 h 91030"/>
                <a:gd name="connsiteX124" fmla="*/ 16493 w 61418"/>
                <a:gd name="connsiteY124" fmla="*/ 18654 h 91030"/>
                <a:gd name="connsiteX125" fmla="*/ 16088 w 61418"/>
                <a:gd name="connsiteY125" fmla="*/ 20146 h 91030"/>
                <a:gd name="connsiteX126" fmla="*/ 17302 w 61418"/>
                <a:gd name="connsiteY126" fmla="*/ 27608 h 91030"/>
                <a:gd name="connsiteX127" fmla="*/ 20135 w 61418"/>
                <a:gd name="connsiteY127" fmla="*/ 28354 h 91030"/>
                <a:gd name="connsiteX128" fmla="*/ 17707 w 61418"/>
                <a:gd name="connsiteY128" fmla="*/ 32085 h 91030"/>
                <a:gd name="connsiteX129" fmla="*/ 14064 w 61418"/>
                <a:gd name="connsiteY129" fmla="*/ 31338 h 91030"/>
                <a:gd name="connsiteX130" fmla="*/ 12445 w 61418"/>
                <a:gd name="connsiteY130" fmla="*/ 31338 h 91030"/>
                <a:gd name="connsiteX131" fmla="*/ 10017 w 61418"/>
                <a:gd name="connsiteY131" fmla="*/ 35815 h 91030"/>
                <a:gd name="connsiteX132" fmla="*/ 9612 w 61418"/>
                <a:gd name="connsiteY132" fmla="*/ 37308 h 91030"/>
                <a:gd name="connsiteX133" fmla="*/ 10017 w 61418"/>
                <a:gd name="connsiteY133" fmla="*/ 39546 h 91030"/>
                <a:gd name="connsiteX134" fmla="*/ 12445 w 61418"/>
                <a:gd name="connsiteY134" fmla="*/ 44769 h 91030"/>
                <a:gd name="connsiteX135" fmla="*/ 14064 w 61418"/>
                <a:gd name="connsiteY135" fmla="*/ 44769 h 91030"/>
                <a:gd name="connsiteX136" fmla="*/ 15683 w 61418"/>
                <a:gd name="connsiteY136" fmla="*/ 44023 h 91030"/>
                <a:gd name="connsiteX137" fmla="*/ 15279 w 61418"/>
                <a:gd name="connsiteY137" fmla="*/ 47008 h 91030"/>
                <a:gd name="connsiteX138" fmla="*/ 13660 w 61418"/>
                <a:gd name="connsiteY138" fmla="*/ 47008 h 91030"/>
                <a:gd name="connsiteX139" fmla="*/ 12041 w 61418"/>
                <a:gd name="connsiteY139" fmla="*/ 46261 h 91030"/>
                <a:gd name="connsiteX140" fmla="*/ 9612 w 61418"/>
                <a:gd name="connsiteY140" fmla="*/ 45515 h 91030"/>
                <a:gd name="connsiteX141" fmla="*/ 6779 w 61418"/>
                <a:gd name="connsiteY141" fmla="*/ 44769 h 91030"/>
                <a:gd name="connsiteX142" fmla="*/ 3946 w 61418"/>
                <a:gd name="connsiteY142" fmla="*/ 44023 h 91030"/>
                <a:gd name="connsiteX143" fmla="*/ 2327 w 61418"/>
                <a:gd name="connsiteY143" fmla="*/ 44769 h 91030"/>
                <a:gd name="connsiteX144" fmla="*/ 303 w 61418"/>
                <a:gd name="connsiteY144" fmla="*/ 48500 h 91030"/>
                <a:gd name="connsiteX145" fmla="*/ 303 w 61418"/>
                <a:gd name="connsiteY145" fmla="*/ 45515 h 91030"/>
                <a:gd name="connsiteX146" fmla="*/ 303 w 61418"/>
                <a:gd name="connsiteY146" fmla="*/ 49246 h 91030"/>
                <a:gd name="connsiteX147" fmla="*/ 3137 w 61418"/>
                <a:gd name="connsiteY147" fmla="*/ 52231 h 91030"/>
                <a:gd name="connsiteX148" fmla="*/ 39967 w 61418"/>
                <a:gd name="connsiteY148" fmla="*/ 31338 h 91030"/>
                <a:gd name="connsiteX149" fmla="*/ 40777 w 61418"/>
                <a:gd name="connsiteY149" fmla="*/ 31338 h 91030"/>
                <a:gd name="connsiteX150" fmla="*/ 42800 w 61418"/>
                <a:gd name="connsiteY150" fmla="*/ 33577 h 91030"/>
                <a:gd name="connsiteX151" fmla="*/ 43205 w 61418"/>
                <a:gd name="connsiteY151" fmla="*/ 36561 h 91030"/>
                <a:gd name="connsiteX152" fmla="*/ 42800 w 61418"/>
                <a:gd name="connsiteY152" fmla="*/ 37308 h 91030"/>
                <a:gd name="connsiteX153" fmla="*/ 40777 w 61418"/>
                <a:gd name="connsiteY153" fmla="*/ 39546 h 91030"/>
                <a:gd name="connsiteX154" fmla="*/ 39967 w 61418"/>
                <a:gd name="connsiteY154" fmla="*/ 40292 h 91030"/>
                <a:gd name="connsiteX155" fmla="*/ 39158 w 61418"/>
                <a:gd name="connsiteY155" fmla="*/ 41038 h 91030"/>
                <a:gd name="connsiteX156" fmla="*/ 38753 w 61418"/>
                <a:gd name="connsiteY156" fmla="*/ 46261 h 91030"/>
                <a:gd name="connsiteX157" fmla="*/ 39967 w 61418"/>
                <a:gd name="connsiteY157" fmla="*/ 48500 h 91030"/>
                <a:gd name="connsiteX158" fmla="*/ 40372 w 61418"/>
                <a:gd name="connsiteY158" fmla="*/ 50738 h 91030"/>
                <a:gd name="connsiteX159" fmla="*/ 39967 w 61418"/>
                <a:gd name="connsiteY159" fmla="*/ 50738 h 91030"/>
                <a:gd name="connsiteX160" fmla="*/ 37944 w 61418"/>
                <a:gd name="connsiteY160" fmla="*/ 52977 h 91030"/>
                <a:gd name="connsiteX161" fmla="*/ 35110 w 61418"/>
                <a:gd name="connsiteY161" fmla="*/ 52231 h 91030"/>
                <a:gd name="connsiteX162" fmla="*/ 33491 w 61418"/>
                <a:gd name="connsiteY162" fmla="*/ 49992 h 91030"/>
                <a:gd name="connsiteX163" fmla="*/ 34301 w 61418"/>
                <a:gd name="connsiteY163" fmla="*/ 43277 h 91030"/>
                <a:gd name="connsiteX164" fmla="*/ 34706 w 61418"/>
                <a:gd name="connsiteY164" fmla="*/ 40292 h 91030"/>
                <a:gd name="connsiteX165" fmla="*/ 36325 w 61418"/>
                <a:gd name="connsiteY165" fmla="*/ 32831 h 91030"/>
                <a:gd name="connsiteX166" fmla="*/ 37134 w 61418"/>
                <a:gd name="connsiteY166" fmla="*/ 32831 h 91030"/>
                <a:gd name="connsiteX167" fmla="*/ 39967 w 61418"/>
                <a:gd name="connsiteY167" fmla="*/ 31338 h 91030"/>
                <a:gd name="connsiteX168" fmla="*/ 29039 w 61418"/>
                <a:gd name="connsiteY168" fmla="*/ 16415 h 91030"/>
                <a:gd name="connsiteX169" fmla="*/ 33896 w 61418"/>
                <a:gd name="connsiteY169" fmla="*/ 17161 h 91030"/>
                <a:gd name="connsiteX170" fmla="*/ 35515 w 61418"/>
                <a:gd name="connsiteY170" fmla="*/ 17908 h 91030"/>
                <a:gd name="connsiteX171" fmla="*/ 37539 w 61418"/>
                <a:gd name="connsiteY171" fmla="*/ 19400 h 91030"/>
                <a:gd name="connsiteX172" fmla="*/ 37944 w 61418"/>
                <a:gd name="connsiteY172" fmla="*/ 20146 h 91030"/>
                <a:gd name="connsiteX173" fmla="*/ 37944 w 61418"/>
                <a:gd name="connsiteY173" fmla="*/ 22385 h 91030"/>
                <a:gd name="connsiteX174" fmla="*/ 36325 w 61418"/>
                <a:gd name="connsiteY174" fmla="*/ 21638 h 91030"/>
                <a:gd name="connsiteX175" fmla="*/ 35515 w 61418"/>
                <a:gd name="connsiteY175" fmla="*/ 21638 h 91030"/>
                <a:gd name="connsiteX176" fmla="*/ 33896 w 61418"/>
                <a:gd name="connsiteY176" fmla="*/ 20892 h 91030"/>
                <a:gd name="connsiteX177" fmla="*/ 29039 w 61418"/>
                <a:gd name="connsiteY177" fmla="*/ 16415 h 91030"/>
                <a:gd name="connsiteX178" fmla="*/ 21754 w 61418"/>
                <a:gd name="connsiteY178" fmla="*/ 44023 h 91030"/>
                <a:gd name="connsiteX179" fmla="*/ 24183 w 61418"/>
                <a:gd name="connsiteY179" fmla="*/ 43277 h 91030"/>
                <a:gd name="connsiteX180" fmla="*/ 27016 w 61418"/>
                <a:gd name="connsiteY180" fmla="*/ 35069 h 91030"/>
                <a:gd name="connsiteX181" fmla="*/ 25802 w 61418"/>
                <a:gd name="connsiteY181" fmla="*/ 28354 h 91030"/>
                <a:gd name="connsiteX182" fmla="*/ 27421 w 61418"/>
                <a:gd name="connsiteY182" fmla="*/ 29100 h 91030"/>
                <a:gd name="connsiteX183" fmla="*/ 31063 w 61418"/>
                <a:gd name="connsiteY183" fmla="*/ 29846 h 91030"/>
                <a:gd name="connsiteX184" fmla="*/ 30254 w 61418"/>
                <a:gd name="connsiteY184" fmla="*/ 39546 h 91030"/>
                <a:gd name="connsiteX185" fmla="*/ 27825 w 61418"/>
                <a:gd name="connsiteY185" fmla="*/ 48500 h 91030"/>
                <a:gd name="connsiteX186" fmla="*/ 27421 w 61418"/>
                <a:gd name="connsiteY186" fmla="*/ 48500 h 91030"/>
                <a:gd name="connsiteX187" fmla="*/ 24587 w 61418"/>
                <a:gd name="connsiteY187" fmla="*/ 47754 h 91030"/>
                <a:gd name="connsiteX188" fmla="*/ 22564 w 61418"/>
                <a:gd name="connsiteY188" fmla="*/ 47754 h 91030"/>
                <a:gd name="connsiteX189" fmla="*/ 21754 w 61418"/>
                <a:gd name="connsiteY189" fmla="*/ 44023 h 9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1418" h="91030">
                  <a:moveTo>
                    <a:pt x="3137" y="52231"/>
                  </a:moveTo>
                  <a:cubicBezTo>
                    <a:pt x="3137" y="52977"/>
                    <a:pt x="3137" y="52977"/>
                    <a:pt x="3137" y="52231"/>
                  </a:cubicBezTo>
                  <a:cubicBezTo>
                    <a:pt x="4756" y="53723"/>
                    <a:pt x="6374" y="54469"/>
                    <a:pt x="7993" y="55215"/>
                  </a:cubicBezTo>
                  <a:cubicBezTo>
                    <a:pt x="8803" y="55215"/>
                    <a:pt x="10017" y="55215"/>
                    <a:pt x="10827" y="55961"/>
                  </a:cubicBezTo>
                  <a:lnTo>
                    <a:pt x="14874" y="55961"/>
                  </a:lnTo>
                  <a:cubicBezTo>
                    <a:pt x="17302" y="55961"/>
                    <a:pt x="19326" y="56708"/>
                    <a:pt x="20540" y="56708"/>
                  </a:cubicBezTo>
                  <a:cubicBezTo>
                    <a:pt x="21754" y="56708"/>
                    <a:pt x="22968" y="57454"/>
                    <a:pt x="24183" y="58200"/>
                  </a:cubicBezTo>
                  <a:cubicBezTo>
                    <a:pt x="24992" y="58200"/>
                    <a:pt x="26206" y="58946"/>
                    <a:pt x="27016" y="59692"/>
                  </a:cubicBezTo>
                  <a:lnTo>
                    <a:pt x="27421" y="59692"/>
                  </a:lnTo>
                  <a:cubicBezTo>
                    <a:pt x="28635" y="60438"/>
                    <a:pt x="27825" y="61931"/>
                    <a:pt x="27421" y="62677"/>
                  </a:cubicBezTo>
                  <a:lnTo>
                    <a:pt x="27016" y="63423"/>
                  </a:lnTo>
                  <a:cubicBezTo>
                    <a:pt x="26206" y="64169"/>
                    <a:pt x="25397" y="64169"/>
                    <a:pt x="24183" y="64169"/>
                  </a:cubicBezTo>
                  <a:cubicBezTo>
                    <a:pt x="22968" y="64169"/>
                    <a:pt x="22159" y="63423"/>
                    <a:pt x="21350" y="62677"/>
                  </a:cubicBezTo>
                  <a:lnTo>
                    <a:pt x="20540" y="62677"/>
                  </a:lnTo>
                  <a:cubicBezTo>
                    <a:pt x="18516" y="61931"/>
                    <a:pt x="16493" y="61184"/>
                    <a:pt x="14874" y="60438"/>
                  </a:cubicBezTo>
                  <a:cubicBezTo>
                    <a:pt x="14064" y="60438"/>
                    <a:pt x="13255" y="60438"/>
                    <a:pt x="13255" y="59692"/>
                  </a:cubicBezTo>
                  <a:lnTo>
                    <a:pt x="10827" y="59692"/>
                  </a:lnTo>
                  <a:cubicBezTo>
                    <a:pt x="9612" y="60438"/>
                    <a:pt x="8803" y="60438"/>
                    <a:pt x="7993" y="60438"/>
                  </a:cubicBezTo>
                  <a:cubicBezTo>
                    <a:pt x="6374" y="61184"/>
                    <a:pt x="6374" y="63423"/>
                    <a:pt x="6374" y="63423"/>
                  </a:cubicBezTo>
                  <a:cubicBezTo>
                    <a:pt x="5970" y="64915"/>
                    <a:pt x="7184" y="67900"/>
                    <a:pt x="7993" y="69392"/>
                  </a:cubicBezTo>
                  <a:cubicBezTo>
                    <a:pt x="8398" y="69392"/>
                    <a:pt x="9208" y="70138"/>
                    <a:pt x="9612" y="70884"/>
                  </a:cubicBezTo>
                  <a:cubicBezTo>
                    <a:pt x="10017" y="70138"/>
                    <a:pt x="10422" y="70138"/>
                    <a:pt x="11231" y="70138"/>
                  </a:cubicBezTo>
                  <a:lnTo>
                    <a:pt x="15279" y="70138"/>
                  </a:lnTo>
                  <a:cubicBezTo>
                    <a:pt x="17707" y="70884"/>
                    <a:pt x="19731" y="71631"/>
                    <a:pt x="20945" y="72377"/>
                  </a:cubicBezTo>
                  <a:lnTo>
                    <a:pt x="24183" y="75361"/>
                  </a:lnTo>
                  <a:cubicBezTo>
                    <a:pt x="23373" y="79838"/>
                    <a:pt x="23373" y="85061"/>
                    <a:pt x="23373" y="89538"/>
                  </a:cubicBezTo>
                  <a:cubicBezTo>
                    <a:pt x="23373" y="90284"/>
                    <a:pt x="23778" y="91031"/>
                    <a:pt x="24183" y="91031"/>
                  </a:cubicBezTo>
                  <a:lnTo>
                    <a:pt x="26206" y="91031"/>
                  </a:lnTo>
                  <a:lnTo>
                    <a:pt x="27016" y="89538"/>
                  </a:lnTo>
                  <a:cubicBezTo>
                    <a:pt x="27825" y="86554"/>
                    <a:pt x="28635" y="83569"/>
                    <a:pt x="28635" y="80584"/>
                  </a:cubicBezTo>
                  <a:cubicBezTo>
                    <a:pt x="28635" y="79092"/>
                    <a:pt x="29444" y="77600"/>
                    <a:pt x="30254" y="77600"/>
                  </a:cubicBezTo>
                  <a:cubicBezTo>
                    <a:pt x="31063" y="79092"/>
                    <a:pt x="32277" y="79838"/>
                    <a:pt x="33491" y="80584"/>
                  </a:cubicBezTo>
                  <a:cubicBezTo>
                    <a:pt x="33896" y="81331"/>
                    <a:pt x="34301" y="81331"/>
                    <a:pt x="35110" y="81331"/>
                  </a:cubicBezTo>
                  <a:cubicBezTo>
                    <a:pt x="35515" y="81331"/>
                    <a:pt x="35920" y="82077"/>
                    <a:pt x="36729" y="82077"/>
                  </a:cubicBezTo>
                  <a:lnTo>
                    <a:pt x="37944" y="82077"/>
                  </a:lnTo>
                  <a:cubicBezTo>
                    <a:pt x="38753" y="82077"/>
                    <a:pt x="39158" y="82077"/>
                    <a:pt x="39967" y="82823"/>
                  </a:cubicBezTo>
                  <a:lnTo>
                    <a:pt x="40777" y="82823"/>
                  </a:lnTo>
                  <a:cubicBezTo>
                    <a:pt x="41586" y="82823"/>
                    <a:pt x="41991" y="82823"/>
                    <a:pt x="42800" y="83569"/>
                  </a:cubicBezTo>
                  <a:lnTo>
                    <a:pt x="45229" y="83569"/>
                  </a:lnTo>
                  <a:cubicBezTo>
                    <a:pt x="45633" y="83569"/>
                    <a:pt x="46038" y="82823"/>
                    <a:pt x="46443" y="82823"/>
                  </a:cubicBezTo>
                  <a:cubicBezTo>
                    <a:pt x="46848" y="81331"/>
                    <a:pt x="47252" y="80584"/>
                    <a:pt x="47252" y="79092"/>
                  </a:cubicBezTo>
                  <a:cubicBezTo>
                    <a:pt x="47252" y="78346"/>
                    <a:pt x="46848" y="77600"/>
                    <a:pt x="46443" y="76854"/>
                  </a:cubicBezTo>
                  <a:lnTo>
                    <a:pt x="44015" y="75361"/>
                  </a:lnTo>
                  <a:cubicBezTo>
                    <a:pt x="43610" y="75361"/>
                    <a:pt x="43205" y="74615"/>
                    <a:pt x="42800" y="74615"/>
                  </a:cubicBezTo>
                  <a:cubicBezTo>
                    <a:pt x="42396" y="74615"/>
                    <a:pt x="41181" y="73869"/>
                    <a:pt x="40777" y="73869"/>
                  </a:cubicBezTo>
                  <a:cubicBezTo>
                    <a:pt x="40372" y="73869"/>
                    <a:pt x="40372" y="73123"/>
                    <a:pt x="39967" y="73123"/>
                  </a:cubicBezTo>
                  <a:cubicBezTo>
                    <a:pt x="39562" y="73123"/>
                    <a:pt x="38348" y="72377"/>
                    <a:pt x="37944" y="72377"/>
                  </a:cubicBezTo>
                  <a:cubicBezTo>
                    <a:pt x="37134" y="71631"/>
                    <a:pt x="36325" y="70884"/>
                    <a:pt x="35110" y="70138"/>
                  </a:cubicBezTo>
                  <a:cubicBezTo>
                    <a:pt x="34706" y="70138"/>
                    <a:pt x="34301" y="69392"/>
                    <a:pt x="34301" y="69392"/>
                  </a:cubicBezTo>
                  <a:lnTo>
                    <a:pt x="33896" y="68646"/>
                  </a:lnTo>
                  <a:cubicBezTo>
                    <a:pt x="29444" y="65661"/>
                    <a:pt x="33087" y="63423"/>
                    <a:pt x="33087" y="63423"/>
                  </a:cubicBezTo>
                  <a:cubicBezTo>
                    <a:pt x="33491" y="64169"/>
                    <a:pt x="33491" y="64169"/>
                    <a:pt x="33896" y="64169"/>
                  </a:cubicBezTo>
                  <a:cubicBezTo>
                    <a:pt x="34301" y="64915"/>
                    <a:pt x="34706" y="64915"/>
                    <a:pt x="35515" y="64915"/>
                  </a:cubicBezTo>
                  <a:lnTo>
                    <a:pt x="38348" y="66408"/>
                  </a:lnTo>
                  <a:cubicBezTo>
                    <a:pt x="39158" y="67154"/>
                    <a:pt x="39562" y="67154"/>
                    <a:pt x="40372" y="67900"/>
                  </a:cubicBezTo>
                  <a:cubicBezTo>
                    <a:pt x="40777" y="67900"/>
                    <a:pt x="40777" y="68646"/>
                    <a:pt x="41181" y="68646"/>
                  </a:cubicBezTo>
                  <a:cubicBezTo>
                    <a:pt x="41991" y="69392"/>
                    <a:pt x="42396" y="70138"/>
                    <a:pt x="43205" y="70884"/>
                  </a:cubicBezTo>
                  <a:cubicBezTo>
                    <a:pt x="43610" y="70884"/>
                    <a:pt x="44015" y="71631"/>
                    <a:pt x="44419" y="71631"/>
                  </a:cubicBezTo>
                  <a:cubicBezTo>
                    <a:pt x="45229" y="72377"/>
                    <a:pt x="46038" y="73123"/>
                    <a:pt x="46848" y="74615"/>
                  </a:cubicBezTo>
                  <a:cubicBezTo>
                    <a:pt x="47252" y="74615"/>
                    <a:pt x="47657" y="75361"/>
                    <a:pt x="47657" y="75361"/>
                  </a:cubicBezTo>
                  <a:cubicBezTo>
                    <a:pt x="48062" y="75361"/>
                    <a:pt x="48062" y="75361"/>
                    <a:pt x="48062" y="76108"/>
                  </a:cubicBezTo>
                  <a:cubicBezTo>
                    <a:pt x="48871" y="76854"/>
                    <a:pt x="50085" y="76854"/>
                    <a:pt x="51300" y="77600"/>
                  </a:cubicBezTo>
                  <a:cubicBezTo>
                    <a:pt x="52514" y="78346"/>
                    <a:pt x="52919" y="78346"/>
                    <a:pt x="53323" y="79092"/>
                  </a:cubicBezTo>
                  <a:cubicBezTo>
                    <a:pt x="53728" y="79838"/>
                    <a:pt x="54133" y="79838"/>
                    <a:pt x="54538" y="79838"/>
                  </a:cubicBezTo>
                  <a:cubicBezTo>
                    <a:pt x="54942" y="79838"/>
                    <a:pt x="54942" y="80584"/>
                    <a:pt x="55347" y="80584"/>
                  </a:cubicBezTo>
                  <a:cubicBezTo>
                    <a:pt x="55752" y="80584"/>
                    <a:pt x="56156" y="79838"/>
                    <a:pt x="56561" y="79838"/>
                  </a:cubicBezTo>
                  <a:cubicBezTo>
                    <a:pt x="58585" y="78346"/>
                    <a:pt x="60204" y="76108"/>
                    <a:pt x="61418" y="73123"/>
                  </a:cubicBezTo>
                  <a:cubicBezTo>
                    <a:pt x="60609" y="68646"/>
                    <a:pt x="58990" y="65661"/>
                    <a:pt x="56561" y="64915"/>
                  </a:cubicBezTo>
                  <a:cubicBezTo>
                    <a:pt x="56156" y="64169"/>
                    <a:pt x="54942" y="64169"/>
                    <a:pt x="54538" y="63423"/>
                  </a:cubicBezTo>
                  <a:lnTo>
                    <a:pt x="53323" y="63423"/>
                  </a:lnTo>
                  <a:cubicBezTo>
                    <a:pt x="52919" y="63423"/>
                    <a:pt x="51704" y="62677"/>
                    <a:pt x="51300" y="62677"/>
                  </a:cubicBezTo>
                  <a:lnTo>
                    <a:pt x="48062" y="60438"/>
                  </a:lnTo>
                  <a:cubicBezTo>
                    <a:pt x="47657" y="60438"/>
                    <a:pt x="47252" y="59692"/>
                    <a:pt x="46443" y="59692"/>
                  </a:cubicBezTo>
                  <a:cubicBezTo>
                    <a:pt x="45633" y="58946"/>
                    <a:pt x="44824" y="58946"/>
                    <a:pt x="44015" y="58200"/>
                  </a:cubicBezTo>
                  <a:lnTo>
                    <a:pt x="43610" y="58200"/>
                  </a:lnTo>
                  <a:cubicBezTo>
                    <a:pt x="43610" y="55961"/>
                    <a:pt x="43610" y="55215"/>
                    <a:pt x="44015" y="54469"/>
                  </a:cubicBezTo>
                  <a:cubicBezTo>
                    <a:pt x="44419" y="53723"/>
                    <a:pt x="45633" y="53723"/>
                    <a:pt x="46443" y="54469"/>
                  </a:cubicBezTo>
                  <a:cubicBezTo>
                    <a:pt x="46848" y="54469"/>
                    <a:pt x="47657" y="55215"/>
                    <a:pt x="48062" y="55215"/>
                  </a:cubicBezTo>
                  <a:cubicBezTo>
                    <a:pt x="48467" y="55215"/>
                    <a:pt x="48467" y="55961"/>
                    <a:pt x="48871" y="55961"/>
                  </a:cubicBezTo>
                  <a:cubicBezTo>
                    <a:pt x="49681" y="55961"/>
                    <a:pt x="50490" y="55961"/>
                    <a:pt x="51300" y="55215"/>
                  </a:cubicBezTo>
                  <a:cubicBezTo>
                    <a:pt x="52109" y="54469"/>
                    <a:pt x="52514" y="52977"/>
                    <a:pt x="52919" y="52231"/>
                  </a:cubicBezTo>
                  <a:cubicBezTo>
                    <a:pt x="52919" y="49992"/>
                    <a:pt x="52109" y="49246"/>
                    <a:pt x="51300" y="47754"/>
                  </a:cubicBezTo>
                  <a:lnTo>
                    <a:pt x="50490" y="45515"/>
                  </a:lnTo>
                  <a:cubicBezTo>
                    <a:pt x="50085" y="41785"/>
                    <a:pt x="49276" y="38800"/>
                    <a:pt x="47657" y="36561"/>
                  </a:cubicBezTo>
                  <a:cubicBezTo>
                    <a:pt x="48871" y="35815"/>
                    <a:pt x="49681" y="33577"/>
                    <a:pt x="50085" y="31338"/>
                  </a:cubicBezTo>
                  <a:cubicBezTo>
                    <a:pt x="50085" y="30592"/>
                    <a:pt x="50490" y="29100"/>
                    <a:pt x="50490" y="29100"/>
                  </a:cubicBezTo>
                  <a:cubicBezTo>
                    <a:pt x="49681" y="28354"/>
                    <a:pt x="48871" y="27608"/>
                    <a:pt x="47657" y="26861"/>
                  </a:cubicBezTo>
                  <a:cubicBezTo>
                    <a:pt x="47252" y="26115"/>
                    <a:pt x="46443" y="26115"/>
                    <a:pt x="46443" y="25369"/>
                  </a:cubicBezTo>
                  <a:cubicBezTo>
                    <a:pt x="46443" y="24623"/>
                    <a:pt x="46443" y="24623"/>
                    <a:pt x="46038" y="24623"/>
                  </a:cubicBezTo>
                  <a:cubicBezTo>
                    <a:pt x="46443" y="24623"/>
                    <a:pt x="46848" y="24623"/>
                    <a:pt x="47657" y="25369"/>
                  </a:cubicBezTo>
                  <a:lnTo>
                    <a:pt x="50490" y="26861"/>
                  </a:lnTo>
                  <a:lnTo>
                    <a:pt x="50895" y="27608"/>
                  </a:lnTo>
                  <a:cubicBezTo>
                    <a:pt x="51704" y="28354"/>
                    <a:pt x="52109" y="28354"/>
                    <a:pt x="52919" y="28354"/>
                  </a:cubicBezTo>
                  <a:lnTo>
                    <a:pt x="53323" y="29100"/>
                  </a:lnTo>
                  <a:cubicBezTo>
                    <a:pt x="53728" y="28354"/>
                    <a:pt x="54133" y="27608"/>
                    <a:pt x="54133" y="26861"/>
                  </a:cubicBezTo>
                  <a:cubicBezTo>
                    <a:pt x="54538" y="25369"/>
                    <a:pt x="54538" y="23131"/>
                    <a:pt x="54538" y="21638"/>
                  </a:cubicBezTo>
                  <a:cubicBezTo>
                    <a:pt x="54538" y="20892"/>
                    <a:pt x="54133" y="20892"/>
                    <a:pt x="54133" y="20146"/>
                  </a:cubicBezTo>
                  <a:cubicBezTo>
                    <a:pt x="53728" y="19400"/>
                    <a:pt x="53323" y="18654"/>
                    <a:pt x="52919" y="18654"/>
                  </a:cubicBezTo>
                  <a:cubicBezTo>
                    <a:pt x="52514" y="17908"/>
                    <a:pt x="51300" y="17908"/>
                    <a:pt x="50895" y="17161"/>
                  </a:cubicBezTo>
                  <a:cubicBezTo>
                    <a:pt x="49681" y="16415"/>
                    <a:pt x="48871" y="15669"/>
                    <a:pt x="47657" y="14923"/>
                  </a:cubicBezTo>
                  <a:lnTo>
                    <a:pt x="47252" y="14923"/>
                  </a:lnTo>
                  <a:cubicBezTo>
                    <a:pt x="47657" y="14177"/>
                    <a:pt x="47657" y="13431"/>
                    <a:pt x="47657" y="12685"/>
                  </a:cubicBezTo>
                  <a:lnTo>
                    <a:pt x="47657" y="8208"/>
                  </a:lnTo>
                  <a:cubicBezTo>
                    <a:pt x="47252" y="6715"/>
                    <a:pt x="47252" y="5223"/>
                    <a:pt x="46038" y="5223"/>
                  </a:cubicBezTo>
                  <a:cubicBezTo>
                    <a:pt x="45633" y="4477"/>
                    <a:pt x="44824" y="4477"/>
                    <a:pt x="44419" y="4477"/>
                  </a:cubicBezTo>
                  <a:cubicBezTo>
                    <a:pt x="44015" y="5223"/>
                    <a:pt x="44015" y="5969"/>
                    <a:pt x="44015" y="6715"/>
                  </a:cubicBezTo>
                  <a:cubicBezTo>
                    <a:pt x="43610" y="7461"/>
                    <a:pt x="43205" y="8954"/>
                    <a:pt x="42800" y="9700"/>
                  </a:cubicBezTo>
                  <a:cubicBezTo>
                    <a:pt x="42396" y="11938"/>
                    <a:pt x="41586" y="12685"/>
                    <a:pt x="40777" y="12685"/>
                  </a:cubicBezTo>
                  <a:lnTo>
                    <a:pt x="39158" y="12685"/>
                  </a:lnTo>
                  <a:cubicBezTo>
                    <a:pt x="38753" y="11938"/>
                    <a:pt x="38348" y="11938"/>
                    <a:pt x="37539" y="11192"/>
                  </a:cubicBezTo>
                  <a:cubicBezTo>
                    <a:pt x="36729" y="10446"/>
                    <a:pt x="35920" y="9700"/>
                    <a:pt x="34706" y="8954"/>
                  </a:cubicBezTo>
                  <a:cubicBezTo>
                    <a:pt x="34301" y="8954"/>
                    <a:pt x="33896" y="8954"/>
                    <a:pt x="33087" y="8208"/>
                  </a:cubicBezTo>
                  <a:lnTo>
                    <a:pt x="32277" y="8208"/>
                  </a:lnTo>
                  <a:cubicBezTo>
                    <a:pt x="30658" y="6715"/>
                    <a:pt x="29039" y="5969"/>
                    <a:pt x="29849" y="2238"/>
                  </a:cubicBezTo>
                  <a:cubicBezTo>
                    <a:pt x="29039" y="746"/>
                    <a:pt x="27825" y="0"/>
                    <a:pt x="27016" y="0"/>
                  </a:cubicBezTo>
                  <a:cubicBezTo>
                    <a:pt x="25802" y="746"/>
                    <a:pt x="24587" y="2238"/>
                    <a:pt x="24183" y="4477"/>
                  </a:cubicBezTo>
                  <a:cubicBezTo>
                    <a:pt x="22968" y="3731"/>
                    <a:pt x="21754" y="3731"/>
                    <a:pt x="20540" y="3731"/>
                  </a:cubicBezTo>
                  <a:cubicBezTo>
                    <a:pt x="18516" y="2985"/>
                    <a:pt x="16897" y="3731"/>
                    <a:pt x="14874" y="4477"/>
                  </a:cubicBezTo>
                  <a:lnTo>
                    <a:pt x="14469" y="5223"/>
                  </a:lnTo>
                  <a:cubicBezTo>
                    <a:pt x="13255" y="8208"/>
                    <a:pt x="13255" y="11938"/>
                    <a:pt x="14469" y="14177"/>
                  </a:cubicBezTo>
                  <a:lnTo>
                    <a:pt x="14874" y="14923"/>
                  </a:lnTo>
                  <a:cubicBezTo>
                    <a:pt x="15683" y="14923"/>
                    <a:pt x="16088" y="14923"/>
                    <a:pt x="16897" y="15669"/>
                  </a:cubicBezTo>
                  <a:cubicBezTo>
                    <a:pt x="18112" y="15669"/>
                    <a:pt x="18921" y="15669"/>
                    <a:pt x="20135" y="16415"/>
                  </a:cubicBezTo>
                  <a:cubicBezTo>
                    <a:pt x="22968" y="17161"/>
                    <a:pt x="21754" y="17161"/>
                    <a:pt x="20135" y="17908"/>
                  </a:cubicBezTo>
                  <a:cubicBezTo>
                    <a:pt x="18921" y="18654"/>
                    <a:pt x="17707" y="18654"/>
                    <a:pt x="16493" y="18654"/>
                  </a:cubicBezTo>
                  <a:cubicBezTo>
                    <a:pt x="16088" y="18654"/>
                    <a:pt x="16088" y="19400"/>
                    <a:pt x="16088" y="20146"/>
                  </a:cubicBezTo>
                  <a:cubicBezTo>
                    <a:pt x="15683" y="22385"/>
                    <a:pt x="17302" y="27608"/>
                    <a:pt x="17302" y="27608"/>
                  </a:cubicBezTo>
                  <a:cubicBezTo>
                    <a:pt x="18921" y="27608"/>
                    <a:pt x="20135" y="27608"/>
                    <a:pt x="20135" y="28354"/>
                  </a:cubicBezTo>
                  <a:cubicBezTo>
                    <a:pt x="19731" y="29846"/>
                    <a:pt x="18921" y="31338"/>
                    <a:pt x="17707" y="32085"/>
                  </a:cubicBezTo>
                  <a:cubicBezTo>
                    <a:pt x="16493" y="31338"/>
                    <a:pt x="15279" y="31338"/>
                    <a:pt x="14064" y="31338"/>
                  </a:cubicBezTo>
                  <a:lnTo>
                    <a:pt x="12445" y="31338"/>
                  </a:lnTo>
                  <a:cubicBezTo>
                    <a:pt x="10827" y="32085"/>
                    <a:pt x="10422" y="34323"/>
                    <a:pt x="10017" y="35815"/>
                  </a:cubicBezTo>
                  <a:cubicBezTo>
                    <a:pt x="10017" y="36561"/>
                    <a:pt x="9612" y="36561"/>
                    <a:pt x="9612" y="37308"/>
                  </a:cubicBezTo>
                  <a:cubicBezTo>
                    <a:pt x="9612" y="38054"/>
                    <a:pt x="9612" y="38800"/>
                    <a:pt x="10017" y="39546"/>
                  </a:cubicBezTo>
                  <a:cubicBezTo>
                    <a:pt x="10422" y="42531"/>
                    <a:pt x="11636" y="43277"/>
                    <a:pt x="12445" y="44769"/>
                  </a:cubicBezTo>
                  <a:lnTo>
                    <a:pt x="14064" y="44769"/>
                  </a:lnTo>
                  <a:cubicBezTo>
                    <a:pt x="14469" y="44769"/>
                    <a:pt x="15279" y="44769"/>
                    <a:pt x="15683" y="44023"/>
                  </a:cubicBezTo>
                  <a:cubicBezTo>
                    <a:pt x="16897" y="45515"/>
                    <a:pt x="15279" y="47008"/>
                    <a:pt x="15279" y="47008"/>
                  </a:cubicBezTo>
                  <a:lnTo>
                    <a:pt x="13660" y="47008"/>
                  </a:lnTo>
                  <a:cubicBezTo>
                    <a:pt x="13255" y="46261"/>
                    <a:pt x="12445" y="46261"/>
                    <a:pt x="12041" y="46261"/>
                  </a:cubicBezTo>
                  <a:cubicBezTo>
                    <a:pt x="11231" y="45515"/>
                    <a:pt x="10422" y="45515"/>
                    <a:pt x="9612" y="45515"/>
                  </a:cubicBezTo>
                  <a:cubicBezTo>
                    <a:pt x="8803" y="45515"/>
                    <a:pt x="7589" y="44769"/>
                    <a:pt x="6779" y="44769"/>
                  </a:cubicBezTo>
                  <a:lnTo>
                    <a:pt x="3946" y="44023"/>
                  </a:lnTo>
                  <a:cubicBezTo>
                    <a:pt x="3137" y="44023"/>
                    <a:pt x="2327" y="44023"/>
                    <a:pt x="2327" y="44769"/>
                  </a:cubicBezTo>
                  <a:cubicBezTo>
                    <a:pt x="1518" y="45515"/>
                    <a:pt x="708" y="47008"/>
                    <a:pt x="303" y="48500"/>
                  </a:cubicBezTo>
                  <a:lnTo>
                    <a:pt x="303" y="45515"/>
                  </a:lnTo>
                  <a:cubicBezTo>
                    <a:pt x="-101" y="46261"/>
                    <a:pt x="-101" y="47754"/>
                    <a:pt x="303" y="49246"/>
                  </a:cubicBezTo>
                  <a:cubicBezTo>
                    <a:pt x="1518" y="50738"/>
                    <a:pt x="2327" y="51484"/>
                    <a:pt x="3137" y="52231"/>
                  </a:cubicBezTo>
                  <a:close/>
                  <a:moveTo>
                    <a:pt x="39967" y="31338"/>
                  </a:moveTo>
                  <a:lnTo>
                    <a:pt x="40777" y="31338"/>
                  </a:lnTo>
                  <a:cubicBezTo>
                    <a:pt x="41991" y="32085"/>
                    <a:pt x="42396" y="32085"/>
                    <a:pt x="42800" y="33577"/>
                  </a:cubicBezTo>
                  <a:cubicBezTo>
                    <a:pt x="43205" y="35069"/>
                    <a:pt x="43205" y="36561"/>
                    <a:pt x="43205" y="36561"/>
                  </a:cubicBezTo>
                  <a:cubicBezTo>
                    <a:pt x="43205" y="36561"/>
                    <a:pt x="43205" y="37308"/>
                    <a:pt x="42800" y="37308"/>
                  </a:cubicBezTo>
                  <a:cubicBezTo>
                    <a:pt x="42396" y="37308"/>
                    <a:pt x="41586" y="38800"/>
                    <a:pt x="40777" y="39546"/>
                  </a:cubicBezTo>
                  <a:cubicBezTo>
                    <a:pt x="40372" y="40292"/>
                    <a:pt x="40372" y="40292"/>
                    <a:pt x="39967" y="40292"/>
                  </a:cubicBezTo>
                  <a:cubicBezTo>
                    <a:pt x="39562" y="40292"/>
                    <a:pt x="39562" y="41038"/>
                    <a:pt x="39158" y="41038"/>
                  </a:cubicBezTo>
                  <a:cubicBezTo>
                    <a:pt x="38753" y="42531"/>
                    <a:pt x="38348" y="44769"/>
                    <a:pt x="38753" y="46261"/>
                  </a:cubicBezTo>
                  <a:cubicBezTo>
                    <a:pt x="39562" y="46261"/>
                    <a:pt x="39967" y="47008"/>
                    <a:pt x="39967" y="48500"/>
                  </a:cubicBezTo>
                  <a:cubicBezTo>
                    <a:pt x="39967" y="49246"/>
                    <a:pt x="40372" y="49992"/>
                    <a:pt x="40372" y="50738"/>
                  </a:cubicBezTo>
                  <a:lnTo>
                    <a:pt x="39967" y="50738"/>
                  </a:lnTo>
                  <a:cubicBezTo>
                    <a:pt x="39562" y="51484"/>
                    <a:pt x="38753" y="52231"/>
                    <a:pt x="37944" y="52977"/>
                  </a:cubicBezTo>
                  <a:cubicBezTo>
                    <a:pt x="37134" y="53723"/>
                    <a:pt x="36325" y="52977"/>
                    <a:pt x="35110" y="52231"/>
                  </a:cubicBezTo>
                  <a:cubicBezTo>
                    <a:pt x="34706" y="51484"/>
                    <a:pt x="34301" y="50738"/>
                    <a:pt x="33491" y="49992"/>
                  </a:cubicBezTo>
                  <a:cubicBezTo>
                    <a:pt x="33896" y="47754"/>
                    <a:pt x="34301" y="43277"/>
                    <a:pt x="34301" y="43277"/>
                  </a:cubicBezTo>
                  <a:cubicBezTo>
                    <a:pt x="34301" y="42531"/>
                    <a:pt x="34706" y="41038"/>
                    <a:pt x="34706" y="40292"/>
                  </a:cubicBezTo>
                  <a:cubicBezTo>
                    <a:pt x="35515" y="38054"/>
                    <a:pt x="35920" y="35069"/>
                    <a:pt x="36325" y="32831"/>
                  </a:cubicBezTo>
                  <a:lnTo>
                    <a:pt x="37134" y="32831"/>
                  </a:lnTo>
                  <a:cubicBezTo>
                    <a:pt x="38348" y="31338"/>
                    <a:pt x="39158" y="31338"/>
                    <a:pt x="39967" y="31338"/>
                  </a:cubicBezTo>
                  <a:close/>
                  <a:moveTo>
                    <a:pt x="29039" y="16415"/>
                  </a:moveTo>
                  <a:cubicBezTo>
                    <a:pt x="29444" y="15669"/>
                    <a:pt x="31873" y="15669"/>
                    <a:pt x="33896" y="17161"/>
                  </a:cubicBezTo>
                  <a:cubicBezTo>
                    <a:pt x="34301" y="17161"/>
                    <a:pt x="34706" y="17161"/>
                    <a:pt x="35515" y="17908"/>
                  </a:cubicBezTo>
                  <a:cubicBezTo>
                    <a:pt x="36325" y="18654"/>
                    <a:pt x="36729" y="18654"/>
                    <a:pt x="37539" y="19400"/>
                  </a:cubicBezTo>
                  <a:lnTo>
                    <a:pt x="37944" y="20146"/>
                  </a:lnTo>
                  <a:cubicBezTo>
                    <a:pt x="39158" y="21638"/>
                    <a:pt x="39158" y="23131"/>
                    <a:pt x="37944" y="22385"/>
                  </a:cubicBezTo>
                  <a:cubicBezTo>
                    <a:pt x="37539" y="22385"/>
                    <a:pt x="36729" y="21638"/>
                    <a:pt x="36325" y="21638"/>
                  </a:cubicBezTo>
                  <a:lnTo>
                    <a:pt x="35515" y="21638"/>
                  </a:lnTo>
                  <a:cubicBezTo>
                    <a:pt x="35110" y="20892"/>
                    <a:pt x="34706" y="20892"/>
                    <a:pt x="33896" y="20892"/>
                  </a:cubicBezTo>
                  <a:cubicBezTo>
                    <a:pt x="31468" y="19400"/>
                    <a:pt x="28635" y="17161"/>
                    <a:pt x="29039" y="16415"/>
                  </a:cubicBezTo>
                  <a:close/>
                  <a:moveTo>
                    <a:pt x="21754" y="44023"/>
                  </a:moveTo>
                  <a:cubicBezTo>
                    <a:pt x="22564" y="44023"/>
                    <a:pt x="23373" y="44023"/>
                    <a:pt x="24183" y="43277"/>
                  </a:cubicBezTo>
                  <a:cubicBezTo>
                    <a:pt x="26206" y="41785"/>
                    <a:pt x="27421" y="38054"/>
                    <a:pt x="27016" y="35069"/>
                  </a:cubicBezTo>
                  <a:cubicBezTo>
                    <a:pt x="23373" y="31338"/>
                    <a:pt x="25802" y="28354"/>
                    <a:pt x="25802" y="28354"/>
                  </a:cubicBezTo>
                  <a:cubicBezTo>
                    <a:pt x="26206" y="28354"/>
                    <a:pt x="26611" y="28354"/>
                    <a:pt x="27421" y="29100"/>
                  </a:cubicBezTo>
                  <a:cubicBezTo>
                    <a:pt x="28635" y="29100"/>
                    <a:pt x="29849" y="29100"/>
                    <a:pt x="31063" y="29846"/>
                  </a:cubicBezTo>
                  <a:cubicBezTo>
                    <a:pt x="31063" y="29846"/>
                    <a:pt x="30658" y="36561"/>
                    <a:pt x="30254" y="39546"/>
                  </a:cubicBezTo>
                  <a:cubicBezTo>
                    <a:pt x="30254" y="39546"/>
                    <a:pt x="28635" y="49246"/>
                    <a:pt x="27825" y="48500"/>
                  </a:cubicBezTo>
                  <a:lnTo>
                    <a:pt x="27421" y="48500"/>
                  </a:lnTo>
                  <a:cubicBezTo>
                    <a:pt x="26611" y="48500"/>
                    <a:pt x="25397" y="48500"/>
                    <a:pt x="24587" y="47754"/>
                  </a:cubicBezTo>
                  <a:lnTo>
                    <a:pt x="22564" y="47754"/>
                  </a:lnTo>
                  <a:cubicBezTo>
                    <a:pt x="19326" y="46261"/>
                    <a:pt x="21754" y="44023"/>
                    <a:pt x="21754" y="440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10331922" y="487522"/>
              <a:ext cx="18217" cy="46261"/>
            </a:xfrm>
            <a:custGeom>
              <a:avLst/>
              <a:gdLst>
                <a:gd name="connsiteX0" fmla="*/ 16294 w 18217"/>
                <a:gd name="connsiteY0" fmla="*/ 7461 h 46261"/>
                <a:gd name="connsiteX1" fmla="*/ 11438 w 18217"/>
                <a:gd name="connsiteY1" fmla="*/ 746 h 46261"/>
                <a:gd name="connsiteX2" fmla="*/ 9819 w 18217"/>
                <a:gd name="connsiteY2" fmla="*/ 0 h 46261"/>
                <a:gd name="connsiteX3" fmla="*/ 7390 w 18217"/>
                <a:gd name="connsiteY3" fmla="*/ 0 h 46261"/>
                <a:gd name="connsiteX4" fmla="*/ 4557 w 18217"/>
                <a:gd name="connsiteY4" fmla="*/ 746 h 46261"/>
                <a:gd name="connsiteX5" fmla="*/ 2938 w 18217"/>
                <a:gd name="connsiteY5" fmla="*/ 2985 h 46261"/>
                <a:gd name="connsiteX6" fmla="*/ 2534 w 18217"/>
                <a:gd name="connsiteY6" fmla="*/ 3731 h 46261"/>
                <a:gd name="connsiteX7" fmla="*/ 105 w 18217"/>
                <a:gd name="connsiteY7" fmla="*/ 13431 h 46261"/>
                <a:gd name="connsiteX8" fmla="*/ 1724 w 18217"/>
                <a:gd name="connsiteY8" fmla="*/ 23877 h 46261"/>
                <a:gd name="connsiteX9" fmla="*/ 2534 w 18217"/>
                <a:gd name="connsiteY9" fmla="*/ 25369 h 46261"/>
                <a:gd name="connsiteX10" fmla="*/ 4962 w 18217"/>
                <a:gd name="connsiteY10" fmla="*/ 28354 h 46261"/>
                <a:gd name="connsiteX11" fmla="*/ 6581 w 18217"/>
                <a:gd name="connsiteY11" fmla="*/ 29100 h 46261"/>
                <a:gd name="connsiteX12" fmla="*/ 7390 w 18217"/>
                <a:gd name="connsiteY12" fmla="*/ 29100 h 46261"/>
                <a:gd name="connsiteX13" fmla="*/ 9414 w 18217"/>
                <a:gd name="connsiteY13" fmla="*/ 28354 h 46261"/>
                <a:gd name="connsiteX14" fmla="*/ 9819 w 18217"/>
                <a:gd name="connsiteY14" fmla="*/ 28354 h 46261"/>
                <a:gd name="connsiteX15" fmla="*/ 11438 w 18217"/>
                <a:gd name="connsiteY15" fmla="*/ 26115 h 46261"/>
                <a:gd name="connsiteX16" fmla="*/ 11842 w 18217"/>
                <a:gd name="connsiteY16" fmla="*/ 25369 h 46261"/>
                <a:gd name="connsiteX17" fmla="*/ 10224 w 18217"/>
                <a:gd name="connsiteY17" fmla="*/ 34323 h 46261"/>
                <a:gd name="connsiteX18" fmla="*/ 9819 w 18217"/>
                <a:gd name="connsiteY18" fmla="*/ 35069 h 46261"/>
                <a:gd name="connsiteX19" fmla="*/ 7390 w 18217"/>
                <a:gd name="connsiteY19" fmla="*/ 36561 h 46261"/>
                <a:gd name="connsiteX20" fmla="*/ 4557 w 18217"/>
                <a:gd name="connsiteY20" fmla="*/ 36561 h 46261"/>
                <a:gd name="connsiteX21" fmla="*/ 2938 w 18217"/>
                <a:gd name="connsiteY21" fmla="*/ 35815 h 46261"/>
                <a:gd name="connsiteX22" fmla="*/ 2534 w 18217"/>
                <a:gd name="connsiteY22" fmla="*/ 35069 h 46261"/>
                <a:gd name="connsiteX23" fmla="*/ 915 w 18217"/>
                <a:gd name="connsiteY23" fmla="*/ 33577 h 46261"/>
                <a:gd name="connsiteX24" fmla="*/ 105 w 18217"/>
                <a:gd name="connsiteY24" fmla="*/ 42531 h 46261"/>
                <a:gd name="connsiteX25" fmla="*/ 2534 w 18217"/>
                <a:gd name="connsiteY25" fmla="*/ 44023 h 46261"/>
                <a:gd name="connsiteX26" fmla="*/ 2938 w 18217"/>
                <a:gd name="connsiteY26" fmla="*/ 44769 h 46261"/>
                <a:gd name="connsiteX27" fmla="*/ 4962 w 18217"/>
                <a:gd name="connsiteY27" fmla="*/ 45515 h 46261"/>
                <a:gd name="connsiteX28" fmla="*/ 5771 w 18217"/>
                <a:gd name="connsiteY28" fmla="*/ 45515 h 46261"/>
                <a:gd name="connsiteX29" fmla="*/ 7390 w 18217"/>
                <a:gd name="connsiteY29" fmla="*/ 46261 h 46261"/>
                <a:gd name="connsiteX30" fmla="*/ 9819 w 18217"/>
                <a:gd name="connsiteY30" fmla="*/ 45515 h 46261"/>
                <a:gd name="connsiteX31" fmla="*/ 11438 w 18217"/>
                <a:gd name="connsiteY31" fmla="*/ 44769 h 46261"/>
                <a:gd name="connsiteX32" fmla="*/ 14271 w 18217"/>
                <a:gd name="connsiteY32" fmla="*/ 41785 h 46261"/>
                <a:gd name="connsiteX33" fmla="*/ 17913 w 18217"/>
                <a:gd name="connsiteY33" fmla="*/ 24623 h 46261"/>
                <a:gd name="connsiteX34" fmla="*/ 17913 w 18217"/>
                <a:gd name="connsiteY34" fmla="*/ 17161 h 46261"/>
                <a:gd name="connsiteX35" fmla="*/ 16294 w 18217"/>
                <a:gd name="connsiteY35" fmla="*/ 7461 h 46261"/>
                <a:gd name="connsiteX36" fmla="*/ 11842 w 18217"/>
                <a:gd name="connsiteY36" fmla="*/ 19400 h 46261"/>
                <a:gd name="connsiteX37" fmla="*/ 11438 w 18217"/>
                <a:gd name="connsiteY37" fmla="*/ 20146 h 46261"/>
                <a:gd name="connsiteX38" fmla="*/ 10224 w 18217"/>
                <a:gd name="connsiteY38" fmla="*/ 20892 h 46261"/>
                <a:gd name="connsiteX39" fmla="*/ 9414 w 18217"/>
                <a:gd name="connsiteY39" fmla="*/ 20892 h 46261"/>
                <a:gd name="connsiteX40" fmla="*/ 7795 w 18217"/>
                <a:gd name="connsiteY40" fmla="*/ 20146 h 46261"/>
                <a:gd name="connsiteX41" fmla="*/ 7390 w 18217"/>
                <a:gd name="connsiteY41" fmla="*/ 18654 h 46261"/>
                <a:gd name="connsiteX42" fmla="*/ 6986 w 18217"/>
                <a:gd name="connsiteY42" fmla="*/ 13431 h 46261"/>
                <a:gd name="connsiteX43" fmla="*/ 7795 w 18217"/>
                <a:gd name="connsiteY43" fmla="*/ 8208 h 46261"/>
                <a:gd name="connsiteX44" fmla="*/ 8200 w 18217"/>
                <a:gd name="connsiteY44" fmla="*/ 7461 h 46261"/>
                <a:gd name="connsiteX45" fmla="*/ 10224 w 18217"/>
                <a:gd name="connsiteY45" fmla="*/ 6715 h 46261"/>
                <a:gd name="connsiteX46" fmla="*/ 10628 w 18217"/>
                <a:gd name="connsiteY46" fmla="*/ 7461 h 46261"/>
                <a:gd name="connsiteX47" fmla="*/ 12247 w 18217"/>
                <a:gd name="connsiteY47" fmla="*/ 8954 h 46261"/>
                <a:gd name="connsiteX48" fmla="*/ 12247 w 18217"/>
                <a:gd name="connsiteY48" fmla="*/ 9700 h 46261"/>
                <a:gd name="connsiteX49" fmla="*/ 12652 w 18217"/>
                <a:gd name="connsiteY49" fmla="*/ 14923 h 46261"/>
                <a:gd name="connsiteX50" fmla="*/ 11842 w 18217"/>
                <a:gd name="connsiteY50" fmla="*/ 19400 h 46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8217" h="46261">
                  <a:moveTo>
                    <a:pt x="16294" y="7461"/>
                  </a:moveTo>
                  <a:cubicBezTo>
                    <a:pt x="15080" y="4477"/>
                    <a:pt x="13461" y="2238"/>
                    <a:pt x="11438" y="746"/>
                  </a:cubicBezTo>
                  <a:cubicBezTo>
                    <a:pt x="11033" y="746"/>
                    <a:pt x="10224" y="0"/>
                    <a:pt x="9819" y="0"/>
                  </a:cubicBezTo>
                  <a:lnTo>
                    <a:pt x="7390" y="0"/>
                  </a:lnTo>
                  <a:cubicBezTo>
                    <a:pt x="6581" y="0"/>
                    <a:pt x="5771" y="746"/>
                    <a:pt x="4557" y="746"/>
                  </a:cubicBezTo>
                  <a:cubicBezTo>
                    <a:pt x="3748" y="1492"/>
                    <a:pt x="3343" y="2238"/>
                    <a:pt x="2938" y="2985"/>
                  </a:cubicBezTo>
                  <a:lnTo>
                    <a:pt x="2534" y="3731"/>
                  </a:lnTo>
                  <a:cubicBezTo>
                    <a:pt x="915" y="5969"/>
                    <a:pt x="105" y="9700"/>
                    <a:pt x="105" y="13431"/>
                  </a:cubicBezTo>
                  <a:cubicBezTo>
                    <a:pt x="-300" y="17161"/>
                    <a:pt x="510" y="20892"/>
                    <a:pt x="1724" y="23877"/>
                  </a:cubicBezTo>
                  <a:lnTo>
                    <a:pt x="2534" y="25369"/>
                  </a:lnTo>
                  <a:cubicBezTo>
                    <a:pt x="3343" y="26861"/>
                    <a:pt x="4153" y="27608"/>
                    <a:pt x="4962" y="28354"/>
                  </a:cubicBezTo>
                  <a:cubicBezTo>
                    <a:pt x="5367" y="28354"/>
                    <a:pt x="6176" y="29100"/>
                    <a:pt x="6581" y="29100"/>
                  </a:cubicBezTo>
                  <a:lnTo>
                    <a:pt x="7390" y="29100"/>
                  </a:lnTo>
                  <a:cubicBezTo>
                    <a:pt x="8200" y="29100"/>
                    <a:pt x="8605" y="29100"/>
                    <a:pt x="9414" y="28354"/>
                  </a:cubicBezTo>
                  <a:lnTo>
                    <a:pt x="9819" y="28354"/>
                  </a:lnTo>
                  <a:cubicBezTo>
                    <a:pt x="10628" y="27608"/>
                    <a:pt x="11033" y="26861"/>
                    <a:pt x="11438" y="26115"/>
                  </a:cubicBezTo>
                  <a:lnTo>
                    <a:pt x="11842" y="25369"/>
                  </a:lnTo>
                  <a:cubicBezTo>
                    <a:pt x="11842" y="28354"/>
                    <a:pt x="11438" y="32085"/>
                    <a:pt x="10224" y="34323"/>
                  </a:cubicBezTo>
                  <a:cubicBezTo>
                    <a:pt x="10224" y="34323"/>
                    <a:pt x="9819" y="34323"/>
                    <a:pt x="9819" y="35069"/>
                  </a:cubicBezTo>
                  <a:cubicBezTo>
                    <a:pt x="9009" y="35815"/>
                    <a:pt x="8200" y="36561"/>
                    <a:pt x="7390" y="36561"/>
                  </a:cubicBezTo>
                  <a:lnTo>
                    <a:pt x="4557" y="36561"/>
                  </a:lnTo>
                  <a:cubicBezTo>
                    <a:pt x="3748" y="36561"/>
                    <a:pt x="3343" y="35815"/>
                    <a:pt x="2938" y="35815"/>
                  </a:cubicBezTo>
                  <a:cubicBezTo>
                    <a:pt x="2534" y="35815"/>
                    <a:pt x="2534" y="35815"/>
                    <a:pt x="2534" y="35069"/>
                  </a:cubicBezTo>
                  <a:cubicBezTo>
                    <a:pt x="2129" y="34323"/>
                    <a:pt x="1319" y="34323"/>
                    <a:pt x="915" y="33577"/>
                  </a:cubicBezTo>
                  <a:lnTo>
                    <a:pt x="105" y="42531"/>
                  </a:lnTo>
                  <a:cubicBezTo>
                    <a:pt x="915" y="43277"/>
                    <a:pt x="1724" y="44023"/>
                    <a:pt x="2534" y="44023"/>
                  </a:cubicBezTo>
                  <a:lnTo>
                    <a:pt x="2938" y="44769"/>
                  </a:lnTo>
                  <a:cubicBezTo>
                    <a:pt x="3748" y="44769"/>
                    <a:pt x="4557" y="45515"/>
                    <a:pt x="4962" y="45515"/>
                  </a:cubicBezTo>
                  <a:lnTo>
                    <a:pt x="5771" y="45515"/>
                  </a:lnTo>
                  <a:cubicBezTo>
                    <a:pt x="6176" y="46261"/>
                    <a:pt x="6986" y="46261"/>
                    <a:pt x="7390" y="46261"/>
                  </a:cubicBezTo>
                  <a:cubicBezTo>
                    <a:pt x="8200" y="45515"/>
                    <a:pt x="9009" y="45515"/>
                    <a:pt x="9819" y="45515"/>
                  </a:cubicBezTo>
                  <a:cubicBezTo>
                    <a:pt x="10224" y="44769"/>
                    <a:pt x="11033" y="44769"/>
                    <a:pt x="11438" y="44769"/>
                  </a:cubicBezTo>
                  <a:lnTo>
                    <a:pt x="14271" y="41785"/>
                  </a:lnTo>
                  <a:cubicBezTo>
                    <a:pt x="16699" y="37308"/>
                    <a:pt x="17913" y="30592"/>
                    <a:pt x="17913" y="24623"/>
                  </a:cubicBezTo>
                  <a:cubicBezTo>
                    <a:pt x="18318" y="22385"/>
                    <a:pt x="18318" y="19400"/>
                    <a:pt x="17913" y="17161"/>
                  </a:cubicBezTo>
                  <a:cubicBezTo>
                    <a:pt x="17913" y="13431"/>
                    <a:pt x="17509" y="10446"/>
                    <a:pt x="16294" y="7461"/>
                  </a:cubicBezTo>
                  <a:close/>
                  <a:moveTo>
                    <a:pt x="11842" y="19400"/>
                  </a:moveTo>
                  <a:cubicBezTo>
                    <a:pt x="11438" y="19400"/>
                    <a:pt x="11438" y="20146"/>
                    <a:pt x="11438" y="20146"/>
                  </a:cubicBezTo>
                  <a:cubicBezTo>
                    <a:pt x="11033" y="20892"/>
                    <a:pt x="10628" y="20892"/>
                    <a:pt x="10224" y="20892"/>
                  </a:cubicBezTo>
                  <a:lnTo>
                    <a:pt x="9414" y="20892"/>
                  </a:lnTo>
                  <a:cubicBezTo>
                    <a:pt x="9009" y="20892"/>
                    <a:pt x="8200" y="20892"/>
                    <a:pt x="7795" y="20146"/>
                  </a:cubicBezTo>
                  <a:cubicBezTo>
                    <a:pt x="7390" y="19400"/>
                    <a:pt x="7390" y="19400"/>
                    <a:pt x="7390" y="18654"/>
                  </a:cubicBezTo>
                  <a:cubicBezTo>
                    <a:pt x="6581" y="17161"/>
                    <a:pt x="6581" y="15669"/>
                    <a:pt x="6986" y="13431"/>
                  </a:cubicBezTo>
                  <a:cubicBezTo>
                    <a:pt x="6986" y="11938"/>
                    <a:pt x="7390" y="9700"/>
                    <a:pt x="7795" y="8208"/>
                  </a:cubicBezTo>
                  <a:cubicBezTo>
                    <a:pt x="7795" y="8208"/>
                    <a:pt x="8200" y="8208"/>
                    <a:pt x="8200" y="7461"/>
                  </a:cubicBezTo>
                  <a:cubicBezTo>
                    <a:pt x="9009" y="6715"/>
                    <a:pt x="9414" y="6715"/>
                    <a:pt x="10224" y="6715"/>
                  </a:cubicBezTo>
                  <a:cubicBezTo>
                    <a:pt x="10224" y="6715"/>
                    <a:pt x="10224" y="7461"/>
                    <a:pt x="10628" y="7461"/>
                  </a:cubicBezTo>
                  <a:cubicBezTo>
                    <a:pt x="11438" y="7461"/>
                    <a:pt x="11842" y="8208"/>
                    <a:pt x="12247" y="8954"/>
                  </a:cubicBezTo>
                  <a:lnTo>
                    <a:pt x="12247" y="9700"/>
                  </a:lnTo>
                  <a:cubicBezTo>
                    <a:pt x="12652" y="10446"/>
                    <a:pt x="12652" y="12685"/>
                    <a:pt x="12652" y="14923"/>
                  </a:cubicBezTo>
                  <a:cubicBezTo>
                    <a:pt x="12247" y="17161"/>
                    <a:pt x="12247" y="18654"/>
                    <a:pt x="11842" y="1940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10292768" y="-22845"/>
              <a:ext cx="47758" cy="96999"/>
            </a:xfrm>
            <a:custGeom>
              <a:avLst/>
              <a:gdLst>
                <a:gd name="connsiteX0" fmla="*/ 46949 w 47758"/>
                <a:gd name="connsiteY0" fmla="*/ 52977 h 96999"/>
                <a:gd name="connsiteX1" fmla="*/ 40068 w 47758"/>
                <a:gd name="connsiteY1" fmla="*/ 52977 h 96999"/>
                <a:gd name="connsiteX2" fmla="*/ 39259 w 47758"/>
                <a:gd name="connsiteY2" fmla="*/ 51485 h 96999"/>
                <a:gd name="connsiteX3" fmla="*/ 39259 w 47758"/>
                <a:gd name="connsiteY3" fmla="*/ 41038 h 96999"/>
                <a:gd name="connsiteX4" fmla="*/ 37235 w 47758"/>
                <a:gd name="connsiteY4" fmla="*/ 41038 h 96999"/>
                <a:gd name="connsiteX5" fmla="*/ 37235 w 47758"/>
                <a:gd name="connsiteY5" fmla="*/ 39546 h 96999"/>
                <a:gd name="connsiteX6" fmla="*/ 36831 w 47758"/>
                <a:gd name="connsiteY6" fmla="*/ 36561 h 96999"/>
                <a:gd name="connsiteX7" fmla="*/ 36831 w 47758"/>
                <a:gd name="connsiteY7" fmla="*/ 31338 h 96999"/>
                <a:gd name="connsiteX8" fmla="*/ 37235 w 47758"/>
                <a:gd name="connsiteY8" fmla="*/ 27608 h 96999"/>
                <a:gd name="connsiteX9" fmla="*/ 36831 w 47758"/>
                <a:gd name="connsiteY9" fmla="*/ 26115 h 96999"/>
                <a:gd name="connsiteX10" fmla="*/ 36831 w 47758"/>
                <a:gd name="connsiteY10" fmla="*/ 23131 h 96999"/>
                <a:gd name="connsiteX11" fmla="*/ 37235 w 47758"/>
                <a:gd name="connsiteY11" fmla="*/ 20146 h 96999"/>
                <a:gd name="connsiteX12" fmla="*/ 36831 w 47758"/>
                <a:gd name="connsiteY12" fmla="*/ 17161 h 96999"/>
                <a:gd name="connsiteX13" fmla="*/ 36831 w 47758"/>
                <a:gd name="connsiteY13" fmla="*/ 14177 h 96999"/>
                <a:gd name="connsiteX14" fmla="*/ 36426 w 47758"/>
                <a:gd name="connsiteY14" fmla="*/ 12685 h 96999"/>
                <a:gd name="connsiteX15" fmla="*/ 35212 w 47758"/>
                <a:gd name="connsiteY15" fmla="*/ 11938 h 96999"/>
                <a:gd name="connsiteX16" fmla="*/ 34402 w 47758"/>
                <a:gd name="connsiteY16" fmla="*/ 12685 h 96999"/>
                <a:gd name="connsiteX17" fmla="*/ 33997 w 47758"/>
                <a:gd name="connsiteY17" fmla="*/ 13431 h 96999"/>
                <a:gd name="connsiteX18" fmla="*/ 33593 w 47758"/>
                <a:gd name="connsiteY18" fmla="*/ 14177 h 96999"/>
                <a:gd name="connsiteX19" fmla="*/ 31974 w 47758"/>
                <a:gd name="connsiteY19" fmla="*/ 14923 h 96999"/>
                <a:gd name="connsiteX20" fmla="*/ 31569 w 47758"/>
                <a:gd name="connsiteY20" fmla="*/ 14923 h 96999"/>
                <a:gd name="connsiteX21" fmla="*/ 31164 w 47758"/>
                <a:gd name="connsiteY21" fmla="*/ 15669 h 96999"/>
                <a:gd name="connsiteX22" fmla="*/ 29141 w 47758"/>
                <a:gd name="connsiteY22" fmla="*/ 16415 h 96999"/>
                <a:gd name="connsiteX23" fmla="*/ 27522 w 47758"/>
                <a:gd name="connsiteY23" fmla="*/ 17908 h 96999"/>
                <a:gd name="connsiteX24" fmla="*/ 25903 w 47758"/>
                <a:gd name="connsiteY24" fmla="*/ 18654 h 96999"/>
                <a:gd name="connsiteX25" fmla="*/ 24689 w 47758"/>
                <a:gd name="connsiteY25" fmla="*/ 20146 h 96999"/>
                <a:gd name="connsiteX26" fmla="*/ 24284 w 47758"/>
                <a:gd name="connsiteY26" fmla="*/ 20146 h 96999"/>
                <a:gd name="connsiteX27" fmla="*/ 22665 w 47758"/>
                <a:gd name="connsiteY27" fmla="*/ 20892 h 96999"/>
                <a:gd name="connsiteX28" fmla="*/ 21451 w 47758"/>
                <a:gd name="connsiteY28" fmla="*/ 22385 h 96999"/>
                <a:gd name="connsiteX29" fmla="*/ 20237 w 47758"/>
                <a:gd name="connsiteY29" fmla="*/ 21638 h 96999"/>
                <a:gd name="connsiteX30" fmla="*/ 20641 w 47758"/>
                <a:gd name="connsiteY30" fmla="*/ 19400 h 96999"/>
                <a:gd name="connsiteX31" fmla="*/ 21855 w 47758"/>
                <a:gd name="connsiteY31" fmla="*/ 17908 h 96999"/>
                <a:gd name="connsiteX32" fmla="*/ 24689 w 47758"/>
                <a:gd name="connsiteY32" fmla="*/ 14923 h 96999"/>
                <a:gd name="connsiteX33" fmla="*/ 27522 w 47758"/>
                <a:gd name="connsiteY33" fmla="*/ 12685 h 96999"/>
                <a:gd name="connsiteX34" fmla="*/ 27926 w 47758"/>
                <a:gd name="connsiteY34" fmla="*/ 12685 h 96999"/>
                <a:gd name="connsiteX35" fmla="*/ 30760 w 47758"/>
                <a:gd name="connsiteY35" fmla="*/ 10446 h 96999"/>
                <a:gd name="connsiteX36" fmla="*/ 31569 w 47758"/>
                <a:gd name="connsiteY36" fmla="*/ 10446 h 96999"/>
                <a:gd name="connsiteX37" fmla="*/ 32783 w 47758"/>
                <a:gd name="connsiteY37" fmla="*/ 9700 h 96999"/>
                <a:gd name="connsiteX38" fmla="*/ 34402 w 47758"/>
                <a:gd name="connsiteY38" fmla="*/ 8208 h 96999"/>
                <a:gd name="connsiteX39" fmla="*/ 34807 w 47758"/>
                <a:gd name="connsiteY39" fmla="*/ 7461 h 96999"/>
                <a:gd name="connsiteX40" fmla="*/ 35616 w 47758"/>
                <a:gd name="connsiteY40" fmla="*/ 6715 h 96999"/>
                <a:gd name="connsiteX41" fmla="*/ 36426 w 47758"/>
                <a:gd name="connsiteY41" fmla="*/ 4477 h 96999"/>
                <a:gd name="connsiteX42" fmla="*/ 36426 w 47758"/>
                <a:gd name="connsiteY42" fmla="*/ 2238 h 96999"/>
                <a:gd name="connsiteX43" fmla="*/ 36021 w 47758"/>
                <a:gd name="connsiteY43" fmla="*/ 746 h 96999"/>
                <a:gd name="connsiteX44" fmla="*/ 34807 w 47758"/>
                <a:gd name="connsiteY44" fmla="*/ 0 h 96999"/>
                <a:gd name="connsiteX45" fmla="*/ 32783 w 47758"/>
                <a:gd name="connsiteY45" fmla="*/ 0 h 96999"/>
                <a:gd name="connsiteX46" fmla="*/ 31569 w 47758"/>
                <a:gd name="connsiteY46" fmla="*/ 746 h 96999"/>
                <a:gd name="connsiteX47" fmla="*/ 29950 w 47758"/>
                <a:gd name="connsiteY47" fmla="*/ 1492 h 96999"/>
                <a:gd name="connsiteX48" fmla="*/ 27117 w 47758"/>
                <a:gd name="connsiteY48" fmla="*/ 2238 h 96999"/>
                <a:gd name="connsiteX49" fmla="*/ 26712 w 47758"/>
                <a:gd name="connsiteY49" fmla="*/ 2985 h 96999"/>
                <a:gd name="connsiteX50" fmla="*/ 24689 w 47758"/>
                <a:gd name="connsiteY50" fmla="*/ 5223 h 96999"/>
                <a:gd name="connsiteX51" fmla="*/ 23879 w 47758"/>
                <a:gd name="connsiteY51" fmla="*/ 5223 h 96999"/>
                <a:gd name="connsiteX52" fmla="*/ 20237 w 47758"/>
                <a:gd name="connsiteY52" fmla="*/ 8208 h 96999"/>
                <a:gd name="connsiteX53" fmla="*/ 17808 w 47758"/>
                <a:gd name="connsiteY53" fmla="*/ 10446 h 96999"/>
                <a:gd name="connsiteX54" fmla="*/ 16189 w 47758"/>
                <a:gd name="connsiteY54" fmla="*/ 11192 h 96999"/>
                <a:gd name="connsiteX55" fmla="*/ 16594 w 47758"/>
                <a:gd name="connsiteY55" fmla="*/ 12685 h 96999"/>
                <a:gd name="connsiteX56" fmla="*/ 12951 w 47758"/>
                <a:gd name="connsiteY56" fmla="*/ 15669 h 96999"/>
                <a:gd name="connsiteX57" fmla="*/ 12547 w 47758"/>
                <a:gd name="connsiteY57" fmla="*/ 16415 h 96999"/>
                <a:gd name="connsiteX58" fmla="*/ 8904 w 47758"/>
                <a:gd name="connsiteY58" fmla="*/ 19400 h 96999"/>
                <a:gd name="connsiteX59" fmla="*/ 8499 w 47758"/>
                <a:gd name="connsiteY59" fmla="*/ 20146 h 96999"/>
                <a:gd name="connsiteX60" fmla="*/ 6880 w 47758"/>
                <a:gd name="connsiteY60" fmla="*/ 20892 h 96999"/>
                <a:gd name="connsiteX61" fmla="*/ 6476 w 47758"/>
                <a:gd name="connsiteY61" fmla="*/ 21638 h 96999"/>
                <a:gd name="connsiteX62" fmla="*/ 6071 w 47758"/>
                <a:gd name="connsiteY62" fmla="*/ 22385 h 96999"/>
                <a:gd name="connsiteX63" fmla="*/ 5666 w 47758"/>
                <a:gd name="connsiteY63" fmla="*/ 23131 h 96999"/>
                <a:gd name="connsiteX64" fmla="*/ 2024 w 47758"/>
                <a:gd name="connsiteY64" fmla="*/ 26861 h 96999"/>
                <a:gd name="connsiteX65" fmla="*/ 809 w 47758"/>
                <a:gd name="connsiteY65" fmla="*/ 27608 h 96999"/>
                <a:gd name="connsiteX66" fmla="*/ 405 w 47758"/>
                <a:gd name="connsiteY66" fmla="*/ 28354 h 96999"/>
                <a:gd name="connsiteX67" fmla="*/ 0 w 47758"/>
                <a:gd name="connsiteY67" fmla="*/ 29846 h 96999"/>
                <a:gd name="connsiteX68" fmla="*/ 0 w 47758"/>
                <a:gd name="connsiteY68" fmla="*/ 32085 h 96999"/>
                <a:gd name="connsiteX69" fmla="*/ 405 w 47758"/>
                <a:gd name="connsiteY69" fmla="*/ 33577 h 96999"/>
                <a:gd name="connsiteX70" fmla="*/ 1214 w 47758"/>
                <a:gd name="connsiteY70" fmla="*/ 35815 h 96999"/>
                <a:gd name="connsiteX71" fmla="*/ 1619 w 47758"/>
                <a:gd name="connsiteY71" fmla="*/ 36561 h 96999"/>
                <a:gd name="connsiteX72" fmla="*/ 3238 w 47758"/>
                <a:gd name="connsiteY72" fmla="*/ 41785 h 96999"/>
                <a:gd name="connsiteX73" fmla="*/ 5666 w 47758"/>
                <a:gd name="connsiteY73" fmla="*/ 48500 h 96999"/>
                <a:gd name="connsiteX74" fmla="*/ 6071 w 47758"/>
                <a:gd name="connsiteY74" fmla="*/ 49246 h 96999"/>
                <a:gd name="connsiteX75" fmla="*/ 6476 w 47758"/>
                <a:gd name="connsiteY75" fmla="*/ 50738 h 96999"/>
                <a:gd name="connsiteX76" fmla="*/ 6880 w 47758"/>
                <a:gd name="connsiteY76" fmla="*/ 52977 h 96999"/>
                <a:gd name="connsiteX77" fmla="*/ 7285 w 47758"/>
                <a:gd name="connsiteY77" fmla="*/ 53723 h 96999"/>
                <a:gd name="connsiteX78" fmla="*/ 8904 w 47758"/>
                <a:gd name="connsiteY78" fmla="*/ 58200 h 96999"/>
                <a:gd name="connsiteX79" fmla="*/ 9713 w 47758"/>
                <a:gd name="connsiteY79" fmla="*/ 61184 h 96999"/>
                <a:gd name="connsiteX80" fmla="*/ 9713 w 47758"/>
                <a:gd name="connsiteY80" fmla="*/ 61931 h 96999"/>
                <a:gd name="connsiteX81" fmla="*/ 11332 w 47758"/>
                <a:gd name="connsiteY81" fmla="*/ 67154 h 96999"/>
                <a:gd name="connsiteX82" fmla="*/ 12142 w 47758"/>
                <a:gd name="connsiteY82" fmla="*/ 72377 h 96999"/>
                <a:gd name="connsiteX83" fmla="*/ 12547 w 47758"/>
                <a:gd name="connsiteY83" fmla="*/ 76854 h 96999"/>
                <a:gd name="connsiteX84" fmla="*/ 12951 w 47758"/>
                <a:gd name="connsiteY84" fmla="*/ 78346 h 96999"/>
                <a:gd name="connsiteX85" fmla="*/ 12951 w 47758"/>
                <a:gd name="connsiteY85" fmla="*/ 81331 h 96999"/>
                <a:gd name="connsiteX86" fmla="*/ 13356 w 47758"/>
                <a:gd name="connsiteY86" fmla="*/ 84315 h 96999"/>
                <a:gd name="connsiteX87" fmla="*/ 12547 w 47758"/>
                <a:gd name="connsiteY87" fmla="*/ 87300 h 96999"/>
                <a:gd name="connsiteX88" fmla="*/ 12547 w 47758"/>
                <a:gd name="connsiteY88" fmla="*/ 88046 h 96999"/>
                <a:gd name="connsiteX89" fmla="*/ 12142 w 47758"/>
                <a:gd name="connsiteY89" fmla="*/ 89538 h 96999"/>
                <a:gd name="connsiteX90" fmla="*/ 12142 w 47758"/>
                <a:gd name="connsiteY90" fmla="*/ 92523 h 96999"/>
                <a:gd name="connsiteX91" fmla="*/ 12547 w 47758"/>
                <a:gd name="connsiteY91" fmla="*/ 93269 h 96999"/>
                <a:gd name="connsiteX92" fmla="*/ 12951 w 47758"/>
                <a:gd name="connsiteY92" fmla="*/ 94015 h 96999"/>
                <a:gd name="connsiteX93" fmla="*/ 13356 w 47758"/>
                <a:gd name="connsiteY93" fmla="*/ 94761 h 96999"/>
                <a:gd name="connsiteX94" fmla="*/ 14166 w 47758"/>
                <a:gd name="connsiteY94" fmla="*/ 96254 h 96999"/>
                <a:gd name="connsiteX95" fmla="*/ 14975 w 47758"/>
                <a:gd name="connsiteY95" fmla="*/ 97000 h 96999"/>
                <a:gd name="connsiteX96" fmla="*/ 15784 w 47758"/>
                <a:gd name="connsiteY96" fmla="*/ 96254 h 96999"/>
                <a:gd name="connsiteX97" fmla="*/ 16594 w 47758"/>
                <a:gd name="connsiteY97" fmla="*/ 93269 h 96999"/>
                <a:gd name="connsiteX98" fmla="*/ 16594 w 47758"/>
                <a:gd name="connsiteY98" fmla="*/ 92523 h 96999"/>
                <a:gd name="connsiteX99" fmla="*/ 16999 w 47758"/>
                <a:gd name="connsiteY99" fmla="*/ 90284 h 96999"/>
                <a:gd name="connsiteX100" fmla="*/ 17403 w 47758"/>
                <a:gd name="connsiteY100" fmla="*/ 85808 h 96999"/>
                <a:gd name="connsiteX101" fmla="*/ 17403 w 47758"/>
                <a:gd name="connsiteY101" fmla="*/ 82077 h 96999"/>
                <a:gd name="connsiteX102" fmla="*/ 16999 w 47758"/>
                <a:gd name="connsiteY102" fmla="*/ 76854 h 96999"/>
                <a:gd name="connsiteX103" fmla="*/ 16594 w 47758"/>
                <a:gd name="connsiteY103" fmla="*/ 76108 h 96999"/>
                <a:gd name="connsiteX104" fmla="*/ 16189 w 47758"/>
                <a:gd name="connsiteY104" fmla="*/ 70884 h 96999"/>
                <a:gd name="connsiteX105" fmla="*/ 15784 w 47758"/>
                <a:gd name="connsiteY105" fmla="*/ 65661 h 96999"/>
                <a:gd name="connsiteX106" fmla="*/ 14570 w 47758"/>
                <a:gd name="connsiteY106" fmla="*/ 60438 h 96999"/>
                <a:gd name="connsiteX107" fmla="*/ 12951 w 47758"/>
                <a:gd name="connsiteY107" fmla="*/ 53723 h 96999"/>
                <a:gd name="connsiteX108" fmla="*/ 11332 w 47758"/>
                <a:gd name="connsiteY108" fmla="*/ 49246 h 96999"/>
                <a:gd name="connsiteX109" fmla="*/ 9309 w 47758"/>
                <a:gd name="connsiteY109" fmla="*/ 44023 h 96999"/>
                <a:gd name="connsiteX110" fmla="*/ 9309 w 47758"/>
                <a:gd name="connsiteY110" fmla="*/ 43277 h 96999"/>
                <a:gd name="connsiteX111" fmla="*/ 8499 w 47758"/>
                <a:gd name="connsiteY111" fmla="*/ 41785 h 96999"/>
                <a:gd name="connsiteX112" fmla="*/ 7690 w 47758"/>
                <a:gd name="connsiteY112" fmla="*/ 40292 h 96999"/>
                <a:gd name="connsiteX113" fmla="*/ 7285 w 47758"/>
                <a:gd name="connsiteY113" fmla="*/ 37308 h 96999"/>
                <a:gd name="connsiteX114" fmla="*/ 6880 w 47758"/>
                <a:gd name="connsiteY114" fmla="*/ 35815 h 96999"/>
                <a:gd name="connsiteX115" fmla="*/ 6880 w 47758"/>
                <a:gd name="connsiteY115" fmla="*/ 34323 h 96999"/>
                <a:gd name="connsiteX116" fmla="*/ 7285 w 47758"/>
                <a:gd name="connsiteY116" fmla="*/ 32831 h 96999"/>
                <a:gd name="connsiteX117" fmla="*/ 7690 w 47758"/>
                <a:gd name="connsiteY117" fmla="*/ 32085 h 96999"/>
                <a:gd name="connsiteX118" fmla="*/ 8499 w 47758"/>
                <a:gd name="connsiteY118" fmla="*/ 29846 h 96999"/>
                <a:gd name="connsiteX119" fmla="*/ 9309 w 47758"/>
                <a:gd name="connsiteY119" fmla="*/ 28354 h 96999"/>
                <a:gd name="connsiteX120" fmla="*/ 10118 w 47758"/>
                <a:gd name="connsiteY120" fmla="*/ 27608 h 96999"/>
                <a:gd name="connsiteX121" fmla="*/ 11737 w 47758"/>
                <a:gd name="connsiteY121" fmla="*/ 26115 h 96999"/>
                <a:gd name="connsiteX122" fmla="*/ 12951 w 47758"/>
                <a:gd name="connsiteY122" fmla="*/ 25369 h 96999"/>
                <a:gd name="connsiteX123" fmla="*/ 13356 w 47758"/>
                <a:gd name="connsiteY123" fmla="*/ 24623 h 96999"/>
                <a:gd name="connsiteX124" fmla="*/ 14166 w 47758"/>
                <a:gd name="connsiteY124" fmla="*/ 25369 h 96999"/>
                <a:gd name="connsiteX125" fmla="*/ 14570 w 47758"/>
                <a:gd name="connsiteY125" fmla="*/ 26115 h 96999"/>
                <a:gd name="connsiteX126" fmla="*/ 14570 w 47758"/>
                <a:gd name="connsiteY126" fmla="*/ 27608 h 96999"/>
                <a:gd name="connsiteX127" fmla="*/ 14166 w 47758"/>
                <a:gd name="connsiteY127" fmla="*/ 28354 h 96999"/>
                <a:gd name="connsiteX128" fmla="*/ 13356 w 47758"/>
                <a:gd name="connsiteY128" fmla="*/ 29100 h 96999"/>
                <a:gd name="connsiteX129" fmla="*/ 12547 w 47758"/>
                <a:gd name="connsiteY129" fmla="*/ 30592 h 96999"/>
                <a:gd name="connsiteX130" fmla="*/ 12142 w 47758"/>
                <a:gd name="connsiteY130" fmla="*/ 31338 h 96999"/>
                <a:gd name="connsiteX131" fmla="*/ 12142 w 47758"/>
                <a:gd name="connsiteY131" fmla="*/ 38054 h 96999"/>
                <a:gd name="connsiteX132" fmla="*/ 12547 w 47758"/>
                <a:gd name="connsiteY132" fmla="*/ 39546 h 96999"/>
                <a:gd name="connsiteX133" fmla="*/ 12951 w 47758"/>
                <a:gd name="connsiteY133" fmla="*/ 40292 h 96999"/>
                <a:gd name="connsiteX134" fmla="*/ 13356 w 47758"/>
                <a:gd name="connsiteY134" fmla="*/ 41785 h 96999"/>
                <a:gd name="connsiteX135" fmla="*/ 13761 w 47758"/>
                <a:gd name="connsiteY135" fmla="*/ 43277 h 96999"/>
                <a:gd name="connsiteX136" fmla="*/ 14570 w 47758"/>
                <a:gd name="connsiteY136" fmla="*/ 44023 h 96999"/>
                <a:gd name="connsiteX137" fmla="*/ 15380 w 47758"/>
                <a:gd name="connsiteY137" fmla="*/ 46261 h 96999"/>
                <a:gd name="connsiteX138" fmla="*/ 15784 w 47758"/>
                <a:gd name="connsiteY138" fmla="*/ 48500 h 96999"/>
                <a:gd name="connsiteX139" fmla="*/ 16594 w 47758"/>
                <a:gd name="connsiteY139" fmla="*/ 51485 h 96999"/>
                <a:gd name="connsiteX140" fmla="*/ 16999 w 47758"/>
                <a:gd name="connsiteY140" fmla="*/ 52231 h 96999"/>
                <a:gd name="connsiteX141" fmla="*/ 17403 w 47758"/>
                <a:gd name="connsiteY141" fmla="*/ 52977 h 96999"/>
                <a:gd name="connsiteX142" fmla="*/ 17808 w 47758"/>
                <a:gd name="connsiteY142" fmla="*/ 53723 h 96999"/>
                <a:gd name="connsiteX143" fmla="*/ 18213 w 47758"/>
                <a:gd name="connsiteY143" fmla="*/ 53723 h 96999"/>
                <a:gd name="connsiteX144" fmla="*/ 18618 w 47758"/>
                <a:gd name="connsiteY144" fmla="*/ 54469 h 96999"/>
                <a:gd name="connsiteX145" fmla="*/ 21046 w 47758"/>
                <a:gd name="connsiteY145" fmla="*/ 54469 h 96999"/>
                <a:gd name="connsiteX146" fmla="*/ 21855 w 47758"/>
                <a:gd name="connsiteY146" fmla="*/ 53723 h 96999"/>
                <a:gd name="connsiteX147" fmla="*/ 22260 w 47758"/>
                <a:gd name="connsiteY147" fmla="*/ 52977 h 96999"/>
                <a:gd name="connsiteX148" fmla="*/ 22665 w 47758"/>
                <a:gd name="connsiteY148" fmla="*/ 52231 h 96999"/>
                <a:gd name="connsiteX149" fmla="*/ 23474 w 47758"/>
                <a:gd name="connsiteY149" fmla="*/ 52231 h 96999"/>
                <a:gd name="connsiteX150" fmla="*/ 23879 w 47758"/>
                <a:gd name="connsiteY150" fmla="*/ 52977 h 96999"/>
                <a:gd name="connsiteX151" fmla="*/ 23879 w 47758"/>
                <a:gd name="connsiteY151" fmla="*/ 58200 h 96999"/>
                <a:gd name="connsiteX152" fmla="*/ 24284 w 47758"/>
                <a:gd name="connsiteY152" fmla="*/ 58946 h 96999"/>
                <a:gd name="connsiteX153" fmla="*/ 27117 w 47758"/>
                <a:gd name="connsiteY153" fmla="*/ 58946 h 96999"/>
                <a:gd name="connsiteX154" fmla="*/ 27522 w 47758"/>
                <a:gd name="connsiteY154" fmla="*/ 59692 h 96999"/>
                <a:gd name="connsiteX155" fmla="*/ 29141 w 47758"/>
                <a:gd name="connsiteY155" fmla="*/ 60438 h 96999"/>
                <a:gd name="connsiteX156" fmla="*/ 29545 w 47758"/>
                <a:gd name="connsiteY156" fmla="*/ 61184 h 96999"/>
                <a:gd name="connsiteX157" fmla="*/ 29141 w 47758"/>
                <a:gd name="connsiteY157" fmla="*/ 62677 h 96999"/>
                <a:gd name="connsiteX158" fmla="*/ 28331 w 47758"/>
                <a:gd name="connsiteY158" fmla="*/ 63423 h 96999"/>
                <a:gd name="connsiteX159" fmla="*/ 27926 w 47758"/>
                <a:gd name="connsiteY159" fmla="*/ 64169 h 96999"/>
                <a:gd name="connsiteX160" fmla="*/ 26712 w 47758"/>
                <a:gd name="connsiteY160" fmla="*/ 64915 h 96999"/>
                <a:gd name="connsiteX161" fmla="*/ 25903 w 47758"/>
                <a:gd name="connsiteY161" fmla="*/ 65661 h 96999"/>
                <a:gd name="connsiteX162" fmla="*/ 25498 w 47758"/>
                <a:gd name="connsiteY162" fmla="*/ 66408 h 96999"/>
                <a:gd name="connsiteX163" fmla="*/ 24284 w 47758"/>
                <a:gd name="connsiteY163" fmla="*/ 69392 h 96999"/>
                <a:gd name="connsiteX164" fmla="*/ 23879 w 47758"/>
                <a:gd name="connsiteY164" fmla="*/ 71631 h 96999"/>
                <a:gd name="connsiteX165" fmla="*/ 23474 w 47758"/>
                <a:gd name="connsiteY165" fmla="*/ 73123 h 96999"/>
                <a:gd name="connsiteX166" fmla="*/ 23879 w 47758"/>
                <a:gd name="connsiteY166" fmla="*/ 73869 h 96999"/>
                <a:gd name="connsiteX167" fmla="*/ 24284 w 47758"/>
                <a:gd name="connsiteY167" fmla="*/ 74615 h 96999"/>
                <a:gd name="connsiteX168" fmla="*/ 24689 w 47758"/>
                <a:gd name="connsiteY168" fmla="*/ 75361 h 96999"/>
                <a:gd name="connsiteX169" fmla="*/ 25093 w 47758"/>
                <a:gd name="connsiteY169" fmla="*/ 76108 h 96999"/>
                <a:gd name="connsiteX170" fmla="*/ 26307 w 47758"/>
                <a:gd name="connsiteY170" fmla="*/ 76854 h 96999"/>
                <a:gd name="connsiteX171" fmla="*/ 27117 w 47758"/>
                <a:gd name="connsiteY171" fmla="*/ 75361 h 96999"/>
                <a:gd name="connsiteX172" fmla="*/ 27522 w 47758"/>
                <a:gd name="connsiteY172" fmla="*/ 73869 h 96999"/>
                <a:gd name="connsiteX173" fmla="*/ 28736 w 47758"/>
                <a:gd name="connsiteY173" fmla="*/ 72377 h 96999"/>
                <a:gd name="connsiteX174" fmla="*/ 30355 w 47758"/>
                <a:gd name="connsiteY174" fmla="*/ 70884 h 96999"/>
                <a:gd name="connsiteX175" fmla="*/ 30760 w 47758"/>
                <a:gd name="connsiteY175" fmla="*/ 70138 h 96999"/>
                <a:gd name="connsiteX176" fmla="*/ 31569 w 47758"/>
                <a:gd name="connsiteY176" fmla="*/ 69392 h 96999"/>
                <a:gd name="connsiteX177" fmla="*/ 33593 w 47758"/>
                <a:gd name="connsiteY177" fmla="*/ 69392 h 96999"/>
                <a:gd name="connsiteX178" fmla="*/ 33997 w 47758"/>
                <a:gd name="connsiteY178" fmla="*/ 70884 h 96999"/>
                <a:gd name="connsiteX179" fmla="*/ 33997 w 47758"/>
                <a:gd name="connsiteY179" fmla="*/ 72377 h 96999"/>
                <a:gd name="connsiteX180" fmla="*/ 33593 w 47758"/>
                <a:gd name="connsiteY180" fmla="*/ 75361 h 96999"/>
                <a:gd name="connsiteX181" fmla="*/ 33188 w 47758"/>
                <a:gd name="connsiteY181" fmla="*/ 76854 h 96999"/>
                <a:gd name="connsiteX182" fmla="*/ 33188 w 47758"/>
                <a:gd name="connsiteY182" fmla="*/ 79838 h 96999"/>
                <a:gd name="connsiteX183" fmla="*/ 31569 w 47758"/>
                <a:gd name="connsiteY183" fmla="*/ 81331 h 96999"/>
                <a:gd name="connsiteX184" fmla="*/ 31164 w 47758"/>
                <a:gd name="connsiteY184" fmla="*/ 81331 h 96999"/>
                <a:gd name="connsiteX185" fmla="*/ 29545 w 47758"/>
                <a:gd name="connsiteY185" fmla="*/ 82077 h 96999"/>
                <a:gd name="connsiteX186" fmla="*/ 28736 w 47758"/>
                <a:gd name="connsiteY186" fmla="*/ 83569 h 96999"/>
                <a:gd name="connsiteX187" fmla="*/ 27522 w 47758"/>
                <a:gd name="connsiteY187" fmla="*/ 85808 h 96999"/>
                <a:gd name="connsiteX188" fmla="*/ 27522 w 47758"/>
                <a:gd name="connsiteY188" fmla="*/ 88792 h 96999"/>
                <a:gd name="connsiteX189" fmla="*/ 27926 w 47758"/>
                <a:gd name="connsiteY189" fmla="*/ 90284 h 96999"/>
                <a:gd name="connsiteX190" fmla="*/ 28331 w 47758"/>
                <a:gd name="connsiteY190" fmla="*/ 91777 h 96999"/>
                <a:gd name="connsiteX191" fmla="*/ 29950 w 47758"/>
                <a:gd name="connsiteY191" fmla="*/ 93269 h 96999"/>
                <a:gd name="connsiteX192" fmla="*/ 31164 w 47758"/>
                <a:gd name="connsiteY192" fmla="*/ 94015 h 96999"/>
                <a:gd name="connsiteX193" fmla="*/ 32378 w 47758"/>
                <a:gd name="connsiteY193" fmla="*/ 94015 h 96999"/>
                <a:gd name="connsiteX194" fmla="*/ 33593 w 47758"/>
                <a:gd name="connsiteY194" fmla="*/ 93269 h 96999"/>
                <a:gd name="connsiteX195" fmla="*/ 34402 w 47758"/>
                <a:gd name="connsiteY195" fmla="*/ 92523 h 96999"/>
                <a:gd name="connsiteX196" fmla="*/ 36021 w 47758"/>
                <a:gd name="connsiteY196" fmla="*/ 89538 h 96999"/>
                <a:gd name="connsiteX197" fmla="*/ 37235 w 47758"/>
                <a:gd name="connsiteY197" fmla="*/ 85808 h 96999"/>
                <a:gd name="connsiteX198" fmla="*/ 37640 w 47758"/>
                <a:gd name="connsiteY198" fmla="*/ 85061 h 96999"/>
                <a:gd name="connsiteX199" fmla="*/ 38449 w 47758"/>
                <a:gd name="connsiteY199" fmla="*/ 82077 h 96999"/>
                <a:gd name="connsiteX200" fmla="*/ 39259 w 47758"/>
                <a:gd name="connsiteY200" fmla="*/ 80584 h 96999"/>
                <a:gd name="connsiteX201" fmla="*/ 39259 w 47758"/>
                <a:gd name="connsiteY201" fmla="*/ 79838 h 96999"/>
                <a:gd name="connsiteX202" fmla="*/ 39664 w 47758"/>
                <a:gd name="connsiteY202" fmla="*/ 76854 h 96999"/>
                <a:gd name="connsiteX203" fmla="*/ 39259 w 47758"/>
                <a:gd name="connsiteY203" fmla="*/ 73123 h 96999"/>
                <a:gd name="connsiteX204" fmla="*/ 39259 w 47758"/>
                <a:gd name="connsiteY204" fmla="*/ 69392 h 96999"/>
                <a:gd name="connsiteX205" fmla="*/ 39664 w 47758"/>
                <a:gd name="connsiteY205" fmla="*/ 67154 h 96999"/>
                <a:gd name="connsiteX206" fmla="*/ 40068 w 47758"/>
                <a:gd name="connsiteY206" fmla="*/ 65661 h 96999"/>
                <a:gd name="connsiteX207" fmla="*/ 40878 w 47758"/>
                <a:gd name="connsiteY207" fmla="*/ 64915 h 96999"/>
                <a:gd name="connsiteX208" fmla="*/ 41687 w 47758"/>
                <a:gd name="connsiteY208" fmla="*/ 64169 h 96999"/>
                <a:gd name="connsiteX209" fmla="*/ 42092 w 47758"/>
                <a:gd name="connsiteY209" fmla="*/ 64169 h 96999"/>
                <a:gd name="connsiteX210" fmla="*/ 43711 w 47758"/>
                <a:gd name="connsiteY210" fmla="*/ 62677 h 96999"/>
                <a:gd name="connsiteX211" fmla="*/ 46139 w 47758"/>
                <a:gd name="connsiteY211" fmla="*/ 62677 h 96999"/>
                <a:gd name="connsiteX212" fmla="*/ 46949 w 47758"/>
                <a:gd name="connsiteY212" fmla="*/ 61931 h 96999"/>
                <a:gd name="connsiteX213" fmla="*/ 46949 w 47758"/>
                <a:gd name="connsiteY213" fmla="*/ 61184 h 96999"/>
                <a:gd name="connsiteX214" fmla="*/ 47354 w 47758"/>
                <a:gd name="connsiteY214" fmla="*/ 59692 h 96999"/>
                <a:gd name="connsiteX215" fmla="*/ 47354 w 47758"/>
                <a:gd name="connsiteY215" fmla="*/ 57454 h 96999"/>
                <a:gd name="connsiteX216" fmla="*/ 47758 w 47758"/>
                <a:gd name="connsiteY216" fmla="*/ 56708 h 96999"/>
                <a:gd name="connsiteX217" fmla="*/ 47758 w 47758"/>
                <a:gd name="connsiteY217" fmla="*/ 55215 h 96999"/>
                <a:gd name="connsiteX218" fmla="*/ 47354 w 47758"/>
                <a:gd name="connsiteY218" fmla="*/ 54469 h 96999"/>
                <a:gd name="connsiteX219" fmla="*/ 18618 w 47758"/>
                <a:gd name="connsiteY219" fmla="*/ 37308 h 96999"/>
                <a:gd name="connsiteX220" fmla="*/ 17403 w 47758"/>
                <a:gd name="connsiteY220" fmla="*/ 36561 h 96999"/>
                <a:gd name="connsiteX221" fmla="*/ 17808 w 47758"/>
                <a:gd name="connsiteY221" fmla="*/ 34323 h 96999"/>
                <a:gd name="connsiteX222" fmla="*/ 18213 w 47758"/>
                <a:gd name="connsiteY222" fmla="*/ 33577 h 96999"/>
                <a:gd name="connsiteX223" fmla="*/ 18618 w 47758"/>
                <a:gd name="connsiteY223" fmla="*/ 32831 h 96999"/>
                <a:gd name="connsiteX224" fmla="*/ 19832 w 47758"/>
                <a:gd name="connsiteY224" fmla="*/ 30592 h 96999"/>
                <a:gd name="connsiteX225" fmla="*/ 21451 w 47758"/>
                <a:gd name="connsiteY225" fmla="*/ 29100 h 96999"/>
                <a:gd name="connsiteX226" fmla="*/ 22665 w 47758"/>
                <a:gd name="connsiteY226" fmla="*/ 27608 h 96999"/>
                <a:gd name="connsiteX227" fmla="*/ 24284 w 47758"/>
                <a:gd name="connsiteY227" fmla="*/ 26861 h 96999"/>
                <a:gd name="connsiteX228" fmla="*/ 24689 w 47758"/>
                <a:gd name="connsiteY228" fmla="*/ 26115 h 96999"/>
                <a:gd name="connsiteX229" fmla="*/ 25498 w 47758"/>
                <a:gd name="connsiteY229" fmla="*/ 25369 h 96999"/>
                <a:gd name="connsiteX230" fmla="*/ 26712 w 47758"/>
                <a:gd name="connsiteY230" fmla="*/ 24623 h 96999"/>
                <a:gd name="connsiteX231" fmla="*/ 28331 w 47758"/>
                <a:gd name="connsiteY231" fmla="*/ 24623 h 96999"/>
                <a:gd name="connsiteX232" fmla="*/ 29141 w 47758"/>
                <a:gd name="connsiteY232" fmla="*/ 23877 h 96999"/>
                <a:gd name="connsiteX233" fmla="*/ 30760 w 47758"/>
                <a:gd name="connsiteY233" fmla="*/ 23877 h 96999"/>
                <a:gd name="connsiteX234" fmla="*/ 31164 w 47758"/>
                <a:gd name="connsiteY234" fmla="*/ 26115 h 96999"/>
                <a:gd name="connsiteX235" fmla="*/ 30760 w 47758"/>
                <a:gd name="connsiteY235" fmla="*/ 26861 h 96999"/>
                <a:gd name="connsiteX236" fmla="*/ 28736 w 47758"/>
                <a:gd name="connsiteY236" fmla="*/ 27608 h 96999"/>
                <a:gd name="connsiteX237" fmla="*/ 27926 w 47758"/>
                <a:gd name="connsiteY237" fmla="*/ 28354 h 96999"/>
                <a:gd name="connsiteX238" fmla="*/ 27522 w 47758"/>
                <a:gd name="connsiteY238" fmla="*/ 29100 h 96999"/>
                <a:gd name="connsiteX239" fmla="*/ 26712 w 47758"/>
                <a:gd name="connsiteY239" fmla="*/ 30592 h 96999"/>
                <a:gd name="connsiteX240" fmla="*/ 25093 w 47758"/>
                <a:gd name="connsiteY240" fmla="*/ 31338 h 96999"/>
                <a:gd name="connsiteX241" fmla="*/ 24689 w 47758"/>
                <a:gd name="connsiteY241" fmla="*/ 32085 h 96999"/>
                <a:gd name="connsiteX242" fmla="*/ 23474 w 47758"/>
                <a:gd name="connsiteY242" fmla="*/ 32831 h 96999"/>
                <a:gd name="connsiteX243" fmla="*/ 22260 w 47758"/>
                <a:gd name="connsiteY243" fmla="*/ 33577 h 96999"/>
                <a:gd name="connsiteX244" fmla="*/ 21451 w 47758"/>
                <a:gd name="connsiteY244" fmla="*/ 35069 h 96999"/>
                <a:gd name="connsiteX245" fmla="*/ 20237 w 47758"/>
                <a:gd name="connsiteY245" fmla="*/ 35815 h 96999"/>
                <a:gd name="connsiteX246" fmla="*/ 19427 w 47758"/>
                <a:gd name="connsiteY246" fmla="*/ 37308 h 96999"/>
                <a:gd name="connsiteX247" fmla="*/ 29141 w 47758"/>
                <a:gd name="connsiteY247" fmla="*/ 39546 h 96999"/>
                <a:gd name="connsiteX248" fmla="*/ 27522 w 47758"/>
                <a:gd name="connsiteY248" fmla="*/ 40292 h 96999"/>
                <a:gd name="connsiteX249" fmla="*/ 27117 w 47758"/>
                <a:gd name="connsiteY249" fmla="*/ 41038 h 96999"/>
                <a:gd name="connsiteX250" fmla="*/ 25093 w 47758"/>
                <a:gd name="connsiteY250" fmla="*/ 43277 h 96999"/>
                <a:gd name="connsiteX251" fmla="*/ 23474 w 47758"/>
                <a:gd name="connsiteY251" fmla="*/ 44769 h 96999"/>
                <a:gd name="connsiteX252" fmla="*/ 22665 w 47758"/>
                <a:gd name="connsiteY252" fmla="*/ 45515 h 96999"/>
                <a:gd name="connsiteX253" fmla="*/ 19832 w 47758"/>
                <a:gd name="connsiteY253" fmla="*/ 45515 h 96999"/>
                <a:gd name="connsiteX254" fmla="*/ 20237 w 47758"/>
                <a:gd name="connsiteY254" fmla="*/ 43277 h 96999"/>
                <a:gd name="connsiteX255" fmla="*/ 21855 w 47758"/>
                <a:gd name="connsiteY255" fmla="*/ 41785 h 96999"/>
                <a:gd name="connsiteX256" fmla="*/ 23474 w 47758"/>
                <a:gd name="connsiteY256" fmla="*/ 40292 h 96999"/>
                <a:gd name="connsiteX257" fmla="*/ 25093 w 47758"/>
                <a:gd name="connsiteY257" fmla="*/ 38800 h 96999"/>
                <a:gd name="connsiteX258" fmla="*/ 25498 w 47758"/>
                <a:gd name="connsiteY258" fmla="*/ 38054 h 96999"/>
                <a:gd name="connsiteX259" fmla="*/ 26712 w 47758"/>
                <a:gd name="connsiteY259" fmla="*/ 37308 h 96999"/>
                <a:gd name="connsiteX260" fmla="*/ 27926 w 47758"/>
                <a:gd name="connsiteY260" fmla="*/ 35815 h 96999"/>
                <a:gd name="connsiteX261" fmla="*/ 28331 w 47758"/>
                <a:gd name="connsiteY261" fmla="*/ 35069 h 96999"/>
                <a:gd name="connsiteX262" fmla="*/ 28736 w 47758"/>
                <a:gd name="connsiteY262" fmla="*/ 34323 h 96999"/>
                <a:gd name="connsiteX263" fmla="*/ 29545 w 47758"/>
                <a:gd name="connsiteY263" fmla="*/ 33577 h 96999"/>
                <a:gd name="connsiteX264" fmla="*/ 33188 w 47758"/>
                <a:gd name="connsiteY264" fmla="*/ 33577 h 96999"/>
                <a:gd name="connsiteX265" fmla="*/ 33593 w 47758"/>
                <a:gd name="connsiteY265" fmla="*/ 34323 h 96999"/>
                <a:gd name="connsiteX266" fmla="*/ 32378 w 47758"/>
                <a:gd name="connsiteY266" fmla="*/ 35815 h 96999"/>
                <a:gd name="connsiteX267" fmla="*/ 31974 w 47758"/>
                <a:gd name="connsiteY267" fmla="*/ 36561 h 96999"/>
                <a:gd name="connsiteX268" fmla="*/ 31974 w 47758"/>
                <a:gd name="connsiteY268" fmla="*/ 47008 h 96999"/>
                <a:gd name="connsiteX269" fmla="*/ 30760 w 47758"/>
                <a:gd name="connsiteY269" fmla="*/ 47008 h 96999"/>
                <a:gd name="connsiteX270" fmla="*/ 30355 w 47758"/>
                <a:gd name="connsiteY270" fmla="*/ 46261 h 96999"/>
                <a:gd name="connsiteX271" fmla="*/ 29950 w 47758"/>
                <a:gd name="connsiteY271" fmla="*/ 45515 h 96999"/>
                <a:gd name="connsiteX272" fmla="*/ 30760 w 47758"/>
                <a:gd name="connsiteY272" fmla="*/ 44769 h 96999"/>
                <a:gd name="connsiteX273" fmla="*/ 31164 w 47758"/>
                <a:gd name="connsiteY273" fmla="*/ 44023 h 96999"/>
                <a:gd name="connsiteX274" fmla="*/ 31569 w 47758"/>
                <a:gd name="connsiteY274" fmla="*/ 43277 h 96999"/>
                <a:gd name="connsiteX275" fmla="*/ 31974 w 47758"/>
                <a:gd name="connsiteY275" fmla="*/ 42531 h 96999"/>
                <a:gd name="connsiteX276" fmla="*/ 32783 w 47758"/>
                <a:gd name="connsiteY276" fmla="*/ 41785 h 96999"/>
                <a:gd name="connsiteX277" fmla="*/ 33593 w 47758"/>
                <a:gd name="connsiteY277" fmla="*/ 42531 h 96999"/>
                <a:gd name="connsiteX278" fmla="*/ 33997 w 47758"/>
                <a:gd name="connsiteY278" fmla="*/ 44023 h 96999"/>
                <a:gd name="connsiteX279" fmla="*/ 33593 w 47758"/>
                <a:gd name="connsiteY279" fmla="*/ 45515 h 96999"/>
                <a:gd name="connsiteX280" fmla="*/ 33188 w 47758"/>
                <a:gd name="connsiteY280" fmla="*/ 45515 h 96999"/>
                <a:gd name="connsiteX281" fmla="*/ 32783 w 47758"/>
                <a:gd name="connsiteY281" fmla="*/ 46261 h 96999"/>
                <a:gd name="connsiteX282" fmla="*/ 31974 w 47758"/>
                <a:gd name="connsiteY282" fmla="*/ 47008 h 96999"/>
                <a:gd name="connsiteX283" fmla="*/ 31974 w 47758"/>
                <a:gd name="connsiteY283" fmla="*/ 47008 h 96999"/>
                <a:gd name="connsiteX284" fmla="*/ 35616 w 47758"/>
                <a:gd name="connsiteY284" fmla="*/ 55215 h 96999"/>
                <a:gd name="connsiteX285" fmla="*/ 33997 w 47758"/>
                <a:gd name="connsiteY285" fmla="*/ 55961 h 96999"/>
                <a:gd name="connsiteX286" fmla="*/ 33188 w 47758"/>
                <a:gd name="connsiteY286" fmla="*/ 55961 h 96999"/>
                <a:gd name="connsiteX287" fmla="*/ 32783 w 47758"/>
                <a:gd name="connsiteY287" fmla="*/ 55215 h 96999"/>
                <a:gd name="connsiteX288" fmla="*/ 32783 w 47758"/>
                <a:gd name="connsiteY288" fmla="*/ 54469 h 96999"/>
                <a:gd name="connsiteX289" fmla="*/ 33188 w 47758"/>
                <a:gd name="connsiteY289" fmla="*/ 53723 h 96999"/>
                <a:gd name="connsiteX290" fmla="*/ 33593 w 47758"/>
                <a:gd name="connsiteY290" fmla="*/ 52977 h 96999"/>
                <a:gd name="connsiteX291" fmla="*/ 33997 w 47758"/>
                <a:gd name="connsiteY291" fmla="*/ 52231 h 96999"/>
                <a:gd name="connsiteX292" fmla="*/ 34402 w 47758"/>
                <a:gd name="connsiteY292" fmla="*/ 51485 h 96999"/>
                <a:gd name="connsiteX293" fmla="*/ 35212 w 47758"/>
                <a:gd name="connsiteY293" fmla="*/ 50738 h 96999"/>
                <a:gd name="connsiteX294" fmla="*/ 35616 w 47758"/>
                <a:gd name="connsiteY294" fmla="*/ 53723 h 9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</a:cxnLst>
              <a:rect l="l" t="t" r="r" b="b"/>
              <a:pathLst>
                <a:path w="47758" h="96999">
                  <a:moveTo>
                    <a:pt x="46949" y="52977"/>
                  </a:moveTo>
                  <a:lnTo>
                    <a:pt x="40068" y="52977"/>
                  </a:lnTo>
                  <a:lnTo>
                    <a:pt x="39259" y="51485"/>
                  </a:lnTo>
                  <a:lnTo>
                    <a:pt x="39259" y="41038"/>
                  </a:lnTo>
                  <a:lnTo>
                    <a:pt x="37235" y="41038"/>
                  </a:lnTo>
                  <a:lnTo>
                    <a:pt x="37235" y="39546"/>
                  </a:lnTo>
                  <a:lnTo>
                    <a:pt x="36831" y="36561"/>
                  </a:lnTo>
                  <a:lnTo>
                    <a:pt x="36831" y="31338"/>
                  </a:lnTo>
                  <a:lnTo>
                    <a:pt x="37235" y="27608"/>
                  </a:lnTo>
                  <a:lnTo>
                    <a:pt x="36831" y="26115"/>
                  </a:lnTo>
                  <a:lnTo>
                    <a:pt x="36831" y="23131"/>
                  </a:lnTo>
                  <a:lnTo>
                    <a:pt x="37235" y="20146"/>
                  </a:lnTo>
                  <a:lnTo>
                    <a:pt x="36831" y="17161"/>
                  </a:lnTo>
                  <a:lnTo>
                    <a:pt x="36831" y="14177"/>
                  </a:lnTo>
                  <a:lnTo>
                    <a:pt x="36426" y="12685"/>
                  </a:lnTo>
                  <a:lnTo>
                    <a:pt x="35212" y="11938"/>
                  </a:lnTo>
                  <a:lnTo>
                    <a:pt x="34402" y="12685"/>
                  </a:lnTo>
                  <a:lnTo>
                    <a:pt x="33997" y="13431"/>
                  </a:lnTo>
                  <a:lnTo>
                    <a:pt x="33593" y="14177"/>
                  </a:lnTo>
                  <a:lnTo>
                    <a:pt x="31974" y="14923"/>
                  </a:lnTo>
                  <a:lnTo>
                    <a:pt x="31569" y="14923"/>
                  </a:lnTo>
                  <a:lnTo>
                    <a:pt x="31164" y="15669"/>
                  </a:lnTo>
                  <a:lnTo>
                    <a:pt x="29141" y="16415"/>
                  </a:lnTo>
                  <a:lnTo>
                    <a:pt x="27522" y="17908"/>
                  </a:lnTo>
                  <a:lnTo>
                    <a:pt x="25903" y="18654"/>
                  </a:lnTo>
                  <a:lnTo>
                    <a:pt x="24689" y="20146"/>
                  </a:lnTo>
                  <a:lnTo>
                    <a:pt x="24284" y="20146"/>
                  </a:lnTo>
                  <a:lnTo>
                    <a:pt x="22665" y="20892"/>
                  </a:lnTo>
                  <a:lnTo>
                    <a:pt x="21451" y="22385"/>
                  </a:lnTo>
                  <a:lnTo>
                    <a:pt x="20237" y="21638"/>
                  </a:lnTo>
                  <a:lnTo>
                    <a:pt x="20641" y="19400"/>
                  </a:lnTo>
                  <a:lnTo>
                    <a:pt x="21855" y="17908"/>
                  </a:lnTo>
                  <a:lnTo>
                    <a:pt x="24689" y="14923"/>
                  </a:lnTo>
                  <a:lnTo>
                    <a:pt x="27522" y="12685"/>
                  </a:lnTo>
                  <a:lnTo>
                    <a:pt x="27926" y="12685"/>
                  </a:lnTo>
                  <a:lnTo>
                    <a:pt x="30760" y="10446"/>
                  </a:lnTo>
                  <a:lnTo>
                    <a:pt x="31569" y="10446"/>
                  </a:lnTo>
                  <a:lnTo>
                    <a:pt x="32783" y="9700"/>
                  </a:lnTo>
                  <a:lnTo>
                    <a:pt x="34402" y="8208"/>
                  </a:lnTo>
                  <a:lnTo>
                    <a:pt x="34807" y="7461"/>
                  </a:lnTo>
                  <a:lnTo>
                    <a:pt x="35616" y="6715"/>
                  </a:lnTo>
                  <a:lnTo>
                    <a:pt x="36426" y="4477"/>
                  </a:lnTo>
                  <a:lnTo>
                    <a:pt x="36426" y="2238"/>
                  </a:lnTo>
                  <a:lnTo>
                    <a:pt x="36021" y="746"/>
                  </a:lnTo>
                  <a:lnTo>
                    <a:pt x="34807" y="0"/>
                  </a:lnTo>
                  <a:lnTo>
                    <a:pt x="32783" y="0"/>
                  </a:lnTo>
                  <a:lnTo>
                    <a:pt x="31569" y="746"/>
                  </a:lnTo>
                  <a:lnTo>
                    <a:pt x="29950" y="1492"/>
                  </a:lnTo>
                  <a:lnTo>
                    <a:pt x="27117" y="2238"/>
                  </a:lnTo>
                  <a:lnTo>
                    <a:pt x="26712" y="2985"/>
                  </a:lnTo>
                  <a:lnTo>
                    <a:pt x="24689" y="5223"/>
                  </a:lnTo>
                  <a:lnTo>
                    <a:pt x="23879" y="5223"/>
                  </a:lnTo>
                  <a:lnTo>
                    <a:pt x="20237" y="8208"/>
                  </a:lnTo>
                  <a:lnTo>
                    <a:pt x="17808" y="10446"/>
                  </a:lnTo>
                  <a:lnTo>
                    <a:pt x="16189" y="11192"/>
                  </a:lnTo>
                  <a:lnTo>
                    <a:pt x="16594" y="12685"/>
                  </a:lnTo>
                  <a:lnTo>
                    <a:pt x="12951" y="15669"/>
                  </a:lnTo>
                  <a:lnTo>
                    <a:pt x="12547" y="16415"/>
                  </a:lnTo>
                  <a:lnTo>
                    <a:pt x="8904" y="19400"/>
                  </a:lnTo>
                  <a:lnTo>
                    <a:pt x="8499" y="20146"/>
                  </a:lnTo>
                  <a:lnTo>
                    <a:pt x="6880" y="20892"/>
                  </a:lnTo>
                  <a:lnTo>
                    <a:pt x="6476" y="21638"/>
                  </a:lnTo>
                  <a:lnTo>
                    <a:pt x="6071" y="22385"/>
                  </a:lnTo>
                  <a:lnTo>
                    <a:pt x="5666" y="23131"/>
                  </a:lnTo>
                  <a:lnTo>
                    <a:pt x="2024" y="26861"/>
                  </a:lnTo>
                  <a:lnTo>
                    <a:pt x="809" y="27608"/>
                  </a:lnTo>
                  <a:lnTo>
                    <a:pt x="405" y="28354"/>
                  </a:lnTo>
                  <a:lnTo>
                    <a:pt x="0" y="29846"/>
                  </a:lnTo>
                  <a:lnTo>
                    <a:pt x="0" y="32085"/>
                  </a:lnTo>
                  <a:lnTo>
                    <a:pt x="405" y="33577"/>
                  </a:lnTo>
                  <a:lnTo>
                    <a:pt x="1214" y="35815"/>
                  </a:lnTo>
                  <a:lnTo>
                    <a:pt x="1619" y="36561"/>
                  </a:lnTo>
                  <a:lnTo>
                    <a:pt x="3238" y="41785"/>
                  </a:lnTo>
                  <a:lnTo>
                    <a:pt x="5666" y="48500"/>
                  </a:lnTo>
                  <a:lnTo>
                    <a:pt x="6071" y="49246"/>
                  </a:lnTo>
                  <a:lnTo>
                    <a:pt x="6476" y="50738"/>
                  </a:lnTo>
                  <a:lnTo>
                    <a:pt x="6880" y="52977"/>
                  </a:lnTo>
                  <a:lnTo>
                    <a:pt x="7285" y="53723"/>
                  </a:lnTo>
                  <a:lnTo>
                    <a:pt x="8904" y="58200"/>
                  </a:lnTo>
                  <a:lnTo>
                    <a:pt x="9713" y="61184"/>
                  </a:lnTo>
                  <a:lnTo>
                    <a:pt x="9713" y="61931"/>
                  </a:lnTo>
                  <a:lnTo>
                    <a:pt x="11332" y="67154"/>
                  </a:lnTo>
                  <a:lnTo>
                    <a:pt x="12142" y="72377"/>
                  </a:lnTo>
                  <a:lnTo>
                    <a:pt x="12547" y="76854"/>
                  </a:lnTo>
                  <a:lnTo>
                    <a:pt x="12951" y="78346"/>
                  </a:lnTo>
                  <a:lnTo>
                    <a:pt x="12951" y="81331"/>
                  </a:lnTo>
                  <a:lnTo>
                    <a:pt x="13356" y="84315"/>
                  </a:lnTo>
                  <a:lnTo>
                    <a:pt x="12547" y="87300"/>
                  </a:lnTo>
                  <a:lnTo>
                    <a:pt x="12547" y="88046"/>
                  </a:lnTo>
                  <a:lnTo>
                    <a:pt x="12142" y="89538"/>
                  </a:lnTo>
                  <a:lnTo>
                    <a:pt x="12142" y="92523"/>
                  </a:lnTo>
                  <a:lnTo>
                    <a:pt x="12547" y="93269"/>
                  </a:lnTo>
                  <a:lnTo>
                    <a:pt x="12951" y="94015"/>
                  </a:lnTo>
                  <a:lnTo>
                    <a:pt x="13356" y="94761"/>
                  </a:lnTo>
                  <a:lnTo>
                    <a:pt x="14166" y="96254"/>
                  </a:lnTo>
                  <a:lnTo>
                    <a:pt x="14975" y="97000"/>
                  </a:lnTo>
                  <a:lnTo>
                    <a:pt x="15784" y="96254"/>
                  </a:lnTo>
                  <a:lnTo>
                    <a:pt x="16594" y="93269"/>
                  </a:lnTo>
                  <a:lnTo>
                    <a:pt x="16594" y="92523"/>
                  </a:lnTo>
                  <a:lnTo>
                    <a:pt x="16999" y="90284"/>
                  </a:lnTo>
                  <a:lnTo>
                    <a:pt x="17403" y="85808"/>
                  </a:lnTo>
                  <a:lnTo>
                    <a:pt x="17403" y="82077"/>
                  </a:lnTo>
                  <a:lnTo>
                    <a:pt x="16999" y="76854"/>
                  </a:lnTo>
                  <a:lnTo>
                    <a:pt x="16594" y="76108"/>
                  </a:lnTo>
                  <a:lnTo>
                    <a:pt x="16189" y="70884"/>
                  </a:lnTo>
                  <a:lnTo>
                    <a:pt x="15784" y="65661"/>
                  </a:lnTo>
                  <a:lnTo>
                    <a:pt x="14570" y="60438"/>
                  </a:lnTo>
                  <a:lnTo>
                    <a:pt x="12951" y="53723"/>
                  </a:lnTo>
                  <a:lnTo>
                    <a:pt x="11332" y="49246"/>
                  </a:lnTo>
                  <a:lnTo>
                    <a:pt x="9309" y="44023"/>
                  </a:lnTo>
                  <a:lnTo>
                    <a:pt x="9309" y="43277"/>
                  </a:lnTo>
                  <a:lnTo>
                    <a:pt x="8499" y="41785"/>
                  </a:lnTo>
                  <a:lnTo>
                    <a:pt x="7690" y="40292"/>
                  </a:lnTo>
                  <a:lnTo>
                    <a:pt x="7285" y="37308"/>
                  </a:lnTo>
                  <a:lnTo>
                    <a:pt x="6880" y="35815"/>
                  </a:lnTo>
                  <a:lnTo>
                    <a:pt x="6880" y="34323"/>
                  </a:lnTo>
                  <a:lnTo>
                    <a:pt x="7285" y="32831"/>
                  </a:lnTo>
                  <a:lnTo>
                    <a:pt x="7690" y="32085"/>
                  </a:lnTo>
                  <a:lnTo>
                    <a:pt x="8499" y="29846"/>
                  </a:lnTo>
                  <a:lnTo>
                    <a:pt x="9309" y="28354"/>
                  </a:lnTo>
                  <a:lnTo>
                    <a:pt x="10118" y="27608"/>
                  </a:lnTo>
                  <a:lnTo>
                    <a:pt x="11737" y="26115"/>
                  </a:lnTo>
                  <a:lnTo>
                    <a:pt x="12951" y="25369"/>
                  </a:lnTo>
                  <a:lnTo>
                    <a:pt x="13356" y="24623"/>
                  </a:lnTo>
                  <a:lnTo>
                    <a:pt x="14166" y="25369"/>
                  </a:lnTo>
                  <a:lnTo>
                    <a:pt x="14570" y="26115"/>
                  </a:lnTo>
                  <a:lnTo>
                    <a:pt x="14570" y="27608"/>
                  </a:lnTo>
                  <a:lnTo>
                    <a:pt x="14166" y="28354"/>
                  </a:lnTo>
                  <a:lnTo>
                    <a:pt x="13356" y="29100"/>
                  </a:lnTo>
                  <a:lnTo>
                    <a:pt x="12547" y="30592"/>
                  </a:lnTo>
                  <a:lnTo>
                    <a:pt x="12142" y="31338"/>
                  </a:lnTo>
                  <a:lnTo>
                    <a:pt x="12142" y="38054"/>
                  </a:lnTo>
                  <a:lnTo>
                    <a:pt x="12547" y="39546"/>
                  </a:lnTo>
                  <a:lnTo>
                    <a:pt x="12951" y="40292"/>
                  </a:lnTo>
                  <a:lnTo>
                    <a:pt x="13356" y="41785"/>
                  </a:lnTo>
                  <a:lnTo>
                    <a:pt x="13761" y="43277"/>
                  </a:lnTo>
                  <a:lnTo>
                    <a:pt x="14570" y="44023"/>
                  </a:lnTo>
                  <a:lnTo>
                    <a:pt x="15380" y="46261"/>
                  </a:lnTo>
                  <a:lnTo>
                    <a:pt x="15784" y="48500"/>
                  </a:lnTo>
                  <a:lnTo>
                    <a:pt x="16594" y="51485"/>
                  </a:lnTo>
                  <a:lnTo>
                    <a:pt x="16999" y="52231"/>
                  </a:lnTo>
                  <a:lnTo>
                    <a:pt x="17403" y="52977"/>
                  </a:lnTo>
                  <a:lnTo>
                    <a:pt x="17808" y="53723"/>
                  </a:lnTo>
                  <a:lnTo>
                    <a:pt x="18213" y="53723"/>
                  </a:lnTo>
                  <a:lnTo>
                    <a:pt x="18618" y="54469"/>
                  </a:lnTo>
                  <a:lnTo>
                    <a:pt x="21046" y="54469"/>
                  </a:lnTo>
                  <a:lnTo>
                    <a:pt x="21855" y="53723"/>
                  </a:lnTo>
                  <a:lnTo>
                    <a:pt x="22260" y="52977"/>
                  </a:lnTo>
                  <a:lnTo>
                    <a:pt x="22665" y="52231"/>
                  </a:lnTo>
                  <a:lnTo>
                    <a:pt x="23474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4284" y="58946"/>
                  </a:lnTo>
                  <a:lnTo>
                    <a:pt x="27117" y="58946"/>
                  </a:lnTo>
                  <a:lnTo>
                    <a:pt x="27522" y="59692"/>
                  </a:lnTo>
                  <a:lnTo>
                    <a:pt x="29141" y="60438"/>
                  </a:lnTo>
                  <a:lnTo>
                    <a:pt x="29545" y="61184"/>
                  </a:lnTo>
                  <a:lnTo>
                    <a:pt x="29141" y="62677"/>
                  </a:lnTo>
                  <a:lnTo>
                    <a:pt x="28331" y="63423"/>
                  </a:lnTo>
                  <a:lnTo>
                    <a:pt x="27926" y="64169"/>
                  </a:lnTo>
                  <a:lnTo>
                    <a:pt x="26712" y="64915"/>
                  </a:lnTo>
                  <a:lnTo>
                    <a:pt x="25903" y="65661"/>
                  </a:lnTo>
                  <a:lnTo>
                    <a:pt x="25498" y="66408"/>
                  </a:lnTo>
                  <a:lnTo>
                    <a:pt x="24284" y="69392"/>
                  </a:lnTo>
                  <a:lnTo>
                    <a:pt x="23879" y="71631"/>
                  </a:lnTo>
                  <a:lnTo>
                    <a:pt x="23474" y="73123"/>
                  </a:lnTo>
                  <a:lnTo>
                    <a:pt x="23879" y="73869"/>
                  </a:lnTo>
                  <a:lnTo>
                    <a:pt x="24284" y="74615"/>
                  </a:lnTo>
                  <a:lnTo>
                    <a:pt x="24689" y="75361"/>
                  </a:lnTo>
                  <a:lnTo>
                    <a:pt x="25093" y="76108"/>
                  </a:lnTo>
                  <a:lnTo>
                    <a:pt x="26307" y="76854"/>
                  </a:lnTo>
                  <a:lnTo>
                    <a:pt x="27117" y="75361"/>
                  </a:lnTo>
                  <a:lnTo>
                    <a:pt x="27522" y="73869"/>
                  </a:lnTo>
                  <a:lnTo>
                    <a:pt x="28736" y="72377"/>
                  </a:lnTo>
                  <a:lnTo>
                    <a:pt x="30355" y="70884"/>
                  </a:lnTo>
                  <a:lnTo>
                    <a:pt x="30760" y="70138"/>
                  </a:lnTo>
                  <a:lnTo>
                    <a:pt x="31569" y="69392"/>
                  </a:lnTo>
                  <a:lnTo>
                    <a:pt x="33593" y="69392"/>
                  </a:lnTo>
                  <a:lnTo>
                    <a:pt x="33997" y="70884"/>
                  </a:lnTo>
                  <a:lnTo>
                    <a:pt x="33997" y="72377"/>
                  </a:lnTo>
                  <a:lnTo>
                    <a:pt x="33593" y="75361"/>
                  </a:lnTo>
                  <a:lnTo>
                    <a:pt x="33188" y="76854"/>
                  </a:lnTo>
                  <a:lnTo>
                    <a:pt x="33188" y="79838"/>
                  </a:lnTo>
                  <a:lnTo>
                    <a:pt x="31569" y="81331"/>
                  </a:lnTo>
                  <a:lnTo>
                    <a:pt x="31164" y="81331"/>
                  </a:lnTo>
                  <a:lnTo>
                    <a:pt x="29545" y="82077"/>
                  </a:lnTo>
                  <a:lnTo>
                    <a:pt x="28736" y="83569"/>
                  </a:lnTo>
                  <a:lnTo>
                    <a:pt x="27522" y="85808"/>
                  </a:lnTo>
                  <a:lnTo>
                    <a:pt x="27522" y="88792"/>
                  </a:lnTo>
                  <a:lnTo>
                    <a:pt x="27926" y="90284"/>
                  </a:lnTo>
                  <a:lnTo>
                    <a:pt x="28331" y="91777"/>
                  </a:lnTo>
                  <a:lnTo>
                    <a:pt x="29950" y="93269"/>
                  </a:lnTo>
                  <a:lnTo>
                    <a:pt x="31164" y="94015"/>
                  </a:lnTo>
                  <a:lnTo>
                    <a:pt x="32378" y="94015"/>
                  </a:lnTo>
                  <a:lnTo>
                    <a:pt x="33593" y="93269"/>
                  </a:lnTo>
                  <a:lnTo>
                    <a:pt x="34402" y="92523"/>
                  </a:lnTo>
                  <a:lnTo>
                    <a:pt x="36021" y="89538"/>
                  </a:lnTo>
                  <a:lnTo>
                    <a:pt x="37235" y="85808"/>
                  </a:lnTo>
                  <a:lnTo>
                    <a:pt x="37640" y="85061"/>
                  </a:lnTo>
                  <a:lnTo>
                    <a:pt x="38449" y="82077"/>
                  </a:lnTo>
                  <a:lnTo>
                    <a:pt x="39259" y="80584"/>
                  </a:lnTo>
                  <a:lnTo>
                    <a:pt x="39259" y="79838"/>
                  </a:lnTo>
                  <a:lnTo>
                    <a:pt x="39664" y="76854"/>
                  </a:lnTo>
                  <a:lnTo>
                    <a:pt x="39259" y="73123"/>
                  </a:lnTo>
                  <a:lnTo>
                    <a:pt x="39259" y="69392"/>
                  </a:lnTo>
                  <a:lnTo>
                    <a:pt x="39664" y="67154"/>
                  </a:lnTo>
                  <a:lnTo>
                    <a:pt x="40068" y="65661"/>
                  </a:lnTo>
                  <a:lnTo>
                    <a:pt x="40878" y="64915"/>
                  </a:lnTo>
                  <a:lnTo>
                    <a:pt x="41687" y="64169"/>
                  </a:lnTo>
                  <a:lnTo>
                    <a:pt x="42092" y="64169"/>
                  </a:lnTo>
                  <a:lnTo>
                    <a:pt x="43711" y="62677"/>
                  </a:lnTo>
                  <a:lnTo>
                    <a:pt x="46139" y="62677"/>
                  </a:lnTo>
                  <a:lnTo>
                    <a:pt x="46949" y="61931"/>
                  </a:lnTo>
                  <a:lnTo>
                    <a:pt x="46949" y="61184"/>
                  </a:lnTo>
                  <a:lnTo>
                    <a:pt x="47354" y="59692"/>
                  </a:lnTo>
                  <a:lnTo>
                    <a:pt x="47354" y="57454"/>
                  </a:lnTo>
                  <a:lnTo>
                    <a:pt x="47758" y="56708"/>
                  </a:lnTo>
                  <a:lnTo>
                    <a:pt x="47758" y="55215"/>
                  </a:lnTo>
                  <a:lnTo>
                    <a:pt x="47354" y="54469"/>
                  </a:lnTo>
                  <a:close/>
                  <a:moveTo>
                    <a:pt x="18618" y="37308"/>
                  </a:moveTo>
                  <a:lnTo>
                    <a:pt x="17403" y="36561"/>
                  </a:lnTo>
                  <a:lnTo>
                    <a:pt x="17808" y="34323"/>
                  </a:lnTo>
                  <a:lnTo>
                    <a:pt x="18213" y="33577"/>
                  </a:lnTo>
                  <a:lnTo>
                    <a:pt x="18618" y="32831"/>
                  </a:lnTo>
                  <a:lnTo>
                    <a:pt x="19832" y="30592"/>
                  </a:lnTo>
                  <a:lnTo>
                    <a:pt x="21451" y="29100"/>
                  </a:lnTo>
                  <a:lnTo>
                    <a:pt x="22665" y="27608"/>
                  </a:lnTo>
                  <a:lnTo>
                    <a:pt x="24284" y="26861"/>
                  </a:lnTo>
                  <a:lnTo>
                    <a:pt x="24689" y="26115"/>
                  </a:lnTo>
                  <a:lnTo>
                    <a:pt x="25498" y="25369"/>
                  </a:lnTo>
                  <a:lnTo>
                    <a:pt x="26712" y="24623"/>
                  </a:lnTo>
                  <a:lnTo>
                    <a:pt x="28331" y="24623"/>
                  </a:lnTo>
                  <a:lnTo>
                    <a:pt x="29141" y="23877"/>
                  </a:lnTo>
                  <a:lnTo>
                    <a:pt x="30760" y="23877"/>
                  </a:lnTo>
                  <a:lnTo>
                    <a:pt x="31164" y="26115"/>
                  </a:lnTo>
                  <a:lnTo>
                    <a:pt x="30760" y="26861"/>
                  </a:lnTo>
                  <a:lnTo>
                    <a:pt x="28736" y="27608"/>
                  </a:lnTo>
                  <a:lnTo>
                    <a:pt x="27926" y="28354"/>
                  </a:lnTo>
                  <a:lnTo>
                    <a:pt x="27522" y="29100"/>
                  </a:lnTo>
                  <a:lnTo>
                    <a:pt x="26712" y="30592"/>
                  </a:lnTo>
                  <a:lnTo>
                    <a:pt x="25093" y="31338"/>
                  </a:lnTo>
                  <a:lnTo>
                    <a:pt x="24689" y="32085"/>
                  </a:lnTo>
                  <a:lnTo>
                    <a:pt x="23474" y="32831"/>
                  </a:lnTo>
                  <a:lnTo>
                    <a:pt x="22260" y="33577"/>
                  </a:lnTo>
                  <a:lnTo>
                    <a:pt x="21451" y="35069"/>
                  </a:lnTo>
                  <a:lnTo>
                    <a:pt x="20237" y="35815"/>
                  </a:lnTo>
                  <a:lnTo>
                    <a:pt x="19427" y="37308"/>
                  </a:lnTo>
                  <a:close/>
                  <a:moveTo>
                    <a:pt x="29141" y="39546"/>
                  </a:moveTo>
                  <a:lnTo>
                    <a:pt x="27522" y="40292"/>
                  </a:lnTo>
                  <a:lnTo>
                    <a:pt x="27117" y="41038"/>
                  </a:lnTo>
                  <a:lnTo>
                    <a:pt x="25093" y="43277"/>
                  </a:lnTo>
                  <a:lnTo>
                    <a:pt x="23474" y="44769"/>
                  </a:lnTo>
                  <a:lnTo>
                    <a:pt x="22665" y="45515"/>
                  </a:lnTo>
                  <a:lnTo>
                    <a:pt x="19832" y="45515"/>
                  </a:lnTo>
                  <a:lnTo>
                    <a:pt x="20237" y="43277"/>
                  </a:lnTo>
                  <a:lnTo>
                    <a:pt x="21855" y="41785"/>
                  </a:lnTo>
                  <a:lnTo>
                    <a:pt x="23474" y="40292"/>
                  </a:lnTo>
                  <a:lnTo>
                    <a:pt x="25093" y="38800"/>
                  </a:lnTo>
                  <a:lnTo>
                    <a:pt x="25498" y="38054"/>
                  </a:lnTo>
                  <a:lnTo>
                    <a:pt x="26712" y="37308"/>
                  </a:lnTo>
                  <a:lnTo>
                    <a:pt x="27926" y="35815"/>
                  </a:lnTo>
                  <a:lnTo>
                    <a:pt x="28331" y="35069"/>
                  </a:lnTo>
                  <a:lnTo>
                    <a:pt x="28736" y="34323"/>
                  </a:lnTo>
                  <a:lnTo>
                    <a:pt x="29545" y="33577"/>
                  </a:lnTo>
                  <a:lnTo>
                    <a:pt x="33188" y="33577"/>
                  </a:lnTo>
                  <a:lnTo>
                    <a:pt x="33593" y="34323"/>
                  </a:lnTo>
                  <a:lnTo>
                    <a:pt x="32378" y="35815"/>
                  </a:lnTo>
                  <a:lnTo>
                    <a:pt x="31974" y="36561"/>
                  </a:lnTo>
                  <a:close/>
                  <a:moveTo>
                    <a:pt x="31974" y="47008"/>
                  </a:moveTo>
                  <a:lnTo>
                    <a:pt x="30760" y="47008"/>
                  </a:lnTo>
                  <a:lnTo>
                    <a:pt x="30355" y="46261"/>
                  </a:lnTo>
                  <a:lnTo>
                    <a:pt x="29950" y="45515"/>
                  </a:lnTo>
                  <a:cubicBezTo>
                    <a:pt x="30355" y="45515"/>
                    <a:pt x="30355" y="44769"/>
                    <a:pt x="30760" y="44769"/>
                  </a:cubicBezTo>
                  <a:cubicBezTo>
                    <a:pt x="31164" y="44769"/>
                    <a:pt x="31164" y="44023"/>
                    <a:pt x="31164" y="44023"/>
                  </a:cubicBezTo>
                  <a:lnTo>
                    <a:pt x="31569" y="43277"/>
                  </a:lnTo>
                  <a:cubicBezTo>
                    <a:pt x="31974" y="43277"/>
                    <a:pt x="31974" y="42531"/>
                    <a:pt x="31974" y="42531"/>
                  </a:cubicBezTo>
                  <a:cubicBezTo>
                    <a:pt x="31974" y="42531"/>
                    <a:pt x="32378" y="41785"/>
                    <a:pt x="32783" y="41785"/>
                  </a:cubicBezTo>
                  <a:cubicBezTo>
                    <a:pt x="33188" y="41785"/>
                    <a:pt x="33188" y="41785"/>
                    <a:pt x="33593" y="42531"/>
                  </a:cubicBezTo>
                  <a:cubicBezTo>
                    <a:pt x="33997" y="43277"/>
                    <a:pt x="33997" y="43277"/>
                    <a:pt x="33997" y="44023"/>
                  </a:cubicBezTo>
                  <a:cubicBezTo>
                    <a:pt x="33997" y="44769"/>
                    <a:pt x="33593" y="44769"/>
                    <a:pt x="33593" y="45515"/>
                  </a:cubicBezTo>
                  <a:lnTo>
                    <a:pt x="33188" y="45515"/>
                  </a:lnTo>
                  <a:cubicBezTo>
                    <a:pt x="33188" y="46261"/>
                    <a:pt x="33188" y="46261"/>
                    <a:pt x="32783" y="46261"/>
                  </a:cubicBezTo>
                  <a:cubicBezTo>
                    <a:pt x="32378" y="46261"/>
                    <a:pt x="32378" y="47008"/>
                    <a:pt x="31974" y="47008"/>
                  </a:cubicBezTo>
                  <a:cubicBezTo>
                    <a:pt x="31569" y="47008"/>
                    <a:pt x="32378" y="47008"/>
                    <a:pt x="31974" y="47008"/>
                  </a:cubicBezTo>
                  <a:close/>
                  <a:moveTo>
                    <a:pt x="35616" y="55215"/>
                  </a:moveTo>
                  <a:lnTo>
                    <a:pt x="33997" y="55961"/>
                  </a:lnTo>
                  <a:lnTo>
                    <a:pt x="33188" y="55961"/>
                  </a:lnTo>
                  <a:lnTo>
                    <a:pt x="32783" y="55215"/>
                  </a:lnTo>
                  <a:lnTo>
                    <a:pt x="32783" y="54469"/>
                  </a:lnTo>
                  <a:lnTo>
                    <a:pt x="33188" y="53723"/>
                  </a:lnTo>
                  <a:lnTo>
                    <a:pt x="33593" y="52977"/>
                  </a:lnTo>
                  <a:lnTo>
                    <a:pt x="33997" y="52231"/>
                  </a:lnTo>
                  <a:lnTo>
                    <a:pt x="34402" y="51485"/>
                  </a:lnTo>
                  <a:lnTo>
                    <a:pt x="35212" y="50738"/>
                  </a:lnTo>
                  <a:cubicBezTo>
                    <a:pt x="35616" y="51485"/>
                    <a:pt x="35616" y="52231"/>
                    <a:pt x="35616" y="537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10317052" y="321877"/>
              <a:ext cx="23474" cy="80584"/>
            </a:xfrm>
            <a:custGeom>
              <a:avLst/>
              <a:gdLst>
                <a:gd name="connsiteX0" fmla="*/ 4047 w 23474"/>
                <a:gd name="connsiteY0" fmla="*/ 52231 h 80584"/>
                <a:gd name="connsiteX1" fmla="*/ 3238 w 23474"/>
                <a:gd name="connsiteY1" fmla="*/ 54469 h 80584"/>
                <a:gd name="connsiteX2" fmla="*/ 3238 w 23474"/>
                <a:gd name="connsiteY2" fmla="*/ 55215 h 80584"/>
                <a:gd name="connsiteX3" fmla="*/ 2833 w 23474"/>
                <a:gd name="connsiteY3" fmla="*/ 57454 h 80584"/>
                <a:gd name="connsiteX4" fmla="*/ 2833 w 23474"/>
                <a:gd name="connsiteY4" fmla="*/ 61184 h 80584"/>
                <a:gd name="connsiteX5" fmla="*/ 2024 w 23474"/>
                <a:gd name="connsiteY5" fmla="*/ 63423 h 80584"/>
                <a:gd name="connsiteX6" fmla="*/ 809 w 23474"/>
                <a:gd name="connsiteY6" fmla="*/ 65661 h 80584"/>
                <a:gd name="connsiteX7" fmla="*/ 809 w 23474"/>
                <a:gd name="connsiteY7" fmla="*/ 66408 h 80584"/>
                <a:gd name="connsiteX8" fmla="*/ 0 w 23474"/>
                <a:gd name="connsiteY8" fmla="*/ 67154 h 80584"/>
                <a:gd name="connsiteX9" fmla="*/ 0 w 23474"/>
                <a:gd name="connsiteY9" fmla="*/ 73123 h 80584"/>
                <a:gd name="connsiteX10" fmla="*/ 809 w 23474"/>
                <a:gd name="connsiteY10" fmla="*/ 74615 h 80584"/>
                <a:gd name="connsiteX11" fmla="*/ 809 w 23474"/>
                <a:gd name="connsiteY11" fmla="*/ 77600 h 80584"/>
                <a:gd name="connsiteX12" fmla="*/ 1214 w 23474"/>
                <a:gd name="connsiteY12" fmla="*/ 79092 h 80584"/>
                <a:gd name="connsiteX13" fmla="*/ 2833 w 23474"/>
                <a:gd name="connsiteY13" fmla="*/ 79092 h 80584"/>
                <a:gd name="connsiteX14" fmla="*/ 3238 w 23474"/>
                <a:gd name="connsiteY14" fmla="*/ 78346 h 80584"/>
                <a:gd name="connsiteX15" fmla="*/ 4047 w 23474"/>
                <a:gd name="connsiteY15" fmla="*/ 76854 h 80584"/>
                <a:gd name="connsiteX16" fmla="*/ 4857 w 23474"/>
                <a:gd name="connsiteY16" fmla="*/ 74615 h 80584"/>
                <a:gd name="connsiteX17" fmla="*/ 4857 w 23474"/>
                <a:gd name="connsiteY17" fmla="*/ 72377 h 80584"/>
                <a:gd name="connsiteX18" fmla="*/ 5261 w 23474"/>
                <a:gd name="connsiteY18" fmla="*/ 70138 h 80584"/>
                <a:gd name="connsiteX19" fmla="*/ 5666 w 23474"/>
                <a:gd name="connsiteY19" fmla="*/ 67900 h 80584"/>
                <a:gd name="connsiteX20" fmla="*/ 6071 w 23474"/>
                <a:gd name="connsiteY20" fmla="*/ 65661 h 80584"/>
                <a:gd name="connsiteX21" fmla="*/ 6880 w 23474"/>
                <a:gd name="connsiteY21" fmla="*/ 64169 h 80584"/>
                <a:gd name="connsiteX22" fmla="*/ 7285 w 23474"/>
                <a:gd name="connsiteY22" fmla="*/ 63423 h 80584"/>
                <a:gd name="connsiteX23" fmla="*/ 7285 w 23474"/>
                <a:gd name="connsiteY23" fmla="*/ 62677 h 80584"/>
                <a:gd name="connsiteX24" fmla="*/ 8904 w 23474"/>
                <a:gd name="connsiteY24" fmla="*/ 61931 h 80584"/>
                <a:gd name="connsiteX25" fmla="*/ 10118 w 23474"/>
                <a:gd name="connsiteY25" fmla="*/ 62677 h 80584"/>
                <a:gd name="connsiteX26" fmla="*/ 10118 w 23474"/>
                <a:gd name="connsiteY26" fmla="*/ 63423 h 80584"/>
                <a:gd name="connsiteX27" fmla="*/ 11332 w 23474"/>
                <a:gd name="connsiteY27" fmla="*/ 64169 h 80584"/>
                <a:gd name="connsiteX28" fmla="*/ 11332 w 23474"/>
                <a:gd name="connsiteY28" fmla="*/ 76854 h 80584"/>
                <a:gd name="connsiteX29" fmla="*/ 12142 w 23474"/>
                <a:gd name="connsiteY29" fmla="*/ 79092 h 80584"/>
                <a:gd name="connsiteX30" fmla="*/ 12951 w 23474"/>
                <a:gd name="connsiteY30" fmla="*/ 79092 h 80584"/>
                <a:gd name="connsiteX31" fmla="*/ 12951 w 23474"/>
                <a:gd name="connsiteY31" fmla="*/ 79838 h 80584"/>
                <a:gd name="connsiteX32" fmla="*/ 13761 w 23474"/>
                <a:gd name="connsiteY32" fmla="*/ 80584 h 80584"/>
                <a:gd name="connsiteX33" fmla="*/ 14570 w 23474"/>
                <a:gd name="connsiteY33" fmla="*/ 79092 h 80584"/>
                <a:gd name="connsiteX34" fmla="*/ 14975 w 23474"/>
                <a:gd name="connsiteY34" fmla="*/ 76854 h 80584"/>
                <a:gd name="connsiteX35" fmla="*/ 15380 w 23474"/>
                <a:gd name="connsiteY35" fmla="*/ 73869 h 80584"/>
                <a:gd name="connsiteX36" fmla="*/ 15784 w 23474"/>
                <a:gd name="connsiteY36" fmla="*/ 70884 h 80584"/>
                <a:gd name="connsiteX37" fmla="*/ 16189 w 23474"/>
                <a:gd name="connsiteY37" fmla="*/ 69392 h 80584"/>
                <a:gd name="connsiteX38" fmla="*/ 16594 w 23474"/>
                <a:gd name="connsiteY38" fmla="*/ 67154 h 80584"/>
                <a:gd name="connsiteX39" fmla="*/ 17403 w 23474"/>
                <a:gd name="connsiteY39" fmla="*/ 64169 h 80584"/>
                <a:gd name="connsiteX40" fmla="*/ 18213 w 23474"/>
                <a:gd name="connsiteY40" fmla="*/ 61931 h 80584"/>
                <a:gd name="connsiteX41" fmla="*/ 18618 w 23474"/>
                <a:gd name="connsiteY41" fmla="*/ 60438 h 80584"/>
                <a:gd name="connsiteX42" fmla="*/ 19022 w 23474"/>
                <a:gd name="connsiteY42" fmla="*/ 58946 h 80584"/>
                <a:gd name="connsiteX43" fmla="*/ 18618 w 23474"/>
                <a:gd name="connsiteY43" fmla="*/ 55961 h 80584"/>
                <a:gd name="connsiteX44" fmla="*/ 17403 w 23474"/>
                <a:gd name="connsiteY44" fmla="*/ 55215 h 80584"/>
                <a:gd name="connsiteX45" fmla="*/ 15784 w 23474"/>
                <a:gd name="connsiteY45" fmla="*/ 54469 h 80584"/>
                <a:gd name="connsiteX46" fmla="*/ 14166 w 23474"/>
                <a:gd name="connsiteY46" fmla="*/ 54469 h 80584"/>
                <a:gd name="connsiteX47" fmla="*/ 12951 w 23474"/>
                <a:gd name="connsiteY47" fmla="*/ 53723 h 80584"/>
                <a:gd name="connsiteX48" fmla="*/ 12547 w 23474"/>
                <a:gd name="connsiteY48" fmla="*/ 52977 h 80584"/>
                <a:gd name="connsiteX49" fmla="*/ 11737 w 23474"/>
                <a:gd name="connsiteY49" fmla="*/ 52231 h 80584"/>
                <a:gd name="connsiteX50" fmla="*/ 11332 w 23474"/>
                <a:gd name="connsiteY50" fmla="*/ 48500 h 80584"/>
                <a:gd name="connsiteX51" fmla="*/ 11332 w 23474"/>
                <a:gd name="connsiteY51" fmla="*/ 44769 h 80584"/>
                <a:gd name="connsiteX52" fmla="*/ 11737 w 23474"/>
                <a:gd name="connsiteY52" fmla="*/ 41038 h 80584"/>
                <a:gd name="connsiteX53" fmla="*/ 12142 w 23474"/>
                <a:gd name="connsiteY53" fmla="*/ 38800 h 80584"/>
                <a:gd name="connsiteX54" fmla="*/ 12951 w 23474"/>
                <a:gd name="connsiteY54" fmla="*/ 37308 h 80584"/>
                <a:gd name="connsiteX55" fmla="*/ 13761 w 23474"/>
                <a:gd name="connsiteY55" fmla="*/ 36561 h 80584"/>
                <a:gd name="connsiteX56" fmla="*/ 14975 w 23474"/>
                <a:gd name="connsiteY56" fmla="*/ 35069 h 80584"/>
                <a:gd name="connsiteX57" fmla="*/ 20237 w 23474"/>
                <a:gd name="connsiteY57" fmla="*/ 35069 h 80584"/>
                <a:gd name="connsiteX58" fmla="*/ 21451 w 23474"/>
                <a:gd name="connsiteY58" fmla="*/ 34323 h 80584"/>
                <a:gd name="connsiteX59" fmla="*/ 22665 w 23474"/>
                <a:gd name="connsiteY59" fmla="*/ 32831 h 80584"/>
                <a:gd name="connsiteX60" fmla="*/ 23474 w 23474"/>
                <a:gd name="connsiteY60" fmla="*/ 29846 h 80584"/>
                <a:gd name="connsiteX61" fmla="*/ 23474 w 23474"/>
                <a:gd name="connsiteY61" fmla="*/ 27608 h 80584"/>
                <a:gd name="connsiteX62" fmla="*/ 22665 w 23474"/>
                <a:gd name="connsiteY62" fmla="*/ 26115 h 80584"/>
                <a:gd name="connsiteX63" fmla="*/ 22260 w 23474"/>
                <a:gd name="connsiteY63" fmla="*/ 25369 h 80584"/>
                <a:gd name="connsiteX64" fmla="*/ 16189 w 23474"/>
                <a:gd name="connsiteY64" fmla="*/ 25369 h 80584"/>
                <a:gd name="connsiteX65" fmla="*/ 15380 w 23474"/>
                <a:gd name="connsiteY65" fmla="*/ 24623 h 80584"/>
                <a:gd name="connsiteX66" fmla="*/ 15380 w 23474"/>
                <a:gd name="connsiteY66" fmla="*/ 20892 h 80584"/>
                <a:gd name="connsiteX67" fmla="*/ 15784 w 23474"/>
                <a:gd name="connsiteY67" fmla="*/ 17908 h 80584"/>
                <a:gd name="connsiteX68" fmla="*/ 16594 w 23474"/>
                <a:gd name="connsiteY68" fmla="*/ 15669 h 80584"/>
                <a:gd name="connsiteX69" fmla="*/ 17403 w 23474"/>
                <a:gd name="connsiteY69" fmla="*/ 13431 h 80584"/>
                <a:gd name="connsiteX70" fmla="*/ 17808 w 23474"/>
                <a:gd name="connsiteY70" fmla="*/ 13431 h 80584"/>
                <a:gd name="connsiteX71" fmla="*/ 19427 w 23474"/>
                <a:gd name="connsiteY71" fmla="*/ 9700 h 80584"/>
                <a:gd name="connsiteX72" fmla="*/ 19832 w 23474"/>
                <a:gd name="connsiteY72" fmla="*/ 8208 h 80584"/>
                <a:gd name="connsiteX73" fmla="*/ 20641 w 23474"/>
                <a:gd name="connsiteY73" fmla="*/ 5969 h 80584"/>
                <a:gd name="connsiteX74" fmla="*/ 20641 w 23474"/>
                <a:gd name="connsiteY74" fmla="*/ 3731 h 80584"/>
                <a:gd name="connsiteX75" fmla="*/ 20237 w 23474"/>
                <a:gd name="connsiteY75" fmla="*/ 2238 h 80584"/>
                <a:gd name="connsiteX76" fmla="*/ 19832 w 23474"/>
                <a:gd name="connsiteY76" fmla="*/ 2238 h 80584"/>
                <a:gd name="connsiteX77" fmla="*/ 19427 w 23474"/>
                <a:gd name="connsiteY77" fmla="*/ 746 h 80584"/>
                <a:gd name="connsiteX78" fmla="*/ 18213 w 23474"/>
                <a:gd name="connsiteY78" fmla="*/ 0 h 80584"/>
                <a:gd name="connsiteX79" fmla="*/ 16594 w 23474"/>
                <a:gd name="connsiteY79" fmla="*/ 0 h 80584"/>
                <a:gd name="connsiteX80" fmla="*/ 15784 w 23474"/>
                <a:gd name="connsiteY80" fmla="*/ 2238 h 80584"/>
                <a:gd name="connsiteX81" fmla="*/ 14975 w 23474"/>
                <a:gd name="connsiteY81" fmla="*/ 4477 h 80584"/>
                <a:gd name="connsiteX82" fmla="*/ 14166 w 23474"/>
                <a:gd name="connsiteY82" fmla="*/ 4477 h 80584"/>
                <a:gd name="connsiteX83" fmla="*/ 14166 w 23474"/>
                <a:gd name="connsiteY83" fmla="*/ 7461 h 80584"/>
                <a:gd name="connsiteX84" fmla="*/ 12951 w 23474"/>
                <a:gd name="connsiteY84" fmla="*/ 8954 h 80584"/>
                <a:gd name="connsiteX85" fmla="*/ 12951 w 23474"/>
                <a:gd name="connsiteY85" fmla="*/ 9700 h 80584"/>
                <a:gd name="connsiteX86" fmla="*/ 12142 w 23474"/>
                <a:gd name="connsiteY86" fmla="*/ 13431 h 80584"/>
                <a:gd name="connsiteX87" fmla="*/ 11332 w 23474"/>
                <a:gd name="connsiteY87" fmla="*/ 16415 h 80584"/>
                <a:gd name="connsiteX88" fmla="*/ 11332 w 23474"/>
                <a:gd name="connsiteY88" fmla="*/ 20146 h 80584"/>
                <a:gd name="connsiteX89" fmla="*/ 10928 w 23474"/>
                <a:gd name="connsiteY89" fmla="*/ 23131 h 80584"/>
                <a:gd name="connsiteX90" fmla="*/ 10523 w 23474"/>
                <a:gd name="connsiteY90" fmla="*/ 26861 h 80584"/>
                <a:gd name="connsiteX91" fmla="*/ 10118 w 23474"/>
                <a:gd name="connsiteY91" fmla="*/ 29100 h 80584"/>
                <a:gd name="connsiteX92" fmla="*/ 10118 w 23474"/>
                <a:gd name="connsiteY92" fmla="*/ 29846 h 80584"/>
                <a:gd name="connsiteX93" fmla="*/ 9309 w 23474"/>
                <a:gd name="connsiteY93" fmla="*/ 32085 h 80584"/>
                <a:gd name="connsiteX94" fmla="*/ 8904 w 23474"/>
                <a:gd name="connsiteY94" fmla="*/ 35069 h 80584"/>
                <a:gd name="connsiteX95" fmla="*/ 8499 w 23474"/>
                <a:gd name="connsiteY95" fmla="*/ 38054 h 80584"/>
                <a:gd name="connsiteX96" fmla="*/ 7690 w 23474"/>
                <a:gd name="connsiteY96" fmla="*/ 40292 h 80584"/>
                <a:gd name="connsiteX97" fmla="*/ 7285 w 23474"/>
                <a:gd name="connsiteY97" fmla="*/ 41038 h 80584"/>
                <a:gd name="connsiteX98" fmla="*/ 6476 w 23474"/>
                <a:gd name="connsiteY98" fmla="*/ 44023 h 80584"/>
                <a:gd name="connsiteX99" fmla="*/ 5261 w 23474"/>
                <a:gd name="connsiteY99" fmla="*/ 47008 h 80584"/>
                <a:gd name="connsiteX100" fmla="*/ 4857 w 23474"/>
                <a:gd name="connsiteY100" fmla="*/ 49992 h 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3474" h="80584">
                  <a:moveTo>
                    <a:pt x="4047" y="52231"/>
                  </a:moveTo>
                  <a:lnTo>
                    <a:pt x="3238" y="54469"/>
                  </a:lnTo>
                  <a:lnTo>
                    <a:pt x="3238" y="55215"/>
                  </a:lnTo>
                  <a:lnTo>
                    <a:pt x="2833" y="57454"/>
                  </a:lnTo>
                  <a:lnTo>
                    <a:pt x="2833" y="61184"/>
                  </a:lnTo>
                  <a:lnTo>
                    <a:pt x="2024" y="63423"/>
                  </a:lnTo>
                  <a:lnTo>
                    <a:pt x="809" y="65661"/>
                  </a:lnTo>
                  <a:lnTo>
                    <a:pt x="809" y="66408"/>
                  </a:lnTo>
                  <a:lnTo>
                    <a:pt x="0" y="67154"/>
                  </a:lnTo>
                  <a:lnTo>
                    <a:pt x="0" y="73123"/>
                  </a:lnTo>
                  <a:lnTo>
                    <a:pt x="809" y="74615"/>
                  </a:lnTo>
                  <a:lnTo>
                    <a:pt x="809" y="77600"/>
                  </a:lnTo>
                  <a:lnTo>
                    <a:pt x="1214" y="79092"/>
                  </a:lnTo>
                  <a:lnTo>
                    <a:pt x="2833" y="79092"/>
                  </a:lnTo>
                  <a:lnTo>
                    <a:pt x="3238" y="78346"/>
                  </a:lnTo>
                  <a:lnTo>
                    <a:pt x="4047" y="76854"/>
                  </a:lnTo>
                  <a:lnTo>
                    <a:pt x="4857" y="74615"/>
                  </a:lnTo>
                  <a:lnTo>
                    <a:pt x="4857" y="72377"/>
                  </a:lnTo>
                  <a:lnTo>
                    <a:pt x="5261" y="70138"/>
                  </a:lnTo>
                  <a:lnTo>
                    <a:pt x="5666" y="67900"/>
                  </a:lnTo>
                  <a:lnTo>
                    <a:pt x="6071" y="65661"/>
                  </a:lnTo>
                  <a:lnTo>
                    <a:pt x="6880" y="64169"/>
                  </a:lnTo>
                  <a:lnTo>
                    <a:pt x="7285" y="63423"/>
                  </a:lnTo>
                  <a:lnTo>
                    <a:pt x="7285" y="62677"/>
                  </a:lnTo>
                  <a:lnTo>
                    <a:pt x="8904" y="61931"/>
                  </a:lnTo>
                  <a:lnTo>
                    <a:pt x="10118" y="62677"/>
                  </a:lnTo>
                  <a:lnTo>
                    <a:pt x="10118" y="63423"/>
                  </a:lnTo>
                  <a:lnTo>
                    <a:pt x="11332" y="64169"/>
                  </a:lnTo>
                  <a:lnTo>
                    <a:pt x="11332" y="76854"/>
                  </a:lnTo>
                  <a:lnTo>
                    <a:pt x="12142" y="79092"/>
                  </a:lnTo>
                  <a:lnTo>
                    <a:pt x="12951" y="79092"/>
                  </a:lnTo>
                  <a:lnTo>
                    <a:pt x="12951" y="79838"/>
                  </a:lnTo>
                  <a:lnTo>
                    <a:pt x="13761" y="80584"/>
                  </a:lnTo>
                  <a:lnTo>
                    <a:pt x="14570" y="79092"/>
                  </a:lnTo>
                  <a:lnTo>
                    <a:pt x="14975" y="76854"/>
                  </a:lnTo>
                  <a:lnTo>
                    <a:pt x="15380" y="73869"/>
                  </a:lnTo>
                  <a:lnTo>
                    <a:pt x="15784" y="70884"/>
                  </a:lnTo>
                  <a:lnTo>
                    <a:pt x="16189" y="69392"/>
                  </a:lnTo>
                  <a:lnTo>
                    <a:pt x="16594" y="67154"/>
                  </a:lnTo>
                  <a:lnTo>
                    <a:pt x="17403" y="64169"/>
                  </a:lnTo>
                  <a:lnTo>
                    <a:pt x="18213" y="61931"/>
                  </a:lnTo>
                  <a:lnTo>
                    <a:pt x="18618" y="60438"/>
                  </a:lnTo>
                  <a:lnTo>
                    <a:pt x="19022" y="58946"/>
                  </a:lnTo>
                  <a:lnTo>
                    <a:pt x="18618" y="55961"/>
                  </a:lnTo>
                  <a:lnTo>
                    <a:pt x="17403" y="55215"/>
                  </a:lnTo>
                  <a:lnTo>
                    <a:pt x="15784" y="54469"/>
                  </a:lnTo>
                  <a:lnTo>
                    <a:pt x="14166" y="54469"/>
                  </a:lnTo>
                  <a:lnTo>
                    <a:pt x="12951" y="53723"/>
                  </a:lnTo>
                  <a:lnTo>
                    <a:pt x="12547" y="52977"/>
                  </a:lnTo>
                  <a:lnTo>
                    <a:pt x="11737" y="52231"/>
                  </a:lnTo>
                  <a:lnTo>
                    <a:pt x="11332" y="48500"/>
                  </a:lnTo>
                  <a:lnTo>
                    <a:pt x="11332" y="44769"/>
                  </a:lnTo>
                  <a:lnTo>
                    <a:pt x="11737" y="41038"/>
                  </a:lnTo>
                  <a:lnTo>
                    <a:pt x="12142" y="38800"/>
                  </a:lnTo>
                  <a:lnTo>
                    <a:pt x="12951" y="37308"/>
                  </a:lnTo>
                  <a:lnTo>
                    <a:pt x="13761" y="36561"/>
                  </a:lnTo>
                  <a:lnTo>
                    <a:pt x="14975" y="35069"/>
                  </a:lnTo>
                  <a:lnTo>
                    <a:pt x="20237" y="35069"/>
                  </a:lnTo>
                  <a:lnTo>
                    <a:pt x="21451" y="34323"/>
                  </a:lnTo>
                  <a:lnTo>
                    <a:pt x="22665" y="32831"/>
                  </a:lnTo>
                  <a:lnTo>
                    <a:pt x="23474" y="29846"/>
                  </a:lnTo>
                  <a:lnTo>
                    <a:pt x="23474" y="27608"/>
                  </a:lnTo>
                  <a:lnTo>
                    <a:pt x="22665" y="26115"/>
                  </a:lnTo>
                  <a:lnTo>
                    <a:pt x="22260" y="25369"/>
                  </a:lnTo>
                  <a:lnTo>
                    <a:pt x="16189" y="25369"/>
                  </a:lnTo>
                  <a:lnTo>
                    <a:pt x="15380" y="24623"/>
                  </a:lnTo>
                  <a:lnTo>
                    <a:pt x="15380" y="20892"/>
                  </a:lnTo>
                  <a:lnTo>
                    <a:pt x="15784" y="17908"/>
                  </a:lnTo>
                  <a:lnTo>
                    <a:pt x="16594" y="15669"/>
                  </a:lnTo>
                  <a:lnTo>
                    <a:pt x="17403" y="13431"/>
                  </a:lnTo>
                  <a:lnTo>
                    <a:pt x="17808" y="13431"/>
                  </a:lnTo>
                  <a:lnTo>
                    <a:pt x="19427" y="9700"/>
                  </a:lnTo>
                  <a:lnTo>
                    <a:pt x="19832" y="8208"/>
                  </a:lnTo>
                  <a:lnTo>
                    <a:pt x="20641" y="5969"/>
                  </a:lnTo>
                  <a:lnTo>
                    <a:pt x="20641" y="3731"/>
                  </a:lnTo>
                  <a:lnTo>
                    <a:pt x="20237" y="2238"/>
                  </a:lnTo>
                  <a:lnTo>
                    <a:pt x="19832" y="2238"/>
                  </a:lnTo>
                  <a:lnTo>
                    <a:pt x="19427" y="746"/>
                  </a:lnTo>
                  <a:lnTo>
                    <a:pt x="18213" y="0"/>
                  </a:lnTo>
                  <a:lnTo>
                    <a:pt x="16594" y="0"/>
                  </a:lnTo>
                  <a:lnTo>
                    <a:pt x="15784" y="2238"/>
                  </a:lnTo>
                  <a:lnTo>
                    <a:pt x="14975" y="4477"/>
                  </a:lnTo>
                  <a:lnTo>
                    <a:pt x="14166" y="4477"/>
                  </a:lnTo>
                  <a:lnTo>
                    <a:pt x="14166" y="7461"/>
                  </a:lnTo>
                  <a:lnTo>
                    <a:pt x="12951" y="8954"/>
                  </a:lnTo>
                  <a:lnTo>
                    <a:pt x="12951" y="9700"/>
                  </a:lnTo>
                  <a:lnTo>
                    <a:pt x="12142" y="13431"/>
                  </a:lnTo>
                  <a:lnTo>
                    <a:pt x="11332" y="16415"/>
                  </a:lnTo>
                  <a:lnTo>
                    <a:pt x="11332" y="20146"/>
                  </a:lnTo>
                  <a:lnTo>
                    <a:pt x="10928" y="23131"/>
                  </a:lnTo>
                  <a:lnTo>
                    <a:pt x="10523" y="26861"/>
                  </a:lnTo>
                  <a:lnTo>
                    <a:pt x="10118" y="29100"/>
                  </a:lnTo>
                  <a:lnTo>
                    <a:pt x="10118" y="29846"/>
                  </a:lnTo>
                  <a:lnTo>
                    <a:pt x="9309" y="32085"/>
                  </a:lnTo>
                  <a:lnTo>
                    <a:pt x="8904" y="35069"/>
                  </a:lnTo>
                  <a:lnTo>
                    <a:pt x="8499" y="38054"/>
                  </a:lnTo>
                  <a:lnTo>
                    <a:pt x="7690" y="40292"/>
                  </a:lnTo>
                  <a:lnTo>
                    <a:pt x="7285" y="41038"/>
                  </a:lnTo>
                  <a:lnTo>
                    <a:pt x="6476" y="44023"/>
                  </a:lnTo>
                  <a:lnTo>
                    <a:pt x="5261" y="47008"/>
                  </a:lnTo>
                  <a:lnTo>
                    <a:pt x="4857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4" name="Freeform 1023"/>
            <p:cNvSpPr/>
            <p:nvPr/>
          </p:nvSpPr>
          <p:spPr>
            <a:xfrm>
              <a:off x="10308957" y="483046"/>
              <a:ext cx="13760" cy="44769"/>
            </a:xfrm>
            <a:custGeom>
              <a:avLst/>
              <a:gdLst>
                <a:gd name="connsiteX0" fmla="*/ 2024 w 13760"/>
                <a:gd name="connsiteY0" fmla="*/ 4477 h 44769"/>
                <a:gd name="connsiteX1" fmla="*/ 405 w 13760"/>
                <a:gd name="connsiteY1" fmla="*/ 5969 h 44769"/>
                <a:gd name="connsiteX2" fmla="*/ 0 w 13760"/>
                <a:gd name="connsiteY2" fmla="*/ 5969 h 44769"/>
                <a:gd name="connsiteX3" fmla="*/ 405 w 13760"/>
                <a:gd name="connsiteY3" fmla="*/ 9700 h 44769"/>
                <a:gd name="connsiteX4" fmla="*/ 1619 w 13760"/>
                <a:gd name="connsiteY4" fmla="*/ 14923 h 44769"/>
                <a:gd name="connsiteX5" fmla="*/ 2024 w 13760"/>
                <a:gd name="connsiteY5" fmla="*/ 14923 h 44769"/>
                <a:gd name="connsiteX6" fmla="*/ 6880 w 13760"/>
                <a:gd name="connsiteY6" fmla="*/ 11192 h 44769"/>
                <a:gd name="connsiteX7" fmla="*/ 3238 w 13760"/>
                <a:gd name="connsiteY7" fmla="*/ 42531 h 44769"/>
                <a:gd name="connsiteX8" fmla="*/ 8904 w 13760"/>
                <a:gd name="connsiteY8" fmla="*/ 44769 h 44769"/>
                <a:gd name="connsiteX9" fmla="*/ 11332 w 13760"/>
                <a:gd name="connsiteY9" fmla="*/ 22385 h 44769"/>
                <a:gd name="connsiteX10" fmla="*/ 13761 w 13760"/>
                <a:gd name="connsiteY10" fmla="*/ 1492 h 44769"/>
                <a:gd name="connsiteX11" fmla="*/ 11332 w 13760"/>
                <a:gd name="connsiteY11" fmla="*/ 746 h 44769"/>
                <a:gd name="connsiteX12" fmla="*/ 8904 w 13760"/>
                <a:gd name="connsiteY12" fmla="*/ 0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60" h="44769">
                  <a:moveTo>
                    <a:pt x="2024" y="4477"/>
                  </a:moveTo>
                  <a:lnTo>
                    <a:pt x="405" y="5969"/>
                  </a:lnTo>
                  <a:lnTo>
                    <a:pt x="0" y="5969"/>
                  </a:lnTo>
                  <a:lnTo>
                    <a:pt x="405" y="9700"/>
                  </a:lnTo>
                  <a:lnTo>
                    <a:pt x="1619" y="14923"/>
                  </a:lnTo>
                  <a:lnTo>
                    <a:pt x="2024" y="14923"/>
                  </a:lnTo>
                  <a:lnTo>
                    <a:pt x="6880" y="11192"/>
                  </a:lnTo>
                  <a:lnTo>
                    <a:pt x="3238" y="42531"/>
                  </a:lnTo>
                  <a:lnTo>
                    <a:pt x="8904" y="44769"/>
                  </a:lnTo>
                  <a:lnTo>
                    <a:pt x="11332" y="22385"/>
                  </a:lnTo>
                  <a:lnTo>
                    <a:pt x="13761" y="1492"/>
                  </a:lnTo>
                  <a:lnTo>
                    <a:pt x="11332" y="746"/>
                  </a:lnTo>
                  <a:lnTo>
                    <a:pt x="8904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5" name="Freeform 1024"/>
            <p:cNvSpPr/>
            <p:nvPr/>
          </p:nvSpPr>
          <p:spPr>
            <a:xfrm>
              <a:off x="10291149" y="307700"/>
              <a:ext cx="31973" cy="88165"/>
            </a:xfrm>
            <a:custGeom>
              <a:avLst/>
              <a:gdLst>
                <a:gd name="connsiteX0" fmla="*/ 8904 w 31973"/>
                <a:gd name="connsiteY0" fmla="*/ 50738 h 88165"/>
                <a:gd name="connsiteX1" fmla="*/ 9713 w 31973"/>
                <a:gd name="connsiteY1" fmla="*/ 50738 h 88165"/>
                <a:gd name="connsiteX2" fmla="*/ 10523 w 31973"/>
                <a:gd name="connsiteY2" fmla="*/ 51485 h 88165"/>
                <a:gd name="connsiteX3" fmla="*/ 10928 w 31973"/>
                <a:gd name="connsiteY3" fmla="*/ 51485 h 88165"/>
                <a:gd name="connsiteX4" fmla="*/ 13356 w 31973"/>
                <a:gd name="connsiteY4" fmla="*/ 52231 h 88165"/>
                <a:gd name="connsiteX5" fmla="*/ 14166 w 31973"/>
                <a:gd name="connsiteY5" fmla="*/ 52977 h 88165"/>
                <a:gd name="connsiteX6" fmla="*/ 14570 w 31973"/>
                <a:gd name="connsiteY6" fmla="*/ 53723 h 88165"/>
                <a:gd name="connsiteX7" fmla="*/ 16594 w 31973"/>
                <a:gd name="connsiteY7" fmla="*/ 55215 h 88165"/>
                <a:gd name="connsiteX8" fmla="*/ 18213 w 31973"/>
                <a:gd name="connsiteY8" fmla="*/ 57454 h 88165"/>
                <a:gd name="connsiteX9" fmla="*/ 19022 w 31973"/>
                <a:gd name="connsiteY9" fmla="*/ 58946 h 88165"/>
                <a:gd name="connsiteX10" fmla="*/ 19427 w 31973"/>
                <a:gd name="connsiteY10" fmla="*/ 61185 h 88165"/>
                <a:gd name="connsiteX11" fmla="*/ 19022 w 31973"/>
                <a:gd name="connsiteY11" fmla="*/ 63423 h 88165"/>
                <a:gd name="connsiteX12" fmla="*/ 18618 w 31973"/>
                <a:gd name="connsiteY12" fmla="*/ 64915 h 88165"/>
                <a:gd name="connsiteX13" fmla="*/ 18213 w 31973"/>
                <a:gd name="connsiteY13" fmla="*/ 65661 h 88165"/>
                <a:gd name="connsiteX14" fmla="*/ 16999 w 31973"/>
                <a:gd name="connsiteY14" fmla="*/ 67900 h 88165"/>
                <a:gd name="connsiteX15" fmla="*/ 15784 w 31973"/>
                <a:gd name="connsiteY15" fmla="*/ 70884 h 88165"/>
                <a:gd name="connsiteX16" fmla="*/ 15784 w 31973"/>
                <a:gd name="connsiteY16" fmla="*/ 73123 h 88165"/>
                <a:gd name="connsiteX17" fmla="*/ 14975 w 31973"/>
                <a:gd name="connsiteY17" fmla="*/ 75361 h 88165"/>
                <a:gd name="connsiteX18" fmla="*/ 14570 w 31973"/>
                <a:gd name="connsiteY18" fmla="*/ 76108 h 88165"/>
                <a:gd name="connsiteX19" fmla="*/ 14166 w 31973"/>
                <a:gd name="connsiteY19" fmla="*/ 76854 h 88165"/>
                <a:gd name="connsiteX20" fmla="*/ 13356 w 31973"/>
                <a:gd name="connsiteY20" fmla="*/ 78346 h 88165"/>
                <a:gd name="connsiteX21" fmla="*/ 13356 w 31973"/>
                <a:gd name="connsiteY21" fmla="*/ 80584 h 88165"/>
                <a:gd name="connsiteX22" fmla="*/ 14570 w 31973"/>
                <a:gd name="connsiteY22" fmla="*/ 83569 h 88165"/>
                <a:gd name="connsiteX23" fmla="*/ 14570 w 31973"/>
                <a:gd name="connsiteY23" fmla="*/ 84315 h 88165"/>
                <a:gd name="connsiteX24" fmla="*/ 15380 w 31973"/>
                <a:gd name="connsiteY24" fmla="*/ 85808 h 88165"/>
                <a:gd name="connsiteX25" fmla="*/ 16999 w 31973"/>
                <a:gd name="connsiteY25" fmla="*/ 88046 h 88165"/>
                <a:gd name="connsiteX26" fmla="*/ 18213 w 31973"/>
                <a:gd name="connsiteY26" fmla="*/ 87300 h 88165"/>
                <a:gd name="connsiteX27" fmla="*/ 18618 w 31973"/>
                <a:gd name="connsiteY27" fmla="*/ 84315 h 88165"/>
                <a:gd name="connsiteX28" fmla="*/ 18618 w 31973"/>
                <a:gd name="connsiteY28" fmla="*/ 83569 h 88165"/>
                <a:gd name="connsiteX29" fmla="*/ 19022 w 31973"/>
                <a:gd name="connsiteY29" fmla="*/ 79838 h 88165"/>
                <a:gd name="connsiteX30" fmla="*/ 19427 w 31973"/>
                <a:gd name="connsiteY30" fmla="*/ 77600 h 88165"/>
                <a:gd name="connsiteX31" fmla="*/ 19832 w 31973"/>
                <a:gd name="connsiteY31" fmla="*/ 76854 h 88165"/>
                <a:gd name="connsiteX32" fmla="*/ 20237 w 31973"/>
                <a:gd name="connsiteY32" fmla="*/ 73869 h 88165"/>
                <a:gd name="connsiteX33" fmla="*/ 21046 w 31973"/>
                <a:gd name="connsiteY33" fmla="*/ 71631 h 88165"/>
                <a:gd name="connsiteX34" fmla="*/ 21451 w 31973"/>
                <a:gd name="connsiteY34" fmla="*/ 69392 h 88165"/>
                <a:gd name="connsiteX35" fmla="*/ 21855 w 31973"/>
                <a:gd name="connsiteY35" fmla="*/ 67154 h 88165"/>
                <a:gd name="connsiteX36" fmla="*/ 22260 w 31973"/>
                <a:gd name="connsiteY36" fmla="*/ 64915 h 88165"/>
                <a:gd name="connsiteX37" fmla="*/ 23070 w 31973"/>
                <a:gd name="connsiteY37" fmla="*/ 62677 h 88165"/>
                <a:gd name="connsiteX38" fmla="*/ 23879 w 31973"/>
                <a:gd name="connsiteY38" fmla="*/ 58200 h 88165"/>
                <a:gd name="connsiteX39" fmla="*/ 24284 w 31973"/>
                <a:gd name="connsiteY39" fmla="*/ 56708 h 88165"/>
                <a:gd name="connsiteX40" fmla="*/ 23879 w 31973"/>
                <a:gd name="connsiteY40" fmla="*/ 55215 h 88165"/>
                <a:gd name="connsiteX41" fmla="*/ 23474 w 31973"/>
                <a:gd name="connsiteY41" fmla="*/ 52977 h 88165"/>
                <a:gd name="connsiteX42" fmla="*/ 23070 w 31973"/>
                <a:gd name="connsiteY42" fmla="*/ 50738 h 88165"/>
                <a:gd name="connsiteX43" fmla="*/ 22665 w 31973"/>
                <a:gd name="connsiteY43" fmla="*/ 47754 h 88165"/>
                <a:gd name="connsiteX44" fmla="*/ 23070 w 31973"/>
                <a:gd name="connsiteY44" fmla="*/ 45515 h 88165"/>
                <a:gd name="connsiteX45" fmla="*/ 24284 w 31973"/>
                <a:gd name="connsiteY45" fmla="*/ 42531 h 88165"/>
                <a:gd name="connsiteX46" fmla="*/ 25903 w 31973"/>
                <a:gd name="connsiteY46" fmla="*/ 39546 h 88165"/>
                <a:gd name="connsiteX47" fmla="*/ 26307 w 31973"/>
                <a:gd name="connsiteY47" fmla="*/ 38800 h 88165"/>
                <a:gd name="connsiteX48" fmla="*/ 27522 w 31973"/>
                <a:gd name="connsiteY48" fmla="*/ 36561 h 88165"/>
                <a:gd name="connsiteX49" fmla="*/ 29141 w 31973"/>
                <a:gd name="connsiteY49" fmla="*/ 35069 h 88165"/>
                <a:gd name="connsiteX50" fmla="*/ 30760 w 31973"/>
                <a:gd name="connsiteY50" fmla="*/ 33577 h 88165"/>
                <a:gd name="connsiteX51" fmla="*/ 31569 w 31973"/>
                <a:gd name="connsiteY51" fmla="*/ 32831 h 88165"/>
                <a:gd name="connsiteX52" fmla="*/ 31974 w 31973"/>
                <a:gd name="connsiteY52" fmla="*/ 32085 h 88165"/>
                <a:gd name="connsiteX53" fmla="*/ 31569 w 31973"/>
                <a:gd name="connsiteY53" fmla="*/ 29846 h 88165"/>
                <a:gd name="connsiteX54" fmla="*/ 31164 w 31973"/>
                <a:gd name="connsiteY54" fmla="*/ 29100 h 88165"/>
                <a:gd name="connsiteX55" fmla="*/ 29141 w 31973"/>
                <a:gd name="connsiteY55" fmla="*/ 28354 h 88165"/>
                <a:gd name="connsiteX56" fmla="*/ 28736 w 31973"/>
                <a:gd name="connsiteY56" fmla="*/ 29100 h 88165"/>
                <a:gd name="connsiteX57" fmla="*/ 27117 w 31973"/>
                <a:gd name="connsiteY57" fmla="*/ 29846 h 88165"/>
                <a:gd name="connsiteX58" fmla="*/ 25903 w 31973"/>
                <a:gd name="connsiteY58" fmla="*/ 30592 h 88165"/>
                <a:gd name="connsiteX59" fmla="*/ 24689 w 31973"/>
                <a:gd name="connsiteY59" fmla="*/ 31338 h 88165"/>
                <a:gd name="connsiteX60" fmla="*/ 23879 w 31973"/>
                <a:gd name="connsiteY60" fmla="*/ 34323 h 88165"/>
                <a:gd name="connsiteX61" fmla="*/ 22665 w 31973"/>
                <a:gd name="connsiteY61" fmla="*/ 35815 h 88165"/>
                <a:gd name="connsiteX62" fmla="*/ 22260 w 31973"/>
                <a:gd name="connsiteY62" fmla="*/ 40292 h 88165"/>
                <a:gd name="connsiteX63" fmla="*/ 21451 w 31973"/>
                <a:gd name="connsiteY63" fmla="*/ 41784 h 88165"/>
                <a:gd name="connsiteX64" fmla="*/ 20641 w 31973"/>
                <a:gd name="connsiteY64" fmla="*/ 43277 h 88165"/>
                <a:gd name="connsiteX65" fmla="*/ 20237 w 31973"/>
                <a:gd name="connsiteY65" fmla="*/ 44023 h 88165"/>
                <a:gd name="connsiteX66" fmla="*/ 19832 w 31973"/>
                <a:gd name="connsiteY66" fmla="*/ 44769 h 88165"/>
                <a:gd name="connsiteX67" fmla="*/ 18618 w 31973"/>
                <a:gd name="connsiteY67" fmla="*/ 44023 h 88165"/>
                <a:gd name="connsiteX68" fmla="*/ 18213 w 31973"/>
                <a:gd name="connsiteY68" fmla="*/ 44023 h 88165"/>
                <a:gd name="connsiteX69" fmla="*/ 17403 w 31973"/>
                <a:gd name="connsiteY69" fmla="*/ 43277 h 88165"/>
                <a:gd name="connsiteX70" fmla="*/ 16999 w 31973"/>
                <a:gd name="connsiteY70" fmla="*/ 41038 h 88165"/>
                <a:gd name="connsiteX71" fmla="*/ 17808 w 31973"/>
                <a:gd name="connsiteY71" fmla="*/ 38054 h 88165"/>
                <a:gd name="connsiteX72" fmla="*/ 18213 w 31973"/>
                <a:gd name="connsiteY72" fmla="*/ 36561 h 88165"/>
                <a:gd name="connsiteX73" fmla="*/ 19832 w 31973"/>
                <a:gd name="connsiteY73" fmla="*/ 34323 h 88165"/>
                <a:gd name="connsiteX74" fmla="*/ 22665 w 31973"/>
                <a:gd name="connsiteY74" fmla="*/ 29846 h 88165"/>
                <a:gd name="connsiteX75" fmla="*/ 25093 w 31973"/>
                <a:gd name="connsiteY75" fmla="*/ 26115 h 88165"/>
                <a:gd name="connsiteX76" fmla="*/ 26712 w 31973"/>
                <a:gd name="connsiteY76" fmla="*/ 23131 h 88165"/>
                <a:gd name="connsiteX77" fmla="*/ 28331 w 31973"/>
                <a:gd name="connsiteY77" fmla="*/ 21638 h 88165"/>
                <a:gd name="connsiteX78" fmla="*/ 29545 w 31973"/>
                <a:gd name="connsiteY78" fmla="*/ 20892 h 88165"/>
                <a:gd name="connsiteX79" fmla="*/ 29545 w 31973"/>
                <a:gd name="connsiteY79" fmla="*/ 20146 h 88165"/>
                <a:gd name="connsiteX80" fmla="*/ 29950 w 31973"/>
                <a:gd name="connsiteY80" fmla="*/ 18654 h 88165"/>
                <a:gd name="connsiteX81" fmla="*/ 30355 w 31973"/>
                <a:gd name="connsiteY81" fmla="*/ 15669 h 88165"/>
                <a:gd name="connsiteX82" fmla="*/ 29545 w 31973"/>
                <a:gd name="connsiteY82" fmla="*/ 14923 h 88165"/>
                <a:gd name="connsiteX83" fmla="*/ 29141 w 31973"/>
                <a:gd name="connsiteY83" fmla="*/ 14177 h 88165"/>
                <a:gd name="connsiteX84" fmla="*/ 27522 w 31973"/>
                <a:gd name="connsiteY84" fmla="*/ 14177 h 88165"/>
                <a:gd name="connsiteX85" fmla="*/ 27117 w 31973"/>
                <a:gd name="connsiteY85" fmla="*/ 14923 h 88165"/>
                <a:gd name="connsiteX86" fmla="*/ 25903 w 31973"/>
                <a:gd name="connsiteY86" fmla="*/ 15669 h 88165"/>
                <a:gd name="connsiteX87" fmla="*/ 24284 w 31973"/>
                <a:gd name="connsiteY87" fmla="*/ 19400 h 88165"/>
                <a:gd name="connsiteX88" fmla="*/ 21855 w 31973"/>
                <a:gd name="connsiteY88" fmla="*/ 23131 h 88165"/>
                <a:gd name="connsiteX89" fmla="*/ 20237 w 31973"/>
                <a:gd name="connsiteY89" fmla="*/ 26115 h 88165"/>
                <a:gd name="connsiteX90" fmla="*/ 19832 w 31973"/>
                <a:gd name="connsiteY90" fmla="*/ 26861 h 88165"/>
                <a:gd name="connsiteX91" fmla="*/ 18618 w 31973"/>
                <a:gd name="connsiteY91" fmla="*/ 29100 h 88165"/>
                <a:gd name="connsiteX92" fmla="*/ 18213 w 31973"/>
                <a:gd name="connsiteY92" fmla="*/ 29100 h 88165"/>
                <a:gd name="connsiteX93" fmla="*/ 16594 w 31973"/>
                <a:gd name="connsiteY93" fmla="*/ 32085 h 88165"/>
                <a:gd name="connsiteX94" fmla="*/ 14975 w 31973"/>
                <a:gd name="connsiteY94" fmla="*/ 34323 h 88165"/>
                <a:gd name="connsiteX95" fmla="*/ 13761 w 31973"/>
                <a:gd name="connsiteY95" fmla="*/ 36561 h 88165"/>
                <a:gd name="connsiteX96" fmla="*/ 13761 w 31973"/>
                <a:gd name="connsiteY96" fmla="*/ 37308 h 88165"/>
                <a:gd name="connsiteX97" fmla="*/ 12547 w 31973"/>
                <a:gd name="connsiteY97" fmla="*/ 38054 h 88165"/>
                <a:gd name="connsiteX98" fmla="*/ 10928 w 31973"/>
                <a:gd name="connsiteY98" fmla="*/ 38800 h 88165"/>
                <a:gd name="connsiteX99" fmla="*/ 10118 w 31973"/>
                <a:gd name="connsiteY99" fmla="*/ 38054 h 88165"/>
                <a:gd name="connsiteX100" fmla="*/ 9713 w 31973"/>
                <a:gd name="connsiteY100" fmla="*/ 35815 h 88165"/>
                <a:gd name="connsiteX101" fmla="*/ 10118 w 31973"/>
                <a:gd name="connsiteY101" fmla="*/ 33577 h 88165"/>
                <a:gd name="connsiteX102" fmla="*/ 10523 w 31973"/>
                <a:gd name="connsiteY102" fmla="*/ 31338 h 88165"/>
                <a:gd name="connsiteX103" fmla="*/ 10928 w 31973"/>
                <a:gd name="connsiteY103" fmla="*/ 29100 h 88165"/>
                <a:gd name="connsiteX104" fmla="*/ 12547 w 31973"/>
                <a:gd name="connsiteY104" fmla="*/ 25369 h 88165"/>
                <a:gd name="connsiteX105" fmla="*/ 13761 w 31973"/>
                <a:gd name="connsiteY105" fmla="*/ 22385 h 88165"/>
                <a:gd name="connsiteX106" fmla="*/ 14166 w 31973"/>
                <a:gd name="connsiteY106" fmla="*/ 21638 h 88165"/>
                <a:gd name="connsiteX107" fmla="*/ 15784 w 31973"/>
                <a:gd name="connsiteY107" fmla="*/ 18654 h 88165"/>
                <a:gd name="connsiteX108" fmla="*/ 17403 w 31973"/>
                <a:gd name="connsiteY108" fmla="*/ 16415 h 88165"/>
                <a:gd name="connsiteX109" fmla="*/ 18618 w 31973"/>
                <a:gd name="connsiteY109" fmla="*/ 14177 h 88165"/>
                <a:gd name="connsiteX110" fmla="*/ 20237 w 31973"/>
                <a:gd name="connsiteY110" fmla="*/ 13431 h 88165"/>
                <a:gd name="connsiteX111" fmla="*/ 20641 w 31973"/>
                <a:gd name="connsiteY111" fmla="*/ 12685 h 88165"/>
                <a:gd name="connsiteX112" fmla="*/ 23474 w 31973"/>
                <a:gd name="connsiteY112" fmla="*/ 10446 h 88165"/>
                <a:gd name="connsiteX113" fmla="*/ 25903 w 31973"/>
                <a:gd name="connsiteY113" fmla="*/ 9700 h 88165"/>
                <a:gd name="connsiteX114" fmla="*/ 27117 w 31973"/>
                <a:gd name="connsiteY114" fmla="*/ 8954 h 88165"/>
                <a:gd name="connsiteX115" fmla="*/ 28736 w 31973"/>
                <a:gd name="connsiteY115" fmla="*/ 8208 h 88165"/>
                <a:gd name="connsiteX116" fmla="*/ 29950 w 31973"/>
                <a:gd name="connsiteY116" fmla="*/ 7461 h 88165"/>
                <a:gd name="connsiteX117" fmla="*/ 29950 w 31973"/>
                <a:gd name="connsiteY117" fmla="*/ 6715 h 88165"/>
                <a:gd name="connsiteX118" fmla="*/ 30760 w 31973"/>
                <a:gd name="connsiteY118" fmla="*/ 5223 h 88165"/>
                <a:gd name="connsiteX119" fmla="*/ 29950 w 31973"/>
                <a:gd name="connsiteY119" fmla="*/ 3731 h 88165"/>
                <a:gd name="connsiteX120" fmla="*/ 29545 w 31973"/>
                <a:gd name="connsiteY120" fmla="*/ 746 h 88165"/>
                <a:gd name="connsiteX121" fmla="*/ 28331 w 31973"/>
                <a:gd name="connsiteY121" fmla="*/ 0 h 88165"/>
                <a:gd name="connsiteX122" fmla="*/ 26712 w 31973"/>
                <a:gd name="connsiteY122" fmla="*/ 746 h 88165"/>
                <a:gd name="connsiteX123" fmla="*/ 25903 w 31973"/>
                <a:gd name="connsiteY123" fmla="*/ 746 h 88165"/>
                <a:gd name="connsiteX124" fmla="*/ 23070 w 31973"/>
                <a:gd name="connsiteY124" fmla="*/ 2985 h 88165"/>
                <a:gd name="connsiteX125" fmla="*/ 19832 w 31973"/>
                <a:gd name="connsiteY125" fmla="*/ 5969 h 88165"/>
                <a:gd name="connsiteX126" fmla="*/ 19022 w 31973"/>
                <a:gd name="connsiteY126" fmla="*/ 6715 h 88165"/>
                <a:gd name="connsiteX127" fmla="*/ 18618 w 31973"/>
                <a:gd name="connsiteY127" fmla="*/ 7461 h 88165"/>
                <a:gd name="connsiteX128" fmla="*/ 17403 w 31973"/>
                <a:gd name="connsiteY128" fmla="*/ 8954 h 88165"/>
                <a:gd name="connsiteX129" fmla="*/ 14975 w 31973"/>
                <a:gd name="connsiteY129" fmla="*/ 10446 h 88165"/>
                <a:gd name="connsiteX130" fmla="*/ 14166 w 31973"/>
                <a:gd name="connsiteY130" fmla="*/ 11192 h 88165"/>
                <a:gd name="connsiteX131" fmla="*/ 12547 w 31973"/>
                <a:gd name="connsiteY131" fmla="*/ 12685 h 88165"/>
                <a:gd name="connsiteX132" fmla="*/ 10928 w 31973"/>
                <a:gd name="connsiteY132" fmla="*/ 15669 h 88165"/>
                <a:gd name="connsiteX133" fmla="*/ 10523 w 31973"/>
                <a:gd name="connsiteY133" fmla="*/ 15669 h 88165"/>
                <a:gd name="connsiteX134" fmla="*/ 9713 w 31973"/>
                <a:gd name="connsiteY134" fmla="*/ 17908 h 88165"/>
                <a:gd name="connsiteX135" fmla="*/ 9713 w 31973"/>
                <a:gd name="connsiteY135" fmla="*/ 18654 h 88165"/>
                <a:gd name="connsiteX136" fmla="*/ 8095 w 31973"/>
                <a:gd name="connsiteY136" fmla="*/ 20146 h 88165"/>
                <a:gd name="connsiteX137" fmla="*/ 7690 w 31973"/>
                <a:gd name="connsiteY137" fmla="*/ 20892 h 88165"/>
                <a:gd name="connsiteX138" fmla="*/ 7285 w 31973"/>
                <a:gd name="connsiteY138" fmla="*/ 21638 h 88165"/>
                <a:gd name="connsiteX139" fmla="*/ 6880 w 31973"/>
                <a:gd name="connsiteY139" fmla="*/ 23131 h 88165"/>
                <a:gd name="connsiteX140" fmla="*/ 4857 w 31973"/>
                <a:gd name="connsiteY140" fmla="*/ 29846 h 88165"/>
                <a:gd name="connsiteX141" fmla="*/ 4452 w 31973"/>
                <a:gd name="connsiteY141" fmla="*/ 31338 h 88165"/>
                <a:gd name="connsiteX142" fmla="*/ 2833 w 31973"/>
                <a:gd name="connsiteY142" fmla="*/ 34323 h 88165"/>
                <a:gd name="connsiteX143" fmla="*/ 2428 w 31973"/>
                <a:gd name="connsiteY143" fmla="*/ 35069 h 88165"/>
                <a:gd name="connsiteX144" fmla="*/ 1214 w 31973"/>
                <a:gd name="connsiteY144" fmla="*/ 38054 h 88165"/>
                <a:gd name="connsiteX145" fmla="*/ 809 w 31973"/>
                <a:gd name="connsiteY145" fmla="*/ 38800 h 88165"/>
                <a:gd name="connsiteX146" fmla="*/ 405 w 31973"/>
                <a:gd name="connsiteY146" fmla="*/ 39546 h 88165"/>
                <a:gd name="connsiteX147" fmla="*/ 0 w 31973"/>
                <a:gd name="connsiteY147" fmla="*/ 39546 h 88165"/>
                <a:gd name="connsiteX148" fmla="*/ 405 w 31973"/>
                <a:gd name="connsiteY148" fmla="*/ 40292 h 88165"/>
                <a:gd name="connsiteX149" fmla="*/ 809 w 31973"/>
                <a:gd name="connsiteY149" fmla="*/ 41038 h 88165"/>
                <a:gd name="connsiteX150" fmla="*/ 1214 w 31973"/>
                <a:gd name="connsiteY150" fmla="*/ 42531 h 88165"/>
                <a:gd name="connsiteX151" fmla="*/ 2024 w 31973"/>
                <a:gd name="connsiteY151" fmla="*/ 44769 h 88165"/>
                <a:gd name="connsiteX152" fmla="*/ 2428 w 31973"/>
                <a:gd name="connsiteY152" fmla="*/ 45515 h 88165"/>
                <a:gd name="connsiteX153" fmla="*/ 4857 w 31973"/>
                <a:gd name="connsiteY153" fmla="*/ 48500 h 88165"/>
                <a:gd name="connsiteX154" fmla="*/ 6476 w 31973"/>
                <a:gd name="connsiteY154" fmla="*/ 49246 h 88165"/>
                <a:gd name="connsiteX155" fmla="*/ 6880 w 31973"/>
                <a:gd name="connsiteY155" fmla="*/ 49992 h 88165"/>
                <a:gd name="connsiteX156" fmla="*/ 7690 w 31973"/>
                <a:gd name="connsiteY156" fmla="*/ 49992 h 8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31973" h="88165">
                  <a:moveTo>
                    <a:pt x="8904" y="50738"/>
                  </a:moveTo>
                  <a:lnTo>
                    <a:pt x="9713" y="50738"/>
                  </a:lnTo>
                  <a:lnTo>
                    <a:pt x="10523" y="51485"/>
                  </a:lnTo>
                  <a:lnTo>
                    <a:pt x="10928" y="51485"/>
                  </a:lnTo>
                  <a:lnTo>
                    <a:pt x="13356" y="52231"/>
                  </a:lnTo>
                  <a:lnTo>
                    <a:pt x="14166" y="52977"/>
                  </a:lnTo>
                  <a:lnTo>
                    <a:pt x="14570" y="53723"/>
                  </a:lnTo>
                  <a:lnTo>
                    <a:pt x="16594" y="55215"/>
                  </a:lnTo>
                  <a:lnTo>
                    <a:pt x="18213" y="57454"/>
                  </a:lnTo>
                  <a:lnTo>
                    <a:pt x="19022" y="58946"/>
                  </a:lnTo>
                  <a:lnTo>
                    <a:pt x="19427" y="61185"/>
                  </a:lnTo>
                  <a:lnTo>
                    <a:pt x="19022" y="63423"/>
                  </a:lnTo>
                  <a:lnTo>
                    <a:pt x="18618" y="64915"/>
                  </a:lnTo>
                  <a:lnTo>
                    <a:pt x="18213" y="65661"/>
                  </a:lnTo>
                  <a:lnTo>
                    <a:pt x="16999" y="67900"/>
                  </a:lnTo>
                  <a:lnTo>
                    <a:pt x="15784" y="70884"/>
                  </a:lnTo>
                  <a:lnTo>
                    <a:pt x="15784" y="73123"/>
                  </a:lnTo>
                  <a:lnTo>
                    <a:pt x="14975" y="75361"/>
                  </a:lnTo>
                  <a:lnTo>
                    <a:pt x="14570" y="76108"/>
                  </a:lnTo>
                  <a:lnTo>
                    <a:pt x="14166" y="76854"/>
                  </a:lnTo>
                  <a:lnTo>
                    <a:pt x="13356" y="78346"/>
                  </a:lnTo>
                  <a:lnTo>
                    <a:pt x="13356" y="80584"/>
                  </a:lnTo>
                  <a:lnTo>
                    <a:pt x="14570" y="83569"/>
                  </a:lnTo>
                  <a:lnTo>
                    <a:pt x="14570" y="84315"/>
                  </a:lnTo>
                  <a:lnTo>
                    <a:pt x="15380" y="85808"/>
                  </a:lnTo>
                  <a:cubicBezTo>
                    <a:pt x="15380" y="85808"/>
                    <a:pt x="16999" y="88792"/>
                    <a:pt x="16999" y="88046"/>
                  </a:cubicBezTo>
                  <a:lnTo>
                    <a:pt x="18213" y="87300"/>
                  </a:lnTo>
                  <a:lnTo>
                    <a:pt x="18618" y="84315"/>
                  </a:lnTo>
                  <a:lnTo>
                    <a:pt x="18618" y="83569"/>
                  </a:lnTo>
                  <a:lnTo>
                    <a:pt x="19022" y="79838"/>
                  </a:lnTo>
                  <a:lnTo>
                    <a:pt x="19427" y="77600"/>
                  </a:lnTo>
                  <a:lnTo>
                    <a:pt x="19832" y="76854"/>
                  </a:lnTo>
                  <a:lnTo>
                    <a:pt x="20237" y="73869"/>
                  </a:lnTo>
                  <a:lnTo>
                    <a:pt x="21046" y="71631"/>
                  </a:lnTo>
                  <a:lnTo>
                    <a:pt x="21451" y="69392"/>
                  </a:lnTo>
                  <a:lnTo>
                    <a:pt x="21855" y="67154"/>
                  </a:lnTo>
                  <a:lnTo>
                    <a:pt x="22260" y="64915"/>
                  </a:lnTo>
                  <a:lnTo>
                    <a:pt x="23070" y="62677"/>
                  </a:lnTo>
                  <a:lnTo>
                    <a:pt x="23879" y="58200"/>
                  </a:lnTo>
                  <a:lnTo>
                    <a:pt x="24284" y="56708"/>
                  </a:lnTo>
                  <a:lnTo>
                    <a:pt x="23879" y="55215"/>
                  </a:lnTo>
                  <a:lnTo>
                    <a:pt x="23474" y="52977"/>
                  </a:lnTo>
                  <a:lnTo>
                    <a:pt x="23070" y="50738"/>
                  </a:lnTo>
                  <a:lnTo>
                    <a:pt x="22665" y="47754"/>
                  </a:lnTo>
                  <a:lnTo>
                    <a:pt x="23070" y="45515"/>
                  </a:lnTo>
                  <a:lnTo>
                    <a:pt x="24284" y="42531"/>
                  </a:lnTo>
                  <a:lnTo>
                    <a:pt x="25903" y="39546"/>
                  </a:lnTo>
                  <a:lnTo>
                    <a:pt x="26307" y="38800"/>
                  </a:lnTo>
                  <a:lnTo>
                    <a:pt x="27522" y="36561"/>
                  </a:lnTo>
                  <a:lnTo>
                    <a:pt x="29141" y="35069"/>
                  </a:lnTo>
                  <a:lnTo>
                    <a:pt x="30760" y="33577"/>
                  </a:lnTo>
                  <a:lnTo>
                    <a:pt x="31569" y="32831"/>
                  </a:lnTo>
                  <a:lnTo>
                    <a:pt x="31974" y="32085"/>
                  </a:lnTo>
                  <a:lnTo>
                    <a:pt x="31569" y="29846"/>
                  </a:lnTo>
                  <a:lnTo>
                    <a:pt x="31164" y="29100"/>
                  </a:lnTo>
                  <a:lnTo>
                    <a:pt x="29141" y="28354"/>
                  </a:lnTo>
                  <a:lnTo>
                    <a:pt x="28736" y="29100"/>
                  </a:lnTo>
                  <a:lnTo>
                    <a:pt x="27117" y="29846"/>
                  </a:lnTo>
                  <a:lnTo>
                    <a:pt x="25903" y="30592"/>
                  </a:lnTo>
                  <a:lnTo>
                    <a:pt x="24689" y="31338"/>
                  </a:lnTo>
                  <a:lnTo>
                    <a:pt x="23879" y="34323"/>
                  </a:lnTo>
                  <a:lnTo>
                    <a:pt x="22665" y="35815"/>
                  </a:lnTo>
                  <a:lnTo>
                    <a:pt x="22260" y="40292"/>
                  </a:lnTo>
                  <a:lnTo>
                    <a:pt x="21451" y="41784"/>
                  </a:lnTo>
                  <a:lnTo>
                    <a:pt x="20641" y="43277"/>
                  </a:lnTo>
                  <a:lnTo>
                    <a:pt x="20237" y="44023"/>
                  </a:lnTo>
                  <a:lnTo>
                    <a:pt x="19832" y="44769"/>
                  </a:lnTo>
                  <a:lnTo>
                    <a:pt x="18618" y="44023"/>
                  </a:lnTo>
                  <a:lnTo>
                    <a:pt x="18213" y="44023"/>
                  </a:lnTo>
                  <a:lnTo>
                    <a:pt x="17403" y="43277"/>
                  </a:lnTo>
                  <a:lnTo>
                    <a:pt x="16999" y="41038"/>
                  </a:lnTo>
                  <a:lnTo>
                    <a:pt x="17808" y="38054"/>
                  </a:lnTo>
                  <a:lnTo>
                    <a:pt x="18213" y="36561"/>
                  </a:lnTo>
                  <a:lnTo>
                    <a:pt x="19832" y="34323"/>
                  </a:lnTo>
                  <a:lnTo>
                    <a:pt x="22665" y="29846"/>
                  </a:lnTo>
                  <a:lnTo>
                    <a:pt x="25093" y="26115"/>
                  </a:lnTo>
                  <a:lnTo>
                    <a:pt x="26712" y="23131"/>
                  </a:lnTo>
                  <a:lnTo>
                    <a:pt x="28331" y="21638"/>
                  </a:lnTo>
                  <a:lnTo>
                    <a:pt x="29545" y="20892"/>
                  </a:lnTo>
                  <a:lnTo>
                    <a:pt x="29545" y="20146"/>
                  </a:lnTo>
                  <a:lnTo>
                    <a:pt x="29950" y="18654"/>
                  </a:lnTo>
                  <a:lnTo>
                    <a:pt x="30355" y="15669"/>
                  </a:lnTo>
                  <a:lnTo>
                    <a:pt x="29545" y="14923"/>
                  </a:lnTo>
                  <a:lnTo>
                    <a:pt x="29141" y="14177"/>
                  </a:lnTo>
                  <a:lnTo>
                    <a:pt x="27522" y="14177"/>
                  </a:lnTo>
                  <a:lnTo>
                    <a:pt x="27117" y="14923"/>
                  </a:lnTo>
                  <a:lnTo>
                    <a:pt x="25903" y="15669"/>
                  </a:lnTo>
                  <a:lnTo>
                    <a:pt x="24284" y="19400"/>
                  </a:lnTo>
                  <a:lnTo>
                    <a:pt x="21855" y="23131"/>
                  </a:lnTo>
                  <a:lnTo>
                    <a:pt x="20237" y="26115"/>
                  </a:lnTo>
                  <a:lnTo>
                    <a:pt x="19832" y="26861"/>
                  </a:lnTo>
                  <a:lnTo>
                    <a:pt x="18618" y="29100"/>
                  </a:lnTo>
                  <a:lnTo>
                    <a:pt x="18213" y="29100"/>
                  </a:lnTo>
                  <a:lnTo>
                    <a:pt x="16594" y="32085"/>
                  </a:lnTo>
                  <a:lnTo>
                    <a:pt x="14975" y="34323"/>
                  </a:lnTo>
                  <a:lnTo>
                    <a:pt x="13761" y="36561"/>
                  </a:lnTo>
                  <a:lnTo>
                    <a:pt x="13761" y="37308"/>
                  </a:lnTo>
                  <a:lnTo>
                    <a:pt x="12547" y="38054"/>
                  </a:lnTo>
                  <a:lnTo>
                    <a:pt x="10928" y="38800"/>
                  </a:lnTo>
                  <a:lnTo>
                    <a:pt x="10118" y="38054"/>
                  </a:lnTo>
                  <a:lnTo>
                    <a:pt x="9713" y="35815"/>
                  </a:lnTo>
                  <a:lnTo>
                    <a:pt x="10118" y="33577"/>
                  </a:lnTo>
                  <a:lnTo>
                    <a:pt x="10523" y="31338"/>
                  </a:lnTo>
                  <a:lnTo>
                    <a:pt x="10928" y="29100"/>
                  </a:lnTo>
                  <a:lnTo>
                    <a:pt x="12547" y="25369"/>
                  </a:lnTo>
                  <a:lnTo>
                    <a:pt x="13761" y="22385"/>
                  </a:lnTo>
                  <a:lnTo>
                    <a:pt x="14166" y="21638"/>
                  </a:lnTo>
                  <a:lnTo>
                    <a:pt x="15784" y="18654"/>
                  </a:lnTo>
                  <a:lnTo>
                    <a:pt x="17403" y="16415"/>
                  </a:lnTo>
                  <a:lnTo>
                    <a:pt x="18618" y="14177"/>
                  </a:lnTo>
                  <a:lnTo>
                    <a:pt x="20237" y="13431"/>
                  </a:lnTo>
                  <a:lnTo>
                    <a:pt x="20641" y="12685"/>
                  </a:lnTo>
                  <a:lnTo>
                    <a:pt x="23474" y="10446"/>
                  </a:lnTo>
                  <a:lnTo>
                    <a:pt x="25903" y="9700"/>
                  </a:lnTo>
                  <a:lnTo>
                    <a:pt x="27117" y="8954"/>
                  </a:lnTo>
                  <a:lnTo>
                    <a:pt x="28736" y="8208"/>
                  </a:lnTo>
                  <a:lnTo>
                    <a:pt x="29950" y="7461"/>
                  </a:lnTo>
                  <a:lnTo>
                    <a:pt x="29950" y="6715"/>
                  </a:lnTo>
                  <a:lnTo>
                    <a:pt x="30760" y="5223"/>
                  </a:lnTo>
                  <a:lnTo>
                    <a:pt x="29950" y="3731"/>
                  </a:lnTo>
                  <a:lnTo>
                    <a:pt x="29545" y="746"/>
                  </a:lnTo>
                  <a:lnTo>
                    <a:pt x="28331" y="0"/>
                  </a:lnTo>
                  <a:lnTo>
                    <a:pt x="26712" y="746"/>
                  </a:lnTo>
                  <a:lnTo>
                    <a:pt x="25903" y="746"/>
                  </a:lnTo>
                  <a:lnTo>
                    <a:pt x="23070" y="2985"/>
                  </a:lnTo>
                  <a:lnTo>
                    <a:pt x="19832" y="5969"/>
                  </a:lnTo>
                  <a:lnTo>
                    <a:pt x="19022" y="6715"/>
                  </a:lnTo>
                  <a:lnTo>
                    <a:pt x="18618" y="7461"/>
                  </a:lnTo>
                  <a:lnTo>
                    <a:pt x="17403" y="8954"/>
                  </a:lnTo>
                  <a:lnTo>
                    <a:pt x="14975" y="10446"/>
                  </a:lnTo>
                  <a:lnTo>
                    <a:pt x="14166" y="11192"/>
                  </a:lnTo>
                  <a:lnTo>
                    <a:pt x="12547" y="12685"/>
                  </a:lnTo>
                  <a:lnTo>
                    <a:pt x="10928" y="15669"/>
                  </a:lnTo>
                  <a:lnTo>
                    <a:pt x="10523" y="15669"/>
                  </a:lnTo>
                  <a:lnTo>
                    <a:pt x="9713" y="17908"/>
                  </a:lnTo>
                  <a:lnTo>
                    <a:pt x="9713" y="18654"/>
                  </a:lnTo>
                  <a:lnTo>
                    <a:pt x="8095" y="20146"/>
                  </a:lnTo>
                  <a:lnTo>
                    <a:pt x="7690" y="20892"/>
                  </a:lnTo>
                  <a:lnTo>
                    <a:pt x="7285" y="21638"/>
                  </a:lnTo>
                  <a:lnTo>
                    <a:pt x="6880" y="23131"/>
                  </a:lnTo>
                  <a:cubicBezTo>
                    <a:pt x="4452" y="24623"/>
                    <a:pt x="5261" y="26861"/>
                    <a:pt x="4857" y="29846"/>
                  </a:cubicBezTo>
                  <a:lnTo>
                    <a:pt x="4452" y="31338"/>
                  </a:lnTo>
                  <a:lnTo>
                    <a:pt x="2833" y="34323"/>
                  </a:lnTo>
                  <a:lnTo>
                    <a:pt x="2428" y="35069"/>
                  </a:lnTo>
                  <a:lnTo>
                    <a:pt x="1214" y="38054"/>
                  </a:lnTo>
                  <a:lnTo>
                    <a:pt x="809" y="38800"/>
                  </a:lnTo>
                  <a:lnTo>
                    <a:pt x="405" y="39546"/>
                  </a:lnTo>
                  <a:lnTo>
                    <a:pt x="0" y="39546"/>
                  </a:lnTo>
                  <a:lnTo>
                    <a:pt x="405" y="40292"/>
                  </a:lnTo>
                  <a:lnTo>
                    <a:pt x="809" y="41038"/>
                  </a:lnTo>
                  <a:lnTo>
                    <a:pt x="1214" y="42531"/>
                  </a:lnTo>
                  <a:lnTo>
                    <a:pt x="2024" y="44769"/>
                  </a:lnTo>
                  <a:lnTo>
                    <a:pt x="2428" y="45515"/>
                  </a:lnTo>
                  <a:lnTo>
                    <a:pt x="4857" y="48500"/>
                  </a:lnTo>
                  <a:lnTo>
                    <a:pt x="6476" y="49246"/>
                  </a:lnTo>
                  <a:lnTo>
                    <a:pt x="6880" y="49992"/>
                  </a:lnTo>
                  <a:lnTo>
                    <a:pt x="7690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7" name="Freeform 1026"/>
            <p:cNvSpPr/>
            <p:nvPr/>
          </p:nvSpPr>
          <p:spPr>
            <a:xfrm>
              <a:off x="10279007" y="478569"/>
              <a:ext cx="20236" cy="23876"/>
            </a:xfrm>
            <a:custGeom>
              <a:avLst/>
              <a:gdLst>
                <a:gd name="connsiteX0" fmla="*/ 12951 w 20236"/>
                <a:gd name="connsiteY0" fmla="*/ 7461 h 23876"/>
                <a:gd name="connsiteX1" fmla="*/ 9309 w 20236"/>
                <a:gd name="connsiteY1" fmla="*/ 5223 h 23876"/>
                <a:gd name="connsiteX2" fmla="*/ 5261 w 20236"/>
                <a:gd name="connsiteY2" fmla="*/ 2238 h 23876"/>
                <a:gd name="connsiteX3" fmla="*/ 2428 w 20236"/>
                <a:gd name="connsiteY3" fmla="*/ 746 h 23876"/>
                <a:gd name="connsiteX4" fmla="*/ 2428 w 20236"/>
                <a:gd name="connsiteY4" fmla="*/ 0 h 23876"/>
                <a:gd name="connsiteX5" fmla="*/ 0 w 20236"/>
                <a:gd name="connsiteY5" fmla="*/ 10446 h 23876"/>
                <a:gd name="connsiteX6" fmla="*/ 2428 w 20236"/>
                <a:gd name="connsiteY6" fmla="*/ 12685 h 23876"/>
                <a:gd name="connsiteX7" fmla="*/ 5261 w 20236"/>
                <a:gd name="connsiteY7" fmla="*/ 14177 h 23876"/>
                <a:gd name="connsiteX8" fmla="*/ 9309 w 20236"/>
                <a:gd name="connsiteY8" fmla="*/ 17161 h 23876"/>
                <a:gd name="connsiteX9" fmla="*/ 12951 w 20236"/>
                <a:gd name="connsiteY9" fmla="*/ 20146 h 23876"/>
                <a:gd name="connsiteX10" fmla="*/ 14570 w 20236"/>
                <a:gd name="connsiteY10" fmla="*/ 20892 h 23876"/>
                <a:gd name="connsiteX11" fmla="*/ 18213 w 20236"/>
                <a:gd name="connsiteY11" fmla="*/ 23877 h 23876"/>
                <a:gd name="connsiteX12" fmla="*/ 19427 w 20236"/>
                <a:gd name="connsiteY12" fmla="*/ 17908 h 23876"/>
                <a:gd name="connsiteX13" fmla="*/ 19832 w 20236"/>
                <a:gd name="connsiteY13" fmla="*/ 15669 h 23876"/>
                <a:gd name="connsiteX14" fmla="*/ 20237 w 20236"/>
                <a:gd name="connsiteY14" fmla="*/ 12685 h 23876"/>
                <a:gd name="connsiteX15" fmla="*/ 19832 w 20236"/>
                <a:gd name="connsiteY15" fmla="*/ 12685 h 23876"/>
                <a:gd name="connsiteX16" fmla="*/ 19427 w 20236"/>
                <a:gd name="connsiteY16" fmla="*/ 11938 h 23876"/>
                <a:gd name="connsiteX17" fmla="*/ 14570 w 20236"/>
                <a:gd name="connsiteY17" fmla="*/ 8954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236" h="23876">
                  <a:moveTo>
                    <a:pt x="12951" y="7461"/>
                  </a:moveTo>
                  <a:lnTo>
                    <a:pt x="9309" y="5223"/>
                  </a:lnTo>
                  <a:lnTo>
                    <a:pt x="5261" y="2238"/>
                  </a:lnTo>
                  <a:lnTo>
                    <a:pt x="2428" y="746"/>
                  </a:lnTo>
                  <a:lnTo>
                    <a:pt x="2428" y="0"/>
                  </a:lnTo>
                  <a:lnTo>
                    <a:pt x="0" y="10446"/>
                  </a:lnTo>
                  <a:lnTo>
                    <a:pt x="2428" y="12685"/>
                  </a:lnTo>
                  <a:lnTo>
                    <a:pt x="5261" y="14177"/>
                  </a:lnTo>
                  <a:lnTo>
                    <a:pt x="9309" y="17161"/>
                  </a:lnTo>
                  <a:lnTo>
                    <a:pt x="12951" y="20146"/>
                  </a:lnTo>
                  <a:lnTo>
                    <a:pt x="14570" y="20892"/>
                  </a:lnTo>
                  <a:lnTo>
                    <a:pt x="18213" y="23877"/>
                  </a:lnTo>
                  <a:lnTo>
                    <a:pt x="19427" y="17908"/>
                  </a:lnTo>
                  <a:lnTo>
                    <a:pt x="19832" y="15669"/>
                  </a:lnTo>
                  <a:lnTo>
                    <a:pt x="20237" y="12685"/>
                  </a:lnTo>
                  <a:lnTo>
                    <a:pt x="19832" y="12685"/>
                  </a:lnTo>
                  <a:lnTo>
                    <a:pt x="19427" y="11938"/>
                  </a:lnTo>
                  <a:lnTo>
                    <a:pt x="1457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9" name="Freeform 1028"/>
            <p:cNvSpPr/>
            <p:nvPr/>
          </p:nvSpPr>
          <p:spPr>
            <a:xfrm>
              <a:off x="10250271" y="99523"/>
              <a:ext cx="41687" cy="67899"/>
            </a:xfrm>
            <a:custGeom>
              <a:avLst/>
              <a:gdLst>
                <a:gd name="connsiteX0" fmla="*/ 26712 w 41687"/>
                <a:gd name="connsiteY0" fmla="*/ 20146 h 67899"/>
                <a:gd name="connsiteX1" fmla="*/ 26307 w 41687"/>
                <a:gd name="connsiteY1" fmla="*/ 22385 h 67899"/>
                <a:gd name="connsiteX2" fmla="*/ 26712 w 41687"/>
                <a:gd name="connsiteY2" fmla="*/ 24623 h 67899"/>
                <a:gd name="connsiteX3" fmla="*/ 27117 w 41687"/>
                <a:gd name="connsiteY3" fmla="*/ 26115 h 67899"/>
                <a:gd name="connsiteX4" fmla="*/ 27117 w 41687"/>
                <a:gd name="connsiteY4" fmla="*/ 27608 h 67899"/>
                <a:gd name="connsiteX5" fmla="*/ 26712 w 41687"/>
                <a:gd name="connsiteY5" fmla="*/ 29100 h 67899"/>
                <a:gd name="connsiteX6" fmla="*/ 25903 w 41687"/>
                <a:gd name="connsiteY6" fmla="*/ 30592 h 67899"/>
                <a:gd name="connsiteX7" fmla="*/ 24689 w 41687"/>
                <a:gd name="connsiteY7" fmla="*/ 30592 h 67899"/>
                <a:gd name="connsiteX8" fmla="*/ 23879 w 41687"/>
                <a:gd name="connsiteY8" fmla="*/ 31338 h 67899"/>
                <a:gd name="connsiteX9" fmla="*/ 23474 w 41687"/>
                <a:gd name="connsiteY9" fmla="*/ 32831 h 67899"/>
                <a:gd name="connsiteX10" fmla="*/ 23070 w 41687"/>
                <a:gd name="connsiteY10" fmla="*/ 34323 h 67899"/>
                <a:gd name="connsiteX11" fmla="*/ 22665 w 41687"/>
                <a:gd name="connsiteY11" fmla="*/ 36561 h 67899"/>
                <a:gd name="connsiteX12" fmla="*/ 22665 w 41687"/>
                <a:gd name="connsiteY12" fmla="*/ 38054 h 67899"/>
                <a:gd name="connsiteX13" fmla="*/ 21855 w 41687"/>
                <a:gd name="connsiteY13" fmla="*/ 40292 h 67899"/>
                <a:gd name="connsiteX14" fmla="*/ 21451 w 41687"/>
                <a:gd name="connsiteY14" fmla="*/ 41784 h 67899"/>
                <a:gd name="connsiteX15" fmla="*/ 21046 w 41687"/>
                <a:gd name="connsiteY15" fmla="*/ 43277 h 67899"/>
                <a:gd name="connsiteX16" fmla="*/ 21451 w 41687"/>
                <a:gd name="connsiteY16" fmla="*/ 44769 h 67899"/>
                <a:gd name="connsiteX17" fmla="*/ 21451 w 41687"/>
                <a:gd name="connsiteY17" fmla="*/ 47008 h 67899"/>
                <a:gd name="connsiteX18" fmla="*/ 21046 w 41687"/>
                <a:gd name="connsiteY18" fmla="*/ 48500 h 67899"/>
                <a:gd name="connsiteX19" fmla="*/ 16594 w 41687"/>
                <a:gd name="connsiteY19" fmla="*/ 48500 h 67899"/>
                <a:gd name="connsiteX20" fmla="*/ 14975 w 41687"/>
                <a:gd name="connsiteY20" fmla="*/ 47754 h 67899"/>
                <a:gd name="connsiteX21" fmla="*/ 14166 w 41687"/>
                <a:gd name="connsiteY21" fmla="*/ 47754 h 67899"/>
                <a:gd name="connsiteX22" fmla="*/ 12547 w 41687"/>
                <a:gd name="connsiteY22" fmla="*/ 47008 h 67899"/>
                <a:gd name="connsiteX23" fmla="*/ 10523 w 41687"/>
                <a:gd name="connsiteY23" fmla="*/ 47008 h 67899"/>
                <a:gd name="connsiteX24" fmla="*/ 8095 w 41687"/>
                <a:gd name="connsiteY24" fmla="*/ 46261 h 67899"/>
                <a:gd name="connsiteX25" fmla="*/ 6880 w 41687"/>
                <a:gd name="connsiteY25" fmla="*/ 44769 h 67899"/>
                <a:gd name="connsiteX26" fmla="*/ 6071 w 41687"/>
                <a:gd name="connsiteY26" fmla="*/ 44023 h 67899"/>
                <a:gd name="connsiteX27" fmla="*/ 5261 w 41687"/>
                <a:gd name="connsiteY27" fmla="*/ 42531 h 67899"/>
                <a:gd name="connsiteX28" fmla="*/ 4857 w 41687"/>
                <a:gd name="connsiteY28" fmla="*/ 42531 h 67899"/>
                <a:gd name="connsiteX29" fmla="*/ 4047 w 41687"/>
                <a:gd name="connsiteY29" fmla="*/ 41784 h 67899"/>
                <a:gd name="connsiteX30" fmla="*/ 2833 w 41687"/>
                <a:gd name="connsiteY30" fmla="*/ 41784 h 67899"/>
                <a:gd name="connsiteX31" fmla="*/ 2428 w 41687"/>
                <a:gd name="connsiteY31" fmla="*/ 42531 h 67899"/>
                <a:gd name="connsiteX32" fmla="*/ 2024 w 41687"/>
                <a:gd name="connsiteY32" fmla="*/ 43277 h 67899"/>
                <a:gd name="connsiteX33" fmla="*/ 1619 w 41687"/>
                <a:gd name="connsiteY33" fmla="*/ 44769 h 67899"/>
                <a:gd name="connsiteX34" fmla="*/ 1214 w 41687"/>
                <a:gd name="connsiteY34" fmla="*/ 46261 h 67899"/>
                <a:gd name="connsiteX35" fmla="*/ 809 w 41687"/>
                <a:gd name="connsiteY35" fmla="*/ 47754 h 67899"/>
                <a:gd name="connsiteX36" fmla="*/ 0 w 41687"/>
                <a:gd name="connsiteY36" fmla="*/ 51484 h 67899"/>
                <a:gd name="connsiteX37" fmla="*/ 0 w 41687"/>
                <a:gd name="connsiteY37" fmla="*/ 57454 h 67899"/>
                <a:gd name="connsiteX38" fmla="*/ 809 w 41687"/>
                <a:gd name="connsiteY38" fmla="*/ 61184 h 67899"/>
                <a:gd name="connsiteX39" fmla="*/ 1214 w 41687"/>
                <a:gd name="connsiteY39" fmla="*/ 63423 h 67899"/>
                <a:gd name="connsiteX40" fmla="*/ 1619 w 41687"/>
                <a:gd name="connsiteY40" fmla="*/ 63423 h 67899"/>
                <a:gd name="connsiteX41" fmla="*/ 2024 w 41687"/>
                <a:gd name="connsiteY41" fmla="*/ 65661 h 67899"/>
                <a:gd name="connsiteX42" fmla="*/ 2428 w 41687"/>
                <a:gd name="connsiteY42" fmla="*/ 65661 h 67899"/>
                <a:gd name="connsiteX43" fmla="*/ 3238 w 41687"/>
                <a:gd name="connsiteY43" fmla="*/ 64915 h 67899"/>
                <a:gd name="connsiteX44" fmla="*/ 4047 w 41687"/>
                <a:gd name="connsiteY44" fmla="*/ 64915 h 67899"/>
                <a:gd name="connsiteX45" fmla="*/ 4857 w 41687"/>
                <a:gd name="connsiteY45" fmla="*/ 64169 h 67899"/>
                <a:gd name="connsiteX46" fmla="*/ 5261 w 41687"/>
                <a:gd name="connsiteY46" fmla="*/ 64169 h 67899"/>
                <a:gd name="connsiteX47" fmla="*/ 6071 w 41687"/>
                <a:gd name="connsiteY47" fmla="*/ 63423 h 67899"/>
                <a:gd name="connsiteX48" fmla="*/ 6071 w 41687"/>
                <a:gd name="connsiteY48" fmla="*/ 55961 h 67899"/>
                <a:gd name="connsiteX49" fmla="*/ 6476 w 41687"/>
                <a:gd name="connsiteY49" fmla="*/ 55215 h 67899"/>
                <a:gd name="connsiteX50" fmla="*/ 8095 w 41687"/>
                <a:gd name="connsiteY50" fmla="*/ 53723 h 67899"/>
                <a:gd name="connsiteX51" fmla="*/ 13761 w 41687"/>
                <a:gd name="connsiteY51" fmla="*/ 53723 h 67899"/>
                <a:gd name="connsiteX52" fmla="*/ 14570 w 41687"/>
                <a:gd name="connsiteY52" fmla="*/ 54469 h 67899"/>
                <a:gd name="connsiteX53" fmla="*/ 14975 w 41687"/>
                <a:gd name="connsiteY53" fmla="*/ 54469 h 67899"/>
                <a:gd name="connsiteX54" fmla="*/ 15380 w 41687"/>
                <a:gd name="connsiteY54" fmla="*/ 55215 h 67899"/>
                <a:gd name="connsiteX55" fmla="*/ 16594 w 41687"/>
                <a:gd name="connsiteY55" fmla="*/ 57454 h 67899"/>
                <a:gd name="connsiteX56" fmla="*/ 17403 w 41687"/>
                <a:gd name="connsiteY56" fmla="*/ 58946 h 67899"/>
                <a:gd name="connsiteX57" fmla="*/ 18618 w 41687"/>
                <a:gd name="connsiteY57" fmla="*/ 61184 h 67899"/>
                <a:gd name="connsiteX58" fmla="*/ 18618 w 41687"/>
                <a:gd name="connsiteY58" fmla="*/ 61931 h 67899"/>
                <a:gd name="connsiteX59" fmla="*/ 19427 w 41687"/>
                <a:gd name="connsiteY59" fmla="*/ 63423 h 67899"/>
                <a:gd name="connsiteX60" fmla="*/ 20641 w 41687"/>
                <a:gd name="connsiteY60" fmla="*/ 65661 h 67899"/>
                <a:gd name="connsiteX61" fmla="*/ 21451 w 41687"/>
                <a:gd name="connsiteY61" fmla="*/ 66408 h 67899"/>
                <a:gd name="connsiteX62" fmla="*/ 22665 w 41687"/>
                <a:gd name="connsiteY62" fmla="*/ 67154 h 67899"/>
                <a:gd name="connsiteX63" fmla="*/ 24284 w 41687"/>
                <a:gd name="connsiteY63" fmla="*/ 67900 h 67899"/>
                <a:gd name="connsiteX64" fmla="*/ 25498 w 41687"/>
                <a:gd name="connsiteY64" fmla="*/ 67154 h 67899"/>
                <a:gd name="connsiteX65" fmla="*/ 25903 w 41687"/>
                <a:gd name="connsiteY65" fmla="*/ 65661 h 67899"/>
                <a:gd name="connsiteX66" fmla="*/ 25903 w 41687"/>
                <a:gd name="connsiteY66" fmla="*/ 64169 h 67899"/>
                <a:gd name="connsiteX67" fmla="*/ 26307 w 41687"/>
                <a:gd name="connsiteY67" fmla="*/ 63423 h 67899"/>
                <a:gd name="connsiteX68" fmla="*/ 26307 w 41687"/>
                <a:gd name="connsiteY68" fmla="*/ 57454 h 67899"/>
                <a:gd name="connsiteX69" fmla="*/ 25903 w 41687"/>
                <a:gd name="connsiteY69" fmla="*/ 57454 h 67899"/>
                <a:gd name="connsiteX70" fmla="*/ 25903 w 41687"/>
                <a:gd name="connsiteY70" fmla="*/ 54469 h 67899"/>
                <a:gd name="connsiteX71" fmla="*/ 25093 w 41687"/>
                <a:gd name="connsiteY71" fmla="*/ 52977 h 67899"/>
                <a:gd name="connsiteX72" fmla="*/ 25498 w 41687"/>
                <a:gd name="connsiteY72" fmla="*/ 52231 h 67899"/>
                <a:gd name="connsiteX73" fmla="*/ 25903 w 41687"/>
                <a:gd name="connsiteY73" fmla="*/ 51484 h 67899"/>
                <a:gd name="connsiteX74" fmla="*/ 27117 w 41687"/>
                <a:gd name="connsiteY74" fmla="*/ 51484 h 67899"/>
                <a:gd name="connsiteX75" fmla="*/ 27522 w 41687"/>
                <a:gd name="connsiteY75" fmla="*/ 50738 h 67899"/>
                <a:gd name="connsiteX76" fmla="*/ 28331 w 41687"/>
                <a:gd name="connsiteY76" fmla="*/ 49246 h 67899"/>
                <a:gd name="connsiteX77" fmla="*/ 27926 w 41687"/>
                <a:gd name="connsiteY77" fmla="*/ 47008 h 67899"/>
                <a:gd name="connsiteX78" fmla="*/ 27926 w 41687"/>
                <a:gd name="connsiteY78" fmla="*/ 46261 h 67899"/>
                <a:gd name="connsiteX79" fmla="*/ 27522 w 41687"/>
                <a:gd name="connsiteY79" fmla="*/ 44023 h 67899"/>
                <a:gd name="connsiteX80" fmla="*/ 26712 w 41687"/>
                <a:gd name="connsiteY80" fmla="*/ 41784 h 67899"/>
                <a:gd name="connsiteX81" fmla="*/ 26712 w 41687"/>
                <a:gd name="connsiteY81" fmla="*/ 41038 h 67899"/>
                <a:gd name="connsiteX82" fmla="*/ 27117 w 41687"/>
                <a:gd name="connsiteY82" fmla="*/ 39546 h 67899"/>
                <a:gd name="connsiteX83" fmla="*/ 27522 w 41687"/>
                <a:gd name="connsiteY83" fmla="*/ 38800 h 67899"/>
                <a:gd name="connsiteX84" fmla="*/ 27926 w 41687"/>
                <a:gd name="connsiteY84" fmla="*/ 38054 h 67899"/>
                <a:gd name="connsiteX85" fmla="*/ 29545 w 41687"/>
                <a:gd name="connsiteY85" fmla="*/ 36561 h 67899"/>
                <a:gd name="connsiteX86" fmla="*/ 34402 w 41687"/>
                <a:gd name="connsiteY86" fmla="*/ 36561 h 67899"/>
                <a:gd name="connsiteX87" fmla="*/ 35212 w 41687"/>
                <a:gd name="connsiteY87" fmla="*/ 34323 h 67899"/>
                <a:gd name="connsiteX88" fmla="*/ 36831 w 41687"/>
                <a:gd name="connsiteY88" fmla="*/ 32831 h 67899"/>
                <a:gd name="connsiteX89" fmla="*/ 38045 w 41687"/>
                <a:gd name="connsiteY89" fmla="*/ 31338 h 67899"/>
                <a:gd name="connsiteX90" fmla="*/ 38449 w 41687"/>
                <a:gd name="connsiteY90" fmla="*/ 30592 h 67899"/>
                <a:gd name="connsiteX91" fmla="*/ 39259 w 41687"/>
                <a:gd name="connsiteY91" fmla="*/ 28354 h 67899"/>
                <a:gd name="connsiteX92" fmla="*/ 40473 w 41687"/>
                <a:gd name="connsiteY92" fmla="*/ 25369 h 67899"/>
                <a:gd name="connsiteX93" fmla="*/ 41687 w 41687"/>
                <a:gd name="connsiteY93" fmla="*/ 22385 h 67899"/>
                <a:gd name="connsiteX94" fmla="*/ 41687 w 41687"/>
                <a:gd name="connsiteY94" fmla="*/ 12685 h 67899"/>
                <a:gd name="connsiteX95" fmla="*/ 41283 w 41687"/>
                <a:gd name="connsiteY95" fmla="*/ 11192 h 67899"/>
                <a:gd name="connsiteX96" fmla="*/ 40473 w 41687"/>
                <a:gd name="connsiteY96" fmla="*/ 10446 h 67899"/>
                <a:gd name="connsiteX97" fmla="*/ 40473 w 41687"/>
                <a:gd name="connsiteY97" fmla="*/ 8954 h 67899"/>
                <a:gd name="connsiteX98" fmla="*/ 39259 w 41687"/>
                <a:gd name="connsiteY98" fmla="*/ 8208 h 67899"/>
                <a:gd name="connsiteX99" fmla="*/ 38045 w 41687"/>
                <a:gd name="connsiteY99" fmla="*/ 5969 h 67899"/>
                <a:gd name="connsiteX100" fmla="*/ 37640 w 41687"/>
                <a:gd name="connsiteY100" fmla="*/ 5969 h 67899"/>
                <a:gd name="connsiteX101" fmla="*/ 37235 w 41687"/>
                <a:gd name="connsiteY101" fmla="*/ 4477 h 67899"/>
                <a:gd name="connsiteX102" fmla="*/ 36426 w 41687"/>
                <a:gd name="connsiteY102" fmla="*/ 3731 h 67899"/>
                <a:gd name="connsiteX103" fmla="*/ 36831 w 41687"/>
                <a:gd name="connsiteY103" fmla="*/ 1492 h 67899"/>
                <a:gd name="connsiteX104" fmla="*/ 36021 w 41687"/>
                <a:gd name="connsiteY104" fmla="*/ 0 h 67899"/>
                <a:gd name="connsiteX105" fmla="*/ 33593 w 41687"/>
                <a:gd name="connsiteY105" fmla="*/ 0 h 67899"/>
                <a:gd name="connsiteX106" fmla="*/ 32378 w 41687"/>
                <a:gd name="connsiteY106" fmla="*/ 1492 h 67899"/>
                <a:gd name="connsiteX107" fmla="*/ 31164 w 41687"/>
                <a:gd name="connsiteY107" fmla="*/ 2985 h 67899"/>
                <a:gd name="connsiteX108" fmla="*/ 31164 w 41687"/>
                <a:gd name="connsiteY108" fmla="*/ 3731 h 67899"/>
                <a:gd name="connsiteX109" fmla="*/ 30760 w 41687"/>
                <a:gd name="connsiteY109" fmla="*/ 5223 h 67899"/>
                <a:gd name="connsiteX110" fmla="*/ 30760 w 41687"/>
                <a:gd name="connsiteY110" fmla="*/ 7461 h 67899"/>
                <a:gd name="connsiteX111" fmla="*/ 31164 w 41687"/>
                <a:gd name="connsiteY111" fmla="*/ 8954 h 67899"/>
                <a:gd name="connsiteX112" fmla="*/ 31569 w 41687"/>
                <a:gd name="connsiteY112" fmla="*/ 9700 h 67899"/>
                <a:gd name="connsiteX113" fmla="*/ 32378 w 41687"/>
                <a:gd name="connsiteY113" fmla="*/ 11192 h 67899"/>
                <a:gd name="connsiteX114" fmla="*/ 36021 w 41687"/>
                <a:gd name="connsiteY114" fmla="*/ 11192 h 67899"/>
                <a:gd name="connsiteX115" fmla="*/ 36831 w 41687"/>
                <a:gd name="connsiteY115" fmla="*/ 13431 h 67899"/>
                <a:gd name="connsiteX116" fmla="*/ 37235 w 41687"/>
                <a:gd name="connsiteY116" fmla="*/ 14923 h 67899"/>
                <a:gd name="connsiteX117" fmla="*/ 36831 w 41687"/>
                <a:gd name="connsiteY117" fmla="*/ 17161 h 67899"/>
                <a:gd name="connsiteX118" fmla="*/ 36831 w 41687"/>
                <a:gd name="connsiteY118" fmla="*/ 20892 h 67899"/>
                <a:gd name="connsiteX119" fmla="*/ 36426 w 41687"/>
                <a:gd name="connsiteY119" fmla="*/ 22385 h 67899"/>
                <a:gd name="connsiteX120" fmla="*/ 36021 w 41687"/>
                <a:gd name="connsiteY120" fmla="*/ 23131 h 67899"/>
                <a:gd name="connsiteX121" fmla="*/ 35212 w 41687"/>
                <a:gd name="connsiteY121" fmla="*/ 24623 h 67899"/>
                <a:gd name="connsiteX122" fmla="*/ 35212 w 41687"/>
                <a:gd name="connsiteY122" fmla="*/ 25369 h 67899"/>
                <a:gd name="connsiteX123" fmla="*/ 34402 w 41687"/>
                <a:gd name="connsiteY123" fmla="*/ 26861 h 67899"/>
                <a:gd name="connsiteX124" fmla="*/ 30760 w 41687"/>
                <a:gd name="connsiteY124" fmla="*/ 26861 h 67899"/>
                <a:gd name="connsiteX125" fmla="*/ 30355 w 41687"/>
                <a:gd name="connsiteY125" fmla="*/ 25369 h 67899"/>
                <a:gd name="connsiteX126" fmla="*/ 30760 w 41687"/>
                <a:gd name="connsiteY126" fmla="*/ 23877 h 67899"/>
                <a:gd name="connsiteX127" fmla="*/ 31164 w 41687"/>
                <a:gd name="connsiteY127" fmla="*/ 23131 h 67899"/>
                <a:gd name="connsiteX128" fmla="*/ 31569 w 41687"/>
                <a:gd name="connsiteY128" fmla="*/ 22385 h 67899"/>
                <a:gd name="connsiteX129" fmla="*/ 32783 w 41687"/>
                <a:gd name="connsiteY129" fmla="*/ 20146 h 67899"/>
                <a:gd name="connsiteX130" fmla="*/ 32378 w 41687"/>
                <a:gd name="connsiteY130" fmla="*/ 18654 h 67899"/>
                <a:gd name="connsiteX131" fmla="*/ 31974 w 41687"/>
                <a:gd name="connsiteY131" fmla="*/ 17161 h 67899"/>
                <a:gd name="connsiteX132" fmla="*/ 28331 w 41687"/>
                <a:gd name="connsiteY132" fmla="*/ 17161 h 67899"/>
                <a:gd name="connsiteX133" fmla="*/ 27522 w 41687"/>
                <a:gd name="connsiteY133" fmla="*/ 18654 h 67899"/>
                <a:gd name="connsiteX134" fmla="*/ 27117 w 41687"/>
                <a:gd name="connsiteY134" fmla="*/ 19400 h 6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41687" h="67899">
                  <a:moveTo>
                    <a:pt x="26712" y="20146"/>
                  </a:moveTo>
                  <a:lnTo>
                    <a:pt x="26307" y="22385"/>
                  </a:lnTo>
                  <a:lnTo>
                    <a:pt x="26712" y="24623"/>
                  </a:lnTo>
                  <a:lnTo>
                    <a:pt x="27117" y="26115"/>
                  </a:lnTo>
                  <a:lnTo>
                    <a:pt x="27117" y="27608"/>
                  </a:lnTo>
                  <a:lnTo>
                    <a:pt x="26712" y="29100"/>
                  </a:lnTo>
                  <a:lnTo>
                    <a:pt x="25903" y="30592"/>
                  </a:lnTo>
                  <a:lnTo>
                    <a:pt x="24689" y="30592"/>
                  </a:lnTo>
                  <a:lnTo>
                    <a:pt x="23879" y="31338"/>
                  </a:lnTo>
                  <a:lnTo>
                    <a:pt x="23474" y="32831"/>
                  </a:lnTo>
                  <a:lnTo>
                    <a:pt x="23070" y="34323"/>
                  </a:lnTo>
                  <a:lnTo>
                    <a:pt x="22665" y="36561"/>
                  </a:lnTo>
                  <a:lnTo>
                    <a:pt x="22665" y="38054"/>
                  </a:lnTo>
                  <a:lnTo>
                    <a:pt x="21855" y="40292"/>
                  </a:lnTo>
                  <a:lnTo>
                    <a:pt x="21451" y="41784"/>
                  </a:lnTo>
                  <a:lnTo>
                    <a:pt x="21046" y="43277"/>
                  </a:lnTo>
                  <a:lnTo>
                    <a:pt x="21451" y="44769"/>
                  </a:lnTo>
                  <a:lnTo>
                    <a:pt x="21451" y="47008"/>
                  </a:lnTo>
                  <a:lnTo>
                    <a:pt x="21046" y="48500"/>
                  </a:lnTo>
                  <a:lnTo>
                    <a:pt x="16594" y="48500"/>
                  </a:lnTo>
                  <a:lnTo>
                    <a:pt x="14975" y="47754"/>
                  </a:lnTo>
                  <a:lnTo>
                    <a:pt x="14166" y="47754"/>
                  </a:lnTo>
                  <a:lnTo>
                    <a:pt x="12547" y="47008"/>
                  </a:lnTo>
                  <a:lnTo>
                    <a:pt x="10523" y="47008"/>
                  </a:lnTo>
                  <a:lnTo>
                    <a:pt x="8095" y="46261"/>
                  </a:lnTo>
                  <a:lnTo>
                    <a:pt x="6880" y="44769"/>
                  </a:lnTo>
                  <a:lnTo>
                    <a:pt x="6071" y="44023"/>
                  </a:lnTo>
                  <a:lnTo>
                    <a:pt x="5261" y="42531"/>
                  </a:lnTo>
                  <a:lnTo>
                    <a:pt x="4857" y="42531"/>
                  </a:lnTo>
                  <a:lnTo>
                    <a:pt x="4047" y="41784"/>
                  </a:lnTo>
                  <a:lnTo>
                    <a:pt x="2833" y="41784"/>
                  </a:lnTo>
                  <a:lnTo>
                    <a:pt x="2428" y="42531"/>
                  </a:lnTo>
                  <a:lnTo>
                    <a:pt x="2024" y="43277"/>
                  </a:lnTo>
                  <a:lnTo>
                    <a:pt x="1619" y="44769"/>
                  </a:lnTo>
                  <a:lnTo>
                    <a:pt x="1214" y="46261"/>
                  </a:lnTo>
                  <a:lnTo>
                    <a:pt x="809" y="47754"/>
                  </a:lnTo>
                  <a:lnTo>
                    <a:pt x="0" y="51484"/>
                  </a:lnTo>
                  <a:lnTo>
                    <a:pt x="0" y="57454"/>
                  </a:lnTo>
                  <a:lnTo>
                    <a:pt x="809" y="61184"/>
                  </a:lnTo>
                  <a:lnTo>
                    <a:pt x="1214" y="63423"/>
                  </a:lnTo>
                  <a:lnTo>
                    <a:pt x="1619" y="63423"/>
                  </a:lnTo>
                  <a:lnTo>
                    <a:pt x="2024" y="65661"/>
                  </a:lnTo>
                  <a:lnTo>
                    <a:pt x="2428" y="65661"/>
                  </a:lnTo>
                  <a:lnTo>
                    <a:pt x="3238" y="64915"/>
                  </a:lnTo>
                  <a:lnTo>
                    <a:pt x="4047" y="64915"/>
                  </a:lnTo>
                  <a:lnTo>
                    <a:pt x="4857" y="64169"/>
                  </a:lnTo>
                  <a:lnTo>
                    <a:pt x="5261" y="64169"/>
                  </a:lnTo>
                  <a:lnTo>
                    <a:pt x="6071" y="63423"/>
                  </a:lnTo>
                  <a:lnTo>
                    <a:pt x="6071" y="55961"/>
                  </a:lnTo>
                  <a:lnTo>
                    <a:pt x="6476" y="55215"/>
                  </a:lnTo>
                  <a:lnTo>
                    <a:pt x="8095" y="53723"/>
                  </a:lnTo>
                  <a:lnTo>
                    <a:pt x="13761" y="53723"/>
                  </a:lnTo>
                  <a:lnTo>
                    <a:pt x="14570" y="54469"/>
                  </a:lnTo>
                  <a:lnTo>
                    <a:pt x="14975" y="54469"/>
                  </a:lnTo>
                  <a:lnTo>
                    <a:pt x="15380" y="55215"/>
                  </a:lnTo>
                  <a:lnTo>
                    <a:pt x="16594" y="57454"/>
                  </a:lnTo>
                  <a:lnTo>
                    <a:pt x="17403" y="58946"/>
                  </a:lnTo>
                  <a:lnTo>
                    <a:pt x="18618" y="61184"/>
                  </a:lnTo>
                  <a:lnTo>
                    <a:pt x="18618" y="61931"/>
                  </a:lnTo>
                  <a:lnTo>
                    <a:pt x="19427" y="63423"/>
                  </a:lnTo>
                  <a:lnTo>
                    <a:pt x="20641" y="65661"/>
                  </a:lnTo>
                  <a:lnTo>
                    <a:pt x="21451" y="66408"/>
                  </a:lnTo>
                  <a:lnTo>
                    <a:pt x="22665" y="67154"/>
                  </a:lnTo>
                  <a:lnTo>
                    <a:pt x="24284" y="67900"/>
                  </a:lnTo>
                  <a:lnTo>
                    <a:pt x="25498" y="67154"/>
                  </a:lnTo>
                  <a:lnTo>
                    <a:pt x="25903" y="65661"/>
                  </a:lnTo>
                  <a:lnTo>
                    <a:pt x="25903" y="64169"/>
                  </a:lnTo>
                  <a:lnTo>
                    <a:pt x="26307" y="63423"/>
                  </a:lnTo>
                  <a:lnTo>
                    <a:pt x="26307" y="57454"/>
                  </a:lnTo>
                  <a:lnTo>
                    <a:pt x="25903" y="57454"/>
                  </a:lnTo>
                  <a:lnTo>
                    <a:pt x="25903" y="54469"/>
                  </a:lnTo>
                  <a:lnTo>
                    <a:pt x="25093" y="52977"/>
                  </a:lnTo>
                  <a:lnTo>
                    <a:pt x="25498" y="52231"/>
                  </a:lnTo>
                  <a:lnTo>
                    <a:pt x="25903" y="51484"/>
                  </a:lnTo>
                  <a:lnTo>
                    <a:pt x="27117" y="51484"/>
                  </a:lnTo>
                  <a:lnTo>
                    <a:pt x="27522" y="50738"/>
                  </a:lnTo>
                  <a:lnTo>
                    <a:pt x="28331" y="49246"/>
                  </a:lnTo>
                  <a:lnTo>
                    <a:pt x="27926" y="47008"/>
                  </a:lnTo>
                  <a:lnTo>
                    <a:pt x="27926" y="46261"/>
                  </a:lnTo>
                  <a:lnTo>
                    <a:pt x="27522" y="44023"/>
                  </a:lnTo>
                  <a:lnTo>
                    <a:pt x="26712" y="41784"/>
                  </a:lnTo>
                  <a:lnTo>
                    <a:pt x="26712" y="41038"/>
                  </a:lnTo>
                  <a:lnTo>
                    <a:pt x="27117" y="39546"/>
                  </a:lnTo>
                  <a:lnTo>
                    <a:pt x="27522" y="38800"/>
                  </a:lnTo>
                  <a:lnTo>
                    <a:pt x="27926" y="38054"/>
                  </a:lnTo>
                  <a:lnTo>
                    <a:pt x="29545" y="36561"/>
                  </a:lnTo>
                  <a:lnTo>
                    <a:pt x="34402" y="36561"/>
                  </a:lnTo>
                  <a:lnTo>
                    <a:pt x="35212" y="34323"/>
                  </a:lnTo>
                  <a:lnTo>
                    <a:pt x="36831" y="32831"/>
                  </a:lnTo>
                  <a:lnTo>
                    <a:pt x="38045" y="31338"/>
                  </a:lnTo>
                  <a:lnTo>
                    <a:pt x="38449" y="30592"/>
                  </a:lnTo>
                  <a:lnTo>
                    <a:pt x="39259" y="28354"/>
                  </a:lnTo>
                  <a:lnTo>
                    <a:pt x="40473" y="25369"/>
                  </a:lnTo>
                  <a:lnTo>
                    <a:pt x="41687" y="22385"/>
                  </a:lnTo>
                  <a:lnTo>
                    <a:pt x="41687" y="12685"/>
                  </a:lnTo>
                  <a:lnTo>
                    <a:pt x="41283" y="11192"/>
                  </a:lnTo>
                  <a:lnTo>
                    <a:pt x="40473" y="10446"/>
                  </a:lnTo>
                  <a:lnTo>
                    <a:pt x="40473" y="8954"/>
                  </a:lnTo>
                  <a:lnTo>
                    <a:pt x="39259" y="8208"/>
                  </a:lnTo>
                  <a:lnTo>
                    <a:pt x="38045" y="5969"/>
                  </a:lnTo>
                  <a:lnTo>
                    <a:pt x="37640" y="5969"/>
                  </a:lnTo>
                  <a:lnTo>
                    <a:pt x="37235" y="4477"/>
                  </a:lnTo>
                  <a:lnTo>
                    <a:pt x="36426" y="3731"/>
                  </a:lnTo>
                  <a:lnTo>
                    <a:pt x="36831" y="1492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2378" y="1492"/>
                  </a:lnTo>
                  <a:lnTo>
                    <a:pt x="31164" y="2985"/>
                  </a:lnTo>
                  <a:lnTo>
                    <a:pt x="31164" y="3731"/>
                  </a:lnTo>
                  <a:lnTo>
                    <a:pt x="30760" y="5223"/>
                  </a:lnTo>
                  <a:lnTo>
                    <a:pt x="30760" y="7461"/>
                  </a:lnTo>
                  <a:lnTo>
                    <a:pt x="31164" y="8954"/>
                  </a:lnTo>
                  <a:lnTo>
                    <a:pt x="31569" y="9700"/>
                  </a:lnTo>
                  <a:lnTo>
                    <a:pt x="32378" y="11192"/>
                  </a:lnTo>
                  <a:lnTo>
                    <a:pt x="36021" y="11192"/>
                  </a:lnTo>
                  <a:lnTo>
                    <a:pt x="36831" y="13431"/>
                  </a:lnTo>
                  <a:lnTo>
                    <a:pt x="37235" y="14923"/>
                  </a:lnTo>
                  <a:lnTo>
                    <a:pt x="36831" y="17161"/>
                  </a:lnTo>
                  <a:lnTo>
                    <a:pt x="36831" y="20892"/>
                  </a:lnTo>
                  <a:lnTo>
                    <a:pt x="36426" y="22385"/>
                  </a:lnTo>
                  <a:lnTo>
                    <a:pt x="36021" y="23131"/>
                  </a:lnTo>
                  <a:lnTo>
                    <a:pt x="35212" y="24623"/>
                  </a:lnTo>
                  <a:lnTo>
                    <a:pt x="35212" y="25369"/>
                  </a:lnTo>
                  <a:lnTo>
                    <a:pt x="34402" y="26861"/>
                  </a:lnTo>
                  <a:lnTo>
                    <a:pt x="30760" y="26861"/>
                  </a:lnTo>
                  <a:lnTo>
                    <a:pt x="30355" y="25369"/>
                  </a:lnTo>
                  <a:lnTo>
                    <a:pt x="30760" y="23877"/>
                  </a:lnTo>
                  <a:lnTo>
                    <a:pt x="31164" y="23131"/>
                  </a:lnTo>
                  <a:lnTo>
                    <a:pt x="31569" y="22385"/>
                  </a:lnTo>
                  <a:lnTo>
                    <a:pt x="32783" y="20146"/>
                  </a:lnTo>
                  <a:lnTo>
                    <a:pt x="32378" y="18654"/>
                  </a:lnTo>
                  <a:lnTo>
                    <a:pt x="31974" y="17161"/>
                  </a:lnTo>
                  <a:lnTo>
                    <a:pt x="28331" y="17161"/>
                  </a:lnTo>
                  <a:lnTo>
                    <a:pt x="27522" y="18654"/>
                  </a:lnTo>
                  <a:lnTo>
                    <a:pt x="27117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1" name="Freeform 1030"/>
            <p:cNvSpPr/>
            <p:nvPr/>
          </p:nvSpPr>
          <p:spPr>
            <a:xfrm>
              <a:off x="10276174" y="-166107"/>
              <a:ext cx="63138" cy="96253"/>
            </a:xfrm>
            <a:custGeom>
              <a:avLst/>
              <a:gdLst>
                <a:gd name="connsiteX0" fmla="*/ 1619 w 63138"/>
                <a:gd name="connsiteY0" fmla="*/ 47008 h 96253"/>
                <a:gd name="connsiteX1" fmla="*/ 5261 w 63138"/>
                <a:gd name="connsiteY1" fmla="*/ 52977 h 96253"/>
                <a:gd name="connsiteX2" fmla="*/ 6880 w 63138"/>
                <a:gd name="connsiteY2" fmla="*/ 53723 h 96253"/>
                <a:gd name="connsiteX3" fmla="*/ 7690 w 63138"/>
                <a:gd name="connsiteY3" fmla="*/ 52231 h 96253"/>
                <a:gd name="connsiteX4" fmla="*/ 11737 w 63138"/>
                <a:gd name="connsiteY4" fmla="*/ 45515 h 96253"/>
                <a:gd name="connsiteX5" fmla="*/ 15380 w 63138"/>
                <a:gd name="connsiteY5" fmla="*/ 41038 h 96253"/>
                <a:gd name="connsiteX6" fmla="*/ 15784 w 63138"/>
                <a:gd name="connsiteY6" fmla="*/ 41038 h 96253"/>
                <a:gd name="connsiteX7" fmla="*/ 17403 w 63138"/>
                <a:gd name="connsiteY7" fmla="*/ 39546 h 96253"/>
                <a:gd name="connsiteX8" fmla="*/ 19022 w 63138"/>
                <a:gd name="connsiteY8" fmla="*/ 38800 h 96253"/>
                <a:gd name="connsiteX9" fmla="*/ 20641 w 63138"/>
                <a:gd name="connsiteY9" fmla="*/ 41038 h 96253"/>
                <a:gd name="connsiteX10" fmla="*/ 17808 w 63138"/>
                <a:gd name="connsiteY10" fmla="*/ 67154 h 96253"/>
                <a:gd name="connsiteX11" fmla="*/ 16189 w 63138"/>
                <a:gd name="connsiteY11" fmla="*/ 70884 h 96253"/>
                <a:gd name="connsiteX12" fmla="*/ 15784 w 63138"/>
                <a:gd name="connsiteY12" fmla="*/ 71631 h 96253"/>
                <a:gd name="connsiteX13" fmla="*/ 12951 w 63138"/>
                <a:gd name="connsiteY13" fmla="*/ 76108 h 96253"/>
                <a:gd name="connsiteX14" fmla="*/ 12547 w 63138"/>
                <a:gd name="connsiteY14" fmla="*/ 76108 h 96253"/>
                <a:gd name="connsiteX15" fmla="*/ 8499 w 63138"/>
                <a:gd name="connsiteY15" fmla="*/ 80584 h 96253"/>
                <a:gd name="connsiteX16" fmla="*/ 8095 w 63138"/>
                <a:gd name="connsiteY16" fmla="*/ 83569 h 96253"/>
                <a:gd name="connsiteX17" fmla="*/ 8499 w 63138"/>
                <a:gd name="connsiteY17" fmla="*/ 86554 h 96253"/>
                <a:gd name="connsiteX18" fmla="*/ 10523 w 63138"/>
                <a:gd name="connsiteY18" fmla="*/ 96254 h 96253"/>
                <a:gd name="connsiteX19" fmla="*/ 12547 w 63138"/>
                <a:gd name="connsiteY19" fmla="*/ 96254 h 96253"/>
                <a:gd name="connsiteX20" fmla="*/ 16189 w 63138"/>
                <a:gd name="connsiteY20" fmla="*/ 95508 h 96253"/>
                <a:gd name="connsiteX21" fmla="*/ 16594 w 63138"/>
                <a:gd name="connsiteY21" fmla="*/ 95508 h 96253"/>
                <a:gd name="connsiteX22" fmla="*/ 18213 w 63138"/>
                <a:gd name="connsiteY22" fmla="*/ 94015 h 96253"/>
                <a:gd name="connsiteX23" fmla="*/ 21855 w 63138"/>
                <a:gd name="connsiteY23" fmla="*/ 89538 h 96253"/>
                <a:gd name="connsiteX24" fmla="*/ 23070 w 63138"/>
                <a:gd name="connsiteY24" fmla="*/ 85808 h 96253"/>
                <a:gd name="connsiteX25" fmla="*/ 23474 w 63138"/>
                <a:gd name="connsiteY25" fmla="*/ 82823 h 96253"/>
                <a:gd name="connsiteX26" fmla="*/ 23879 w 63138"/>
                <a:gd name="connsiteY26" fmla="*/ 79838 h 96253"/>
                <a:gd name="connsiteX27" fmla="*/ 25498 w 63138"/>
                <a:gd name="connsiteY27" fmla="*/ 67154 h 96253"/>
                <a:gd name="connsiteX28" fmla="*/ 25903 w 63138"/>
                <a:gd name="connsiteY28" fmla="*/ 49246 h 96253"/>
                <a:gd name="connsiteX29" fmla="*/ 26307 w 63138"/>
                <a:gd name="connsiteY29" fmla="*/ 48500 h 96253"/>
                <a:gd name="connsiteX30" fmla="*/ 27926 w 63138"/>
                <a:gd name="connsiteY30" fmla="*/ 47754 h 96253"/>
                <a:gd name="connsiteX31" fmla="*/ 29545 w 63138"/>
                <a:gd name="connsiteY31" fmla="*/ 49992 h 96253"/>
                <a:gd name="connsiteX32" fmla="*/ 33593 w 63138"/>
                <a:gd name="connsiteY32" fmla="*/ 54469 h 96253"/>
                <a:gd name="connsiteX33" fmla="*/ 35212 w 63138"/>
                <a:gd name="connsiteY33" fmla="*/ 55215 h 96253"/>
                <a:gd name="connsiteX34" fmla="*/ 42092 w 63138"/>
                <a:gd name="connsiteY34" fmla="*/ 62677 h 96253"/>
                <a:gd name="connsiteX35" fmla="*/ 44925 w 63138"/>
                <a:gd name="connsiteY35" fmla="*/ 65661 h 96253"/>
                <a:gd name="connsiteX36" fmla="*/ 46139 w 63138"/>
                <a:gd name="connsiteY36" fmla="*/ 66408 h 96253"/>
                <a:gd name="connsiteX37" fmla="*/ 48972 w 63138"/>
                <a:gd name="connsiteY37" fmla="*/ 67154 h 96253"/>
                <a:gd name="connsiteX38" fmla="*/ 51806 w 63138"/>
                <a:gd name="connsiteY38" fmla="*/ 67154 h 96253"/>
                <a:gd name="connsiteX39" fmla="*/ 54234 w 63138"/>
                <a:gd name="connsiteY39" fmla="*/ 66408 h 96253"/>
                <a:gd name="connsiteX40" fmla="*/ 55043 w 63138"/>
                <a:gd name="connsiteY40" fmla="*/ 65661 h 96253"/>
                <a:gd name="connsiteX41" fmla="*/ 56662 w 63138"/>
                <a:gd name="connsiteY41" fmla="*/ 64915 h 96253"/>
                <a:gd name="connsiteX42" fmla="*/ 59495 w 63138"/>
                <a:gd name="connsiteY42" fmla="*/ 61931 h 96253"/>
                <a:gd name="connsiteX43" fmla="*/ 61924 w 63138"/>
                <a:gd name="connsiteY43" fmla="*/ 55215 h 96253"/>
                <a:gd name="connsiteX44" fmla="*/ 63138 w 63138"/>
                <a:gd name="connsiteY44" fmla="*/ 47754 h 96253"/>
                <a:gd name="connsiteX45" fmla="*/ 61924 w 63138"/>
                <a:gd name="connsiteY45" fmla="*/ 47008 h 96253"/>
                <a:gd name="connsiteX46" fmla="*/ 59495 w 63138"/>
                <a:gd name="connsiteY46" fmla="*/ 46261 h 96253"/>
                <a:gd name="connsiteX47" fmla="*/ 56662 w 63138"/>
                <a:gd name="connsiteY47" fmla="*/ 45515 h 96253"/>
                <a:gd name="connsiteX48" fmla="*/ 55043 w 63138"/>
                <a:gd name="connsiteY48" fmla="*/ 44769 h 96253"/>
                <a:gd name="connsiteX49" fmla="*/ 51806 w 63138"/>
                <a:gd name="connsiteY49" fmla="*/ 44023 h 96253"/>
                <a:gd name="connsiteX50" fmla="*/ 48163 w 63138"/>
                <a:gd name="connsiteY50" fmla="*/ 44023 h 96253"/>
                <a:gd name="connsiteX51" fmla="*/ 44116 w 63138"/>
                <a:gd name="connsiteY51" fmla="*/ 42531 h 96253"/>
                <a:gd name="connsiteX52" fmla="*/ 41283 w 63138"/>
                <a:gd name="connsiteY52" fmla="*/ 41785 h 96253"/>
                <a:gd name="connsiteX53" fmla="*/ 34402 w 63138"/>
                <a:gd name="connsiteY53" fmla="*/ 38054 h 96253"/>
                <a:gd name="connsiteX54" fmla="*/ 32783 w 63138"/>
                <a:gd name="connsiteY54" fmla="*/ 37308 h 96253"/>
                <a:gd name="connsiteX55" fmla="*/ 29141 w 63138"/>
                <a:gd name="connsiteY55" fmla="*/ 34323 h 96253"/>
                <a:gd name="connsiteX56" fmla="*/ 28736 w 63138"/>
                <a:gd name="connsiteY56" fmla="*/ 33577 h 96253"/>
                <a:gd name="connsiteX57" fmla="*/ 28736 w 63138"/>
                <a:gd name="connsiteY57" fmla="*/ 32085 h 96253"/>
                <a:gd name="connsiteX58" fmla="*/ 29141 w 63138"/>
                <a:gd name="connsiteY58" fmla="*/ 29846 h 96253"/>
                <a:gd name="connsiteX59" fmla="*/ 32783 w 63138"/>
                <a:gd name="connsiteY59" fmla="*/ 27608 h 96253"/>
                <a:gd name="connsiteX60" fmla="*/ 34402 w 63138"/>
                <a:gd name="connsiteY60" fmla="*/ 26861 h 96253"/>
                <a:gd name="connsiteX61" fmla="*/ 41283 w 63138"/>
                <a:gd name="connsiteY61" fmla="*/ 23877 h 96253"/>
                <a:gd name="connsiteX62" fmla="*/ 41687 w 63138"/>
                <a:gd name="connsiteY62" fmla="*/ 23131 h 96253"/>
                <a:gd name="connsiteX63" fmla="*/ 42901 w 63138"/>
                <a:gd name="connsiteY63" fmla="*/ 7461 h 96253"/>
                <a:gd name="connsiteX64" fmla="*/ 41687 w 63138"/>
                <a:gd name="connsiteY64" fmla="*/ 5223 h 96253"/>
                <a:gd name="connsiteX65" fmla="*/ 41283 w 63138"/>
                <a:gd name="connsiteY65" fmla="*/ 5223 h 96253"/>
                <a:gd name="connsiteX66" fmla="*/ 34402 w 63138"/>
                <a:gd name="connsiteY66" fmla="*/ 8208 h 96253"/>
                <a:gd name="connsiteX67" fmla="*/ 32783 w 63138"/>
                <a:gd name="connsiteY67" fmla="*/ 8954 h 96253"/>
                <a:gd name="connsiteX68" fmla="*/ 28736 w 63138"/>
                <a:gd name="connsiteY68" fmla="*/ 11938 h 96253"/>
                <a:gd name="connsiteX69" fmla="*/ 27522 w 63138"/>
                <a:gd name="connsiteY69" fmla="*/ 14177 h 96253"/>
                <a:gd name="connsiteX70" fmla="*/ 25093 w 63138"/>
                <a:gd name="connsiteY70" fmla="*/ 15669 h 96253"/>
                <a:gd name="connsiteX71" fmla="*/ 24689 w 63138"/>
                <a:gd name="connsiteY71" fmla="*/ 16415 h 96253"/>
                <a:gd name="connsiteX72" fmla="*/ 23070 w 63138"/>
                <a:gd name="connsiteY72" fmla="*/ 15669 h 96253"/>
                <a:gd name="connsiteX73" fmla="*/ 22665 w 63138"/>
                <a:gd name="connsiteY73" fmla="*/ 15669 h 96253"/>
                <a:gd name="connsiteX74" fmla="*/ 22260 w 63138"/>
                <a:gd name="connsiteY74" fmla="*/ 14923 h 96253"/>
                <a:gd name="connsiteX75" fmla="*/ 20641 w 63138"/>
                <a:gd name="connsiteY75" fmla="*/ 3731 h 96253"/>
                <a:gd name="connsiteX76" fmla="*/ 19022 w 63138"/>
                <a:gd name="connsiteY76" fmla="*/ 0 h 96253"/>
                <a:gd name="connsiteX77" fmla="*/ 16999 w 63138"/>
                <a:gd name="connsiteY77" fmla="*/ 746 h 96253"/>
                <a:gd name="connsiteX78" fmla="*/ 15380 w 63138"/>
                <a:gd name="connsiteY78" fmla="*/ 2238 h 96253"/>
                <a:gd name="connsiteX79" fmla="*/ 14975 w 63138"/>
                <a:gd name="connsiteY79" fmla="*/ 2985 h 96253"/>
                <a:gd name="connsiteX80" fmla="*/ 13356 w 63138"/>
                <a:gd name="connsiteY80" fmla="*/ 6715 h 96253"/>
                <a:gd name="connsiteX81" fmla="*/ 14975 w 63138"/>
                <a:gd name="connsiteY81" fmla="*/ 17161 h 96253"/>
                <a:gd name="connsiteX82" fmla="*/ 15380 w 63138"/>
                <a:gd name="connsiteY82" fmla="*/ 17908 h 96253"/>
                <a:gd name="connsiteX83" fmla="*/ 15784 w 63138"/>
                <a:gd name="connsiteY83" fmla="*/ 19400 h 96253"/>
                <a:gd name="connsiteX84" fmla="*/ 15380 w 63138"/>
                <a:gd name="connsiteY84" fmla="*/ 20146 h 96253"/>
                <a:gd name="connsiteX85" fmla="*/ 14975 w 63138"/>
                <a:gd name="connsiteY85" fmla="*/ 20892 h 96253"/>
                <a:gd name="connsiteX86" fmla="*/ 11332 w 63138"/>
                <a:gd name="connsiteY86" fmla="*/ 25369 h 96253"/>
                <a:gd name="connsiteX87" fmla="*/ 7285 w 63138"/>
                <a:gd name="connsiteY87" fmla="*/ 29100 h 96253"/>
                <a:gd name="connsiteX88" fmla="*/ 6071 w 63138"/>
                <a:gd name="connsiteY88" fmla="*/ 30592 h 96253"/>
                <a:gd name="connsiteX89" fmla="*/ 4452 w 63138"/>
                <a:gd name="connsiteY89" fmla="*/ 31338 h 96253"/>
                <a:gd name="connsiteX90" fmla="*/ 809 w 63138"/>
                <a:gd name="connsiteY90" fmla="*/ 36561 h 96253"/>
                <a:gd name="connsiteX91" fmla="*/ 0 w 63138"/>
                <a:gd name="connsiteY91" fmla="*/ 43277 h 96253"/>
                <a:gd name="connsiteX92" fmla="*/ 1619 w 63138"/>
                <a:gd name="connsiteY92" fmla="*/ 47008 h 9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63138" h="96253">
                  <a:moveTo>
                    <a:pt x="1619" y="47008"/>
                  </a:moveTo>
                  <a:cubicBezTo>
                    <a:pt x="2428" y="49992"/>
                    <a:pt x="3643" y="52231"/>
                    <a:pt x="5261" y="52977"/>
                  </a:cubicBezTo>
                  <a:cubicBezTo>
                    <a:pt x="5666" y="52977"/>
                    <a:pt x="6476" y="53723"/>
                    <a:pt x="6880" y="53723"/>
                  </a:cubicBezTo>
                  <a:lnTo>
                    <a:pt x="7690" y="52231"/>
                  </a:lnTo>
                  <a:cubicBezTo>
                    <a:pt x="8904" y="49992"/>
                    <a:pt x="10118" y="47754"/>
                    <a:pt x="11737" y="45515"/>
                  </a:cubicBezTo>
                  <a:cubicBezTo>
                    <a:pt x="13356" y="43277"/>
                    <a:pt x="14166" y="41785"/>
                    <a:pt x="15380" y="41038"/>
                  </a:cubicBezTo>
                  <a:lnTo>
                    <a:pt x="15784" y="41038"/>
                  </a:lnTo>
                  <a:cubicBezTo>
                    <a:pt x="16189" y="40292"/>
                    <a:pt x="16999" y="40292"/>
                    <a:pt x="17403" y="39546"/>
                  </a:cubicBezTo>
                  <a:cubicBezTo>
                    <a:pt x="17808" y="38800"/>
                    <a:pt x="18213" y="38800"/>
                    <a:pt x="19022" y="38800"/>
                  </a:cubicBezTo>
                  <a:cubicBezTo>
                    <a:pt x="19832" y="38054"/>
                    <a:pt x="20641" y="41038"/>
                    <a:pt x="20641" y="41038"/>
                  </a:cubicBezTo>
                  <a:cubicBezTo>
                    <a:pt x="21451" y="49992"/>
                    <a:pt x="20641" y="59692"/>
                    <a:pt x="17808" y="67154"/>
                  </a:cubicBezTo>
                  <a:cubicBezTo>
                    <a:pt x="17403" y="68646"/>
                    <a:pt x="16594" y="70138"/>
                    <a:pt x="16189" y="70884"/>
                  </a:cubicBezTo>
                  <a:cubicBezTo>
                    <a:pt x="16189" y="70884"/>
                    <a:pt x="15784" y="70884"/>
                    <a:pt x="15784" y="71631"/>
                  </a:cubicBezTo>
                  <a:cubicBezTo>
                    <a:pt x="14975" y="73123"/>
                    <a:pt x="13761" y="74615"/>
                    <a:pt x="12951" y="76108"/>
                  </a:cubicBezTo>
                  <a:lnTo>
                    <a:pt x="12547" y="76108"/>
                  </a:lnTo>
                  <a:cubicBezTo>
                    <a:pt x="10928" y="76854"/>
                    <a:pt x="9309" y="78346"/>
                    <a:pt x="8499" y="80584"/>
                  </a:cubicBezTo>
                  <a:cubicBezTo>
                    <a:pt x="8095" y="81331"/>
                    <a:pt x="8095" y="82077"/>
                    <a:pt x="8095" y="83569"/>
                  </a:cubicBezTo>
                  <a:cubicBezTo>
                    <a:pt x="8499" y="84315"/>
                    <a:pt x="8499" y="85808"/>
                    <a:pt x="8499" y="86554"/>
                  </a:cubicBezTo>
                  <a:cubicBezTo>
                    <a:pt x="9713" y="91777"/>
                    <a:pt x="10523" y="96254"/>
                    <a:pt x="10523" y="96254"/>
                  </a:cubicBezTo>
                  <a:lnTo>
                    <a:pt x="12547" y="96254"/>
                  </a:lnTo>
                  <a:cubicBezTo>
                    <a:pt x="13761" y="96254"/>
                    <a:pt x="14975" y="95508"/>
                    <a:pt x="16189" y="95508"/>
                  </a:cubicBezTo>
                  <a:lnTo>
                    <a:pt x="16594" y="95508"/>
                  </a:lnTo>
                  <a:cubicBezTo>
                    <a:pt x="16999" y="94761"/>
                    <a:pt x="17403" y="94761"/>
                    <a:pt x="18213" y="94015"/>
                  </a:cubicBezTo>
                  <a:cubicBezTo>
                    <a:pt x="19832" y="93269"/>
                    <a:pt x="21046" y="91777"/>
                    <a:pt x="21855" y="89538"/>
                  </a:cubicBezTo>
                  <a:cubicBezTo>
                    <a:pt x="22260" y="88792"/>
                    <a:pt x="22665" y="86554"/>
                    <a:pt x="23070" y="85808"/>
                  </a:cubicBezTo>
                  <a:cubicBezTo>
                    <a:pt x="23474" y="85061"/>
                    <a:pt x="23474" y="84315"/>
                    <a:pt x="23474" y="82823"/>
                  </a:cubicBezTo>
                  <a:cubicBezTo>
                    <a:pt x="23879" y="82077"/>
                    <a:pt x="23879" y="81331"/>
                    <a:pt x="23879" y="79838"/>
                  </a:cubicBezTo>
                  <a:cubicBezTo>
                    <a:pt x="24689" y="76108"/>
                    <a:pt x="25093" y="71631"/>
                    <a:pt x="25498" y="67154"/>
                  </a:cubicBezTo>
                  <a:cubicBezTo>
                    <a:pt x="25903" y="61184"/>
                    <a:pt x="26307" y="55215"/>
                    <a:pt x="25903" y="49246"/>
                  </a:cubicBezTo>
                  <a:cubicBezTo>
                    <a:pt x="25903" y="48500"/>
                    <a:pt x="26307" y="48500"/>
                    <a:pt x="26307" y="48500"/>
                  </a:cubicBezTo>
                  <a:lnTo>
                    <a:pt x="27926" y="47754"/>
                  </a:lnTo>
                  <a:cubicBezTo>
                    <a:pt x="28736" y="48500"/>
                    <a:pt x="29141" y="49246"/>
                    <a:pt x="29545" y="49992"/>
                  </a:cubicBezTo>
                  <a:cubicBezTo>
                    <a:pt x="30760" y="50738"/>
                    <a:pt x="32378" y="52977"/>
                    <a:pt x="33593" y="54469"/>
                  </a:cubicBezTo>
                  <a:cubicBezTo>
                    <a:pt x="33997" y="55215"/>
                    <a:pt x="34402" y="55215"/>
                    <a:pt x="35212" y="55215"/>
                  </a:cubicBezTo>
                  <a:cubicBezTo>
                    <a:pt x="37640" y="58200"/>
                    <a:pt x="40068" y="60438"/>
                    <a:pt x="42092" y="62677"/>
                  </a:cubicBezTo>
                  <a:cubicBezTo>
                    <a:pt x="42901" y="64169"/>
                    <a:pt x="43711" y="64915"/>
                    <a:pt x="44925" y="65661"/>
                  </a:cubicBezTo>
                  <a:cubicBezTo>
                    <a:pt x="45330" y="65661"/>
                    <a:pt x="45735" y="66408"/>
                    <a:pt x="46139" y="66408"/>
                  </a:cubicBezTo>
                  <a:cubicBezTo>
                    <a:pt x="46949" y="67154"/>
                    <a:pt x="48163" y="67154"/>
                    <a:pt x="48972" y="67154"/>
                  </a:cubicBezTo>
                  <a:lnTo>
                    <a:pt x="51806" y="67154"/>
                  </a:lnTo>
                  <a:cubicBezTo>
                    <a:pt x="52615" y="67154"/>
                    <a:pt x="53425" y="67154"/>
                    <a:pt x="54234" y="66408"/>
                  </a:cubicBezTo>
                  <a:cubicBezTo>
                    <a:pt x="54639" y="66408"/>
                    <a:pt x="55043" y="66408"/>
                    <a:pt x="55043" y="65661"/>
                  </a:cubicBezTo>
                  <a:cubicBezTo>
                    <a:pt x="55853" y="65661"/>
                    <a:pt x="56258" y="64915"/>
                    <a:pt x="56662" y="64915"/>
                  </a:cubicBezTo>
                  <a:lnTo>
                    <a:pt x="59495" y="61931"/>
                  </a:lnTo>
                  <a:cubicBezTo>
                    <a:pt x="60710" y="60438"/>
                    <a:pt x="61519" y="58200"/>
                    <a:pt x="61924" y="55215"/>
                  </a:cubicBezTo>
                  <a:cubicBezTo>
                    <a:pt x="62733" y="52977"/>
                    <a:pt x="63138" y="50738"/>
                    <a:pt x="63138" y="47754"/>
                  </a:cubicBezTo>
                  <a:cubicBezTo>
                    <a:pt x="62733" y="47008"/>
                    <a:pt x="62733" y="47008"/>
                    <a:pt x="61924" y="47008"/>
                  </a:cubicBezTo>
                  <a:cubicBezTo>
                    <a:pt x="61114" y="47008"/>
                    <a:pt x="60305" y="47008"/>
                    <a:pt x="59495" y="46261"/>
                  </a:cubicBezTo>
                  <a:cubicBezTo>
                    <a:pt x="58686" y="46261"/>
                    <a:pt x="57877" y="46261"/>
                    <a:pt x="56662" y="45515"/>
                  </a:cubicBezTo>
                  <a:cubicBezTo>
                    <a:pt x="56258" y="45515"/>
                    <a:pt x="55448" y="45515"/>
                    <a:pt x="55043" y="44769"/>
                  </a:cubicBezTo>
                  <a:cubicBezTo>
                    <a:pt x="53829" y="44769"/>
                    <a:pt x="53020" y="44023"/>
                    <a:pt x="51806" y="44023"/>
                  </a:cubicBezTo>
                  <a:cubicBezTo>
                    <a:pt x="50591" y="44023"/>
                    <a:pt x="48972" y="44769"/>
                    <a:pt x="48163" y="44023"/>
                  </a:cubicBezTo>
                  <a:lnTo>
                    <a:pt x="44116" y="42531"/>
                  </a:lnTo>
                  <a:cubicBezTo>
                    <a:pt x="43306" y="41785"/>
                    <a:pt x="42497" y="41785"/>
                    <a:pt x="41283" y="41785"/>
                  </a:cubicBezTo>
                  <a:cubicBezTo>
                    <a:pt x="38449" y="40292"/>
                    <a:pt x="36426" y="38800"/>
                    <a:pt x="34402" y="38054"/>
                  </a:cubicBezTo>
                  <a:cubicBezTo>
                    <a:pt x="33997" y="37308"/>
                    <a:pt x="33593" y="37308"/>
                    <a:pt x="32783" y="37308"/>
                  </a:cubicBezTo>
                  <a:cubicBezTo>
                    <a:pt x="29950" y="35069"/>
                    <a:pt x="29141" y="34323"/>
                    <a:pt x="29141" y="34323"/>
                  </a:cubicBezTo>
                  <a:lnTo>
                    <a:pt x="28736" y="33577"/>
                  </a:lnTo>
                  <a:cubicBezTo>
                    <a:pt x="28331" y="33577"/>
                    <a:pt x="28331" y="32831"/>
                    <a:pt x="28736" y="32085"/>
                  </a:cubicBezTo>
                  <a:cubicBezTo>
                    <a:pt x="28736" y="31338"/>
                    <a:pt x="28736" y="30592"/>
                    <a:pt x="29141" y="29846"/>
                  </a:cubicBezTo>
                  <a:lnTo>
                    <a:pt x="32783" y="27608"/>
                  </a:lnTo>
                  <a:cubicBezTo>
                    <a:pt x="33188" y="27608"/>
                    <a:pt x="33593" y="26861"/>
                    <a:pt x="34402" y="26861"/>
                  </a:cubicBezTo>
                  <a:cubicBezTo>
                    <a:pt x="36426" y="25369"/>
                    <a:pt x="38854" y="24623"/>
                    <a:pt x="41283" y="23877"/>
                  </a:cubicBezTo>
                  <a:cubicBezTo>
                    <a:pt x="41283" y="23877"/>
                    <a:pt x="41283" y="23131"/>
                    <a:pt x="41687" y="23131"/>
                  </a:cubicBezTo>
                  <a:cubicBezTo>
                    <a:pt x="44520" y="19400"/>
                    <a:pt x="44925" y="12685"/>
                    <a:pt x="42901" y="7461"/>
                  </a:cubicBezTo>
                  <a:lnTo>
                    <a:pt x="41687" y="5223"/>
                  </a:lnTo>
                  <a:lnTo>
                    <a:pt x="41283" y="5223"/>
                  </a:lnTo>
                  <a:cubicBezTo>
                    <a:pt x="38854" y="5969"/>
                    <a:pt x="36426" y="7461"/>
                    <a:pt x="34402" y="8208"/>
                  </a:cubicBezTo>
                  <a:cubicBezTo>
                    <a:pt x="33997" y="8954"/>
                    <a:pt x="33593" y="8954"/>
                    <a:pt x="32783" y="8954"/>
                  </a:cubicBezTo>
                  <a:cubicBezTo>
                    <a:pt x="31569" y="9700"/>
                    <a:pt x="29950" y="10446"/>
                    <a:pt x="28736" y="11938"/>
                  </a:cubicBezTo>
                  <a:lnTo>
                    <a:pt x="27522" y="14177"/>
                  </a:lnTo>
                  <a:lnTo>
                    <a:pt x="25093" y="15669"/>
                  </a:lnTo>
                  <a:lnTo>
                    <a:pt x="24689" y="16415"/>
                  </a:lnTo>
                  <a:cubicBezTo>
                    <a:pt x="24284" y="16415"/>
                    <a:pt x="23474" y="16415"/>
                    <a:pt x="23070" y="15669"/>
                  </a:cubicBezTo>
                  <a:lnTo>
                    <a:pt x="22665" y="15669"/>
                  </a:lnTo>
                  <a:cubicBezTo>
                    <a:pt x="22665" y="15669"/>
                    <a:pt x="22260" y="15669"/>
                    <a:pt x="22260" y="14923"/>
                  </a:cubicBezTo>
                  <a:cubicBezTo>
                    <a:pt x="21451" y="11192"/>
                    <a:pt x="21046" y="7461"/>
                    <a:pt x="20641" y="3731"/>
                  </a:cubicBezTo>
                  <a:cubicBezTo>
                    <a:pt x="20237" y="1492"/>
                    <a:pt x="20237" y="0"/>
                    <a:pt x="19022" y="0"/>
                  </a:cubicBezTo>
                  <a:cubicBezTo>
                    <a:pt x="17808" y="0"/>
                    <a:pt x="17403" y="746"/>
                    <a:pt x="16999" y="746"/>
                  </a:cubicBezTo>
                  <a:cubicBezTo>
                    <a:pt x="16594" y="1492"/>
                    <a:pt x="15784" y="1492"/>
                    <a:pt x="15380" y="2238"/>
                  </a:cubicBezTo>
                  <a:cubicBezTo>
                    <a:pt x="15380" y="2238"/>
                    <a:pt x="14975" y="2238"/>
                    <a:pt x="14975" y="2985"/>
                  </a:cubicBezTo>
                  <a:cubicBezTo>
                    <a:pt x="14570" y="4477"/>
                    <a:pt x="13761" y="5223"/>
                    <a:pt x="13356" y="6715"/>
                  </a:cubicBezTo>
                  <a:cubicBezTo>
                    <a:pt x="13761" y="10446"/>
                    <a:pt x="14166" y="14177"/>
                    <a:pt x="14975" y="17161"/>
                  </a:cubicBezTo>
                  <a:cubicBezTo>
                    <a:pt x="14975" y="17908"/>
                    <a:pt x="14975" y="17908"/>
                    <a:pt x="15380" y="17908"/>
                  </a:cubicBezTo>
                  <a:cubicBezTo>
                    <a:pt x="15380" y="18654"/>
                    <a:pt x="15380" y="19400"/>
                    <a:pt x="15784" y="19400"/>
                  </a:cubicBezTo>
                  <a:cubicBezTo>
                    <a:pt x="15784" y="20146"/>
                    <a:pt x="15784" y="20146"/>
                    <a:pt x="15380" y="20146"/>
                  </a:cubicBezTo>
                  <a:lnTo>
                    <a:pt x="14975" y="20892"/>
                  </a:lnTo>
                  <a:cubicBezTo>
                    <a:pt x="14166" y="23131"/>
                    <a:pt x="12951" y="24623"/>
                    <a:pt x="11332" y="25369"/>
                  </a:cubicBezTo>
                  <a:cubicBezTo>
                    <a:pt x="10118" y="26861"/>
                    <a:pt x="8904" y="28354"/>
                    <a:pt x="7285" y="29100"/>
                  </a:cubicBezTo>
                  <a:cubicBezTo>
                    <a:pt x="6880" y="29846"/>
                    <a:pt x="6476" y="29846"/>
                    <a:pt x="6071" y="30592"/>
                  </a:cubicBezTo>
                  <a:cubicBezTo>
                    <a:pt x="5666" y="30592"/>
                    <a:pt x="5261" y="30592"/>
                    <a:pt x="4452" y="31338"/>
                  </a:cubicBezTo>
                  <a:cubicBezTo>
                    <a:pt x="2833" y="32085"/>
                    <a:pt x="1619" y="34323"/>
                    <a:pt x="809" y="36561"/>
                  </a:cubicBezTo>
                  <a:cubicBezTo>
                    <a:pt x="0" y="38800"/>
                    <a:pt x="0" y="41038"/>
                    <a:pt x="0" y="43277"/>
                  </a:cubicBezTo>
                  <a:cubicBezTo>
                    <a:pt x="809" y="45515"/>
                    <a:pt x="1214" y="46261"/>
                    <a:pt x="1619" y="470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3" name="Freeform 1032"/>
            <p:cNvSpPr/>
            <p:nvPr/>
          </p:nvSpPr>
          <p:spPr>
            <a:xfrm>
              <a:off x="10210684" y="-70599"/>
              <a:ext cx="288016" cy="524359"/>
            </a:xfrm>
            <a:custGeom>
              <a:avLst/>
              <a:gdLst>
                <a:gd name="connsiteX0" fmla="*/ 55372 w 288016"/>
                <a:gd name="connsiteY0" fmla="*/ 467838 h 524359"/>
                <a:gd name="connsiteX1" fmla="*/ 56181 w 288016"/>
                <a:gd name="connsiteY1" fmla="*/ 468584 h 524359"/>
                <a:gd name="connsiteX2" fmla="*/ 56586 w 288016"/>
                <a:gd name="connsiteY2" fmla="*/ 469330 h 524359"/>
                <a:gd name="connsiteX3" fmla="*/ 58205 w 288016"/>
                <a:gd name="connsiteY3" fmla="*/ 473061 h 524359"/>
                <a:gd name="connsiteX4" fmla="*/ 59014 w 288016"/>
                <a:gd name="connsiteY4" fmla="*/ 474553 h 524359"/>
                <a:gd name="connsiteX5" fmla="*/ 62252 w 288016"/>
                <a:gd name="connsiteY5" fmla="*/ 478284 h 524359"/>
                <a:gd name="connsiteX6" fmla="*/ 65085 w 288016"/>
                <a:gd name="connsiteY6" fmla="*/ 481269 h 524359"/>
                <a:gd name="connsiteX7" fmla="*/ 65490 w 288016"/>
                <a:gd name="connsiteY7" fmla="*/ 482015 h 524359"/>
                <a:gd name="connsiteX8" fmla="*/ 66704 w 288016"/>
                <a:gd name="connsiteY8" fmla="*/ 482761 h 524359"/>
                <a:gd name="connsiteX9" fmla="*/ 67109 w 288016"/>
                <a:gd name="connsiteY9" fmla="*/ 483507 h 524359"/>
                <a:gd name="connsiteX10" fmla="*/ 70752 w 288016"/>
                <a:gd name="connsiteY10" fmla="*/ 489476 h 524359"/>
                <a:gd name="connsiteX11" fmla="*/ 73585 w 288016"/>
                <a:gd name="connsiteY11" fmla="*/ 492461 h 524359"/>
                <a:gd name="connsiteX12" fmla="*/ 76418 w 288016"/>
                <a:gd name="connsiteY12" fmla="*/ 493953 h 524359"/>
                <a:gd name="connsiteX13" fmla="*/ 78037 w 288016"/>
                <a:gd name="connsiteY13" fmla="*/ 494699 h 524359"/>
                <a:gd name="connsiteX14" fmla="*/ 81679 w 288016"/>
                <a:gd name="connsiteY14" fmla="*/ 499923 h 524359"/>
                <a:gd name="connsiteX15" fmla="*/ 82084 w 288016"/>
                <a:gd name="connsiteY15" fmla="*/ 499923 h 524359"/>
                <a:gd name="connsiteX16" fmla="*/ 83703 w 288016"/>
                <a:gd name="connsiteY16" fmla="*/ 500669 h 524359"/>
                <a:gd name="connsiteX17" fmla="*/ 88155 w 288016"/>
                <a:gd name="connsiteY17" fmla="*/ 503653 h 524359"/>
                <a:gd name="connsiteX18" fmla="*/ 88560 w 288016"/>
                <a:gd name="connsiteY18" fmla="*/ 503653 h 524359"/>
                <a:gd name="connsiteX19" fmla="*/ 88965 w 288016"/>
                <a:gd name="connsiteY19" fmla="*/ 504399 h 524359"/>
                <a:gd name="connsiteX20" fmla="*/ 89774 w 288016"/>
                <a:gd name="connsiteY20" fmla="*/ 504399 h 524359"/>
                <a:gd name="connsiteX21" fmla="*/ 91393 w 288016"/>
                <a:gd name="connsiteY21" fmla="*/ 506638 h 524359"/>
                <a:gd name="connsiteX22" fmla="*/ 92202 w 288016"/>
                <a:gd name="connsiteY22" fmla="*/ 507384 h 524359"/>
                <a:gd name="connsiteX23" fmla="*/ 95845 w 288016"/>
                <a:gd name="connsiteY23" fmla="*/ 510369 h 524359"/>
                <a:gd name="connsiteX24" fmla="*/ 99892 w 288016"/>
                <a:gd name="connsiteY24" fmla="*/ 511861 h 524359"/>
                <a:gd name="connsiteX25" fmla="*/ 101511 w 288016"/>
                <a:gd name="connsiteY25" fmla="*/ 511861 h 524359"/>
                <a:gd name="connsiteX26" fmla="*/ 107987 w 288016"/>
                <a:gd name="connsiteY26" fmla="*/ 517084 h 524359"/>
                <a:gd name="connsiteX27" fmla="*/ 110820 w 288016"/>
                <a:gd name="connsiteY27" fmla="*/ 517830 h 524359"/>
                <a:gd name="connsiteX28" fmla="*/ 113653 w 288016"/>
                <a:gd name="connsiteY28" fmla="*/ 517830 h 524359"/>
                <a:gd name="connsiteX29" fmla="*/ 114867 w 288016"/>
                <a:gd name="connsiteY29" fmla="*/ 519322 h 524359"/>
                <a:gd name="connsiteX30" fmla="*/ 117701 w 288016"/>
                <a:gd name="connsiteY30" fmla="*/ 520815 h 524359"/>
                <a:gd name="connsiteX31" fmla="*/ 120938 w 288016"/>
                <a:gd name="connsiteY31" fmla="*/ 521561 h 524359"/>
                <a:gd name="connsiteX32" fmla="*/ 125390 w 288016"/>
                <a:gd name="connsiteY32" fmla="*/ 521561 h 524359"/>
                <a:gd name="connsiteX33" fmla="*/ 125795 w 288016"/>
                <a:gd name="connsiteY33" fmla="*/ 520815 h 524359"/>
                <a:gd name="connsiteX34" fmla="*/ 127414 w 288016"/>
                <a:gd name="connsiteY34" fmla="*/ 522307 h 524359"/>
                <a:gd name="connsiteX35" fmla="*/ 130247 w 288016"/>
                <a:gd name="connsiteY35" fmla="*/ 523053 h 524359"/>
                <a:gd name="connsiteX36" fmla="*/ 132676 w 288016"/>
                <a:gd name="connsiteY36" fmla="*/ 523799 h 524359"/>
                <a:gd name="connsiteX37" fmla="*/ 134295 w 288016"/>
                <a:gd name="connsiteY37" fmla="*/ 523799 h 524359"/>
                <a:gd name="connsiteX38" fmla="*/ 136723 w 288016"/>
                <a:gd name="connsiteY38" fmla="*/ 523053 h 524359"/>
                <a:gd name="connsiteX39" fmla="*/ 138342 w 288016"/>
                <a:gd name="connsiteY39" fmla="*/ 522307 h 524359"/>
                <a:gd name="connsiteX40" fmla="*/ 140366 w 288016"/>
                <a:gd name="connsiteY40" fmla="*/ 523799 h 524359"/>
                <a:gd name="connsiteX41" fmla="*/ 141175 w 288016"/>
                <a:gd name="connsiteY41" fmla="*/ 523799 h 524359"/>
                <a:gd name="connsiteX42" fmla="*/ 147246 w 288016"/>
                <a:gd name="connsiteY42" fmla="*/ 523799 h 524359"/>
                <a:gd name="connsiteX43" fmla="*/ 148865 w 288016"/>
                <a:gd name="connsiteY43" fmla="*/ 523053 h 524359"/>
                <a:gd name="connsiteX44" fmla="*/ 150484 w 288016"/>
                <a:gd name="connsiteY44" fmla="*/ 522307 h 524359"/>
                <a:gd name="connsiteX45" fmla="*/ 153317 w 288016"/>
                <a:gd name="connsiteY45" fmla="*/ 523053 h 524359"/>
                <a:gd name="connsiteX46" fmla="*/ 155341 w 288016"/>
                <a:gd name="connsiteY46" fmla="*/ 523053 h 524359"/>
                <a:gd name="connsiteX47" fmla="*/ 159793 w 288016"/>
                <a:gd name="connsiteY47" fmla="*/ 521561 h 524359"/>
                <a:gd name="connsiteX48" fmla="*/ 161412 w 288016"/>
                <a:gd name="connsiteY48" fmla="*/ 520815 h 524359"/>
                <a:gd name="connsiteX49" fmla="*/ 163030 w 288016"/>
                <a:gd name="connsiteY49" fmla="*/ 520069 h 524359"/>
                <a:gd name="connsiteX50" fmla="*/ 165459 w 288016"/>
                <a:gd name="connsiteY50" fmla="*/ 520815 h 524359"/>
                <a:gd name="connsiteX51" fmla="*/ 167078 w 288016"/>
                <a:gd name="connsiteY51" fmla="*/ 520815 h 524359"/>
                <a:gd name="connsiteX52" fmla="*/ 172744 w 288016"/>
                <a:gd name="connsiteY52" fmla="*/ 517830 h 524359"/>
                <a:gd name="connsiteX53" fmla="*/ 173553 w 288016"/>
                <a:gd name="connsiteY53" fmla="*/ 517084 h 524359"/>
                <a:gd name="connsiteX54" fmla="*/ 175172 w 288016"/>
                <a:gd name="connsiteY54" fmla="*/ 515592 h 524359"/>
                <a:gd name="connsiteX55" fmla="*/ 176791 w 288016"/>
                <a:gd name="connsiteY55" fmla="*/ 515592 h 524359"/>
                <a:gd name="connsiteX56" fmla="*/ 179624 w 288016"/>
                <a:gd name="connsiteY56" fmla="*/ 514846 h 524359"/>
                <a:gd name="connsiteX57" fmla="*/ 185695 w 288016"/>
                <a:gd name="connsiteY57" fmla="*/ 510369 h 524359"/>
                <a:gd name="connsiteX58" fmla="*/ 186100 w 288016"/>
                <a:gd name="connsiteY58" fmla="*/ 509622 h 524359"/>
                <a:gd name="connsiteX59" fmla="*/ 186910 w 288016"/>
                <a:gd name="connsiteY59" fmla="*/ 508876 h 524359"/>
                <a:gd name="connsiteX60" fmla="*/ 187314 w 288016"/>
                <a:gd name="connsiteY60" fmla="*/ 508876 h 524359"/>
                <a:gd name="connsiteX61" fmla="*/ 190147 w 288016"/>
                <a:gd name="connsiteY61" fmla="*/ 508130 h 524359"/>
                <a:gd name="connsiteX62" fmla="*/ 192171 w 288016"/>
                <a:gd name="connsiteY62" fmla="*/ 507384 h 524359"/>
                <a:gd name="connsiteX63" fmla="*/ 192981 w 288016"/>
                <a:gd name="connsiteY63" fmla="*/ 506638 h 524359"/>
                <a:gd name="connsiteX64" fmla="*/ 195004 w 288016"/>
                <a:gd name="connsiteY64" fmla="*/ 505146 h 524359"/>
                <a:gd name="connsiteX65" fmla="*/ 196218 w 288016"/>
                <a:gd name="connsiteY65" fmla="*/ 504399 h 524359"/>
                <a:gd name="connsiteX66" fmla="*/ 197028 w 288016"/>
                <a:gd name="connsiteY66" fmla="*/ 503653 h 524359"/>
                <a:gd name="connsiteX67" fmla="*/ 198647 w 288016"/>
                <a:gd name="connsiteY67" fmla="*/ 502161 h 524359"/>
                <a:gd name="connsiteX68" fmla="*/ 200266 w 288016"/>
                <a:gd name="connsiteY68" fmla="*/ 501415 h 524359"/>
                <a:gd name="connsiteX69" fmla="*/ 203504 w 288016"/>
                <a:gd name="connsiteY69" fmla="*/ 499923 h 524359"/>
                <a:gd name="connsiteX70" fmla="*/ 205527 w 288016"/>
                <a:gd name="connsiteY70" fmla="*/ 497684 h 524359"/>
                <a:gd name="connsiteX71" fmla="*/ 206742 w 288016"/>
                <a:gd name="connsiteY71" fmla="*/ 496938 h 524359"/>
                <a:gd name="connsiteX72" fmla="*/ 208765 w 288016"/>
                <a:gd name="connsiteY72" fmla="*/ 493953 h 524359"/>
                <a:gd name="connsiteX73" fmla="*/ 209979 w 288016"/>
                <a:gd name="connsiteY73" fmla="*/ 492461 h 524359"/>
                <a:gd name="connsiteX74" fmla="*/ 213622 w 288016"/>
                <a:gd name="connsiteY74" fmla="*/ 490223 h 524359"/>
                <a:gd name="connsiteX75" fmla="*/ 214836 w 288016"/>
                <a:gd name="connsiteY75" fmla="*/ 489476 h 524359"/>
                <a:gd name="connsiteX76" fmla="*/ 219693 w 288016"/>
                <a:gd name="connsiteY76" fmla="*/ 482761 h 524359"/>
                <a:gd name="connsiteX77" fmla="*/ 220907 w 288016"/>
                <a:gd name="connsiteY77" fmla="*/ 480523 h 524359"/>
                <a:gd name="connsiteX78" fmla="*/ 221312 w 288016"/>
                <a:gd name="connsiteY78" fmla="*/ 480523 h 524359"/>
                <a:gd name="connsiteX79" fmla="*/ 224550 w 288016"/>
                <a:gd name="connsiteY79" fmla="*/ 478284 h 524359"/>
                <a:gd name="connsiteX80" fmla="*/ 227383 w 288016"/>
                <a:gd name="connsiteY80" fmla="*/ 474553 h 524359"/>
                <a:gd name="connsiteX81" fmla="*/ 227788 w 288016"/>
                <a:gd name="connsiteY81" fmla="*/ 473807 h 524359"/>
                <a:gd name="connsiteX82" fmla="*/ 228597 w 288016"/>
                <a:gd name="connsiteY82" fmla="*/ 472315 h 524359"/>
                <a:gd name="connsiteX83" fmla="*/ 230216 w 288016"/>
                <a:gd name="connsiteY83" fmla="*/ 470076 h 524359"/>
                <a:gd name="connsiteX84" fmla="*/ 230621 w 288016"/>
                <a:gd name="connsiteY84" fmla="*/ 469330 h 524359"/>
                <a:gd name="connsiteX85" fmla="*/ 231025 w 288016"/>
                <a:gd name="connsiteY85" fmla="*/ 467838 h 524359"/>
                <a:gd name="connsiteX86" fmla="*/ 233859 w 288016"/>
                <a:gd name="connsiteY86" fmla="*/ 465599 h 524359"/>
                <a:gd name="connsiteX87" fmla="*/ 236692 w 288016"/>
                <a:gd name="connsiteY87" fmla="*/ 461869 h 524359"/>
                <a:gd name="connsiteX88" fmla="*/ 239930 w 288016"/>
                <a:gd name="connsiteY88" fmla="*/ 455153 h 524359"/>
                <a:gd name="connsiteX89" fmla="*/ 240739 w 288016"/>
                <a:gd name="connsiteY89" fmla="*/ 452169 h 524359"/>
                <a:gd name="connsiteX90" fmla="*/ 241548 w 288016"/>
                <a:gd name="connsiteY90" fmla="*/ 451423 h 524359"/>
                <a:gd name="connsiteX91" fmla="*/ 242358 w 288016"/>
                <a:gd name="connsiteY91" fmla="*/ 450676 h 524359"/>
                <a:gd name="connsiteX92" fmla="*/ 243977 w 288016"/>
                <a:gd name="connsiteY92" fmla="*/ 449184 h 524359"/>
                <a:gd name="connsiteX93" fmla="*/ 246000 w 288016"/>
                <a:gd name="connsiteY93" fmla="*/ 444707 h 524359"/>
                <a:gd name="connsiteX94" fmla="*/ 248834 w 288016"/>
                <a:gd name="connsiteY94" fmla="*/ 438738 h 524359"/>
                <a:gd name="connsiteX95" fmla="*/ 249643 w 288016"/>
                <a:gd name="connsiteY95" fmla="*/ 435753 h 524359"/>
                <a:gd name="connsiteX96" fmla="*/ 250048 w 288016"/>
                <a:gd name="connsiteY96" fmla="*/ 435007 h 524359"/>
                <a:gd name="connsiteX97" fmla="*/ 251262 w 288016"/>
                <a:gd name="connsiteY97" fmla="*/ 433515 h 524359"/>
                <a:gd name="connsiteX98" fmla="*/ 253286 w 288016"/>
                <a:gd name="connsiteY98" fmla="*/ 430530 h 524359"/>
                <a:gd name="connsiteX99" fmla="*/ 256928 w 288016"/>
                <a:gd name="connsiteY99" fmla="*/ 420830 h 524359"/>
                <a:gd name="connsiteX100" fmla="*/ 257333 w 288016"/>
                <a:gd name="connsiteY100" fmla="*/ 420084 h 524359"/>
                <a:gd name="connsiteX101" fmla="*/ 257738 w 288016"/>
                <a:gd name="connsiteY101" fmla="*/ 419338 h 524359"/>
                <a:gd name="connsiteX102" fmla="*/ 259357 w 288016"/>
                <a:gd name="connsiteY102" fmla="*/ 417100 h 524359"/>
                <a:gd name="connsiteX103" fmla="*/ 260571 w 288016"/>
                <a:gd name="connsiteY103" fmla="*/ 414861 h 524359"/>
                <a:gd name="connsiteX104" fmla="*/ 264213 w 288016"/>
                <a:gd name="connsiteY104" fmla="*/ 402923 h 524359"/>
                <a:gd name="connsiteX105" fmla="*/ 264618 w 288016"/>
                <a:gd name="connsiteY105" fmla="*/ 399938 h 524359"/>
                <a:gd name="connsiteX106" fmla="*/ 265428 w 288016"/>
                <a:gd name="connsiteY106" fmla="*/ 399192 h 524359"/>
                <a:gd name="connsiteX107" fmla="*/ 266642 w 288016"/>
                <a:gd name="connsiteY107" fmla="*/ 396953 h 524359"/>
                <a:gd name="connsiteX108" fmla="*/ 268261 w 288016"/>
                <a:gd name="connsiteY108" fmla="*/ 392476 h 524359"/>
                <a:gd name="connsiteX109" fmla="*/ 270689 w 288016"/>
                <a:gd name="connsiteY109" fmla="*/ 382776 h 524359"/>
                <a:gd name="connsiteX110" fmla="*/ 271094 w 288016"/>
                <a:gd name="connsiteY110" fmla="*/ 379792 h 524359"/>
                <a:gd name="connsiteX111" fmla="*/ 271499 w 288016"/>
                <a:gd name="connsiteY111" fmla="*/ 379046 h 524359"/>
                <a:gd name="connsiteX112" fmla="*/ 276355 w 288016"/>
                <a:gd name="connsiteY112" fmla="*/ 361884 h 524359"/>
                <a:gd name="connsiteX113" fmla="*/ 276760 w 288016"/>
                <a:gd name="connsiteY113" fmla="*/ 358900 h 524359"/>
                <a:gd name="connsiteX114" fmla="*/ 277165 w 288016"/>
                <a:gd name="connsiteY114" fmla="*/ 358153 h 524359"/>
                <a:gd name="connsiteX115" fmla="*/ 280807 w 288016"/>
                <a:gd name="connsiteY115" fmla="*/ 340992 h 524359"/>
                <a:gd name="connsiteX116" fmla="*/ 280807 w 288016"/>
                <a:gd name="connsiteY116" fmla="*/ 338007 h 524359"/>
                <a:gd name="connsiteX117" fmla="*/ 284045 w 288016"/>
                <a:gd name="connsiteY117" fmla="*/ 321592 h 524359"/>
                <a:gd name="connsiteX118" fmla="*/ 284045 w 288016"/>
                <a:gd name="connsiteY118" fmla="*/ 314877 h 524359"/>
                <a:gd name="connsiteX119" fmla="*/ 286474 w 288016"/>
                <a:gd name="connsiteY119" fmla="*/ 295477 h 524359"/>
                <a:gd name="connsiteX120" fmla="*/ 286069 w 288016"/>
                <a:gd name="connsiteY120" fmla="*/ 292492 h 524359"/>
                <a:gd name="connsiteX121" fmla="*/ 286474 w 288016"/>
                <a:gd name="connsiteY121" fmla="*/ 291000 h 524359"/>
                <a:gd name="connsiteX122" fmla="*/ 287283 w 288016"/>
                <a:gd name="connsiteY122" fmla="*/ 273092 h 524359"/>
                <a:gd name="connsiteX123" fmla="*/ 286878 w 288016"/>
                <a:gd name="connsiteY123" fmla="*/ 270107 h 524359"/>
                <a:gd name="connsiteX124" fmla="*/ 287283 w 288016"/>
                <a:gd name="connsiteY124" fmla="*/ 249961 h 524359"/>
                <a:gd name="connsiteX125" fmla="*/ 286878 w 288016"/>
                <a:gd name="connsiteY125" fmla="*/ 246977 h 524359"/>
                <a:gd name="connsiteX126" fmla="*/ 286474 w 288016"/>
                <a:gd name="connsiteY126" fmla="*/ 227577 h 524359"/>
                <a:gd name="connsiteX127" fmla="*/ 286474 w 288016"/>
                <a:gd name="connsiteY127" fmla="*/ 226830 h 524359"/>
                <a:gd name="connsiteX128" fmla="*/ 286069 w 288016"/>
                <a:gd name="connsiteY128" fmla="*/ 223846 h 524359"/>
                <a:gd name="connsiteX129" fmla="*/ 284450 w 288016"/>
                <a:gd name="connsiteY129" fmla="*/ 203700 h 524359"/>
                <a:gd name="connsiteX130" fmla="*/ 284045 w 288016"/>
                <a:gd name="connsiteY130" fmla="*/ 201461 h 524359"/>
                <a:gd name="connsiteX131" fmla="*/ 283641 w 288016"/>
                <a:gd name="connsiteY131" fmla="*/ 200715 h 524359"/>
                <a:gd name="connsiteX132" fmla="*/ 284045 w 288016"/>
                <a:gd name="connsiteY132" fmla="*/ 199969 h 524359"/>
                <a:gd name="connsiteX133" fmla="*/ 284045 w 288016"/>
                <a:gd name="connsiteY133" fmla="*/ 194746 h 524359"/>
                <a:gd name="connsiteX134" fmla="*/ 281212 w 288016"/>
                <a:gd name="connsiteY134" fmla="*/ 180569 h 524359"/>
                <a:gd name="connsiteX135" fmla="*/ 280403 w 288016"/>
                <a:gd name="connsiteY135" fmla="*/ 177584 h 524359"/>
                <a:gd name="connsiteX136" fmla="*/ 277165 w 288016"/>
                <a:gd name="connsiteY136" fmla="*/ 158931 h 524359"/>
                <a:gd name="connsiteX137" fmla="*/ 276355 w 288016"/>
                <a:gd name="connsiteY137" fmla="*/ 155946 h 524359"/>
                <a:gd name="connsiteX138" fmla="*/ 271903 w 288016"/>
                <a:gd name="connsiteY138" fmla="*/ 137292 h 524359"/>
                <a:gd name="connsiteX139" fmla="*/ 271499 w 288016"/>
                <a:gd name="connsiteY139" fmla="*/ 136546 h 524359"/>
                <a:gd name="connsiteX140" fmla="*/ 270689 w 288016"/>
                <a:gd name="connsiteY140" fmla="*/ 135054 h 524359"/>
                <a:gd name="connsiteX141" fmla="*/ 268665 w 288016"/>
                <a:gd name="connsiteY141" fmla="*/ 124607 h 524359"/>
                <a:gd name="connsiteX142" fmla="*/ 267047 w 288016"/>
                <a:gd name="connsiteY142" fmla="*/ 120877 h 524359"/>
                <a:gd name="connsiteX143" fmla="*/ 265832 w 288016"/>
                <a:gd name="connsiteY143" fmla="*/ 117892 h 524359"/>
                <a:gd name="connsiteX144" fmla="*/ 265428 w 288016"/>
                <a:gd name="connsiteY144" fmla="*/ 117146 h 524359"/>
                <a:gd name="connsiteX145" fmla="*/ 264213 w 288016"/>
                <a:gd name="connsiteY145" fmla="*/ 114907 h 524359"/>
                <a:gd name="connsiteX146" fmla="*/ 260571 w 288016"/>
                <a:gd name="connsiteY146" fmla="*/ 102223 h 524359"/>
                <a:gd name="connsiteX147" fmla="*/ 259357 w 288016"/>
                <a:gd name="connsiteY147" fmla="*/ 99984 h 524359"/>
                <a:gd name="connsiteX148" fmla="*/ 258547 w 288016"/>
                <a:gd name="connsiteY148" fmla="*/ 98492 h 524359"/>
                <a:gd name="connsiteX149" fmla="*/ 257738 w 288016"/>
                <a:gd name="connsiteY149" fmla="*/ 97000 h 524359"/>
                <a:gd name="connsiteX150" fmla="*/ 257333 w 288016"/>
                <a:gd name="connsiteY150" fmla="*/ 97000 h 524359"/>
                <a:gd name="connsiteX151" fmla="*/ 253690 w 288016"/>
                <a:gd name="connsiteY151" fmla="*/ 86554 h 524359"/>
                <a:gd name="connsiteX152" fmla="*/ 251667 w 288016"/>
                <a:gd name="connsiteY152" fmla="*/ 82823 h 524359"/>
                <a:gd name="connsiteX153" fmla="*/ 250453 w 288016"/>
                <a:gd name="connsiteY153" fmla="*/ 80584 h 524359"/>
                <a:gd name="connsiteX154" fmla="*/ 248834 w 288016"/>
                <a:gd name="connsiteY154" fmla="*/ 79092 h 524359"/>
                <a:gd name="connsiteX155" fmla="*/ 246000 w 288016"/>
                <a:gd name="connsiteY155" fmla="*/ 71631 h 524359"/>
                <a:gd name="connsiteX156" fmla="*/ 243977 w 288016"/>
                <a:gd name="connsiteY156" fmla="*/ 67900 h 524359"/>
                <a:gd name="connsiteX157" fmla="*/ 242358 w 288016"/>
                <a:gd name="connsiteY157" fmla="*/ 66408 h 524359"/>
                <a:gd name="connsiteX158" fmla="*/ 241548 w 288016"/>
                <a:gd name="connsiteY158" fmla="*/ 65661 h 524359"/>
                <a:gd name="connsiteX159" fmla="*/ 241144 w 288016"/>
                <a:gd name="connsiteY159" fmla="*/ 64915 h 524359"/>
                <a:gd name="connsiteX160" fmla="*/ 239525 w 288016"/>
                <a:gd name="connsiteY160" fmla="*/ 63423 h 524359"/>
                <a:gd name="connsiteX161" fmla="*/ 236287 w 288016"/>
                <a:gd name="connsiteY161" fmla="*/ 55961 h 524359"/>
                <a:gd name="connsiteX162" fmla="*/ 231835 w 288016"/>
                <a:gd name="connsiteY162" fmla="*/ 56708 h 524359"/>
                <a:gd name="connsiteX163" fmla="*/ 229406 w 288016"/>
                <a:gd name="connsiteY163" fmla="*/ 53723 h 524359"/>
                <a:gd name="connsiteX164" fmla="*/ 228597 w 288016"/>
                <a:gd name="connsiteY164" fmla="*/ 52977 h 524359"/>
                <a:gd name="connsiteX165" fmla="*/ 228192 w 288016"/>
                <a:gd name="connsiteY165" fmla="*/ 52977 h 524359"/>
                <a:gd name="connsiteX166" fmla="*/ 226573 w 288016"/>
                <a:gd name="connsiteY166" fmla="*/ 49246 h 524359"/>
                <a:gd name="connsiteX167" fmla="*/ 225764 w 288016"/>
                <a:gd name="connsiteY167" fmla="*/ 47754 h 524359"/>
                <a:gd name="connsiteX168" fmla="*/ 225359 w 288016"/>
                <a:gd name="connsiteY168" fmla="*/ 47008 h 524359"/>
                <a:gd name="connsiteX169" fmla="*/ 222526 w 288016"/>
                <a:gd name="connsiteY169" fmla="*/ 44023 h 524359"/>
                <a:gd name="connsiteX170" fmla="*/ 219693 w 288016"/>
                <a:gd name="connsiteY170" fmla="*/ 41038 h 524359"/>
                <a:gd name="connsiteX171" fmla="*/ 219288 w 288016"/>
                <a:gd name="connsiteY171" fmla="*/ 40292 h 524359"/>
                <a:gd name="connsiteX172" fmla="*/ 218074 w 288016"/>
                <a:gd name="connsiteY172" fmla="*/ 39546 h 524359"/>
                <a:gd name="connsiteX173" fmla="*/ 217669 w 288016"/>
                <a:gd name="connsiteY173" fmla="*/ 38800 h 524359"/>
                <a:gd name="connsiteX174" fmla="*/ 212812 w 288016"/>
                <a:gd name="connsiteY174" fmla="*/ 32085 h 524359"/>
                <a:gd name="connsiteX175" fmla="*/ 211598 w 288016"/>
                <a:gd name="connsiteY175" fmla="*/ 31338 h 524359"/>
                <a:gd name="connsiteX176" fmla="*/ 208765 w 288016"/>
                <a:gd name="connsiteY176" fmla="*/ 29100 h 524359"/>
                <a:gd name="connsiteX177" fmla="*/ 207146 w 288016"/>
                <a:gd name="connsiteY177" fmla="*/ 28354 h 524359"/>
                <a:gd name="connsiteX178" fmla="*/ 206742 w 288016"/>
                <a:gd name="connsiteY178" fmla="*/ 27608 h 524359"/>
                <a:gd name="connsiteX179" fmla="*/ 204718 w 288016"/>
                <a:gd name="connsiteY179" fmla="*/ 24623 h 524359"/>
                <a:gd name="connsiteX180" fmla="*/ 203504 w 288016"/>
                <a:gd name="connsiteY180" fmla="*/ 23877 h 524359"/>
                <a:gd name="connsiteX181" fmla="*/ 201480 w 288016"/>
                <a:gd name="connsiteY181" fmla="*/ 22385 h 524359"/>
                <a:gd name="connsiteX182" fmla="*/ 198242 w 288016"/>
                <a:gd name="connsiteY182" fmla="*/ 20146 h 524359"/>
                <a:gd name="connsiteX183" fmla="*/ 197433 w 288016"/>
                <a:gd name="connsiteY183" fmla="*/ 19400 h 524359"/>
                <a:gd name="connsiteX184" fmla="*/ 197028 w 288016"/>
                <a:gd name="connsiteY184" fmla="*/ 19400 h 524359"/>
                <a:gd name="connsiteX185" fmla="*/ 195814 w 288016"/>
                <a:gd name="connsiteY185" fmla="*/ 18654 h 524359"/>
                <a:gd name="connsiteX186" fmla="*/ 194600 w 288016"/>
                <a:gd name="connsiteY186" fmla="*/ 16415 h 524359"/>
                <a:gd name="connsiteX187" fmla="*/ 193385 w 288016"/>
                <a:gd name="connsiteY187" fmla="*/ 15669 h 524359"/>
                <a:gd name="connsiteX188" fmla="*/ 191362 w 288016"/>
                <a:gd name="connsiteY188" fmla="*/ 14177 h 524359"/>
                <a:gd name="connsiteX189" fmla="*/ 190552 w 288016"/>
                <a:gd name="connsiteY189" fmla="*/ 13431 h 524359"/>
                <a:gd name="connsiteX190" fmla="*/ 188529 w 288016"/>
                <a:gd name="connsiteY190" fmla="*/ 12685 h 524359"/>
                <a:gd name="connsiteX191" fmla="*/ 185695 w 288016"/>
                <a:gd name="connsiteY191" fmla="*/ 11938 h 524359"/>
                <a:gd name="connsiteX192" fmla="*/ 184077 w 288016"/>
                <a:gd name="connsiteY192" fmla="*/ 11938 h 524359"/>
                <a:gd name="connsiteX193" fmla="*/ 177601 w 288016"/>
                <a:gd name="connsiteY193" fmla="*/ 7461 h 524359"/>
                <a:gd name="connsiteX194" fmla="*/ 174768 w 288016"/>
                <a:gd name="connsiteY194" fmla="*/ 6715 h 524359"/>
                <a:gd name="connsiteX195" fmla="*/ 171935 w 288016"/>
                <a:gd name="connsiteY195" fmla="*/ 6715 h 524359"/>
                <a:gd name="connsiteX196" fmla="*/ 170720 w 288016"/>
                <a:gd name="connsiteY196" fmla="*/ 5223 h 524359"/>
                <a:gd name="connsiteX197" fmla="*/ 165054 w 288016"/>
                <a:gd name="connsiteY197" fmla="*/ 2985 h 524359"/>
                <a:gd name="connsiteX198" fmla="*/ 163435 w 288016"/>
                <a:gd name="connsiteY198" fmla="*/ 2238 h 524359"/>
                <a:gd name="connsiteX199" fmla="*/ 161007 w 288016"/>
                <a:gd name="connsiteY199" fmla="*/ 2238 h 524359"/>
                <a:gd name="connsiteX200" fmla="*/ 160197 w 288016"/>
                <a:gd name="connsiteY200" fmla="*/ 2985 h 524359"/>
                <a:gd name="connsiteX201" fmla="*/ 158174 w 288016"/>
                <a:gd name="connsiteY201" fmla="*/ 1492 h 524359"/>
                <a:gd name="connsiteX202" fmla="*/ 153722 w 288016"/>
                <a:gd name="connsiteY202" fmla="*/ 0 h 524359"/>
                <a:gd name="connsiteX203" fmla="*/ 151698 w 288016"/>
                <a:gd name="connsiteY203" fmla="*/ 746 h 524359"/>
                <a:gd name="connsiteX204" fmla="*/ 149270 w 288016"/>
                <a:gd name="connsiteY204" fmla="*/ 746 h 524359"/>
                <a:gd name="connsiteX205" fmla="*/ 147651 w 288016"/>
                <a:gd name="connsiteY205" fmla="*/ 1492 h 524359"/>
                <a:gd name="connsiteX206" fmla="*/ 145627 w 288016"/>
                <a:gd name="connsiteY206" fmla="*/ 746 h 524359"/>
                <a:gd name="connsiteX207" fmla="*/ 139556 w 288016"/>
                <a:gd name="connsiteY207" fmla="*/ 746 h 524359"/>
                <a:gd name="connsiteX208" fmla="*/ 138747 w 288016"/>
                <a:gd name="connsiteY208" fmla="*/ 746 h 524359"/>
                <a:gd name="connsiteX209" fmla="*/ 137128 w 288016"/>
                <a:gd name="connsiteY209" fmla="*/ 1492 h 524359"/>
                <a:gd name="connsiteX210" fmla="*/ 135509 w 288016"/>
                <a:gd name="connsiteY210" fmla="*/ 2238 h 524359"/>
                <a:gd name="connsiteX211" fmla="*/ 132676 w 288016"/>
                <a:gd name="connsiteY211" fmla="*/ 1492 h 524359"/>
                <a:gd name="connsiteX212" fmla="*/ 131057 w 288016"/>
                <a:gd name="connsiteY212" fmla="*/ 1492 h 524359"/>
                <a:gd name="connsiteX213" fmla="*/ 128628 w 288016"/>
                <a:gd name="connsiteY213" fmla="*/ 2238 h 524359"/>
                <a:gd name="connsiteX214" fmla="*/ 125795 w 288016"/>
                <a:gd name="connsiteY214" fmla="*/ 2985 h 524359"/>
                <a:gd name="connsiteX215" fmla="*/ 124986 w 288016"/>
                <a:gd name="connsiteY215" fmla="*/ 746 h 524359"/>
                <a:gd name="connsiteX216" fmla="*/ 123771 w 288016"/>
                <a:gd name="connsiteY216" fmla="*/ 1492 h 524359"/>
                <a:gd name="connsiteX217" fmla="*/ 123367 w 288016"/>
                <a:gd name="connsiteY217" fmla="*/ 1492 h 524359"/>
                <a:gd name="connsiteX218" fmla="*/ 120938 w 288016"/>
                <a:gd name="connsiteY218" fmla="*/ 746 h 524359"/>
                <a:gd name="connsiteX219" fmla="*/ 119319 w 288016"/>
                <a:gd name="connsiteY219" fmla="*/ 746 h 524359"/>
                <a:gd name="connsiteX220" fmla="*/ 116082 w 288016"/>
                <a:gd name="connsiteY220" fmla="*/ 1492 h 524359"/>
                <a:gd name="connsiteX221" fmla="*/ 113248 w 288016"/>
                <a:gd name="connsiteY221" fmla="*/ 2985 h 524359"/>
                <a:gd name="connsiteX222" fmla="*/ 112439 w 288016"/>
                <a:gd name="connsiteY222" fmla="*/ 3731 h 524359"/>
                <a:gd name="connsiteX223" fmla="*/ 110820 w 288016"/>
                <a:gd name="connsiteY223" fmla="*/ 4477 h 524359"/>
                <a:gd name="connsiteX224" fmla="*/ 109201 w 288016"/>
                <a:gd name="connsiteY224" fmla="*/ 3731 h 524359"/>
                <a:gd name="connsiteX225" fmla="*/ 106368 w 288016"/>
                <a:gd name="connsiteY225" fmla="*/ 4477 h 524359"/>
                <a:gd name="connsiteX226" fmla="*/ 100297 w 288016"/>
                <a:gd name="connsiteY226" fmla="*/ 8954 h 524359"/>
                <a:gd name="connsiteX227" fmla="*/ 99892 w 288016"/>
                <a:gd name="connsiteY227" fmla="*/ 9700 h 524359"/>
                <a:gd name="connsiteX228" fmla="*/ 99083 w 288016"/>
                <a:gd name="connsiteY228" fmla="*/ 10446 h 524359"/>
                <a:gd name="connsiteX229" fmla="*/ 98678 w 288016"/>
                <a:gd name="connsiteY229" fmla="*/ 10446 h 524359"/>
                <a:gd name="connsiteX230" fmla="*/ 94631 w 288016"/>
                <a:gd name="connsiteY230" fmla="*/ 11192 h 524359"/>
                <a:gd name="connsiteX231" fmla="*/ 90988 w 288016"/>
                <a:gd name="connsiteY231" fmla="*/ 14177 h 524359"/>
                <a:gd name="connsiteX232" fmla="*/ 90179 w 288016"/>
                <a:gd name="connsiteY232" fmla="*/ 14923 h 524359"/>
                <a:gd name="connsiteX233" fmla="*/ 88965 w 288016"/>
                <a:gd name="connsiteY233" fmla="*/ 16415 h 524359"/>
                <a:gd name="connsiteX234" fmla="*/ 88560 w 288016"/>
                <a:gd name="connsiteY234" fmla="*/ 16415 h 524359"/>
                <a:gd name="connsiteX235" fmla="*/ 88155 w 288016"/>
                <a:gd name="connsiteY235" fmla="*/ 17161 h 524359"/>
                <a:gd name="connsiteX236" fmla="*/ 87750 w 288016"/>
                <a:gd name="connsiteY236" fmla="*/ 17161 h 524359"/>
                <a:gd name="connsiteX237" fmla="*/ 82894 w 288016"/>
                <a:gd name="connsiteY237" fmla="*/ 20146 h 524359"/>
                <a:gd name="connsiteX238" fmla="*/ 81275 w 288016"/>
                <a:gd name="connsiteY238" fmla="*/ 23131 h 524359"/>
                <a:gd name="connsiteX239" fmla="*/ 80870 w 288016"/>
                <a:gd name="connsiteY239" fmla="*/ 23877 h 524359"/>
                <a:gd name="connsiteX240" fmla="*/ 77632 w 288016"/>
                <a:gd name="connsiteY240" fmla="*/ 27608 h 524359"/>
                <a:gd name="connsiteX241" fmla="*/ 77227 w 288016"/>
                <a:gd name="connsiteY241" fmla="*/ 28354 h 524359"/>
                <a:gd name="connsiteX242" fmla="*/ 76418 w 288016"/>
                <a:gd name="connsiteY242" fmla="*/ 29846 h 524359"/>
                <a:gd name="connsiteX243" fmla="*/ 73180 w 288016"/>
                <a:gd name="connsiteY243" fmla="*/ 30592 h 524359"/>
                <a:gd name="connsiteX244" fmla="*/ 70347 w 288016"/>
                <a:gd name="connsiteY244" fmla="*/ 33577 h 524359"/>
                <a:gd name="connsiteX245" fmla="*/ 66704 w 288016"/>
                <a:gd name="connsiteY245" fmla="*/ 38800 h 524359"/>
                <a:gd name="connsiteX246" fmla="*/ 66704 w 288016"/>
                <a:gd name="connsiteY246" fmla="*/ 39546 h 524359"/>
                <a:gd name="connsiteX247" fmla="*/ 65490 w 288016"/>
                <a:gd name="connsiteY247" fmla="*/ 41038 h 524359"/>
                <a:gd name="connsiteX248" fmla="*/ 65085 w 288016"/>
                <a:gd name="connsiteY248" fmla="*/ 41038 h 524359"/>
                <a:gd name="connsiteX249" fmla="*/ 61848 w 288016"/>
                <a:gd name="connsiteY249" fmla="*/ 43277 h 524359"/>
                <a:gd name="connsiteX250" fmla="*/ 58610 w 288016"/>
                <a:gd name="connsiteY250" fmla="*/ 47754 h 524359"/>
                <a:gd name="connsiteX251" fmla="*/ 57800 w 288016"/>
                <a:gd name="connsiteY251" fmla="*/ 49246 h 524359"/>
                <a:gd name="connsiteX252" fmla="*/ 56181 w 288016"/>
                <a:gd name="connsiteY252" fmla="*/ 51484 h 524359"/>
                <a:gd name="connsiteX253" fmla="*/ 55777 w 288016"/>
                <a:gd name="connsiteY253" fmla="*/ 52231 h 524359"/>
                <a:gd name="connsiteX254" fmla="*/ 55372 w 288016"/>
                <a:gd name="connsiteY254" fmla="*/ 52977 h 524359"/>
                <a:gd name="connsiteX255" fmla="*/ 54158 w 288016"/>
                <a:gd name="connsiteY255" fmla="*/ 53723 h 524359"/>
                <a:gd name="connsiteX256" fmla="*/ 50110 w 288016"/>
                <a:gd name="connsiteY256" fmla="*/ 58946 h 524359"/>
                <a:gd name="connsiteX257" fmla="*/ 46872 w 288016"/>
                <a:gd name="connsiteY257" fmla="*/ 64915 h 524359"/>
                <a:gd name="connsiteX258" fmla="*/ 46063 w 288016"/>
                <a:gd name="connsiteY258" fmla="*/ 67900 h 524359"/>
                <a:gd name="connsiteX259" fmla="*/ 44039 w 288016"/>
                <a:gd name="connsiteY259" fmla="*/ 69392 h 524359"/>
                <a:gd name="connsiteX260" fmla="*/ 42825 w 288016"/>
                <a:gd name="connsiteY260" fmla="*/ 70884 h 524359"/>
                <a:gd name="connsiteX261" fmla="*/ 41611 w 288016"/>
                <a:gd name="connsiteY261" fmla="*/ 73123 h 524359"/>
                <a:gd name="connsiteX262" fmla="*/ 40801 w 288016"/>
                <a:gd name="connsiteY262" fmla="*/ 75361 h 524359"/>
                <a:gd name="connsiteX263" fmla="*/ 39183 w 288016"/>
                <a:gd name="connsiteY263" fmla="*/ 78346 h 524359"/>
                <a:gd name="connsiteX264" fmla="*/ 37968 w 288016"/>
                <a:gd name="connsiteY264" fmla="*/ 81331 h 524359"/>
                <a:gd name="connsiteX265" fmla="*/ 37159 w 288016"/>
                <a:gd name="connsiteY265" fmla="*/ 84315 h 524359"/>
                <a:gd name="connsiteX266" fmla="*/ 35540 w 288016"/>
                <a:gd name="connsiteY266" fmla="*/ 86554 h 524359"/>
                <a:gd name="connsiteX267" fmla="*/ 33516 w 288016"/>
                <a:gd name="connsiteY267" fmla="*/ 90284 h 524359"/>
                <a:gd name="connsiteX268" fmla="*/ 31897 w 288016"/>
                <a:gd name="connsiteY268" fmla="*/ 94015 h 524359"/>
                <a:gd name="connsiteX269" fmla="*/ 30278 w 288016"/>
                <a:gd name="connsiteY269" fmla="*/ 99238 h 524359"/>
                <a:gd name="connsiteX270" fmla="*/ 29874 w 288016"/>
                <a:gd name="connsiteY270" fmla="*/ 102223 h 524359"/>
                <a:gd name="connsiteX271" fmla="*/ 28255 w 288016"/>
                <a:gd name="connsiteY271" fmla="*/ 103715 h 524359"/>
                <a:gd name="connsiteX272" fmla="*/ 27041 w 288016"/>
                <a:gd name="connsiteY272" fmla="*/ 105954 h 524359"/>
                <a:gd name="connsiteX273" fmla="*/ 23398 w 288016"/>
                <a:gd name="connsiteY273" fmla="*/ 117892 h 524359"/>
                <a:gd name="connsiteX274" fmla="*/ 22993 w 288016"/>
                <a:gd name="connsiteY274" fmla="*/ 120877 h 524359"/>
                <a:gd name="connsiteX275" fmla="*/ 22184 w 288016"/>
                <a:gd name="connsiteY275" fmla="*/ 122369 h 524359"/>
                <a:gd name="connsiteX276" fmla="*/ 20970 w 288016"/>
                <a:gd name="connsiteY276" fmla="*/ 123861 h 524359"/>
                <a:gd name="connsiteX277" fmla="*/ 19351 w 288016"/>
                <a:gd name="connsiteY277" fmla="*/ 128338 h 524359"/>
                <a:gd name="connsiteX278" fmla="*/ 16922 w 288016"/>
                <a:gd name="connsiteY278" fmla="*/ 138038 h 524359"/>
                <a:gd name="connsiteX279" fmla="*/ 16922 w 288016"/>
                <a:gd name="connsiteY279" fmla="*/ 138784 h 524359"/>
                <a:gd name="connsiteX280" fmla="*/ 16518 w 288016"/>
                <a:gd name="connsiteY280" fmla="*/ 141023 h 524359"/>
                <a:gd name="connsiteX281" fmla="*/ 11661 w 288016"/>
                <a:gd name="connsiteY281" fmla="*/ 158931 h 524359"/>
                <a:gd name="connsiteX282" fmla="*/ 11256 w 288016"/>
                <a:gd name="connsiteY282" fmla="*/ 161915 h 524359"/>
                <a:gd name="connsiteX283" fmla="*/ 10851 w 288016"/>
                <a:gd name="connsiteY283" fmla="*/ 162661 h 524359"/>
                <a:gd name="connsiteX284" fmla="*/ 8423 w 288016"/>
                <a:gd name="connsiteY284" fmla="*/ 170123 h 524359"/>
                <a:gd name="connsiteX285" fmla="*/ 7209 w 288016"/>
                <a:gd name="connsiteY285" fmla="*/ 179823 h 524359"/>
                <a:gd name="connsiteX286" fmla="*/ 7209 w 288016"/>
                <a:gd name="connsiteY286" fmla="*/ 182807 h 524359"/>
                <a:gd name="connsiteX287" fmla="*/ 3971 w 288016"/>
                <a:gd name="connsiteY287" fmla="*/ 201461 h 524359"/>
                <a:gd name="connsiteX288" fmla="*/ 3971 w 288016"/>
                <a:gd name="connsiteY288" fmla="*/ 204446 h 524359"/>
                <a:gd name="connsiteX289" fmla="*/ 3566 w 288016"/>
                <a:gd name="connsiteY289" fmla="*/ 205192 h 524359"/>
                <a:gd name="connsiteX290" fmla="*/ 1947 w 288016"/>
                <a:gd name="connsiteY290" fmla="*/ 223100 h 524359"/>
                <a:gd name="connsiteX291" fmla="*/ 2352 w 288016"/>
                <a:gd name="connsiteY291" fmla="*/ 226084 h 524359"/>
                <a:gd name="connsiteX292" fmla="*/ 733 w 288016"/>
                <a:gd name="connsiteY292" fmla="*/ 245484 h 524359"/>
                <a:gd name="connsiteX293" fmla="*/ 1138 w 288016"/>
                <a:gd name="connsiteY293" fmla="*/ 248469 h 524359"/>
                <a:gd name="connsiteX294" fmla="*/ 733 w 288016"/>
                <a:gd name="connsiteY294" fmla="*/ 268615 h 524359"/>
                <a:gd name="connsiteX295" fmla="*/ 1138 w 288016"/>
                <a:gd name="connsiteY295" fmla="*/ 271600 h 524359"/>
                <a:gd name="connsiteX296" fmla="*/ 1543 w 288016"/>
                <a:gd name="connsiteY296" fmla="*/ 291746 h 524359"/>
                <a:gd name="connsiteX297" fmla="*/ 1947 w 288016"/>
                <a:gd name="connsiteY297" fmla="*/ 294730 h 524359"/>
                <a:gd name="connsiteX298" fmla="*/ 3566 w 288016"/>
                <a:gd name="connsiteY298" fmla="*/ 314877 h 524359"/>
                <a:gd name="connsiteX299" fmla="*/ 4376 w 288016"/>
                <a:gd name="connsiteY299" fmla="*/ 317861 h 524359"/>
                <a:gd name="connsiteX300" fmla="*/ 6804 w 288016"/>
                <a:gd name="connsiteY300" fmla="*/ 337261 h 524359"/>
                <a:gd name="connsiteX301" fmla="*/ 7613 w 288016"/>
                <a:gd name="connsiteY301" fmla="*/ 340246 h 524359"/>
                <a:gd name="connsiteX302" fmla="*/ 8423 w 288016"/>
                <a:gd name="connsiteY302" fmla="*/ 350692 h 524359"/>
                <a:gd name="connsiteX303" fmla="*/ 10851 w 288016"/>
                <a:gd name="connsiteY303" fmla="*/ 358900 h 524359"/>
                <a:gd name="connsiteX304" fmla="*/ 11661 w 288016"/>
                <a:gd name="connsiteY304" fmla="*/ 361884 h 524359"/>
                <a:gd name="connsiteX305" fmla="*/ 16113 w 288016"/>
                <a:gd name="connsiteY305" fmla="*/ 379792 h 524359"/>
                <a:gd name="connsiteX306" fmla="*/ 16922 w 288016"/>
                <a:gd name="connsiteY306" fmla="*/ 382030 h 524359"/>
                <a:gd name="connsiteX307" fmla="*/ 19351 w 288016"/>
                <a:gd name="connsiteY307" fmla="*/ 392476 h 524359"/>
                <a:gd name="connsiteX308" fmla="*/ 20970 w 288016"/>
                <a:gd name="connsiteY308" fmla="*/ 396953 h 524359"/>
                <a:gd name="connsiteX309" fmla="*/ 22184 w 288016"/>
                <a:gd name="connsiteY309" fmla="*/ 399192 h 524359"/>
                <a:gd name="connsiteX310" fmla="*/ 22589 w 288016"/>
                <a:gd name="connsiteY310" fmla="*/ 399938 h 524359"/>
                <a:gd name="connsiteX311" fmla="*/ 23803 w 288016"/>
                <a:gd name="connsiteY311" fmla="*/ 402176 h 524359"/>
                <a:gd name="connsiteX312" fmla="*/ 27445 w 288016"/>
                <a:gd name="connsiteY312" fmla="*/ 414861 h 524359"/>
                <a:gd name="connsiteX313" fmla="*/ 28660 w 288016"/>
                <a:gd name="connsiteY313" fmla="*/ 417100 h 524359"/>
                <a:gd name="connsiteX314" fmla="*/ 29469 w 288016"/>
                <a:gd name="connsiteY314" fmla="*/ 418592 h 524359"/>
                <a:gd name="connsiteX315" fmla="*/ 30683 w 288016"/>
                <a:gd name="connsiteY315" fmla="*/ 420830 h 524359"/>
                <a:gd name="connsiteX316" fmla="*/ 32302 w 288016"/>
                <a:gd name="connsiteY316" fmla="*/ 426799 h 524359"/>
                <a:gd name="connsiteX317" fmla="*/ 33921 w 288016"/>
                <a:gd name="connsiteY317" fmla="*/ 430530 h 524359"/>
                <a:gd name="connsiteX318" fmla="*/ 35945 w 288016"/>
                <a:gd name="connsiteY318" fmla="*/ 434261 h 524359"/>
                <a:gd name="connsiteX319" fmla="*/ 37159 w 288016"/>
                <a:gd name="connsiteY319" fmla="*/ 436500 h 524359"/>
                <a:gd name="connsiteX320" fmla="*/ 38778 w 288016"/>
                <a:gd name="connsiteY320" fmla="*/ 437992 h 524359"/>
                <a:gd name="connsiteX321" fmla="*/ 39992 w 288016"/>
                <a:gd name="connsiteY321" fmla="*/ 442469 h 524359"/>
                <a:gd name="connsiteX322" fmla="*/ 41611 w 288016"/>
                <a:gd name="connsiteY322" fmla="*/ 445453 h 524359"/>
                <a:gd name="connsiteX323" fmla="*/ 42420 w 288016"/>
                <a:gd name="connsiteY323" fmla="*/ 446946 h 524359"/>
                <a:gd name="connsiteX324" fmla="*/ 43635 w 288016"/>
                <a:gd name="connsiteY324" fmla="*/ 449184 h 524359"/>
                <a:gd name="connsiteX325" fmla="*/ 44849 w 288016"/>
                <a:gd name="connsiteY325" fmla="*/ 450676 h 524359"/>
                <a:gd name="connsiteX326" fmla="*/ 46468 w 288016"/>
                <a:gd name="connsiteY326" fmla="*/ 452169 h 524359"/>
                <a:gd name="connsiteX327" fmla="*/ 48087 w 288016"/>
                <a:gd name="connsiteY327" fmla="*/ 453661 h 524359"/>
                <a:gd name="connsiteX328" fmla="*/ 51325 w 288016"/>
                <a:gd name="connsiteY328" fmla="*/ 461123 h 524359"/>
                <a:gd name="connsiteX329" fmla="*/ 55372 w 288016"/>
                <a:gd name="connsiteY329" fmla="*/ 466346 h 524359"/>
                <a:gd name="connsiteX330" fmla="*/ 55372 w 288016"/>
                <a:gd name="connsiteY330" fmla="*/ 467838 h 524359"/>
                <a:gd name="connsiteX331" fmla="*/ 56991 w 288016"/>
                <a:gd name="connsiteY331" fmla="*/ 431276 h 524359"/>
                <a:gd name="connsiteX332" fmla="*/ 56181 w 288016"/>
                <a:gd name="connsiteY332" fmla="*/ 430530 h 524359"/>
                <a:gd name="connsiteX333" fmla="*/ 54562 w 288016"/>
                <a:gd name="connsiteY333" fmla="*/ 427546 h 524359"/>
                <a:gd name="connsiteX334" fmla="*/ 50920 w 288016"/>
                <a:gd name="connsiteY334" fmla="*/ 423815 h 524359"/>
                <a:gd name="connsiteX335" fmla="*/ 50515 w 288016"/>
                <a:gd name="connsiteY335" fmla="*/ 420084 h 524359"/>
                <a:gd name="connsiteX336" fmla="*/ 49301 w 288016"/>
                <a:gd name="connsiteY336" fmla="*/ 417100 h 524359"/>
                <a:gd name="connsiteX337" fmla="*/ 50515 w 288016"/>
                <a:gd name="connsiteY337" fmla="*/ 416353 h 524359"/>
                <a:gd name="connsiteX338" fmla="*/ 52134 w 288016"/>
                <a:gd name="connsiteY338" fmla="*/ 416353 h 524359"/>
                <a:gd name="connsiteX339" fmla="*/ 52943 w 288016"/>
                <a:gd name="connsiteY339" fmla="*/ 417100 h 524359"/>
                <a:gd name="connsiteX340" fmla="*/ 54562 w 288016"/>
                <a:gd name="connsiteY340" fmla="*/ 419338 h 524359"/>
                <a:gd name="connsiteX341" fmla="*/ 55777 w 288016"/>
                <a:gd name="connsiteY341" fmla="*/ 420830 h 524359"/>
                <a:gd name="connsiteX342" fmla="*/ 56181 w 288016"/>
                <a:gd name="connsiteY342" fmla="*/ 421576 h 524359"/>
                <a:gd name="connsiteX343" fmla="*/ 58205 w 288016"/>
                <a:gd name="connsiteY343" fmla="*/ 424561 h 524359"/>
                <a:gd name="connsiteX344" fmla="*/ 59014 w 288016"/>
                <a:gd name="connsiteY344" fmla="*/ 425307 h 524359"/>
                <a:gd name="connsiteX345" fmla="*/ 60633 w 288016"/>
                <a:gd name="connsiteY345" fmla="*/ 426053 h 524359"/>
                <a:gd name="connsiteX346" fmla="*/ 59014 w 288016"/>
                <a:gd name="connsiteY346" fmla="*/ 429784 h 524359"/>
                <a:gd name="connsiteX347" fmla="*/ 58205 w 288016"/>
                <a:gd name="connsiteY347" fmla="*/ 430530 h 524359"/>
                <a:gd name="connsiteX348" fmla="*/ 56991 w 288016"/>
                <a:gd name="connsiteY348" fmla="*/ 431276 h 524359"/>
                <a:gd name="connsiteX349" fmla="*/ 22184 w 288016"/>
                <a:gd name="connsiteY349" fmla="*/ 337261 h 524359"/>
                <a:gd name="connsiteX350" fmla="*/ 21779 w 288016"/>
                <a:gd name="connsiteY350" fmla="*/ 328307 h 524359"/>
                <a:gd name="connsiteX351" fmla="*/ 20565 w 288016"/>
                <a:gd name="connsiteY351" fmla="*/ 323084 h 524359"/>
                <a:gd name="connsiteX352" fmla="*/ 18946 w 288016"/>
                <a:gd name="connsiteY352" fmla="*/ 317861 h 524359"/>
                <a:gd name="connsiteX353" fmla="*/ 18541 w 288016"/>
                <a:gd name="connsiteY353" fmla="*/ 317861 h 524359"/>
                <a:gd name="connsiteX354" fmla="*/ 18946 w 288016"/>
                <a:gd name="connsiteY354" fmla="*/ 317115 h 524359"/>
                <a:gd name="connsiteX355" fmla="*/ 18946 w 288016"/>
                <a:gd name="connsiteY355" fmla="*/ 308161 h 524359"/>
                <a:gd name="connsiteX356" fmla="*/ 16518 w 288016"/>
                <a:gd name="connsiteY356" fmla="*/ 296969 h 524359"/>
                <a:gd name="connsiteX357" fmla="*/ 16518 w 288016"/>
                <a:gd name="connsiteY357" fmla="*/ 283538 h 524359"/>
                <a:gd name="connsiteX358" fmla="*/ 14899 w 288016"/>
                <a:gd name="connsiteY358" fmla="*/ 276823 h 524359"/>
                <a:gd name="connsiteX359" fmla="*/ 15708 w 288016"/>
                <a:gd name="connsiteY359" fmla="*/ 273838 h 524359"/>
                <a:gd name="connsiteX360" fmla="*/ 16113 w 288016"/>
                <a:gd name="connsiteY360" fmla="*/ 273838 h 524359"/>
                <a:gd name="connsiteX361" fmla="*/ 18541 w 288016"/>
                <a:gd name="connsiteY361" fmla="*/ 274584 h 524359"/>
                <a:gd name="connsiteX362" fmla="*/ 20160 w 288016"/>
                <a:gd name="connsiteY362" fmla="*/ 273838 h 524359"/>
                <a:gd name="connsiteX363" fmla="*/ 21374 w 288016"/>
                <a:gd name="connsiteY363" fmla="*/ 273838 h 524359"/>
                <a:gd name="connsiteX364" fmla="*/ 22993 w 288016"/>
                <a:gd name="connsiteY364" fmla="*/ 273092 h 524359"/>
                <a:gd name="connsiteX365" fmla="*/ 26636 w 288016"/>
                <a:gd name="connsiteY365" fmla="*/ 273838 h 524359"/>
                <a:gd name="connsiteX366" fmla="*/ 27850 w 288016"/>
                <a:gd name="connsiteY366" fmla="*/ 273092 h 524359"/>
                <a:gd name="connsiteX367" fmla="*/ 30278 w 288016"/>
                <a:gd name="connsiteY367" fmla="*/ 272346 h 524359"/>
                <a:gd name="connsiteX368" fmla="*/ 31897 w 288016"/>
                <a:gd name="connsiteY368" fmla="*/ 273092 h 524359"/>
                <a:gd name="connsiteX369" fmla="*/ 33516 w 288016"/>
                <a:gd name="connsiteY369" fmla="*/ 273838 h 524359"/>
                <a:gd name="connsiteX370" fmla="*/ 35540 w 288016"/>
                <a:gd name="connsiteY370" fmla="*/ 273092 h 524359"/>
                <a:gd name="connsiteX371" fmla="*/ 37968 w 288016"/>
                <a:gd name="connsiteY371" fmla="*/ 272346 h 524359"/>
                <a:gd name="connsiteX372" fmla="*/ 39587 w 288016"/>
                <a:gd name="connsiteY372" fmla="*/ 273092 h 524359"/>
                <a:gd name="connsiteX373" fmla="*/ 41206 w 288016"/>
                <a:gd name="connsiteY373" fmla="*/ 273838 h 524359"/>
                <a:gd name="connsiteX374" fmla="*/ 42016 w 288016"/>
                <a:gd name="connsiteY374" fmla="*/ 273838 h 524359"/>
                <a:gd name="connsiteX375" fmla="*/ 43230 w 288016"/>
                <a:gd name="connsiteY375" fmla="*/ 273092 h 524359"/>
                <a:gd name="connsiteX376" fmla="*/ 44444 w 288016"/>
                <a:gd name="connsiteY376" fmla="*/ 273092 h 524359"/>
                <a:gd name="connsiteX377" fmla="*/ 46063 w 288016"/>
                <a:gd name="connsiteY377" fmla="*/ 272346 h 524359"/>
                <a:gd name="connsiteX378" fmla="*/ 50920 w 288016"/>
                <a:gd name="connsiteY378" fmla="*/ 273092 h 524359"/>
                <a:gd name="connsiteX379" fmla="*/ 53753 w 288016"/>
                <a:gd name="connsiteY379" fmla="*/ 272346 h 524359"/>
                <a:gd name="connsiteX380" fmla="*/ 55372 w 288016"/>
                <a:gd name="connsiteY380" fmla="*/ 273092 h 524359"/>
                <a:gd name="connsiteX381" fmla="*/ 56991 w 288016"/>
                <a:gd name="connsiteY381" fmla="*/ 273838 h 524359"/>
                <a:gd name="connsiteX382" fmla="*/ 59014 w 288016"/>
                <a:gd name="connsiteY382" fmla="*/ 273092 h 524359"/>
                <a:gd name="connsiteX383" fmla="*/ 59824 w 288016"/>
                <a:gd name="connsiteY383" fmla="*/ 273092 h 524359"/>
                <a:gd name="connsiteX384" fmla="*/ 61443 w 288016"/>
                <a:gd name="connsiteY384" fmla="*/ 272346 h 524359"/>
                <a:gd name="connsiteX385" fmla="*/ 63062 w 288016"/>
                <a:gd name="connsiteY385" fmla="*/ 273092 h 524359"/>
                <a:gd name="connsiteX386" fmla="*/ 66300 w 288016"/>
                <a:gd name="connsiteY386" fmla="*/ 273092 h 524359"/>
                <a:gd name="connsiteX387" fmla="*/ 67919 w 288016"/>
                <a:gd name="connsiteY387" fmla="*/ 273092 h 524359"/>
                <a:gd name="connsiteX388" fmla="*/ 69133 w 288016"/>
                <a:gd name="connsiteY388" fmla="*/ 272346 h 524359"/>
                <a:gd name="connsiteX389" fmla="*/ 71966 w 288016"/>
                <a:gd name="connsiteY389" fmla="*/ 273092 h 524359"/>
                <a:gd name="connsiteX390" fmla="*/ 74799 w 288016"/>
                <a:gd name="connsiteY390" fmla="*/ 272346 h 524359"/>
                <a:gd name="connsiteX391" fmla="*/ 76823 w 288016"/>
                <a:gd name="connsiteY391" fmla="*/ 271600 h 524359"/>
                <a:gd name="connsiteX392" fmla="*/ 78846 w 288016"/>
                <a:gd name="connsiteY392" fmla="*/ 272346 h 524359"/>
                <a:gd name="connsiteX393" fmla="*/ 79251 w 288016"/>
                <a:gd name="connsiteY393" fmla="*/ 273092 h 524359"/>
                <a:gd name="connsiteX394" fmla="*/ 79656 w 288016"/>
                <a:gd name="connsiteY394" fmla="*/ 276823 h 524359"/>
                <a:gd name="connsiteX395" fmla="*/ 80060 w 288016"/>
                <a:gd name="connsiteY395" fmla="*/ 279807 h 524359"/>
                <a:gd name="connsiteX396" fmla="*/ 81275 w 288016"/>
                <a:gd name="connsiteY396" fmla="*/ 291000 h 524359"/>
                <a:gd name="connsiteX397" fmla="*/ 81679 w 288016"/>
                <a:gd name="connsiteY397" fmla="*/ 293984 h 524359"/>
                <a:gd name="connsiteX398" fmla="*/ 82084 w 288016"/>
                <a:gd name="connsiteY398" fmla="*/ 296969 h 524359"/>
                <a:gd name="connsiteX399" fmla="*/ 82489 w 288016"/>
                <a:gd name="connsiteY399" fmla="*/ 298461 h 524359"/>
                <a:gd name="connsiteX400" fmla="*/ 84108 w 288016"/>
                <a:gd name="connsiteY400" fmla="*/ 305177 h 524359"/>
                <a:gd name="connsiteX401" fmla="*/ 84917 w 288016"/>
                <a:gd name="connsiteY401" fmla="*/ 308161 h 524359"/>
                <a:gd name="connsiteX402" fmla="*/ 87346 w 288016"/>
                <a:gd name="connsiteY402" fmla="*/ 319353 h 524359"/>
                <a:gd name="connsiteX403" fmla="*/ 88560 w 288016"/>
                <a:gd name="connsiteY403" fmla="*/ 321592 h 524359"/>
                <a:gd name="connsiteX404" fmla="*/ 88965 w 288016"/>
                <a:gd name="connsiteY404" fmla="*/ 322338 h 524359"/>
                <a:gd name="connsiteX405" fmla="*/ 89369 w 288016"/>
                <a:gd name="connsiteY405" fmla="*/ 324577 h 524359"/>
                <a:gd name="connsiteX406" fmla="*/ 89774 w 288016"/>
                <a:gd name="connsiteY406" fmla="*/ 326815 h 524359"/>
                <a:gd name="connsiteX407" fmla="*/ 91393 w 288016"/>
                <a:gd name="connsiteY407" fmla="*/ 330546 h 524359"/>
                <a:gd name="connsiteX408" fmla="*/ 91798 w 288016"/>
                <a:gd name="connsiteY408" fmla="*/ 331292 h 524359"/>
                <a:gd name="connsiteX409" fmla="*/ 92202 w 288016"/>
                <a:gd name="connsiteY409" fmla="*/ 332038 h 524359"/>
                <a:gd name="connsiteX410" fmla="*/ 93012 w 288016"/>
                <a:gd name="connsiteY410" fmla="*/ 333530 h 524359"/>
                <a:gd name="connsiteX411" fmla="*/ 92202 w 288016"/>
                <a:gd name="connsiteY411" fmla="*/ 334276 h 524359"/>
                <a:gd name="connsiteX412" fmla="*/ 91393 w 288016"/>
                <a:gd name="connsiteY412" fmla="*/ 335023 h 524359"/>
                <a:gd name="connsiteX413" fmla="*/ 89774 w 288016"/>
                <a:gd name="connsiteY413" fmla="*/ 338007 h 524359"/>
                <a:gd name="connsiteX414" fmla="*/ 89369 w 288016"/>
                <a:gd name="connsiteY414" fmla="*/ 339500 h 524359"/>
                <a:gd name="connsiteX415" fmla="*/ 88965 w 288016"/>
                <a:gd name="connsiteY415" fmla="*/ 340246 h 524359"/>
                <a:gd name="connsiteX416" fmla="*/ 88155 w 288016"/>
                <a:gd name="connsiteY416" fmla="*/ 342484 h 524359"/>
                <a:gd name="connsiteX417" fmla="*/ 84108 w 288016"/>
                <a:gd name="connsiteY417" fmla="*/ 349200 h 524359"/>
                <a:gd name="connsiteX418" fmla="*/ 82894 w 288016"/>
                <a:gd name="connsiteY418" fmla="*/ 352930 h 524359"/>
                <a:gd name="connsiteX419" fmla="*/ 82489 w 288016"/>
                <a:gd name="connsiteY419" fmla="*/ 352930 h 524359"/>
                <a:gd name="connsiteX420" fmla="*/ 78846 w 288016"/>
                <a:gd name="connsiteY420" fmla="*/ 358900 h 524359"/>
                <a:gd name="connsiteX421" fmla="*/ 77227 w 288016"/>
                <a:gd name="connsiteY421" fmla="*/ 362630 h 524359"/>
                <a:gd name="connsiteX422" fmla="*/ 74394 w 288016"/>
                <a:gd name="connsiteY422" fmla="*/ 365615 h 524359"/>
                <a:gd name="connsiteX423" fmla="*/ 71561 w 288016"/>
                <a:gd name="connsiteY423" fmla="*/ 372330 h 524359"/>
                <a:gd name="connsiteX424" fmla="*/ 67919 w 288016"/>
                <a:gd name="connsiteY424" fmla="*/ 379046 h 524359"/>
                <a:gd name="connsiteX425" fmla="*/ 66300 w 288016"/>
                <a:gd name="connsiteY425" fmla="*/ 382030 h 524359"/>
                <a:gd name="connsiteX426" fmla="*/ 63062 w 288016"/>
                <a:gd name="connsiteY426" fmla="*/ 387253 h 524359"/>
                <a:gd name="connsiteX427" fmla="*/ 61038 w 288016"/>
                <a:gd name="connsiteY427" fmla="*/ 392476 h 524359"/>
                <a:gd name="connsiteX428" fmla="*/ 59824 w 288016"/>
                <a:gd name="connsiteY428" fmla="*/ 393969 h 524359"/>
                <a:gd name="connsiteX429" fmla="*/ 58205 w 288016"/>
                <a:gd name="connsiteY429" fmla="*/ 396207 h 524359"/>
                <a:gd name="connsiteX430" fmla="*/ 56181 w 288016"/>
                <a:gd name="connsiteY430" fmla="*/ 399938 h 524359"/>
                <a:gd name="connsiteX431" fmla="*/ 54967 w 288016"/>
                <a:gd name="connsiteY431" fmla="*/ 402923 h 524359"/>
                <a:gd name="connsiteX432" fmla="*/ 54158 w 288016"/>
                <a:gd name="connsiteY432" fmla="*/ 403669 h 524359"/>
                <a:gd name="connsiteX433" fmla="*/ 50110 w 288016"/>
                <a:gd name="connsiteY433" fmla="*/ 411130 h 524359"/>
                <a:gd name="connsiteX434" fmla="*/ 49706 w 288016"/>
                <a:gd name="connsiteY434" fmla="*/ 412623 h 524359"/>
                <a:gd name="connsiteX435" fmla="*/ 48087 w 288016"/>
                <a:gd name="connsiteY435" fmla="*/ 414861 h 524359"/>
                <a:gd name="connsiteX436" fmla="*/ 44444 w 288016"/>
                <a:gd name="connsiteY436" fmla="*/ 408892 h 524359"/>
                <a:gd name="connsiteX437" fmla="*/ 44039 w 288016"/>
                <a:gd name="connsiteY437" fmla="*/ 408146 h 524359"/>
                <a:gd name="connsiteX438" fmla="*/ 43635 w 288016"/>
                <a:gd name="connsiteY438" fmla="*/ 404415 h 524359"/>
                <a:gd name="connsiteX439" fmla="*/ 42420 w 288016"/>
                <a:gd name="connsiteY439" fmla="*/ 399938 h 524359"/>
                <a:gd name="connsiteX440" fmla="*/ 41611 w 288016"/>
                <a:gd name="connsiteY440" fmla="*/ 397700 h 524359"/>
                <a:gd name="connsiteX441" fmla="*/ 39587 w 288016"/>
                <a:gd name="connsiteY441" fmla="*/ 396207 h 524359"/>
                <a:gd name="connsiteX442" fmla="*/ 36754 w 288016"/>
                <a:gd name="connsiteY442" fmla="*/ 392476 h 524359"/>
                <a:gd name="connsiteX443" fmla="*/ 35540 w 288016"/>
                <a:gd name="connsiteY443" fmla="*/ 385015 h 524359"/>
                <a:gd name="connsiteX444" fmla="*/ 33516 w 288016"/>
                <a:gd name="connsiteY444" fmla="*/ 379792 h 524359"/>
                <a:gd name="connsiteX445" fmla="*/ 31897 w 288016"/>
                <a:gd name="connsiteY445" fmla="*/ 376807 h 524359"/>
                <a:gd name="connsiteX446" fmla="*/ 31088 w 288016"/>
                <a:gd name="connsiteY446" fmla="*/ 376061 h 524359"/>
                <a:gd name="connsiteX447" fmla="*/ 28255 w 288016"/>
                <a:gd name="connsiteY447" fmla="*/ 361884 h 524359"/>
                <a:gd name="connsiteX448" fmla="*/ 27041 w 288016"/>
                <a:gd name="connsiteY448" fmla="*/ 359646 h 524359"/>
                <a:gd name="connsiteX449" fmla="*/ 26231 w 288016"/>
                <a:gd name="connsiteY449" fmla="*/ 357407 h 524359"/>
                <a:gd name="connsiteX450" fmla="*/ 22184 w 288016"/>
                <a:gd name="connsiteY450" fmla="*/ 337261 h 524359"/>
                <a:gd name="connsiteX451" fmla="*/ 17732 w 288016"/>
                <a:gd name="connsiteY451" fmla="*/ 216384 h 524359"/>
                <a:gd name="connsiteX452" fmla="*/ 19351 w 288016"/>
                <a:gd name="connsiteY452" fmla="*/ 211161 h 524359"/>
                <a:gd name="connsiteX453" fmla="*/ 20160 w 288016"/>
                <a:gd name="connsiteY453" fmla="*/ 196984 h 524359"/>
                <a:gd name="connsiteX454" fmla="*/ 20565 w 288016"/>
                <a:gd name="connsiteY454" fmla="*/ 195492 h 524359"/>
                <a:gd name="connsiteX455" fmla="*/ 21779 w 288016"/>
                <a:gd name="connsiteY455" fmla="*/ 192507 h 524359"/>
                <a:gd name="connsiteX456" fmla="*/ 23398 w 288016"/>
                <a:gd name="connsiteY456" fmla="*/ 177584 h 524359"/>
                <a:gd name="connsiteX457" fmla="*/ 27041 w 288016"/>
                <a:gd name="connsiteY457" fmla="*/ 167138 h 524359"/>
                <a:gd name="connsiteX458" fmla="*/ 27850 w 288016"/>
                <a:gd name="connsiteY458" fmla="*/ 158931 h 524359"/>
                <a:gd name="connsiteX459" fmla="*/ 28255 w 288016"/>
                <a:gd name="connsiteY459" fmla="*/ 158931 h 524359"/>
                <a:gd name="connsiteX460" fmla="*/ 31897 w 288016"/>
                <a:gd name="connsiteY460" fmla="*/ 148484 h 524359"/>
                <a:gd name="connsiteX461" fmla="*/ 33112 w 288016"/>
                <a:gd name="connsiteY461" fmla="*/ 141023 h 524359"/>
                <a:gd name="connsiteX462" fmla="*/ 33516 w 288016"/>
                <a:gd name="connsiteY462" fmla="*/ 140277 h 524359"/>
                <a:gd name="connsiteX463" fmla="*/ 35540 w 288016"/>
                <a:gd name="connsiteY463" fmla="*/ 137292 h 524359"/>
                <a:gd name="connsiteX464" fmla="*/ 39183 w 288016"/>
                <a:gd name="connsiteY464" fmla="*/ 123861 h 524359"/>
                <a:gd name="connsiteX465" fmla="*/ 39587 w 288016"/>
                <a:gd name="connsiteY465" fmla="*/ 123861 h 524359"/>
                <a:gd name="connsiteX466" fmla="*/ 41206 w 288016"/>
                <a:gd name="connsiteY466" fmla="*/ 122369 h 524359"/>
                <a:gd name="connsiteX467" fmla="*/ 42016 w 288016"/>
                <a:gd name="connsiteY467" fmla="*/ 120877 h 524359"/>
                <a:gd name="connsiteX468" fmla="*/ 43230 w 288016"/>
                <a:gd name="connsiteY468" fmla="*/ 117892 h 524359"/>
                <a:gd name="connsiteX469" fmla="*/ 44444 w 288016"/>
                <a:gd name="connsiteY469" fmla="*/ 114907 h 524359"/>
                <a:gd name="connsiteX470" fmla="*/ 46468 w 288016"/>
                <a:gd name="connsiteY470" fmla="*/ 108192 h 524359"/>
                <a:gd name="connsiteX471" fmla="*/ 48087 w 288016"/>
                <a:gd name="connsiteY471" fmla="*/ 106700 h 524359"/>
                <a:gd name="connsiteX472" fmla="*/ 50515 w 288016"/>
                <a:gd name="connsiteY472" fmla="*/ 111923 h 524359"/>
                <a:gd name="connsiteX473" fmla="*/ 53348 w 288016"/>
                <a:gd name="connsiteY473" fmla="*/ 115654 h 524359"/>
                <a:gd name="connsiteX474" fmla="*/ 54562 w 288016"/>
                <a:gd name="connsiteY474" fmla="*/ 119384 h 524359"/>
                <a:gd name="connsiteX475" fmla="*/ 56181 w 288016"/>
                <a:gd name="connsiteY475" fmla="*/ 122369 h 524359"/>
                <a:gd name="connsiteX476" fmla="*/ 58205 w 288016"/>
                <a:gd name="connsiteY476" fmla="*/ 125354 h 524359"/>
                <a:gd name="connsiteX477" fmla="*/ 58610 w 288016"/>
                <a:gd name="connsiteY477" fmla="*/ 126100 h 524359"/>
                <a:gd name="connsiteX478" fmla="*/ 59014 w 288016"/>
                <a:gd name="connsiteY478" fmla="*/ 127592 h 524359"/>
                <a:gd name="connsiteX479" fmla="*/ 62252 w 288016"/>
                <a:gd name="connsiteY479" fmla="*/ 133561 h 524359"/>
                <a:gd name="connsiteX480" fmla="*/ 63871 w 288016"/>
                <a:gd name="connsiteY480" fmla="*/ 135800 h 524359"/>
                <a:gd name="connsiteX481" fmla="*/ 65490 w 288016"/>
                <a:gd name="connsiteY481" fmla="*/ 141023 h 524359"/>
                <a:gd name="connsiteX482" fmla="*/ 67109 w 288016"/>
                <a:gd name="connsiteY482" fmla="*/ 142515 h 524359"/>
                <a:gd name="connsiteX483" fmla="*/ 69133 w 288016"/>
                <a:gd name="connsiteY483" fmla="*/ 145500 h 524359"/>
                <a:gd name="connsiteX484" fmla="*/ 70752 w 288016"/>
                <a:gd name="connsiteY484" fmla="*/ 150723 h 524359"/>
                <a:gd name="connsiteX485" fmla="*/ 73585 w 288016"/>
                <a:gd name="connsiteY485" fmla="*/ 154454 h 524359"/>
                <a:gd name="connsiteX486" fmla="*/ 74394 w 288016"/>
                <a:gd name="connsiteY486" fmla="*/ 155200 h 524359"/>
                <a:gd name="connsiteX487" fmla="*/ 77632 w 288016"/>
                <a:gd name="connsiteY487" fmla="*/ 161915 h 524359"/>
                <a:gd name="connsiteX488" fmla="*/ 79656 w 288016"/>
                <a:gd name="connsiteY488" fmla="*/ 164900 h 524359"/>
                <a:gd name="connsiteX489" fmla="*/ 81275 w 288016"/>
                <a:gd name="connsiteY489" fmla="*/ 168631 h 524359"/>
                <a:gd name="connsiteX490" fmla="*/ 81679 w 288016"/>
                <a:gd name="connsiteY490" fmla="*/ 169377 h 524359"/>
                <a:gd name="connsiteX491" fmla="*/ 83298 w 288016"/>
                <a:gd name="connsiteY491" fmla="*/ 172361 h 524359"/>
                <a:gd name="connsiteX492" fmla="*/ 85727 w 288016"/>
                <a:gd name="connsiteY492" fmla="*/ 175346 h 524359"/>
                <a:gd name="connsiteX493" fmla="*/ 88560 w 288016"/>
                <a:gd name="connsiteY493" fmla="*/ 182061 h 524359"/>
                <a:gd name="connsiteX494" fmla="*/ 88965 w 288016"/>
                <a:gd name="connsiteY494" fmla="*/ 182807 h 524359"/>
                <a:gd name="connsiteX495" fmla="*/ 89369 w 288016"/>
                <a:gd name="connsiteY495" fmla="*/ 183554 h 524359"/>
                <a:gd name="connsiteX496" fmla="*/ 90988 w 288016"/>
                <a:gd name="connsiteY496" fmla="*/ 185046 h 524359"/>
                <a:gd name="connsiteX497" fmla="*/ 90988 w 288016"/>
                <a:gd name="connsiteY497" fmla="*/ 185792 h 524359"/>
                <a:gd name="connsiteX498" fmla="*/ 91798 w 288016"/>
                <a:gd name="connsiteY498" fmla="*/ 188777 h 524359"/>
                <a:gd name="connsiteX499" fmla="*/ 92202 w 288016"/>
                <a:gd name="connsiteY499" fmla="*/ 189523 h 524359"/>
                <a:gd name="connsiteX500" fmla="*/ 91798 w 288016"/>
                <a:gd name="connsiteY500" fmla="*/ 190269 h 524359"/>
                <a:gd name="connsiteX501" fmla="*/ 90988 w 288016"/>
                <a:gd name="connsiteY501" fmla="*/ 193254 h 524359"/>
                <a:gd name="connsiteX502" fmla="*/ 90179 w 288016"/>
                <a:gd name="connsiteY502" fmla="*/ 196238 h 524359"/>
                <a:gd name="connsiteX503" fmla="*/ 89369 w 288016"/>
                <a:gd name="connsiteY503" fmla="*/ 199223 h 524359"/>
                <a:gd name="connsiteX504" fmla="*/ 89369 w 288016"/>
                <a:gd name="connsiteY504" fmla="*/ 199969 h 524359"/>
                <a:gd name="connsiteX505" fmla="*/ 88965 w 288016"/>
                <a:gd name="connsiteY505" fmla="*/ 200715 h 524359"/>
                <a:gd name="connsiteX506" fmla="*/ 88560 w 288016"/>
                <a:gd name="connsiteY506" fmla="*/ 201461 h 524359"/>
                <a:gd name="connsiteX507" fmla="*/ 85727 w 288016"/>
                <a:gd name="connsiteY507" fmla="*/ 209669 h 524359"/>
                <a:gd name="connsiteX508" fmla="*/ 85322 w 288016"/>
                <a:gd name="connsiteY508" fmla="*/ 212654 h 524359"/>
                <a:gd name="connsiteX509" fmla="*/ 83703 w 288016"/>
                <a:gd name="connsiteY509" fmla="*/ 217877 h 524359"/>
                <a:gd name="connsiteX510" fmla="*/ 82894 w 288016"/>
                <a:gd name="connsiteY510" fmla="*/ 223846 h 524359"/>
                <a:gd name="connsiteX511" fmla="*/ 82489 w 288016"/>
                <a:gd name="connsiteY511" fmla="*/ 226830 h 524359"/>
                <a:gd name="connsiteX512" fmla="*/ 82084 w 288016"/>
                <a:gd name="connsiteY512" fmla="*/ 227577 h 524359"/>
                <a:gd name="connsiteX513" fmla="*/ 81679 w 288016"/>
                <a:gd name="connsiteY513" fmla="*/ 228323 h 524359"/>
                <a:gd name="connsiteX514" fmla="*/ 80060 w 288016"/>
                <a:gd name="connsiteY514" fmla="*/ 238769 h 524359"/>
                <a:gd name="connsiteX515" fmla="*/ 79656 w 288016"/>
                <a:gd name="connsiteY515" fmla="*/ 241754 h 524359"/>
                <a:gd name="connsiteX516" fmla="*/ 78442 w 288016"/>
                <a:gd name="connsiteY516" fmla="*/ 252946 h 524359"/>
                <a:gd name="connsiteX517" fmla="*/ 78037 w 288016"/>
                <a:gd name="connsiteY517" fmla="*/ 252946 h 524359"/>
                <a:gd name="connsiteX518" fmla="*/ 73989 w 288016"/>
                <a:gd name="connsiteY518" fmla="*/ 252200 h 524359"/>
                <a:gd name="connsiteX519" fmla="*/ 71156 w 288016"/>
                <a:gd name="connsiteY519" fmla="*/ 252946 h 524359"/>
                <a:gd name="connsiteX520" fmla="*/ 70752 w 288016"/>
                <a:gd name="connsiteY520" fmla="*/ 252946 h 524359"/>
                <a:gd name="connsiteX521" fmla="*/ 67109 w 288016"/>
                <a:gd name="connsiteY521" fmla="*/ 246977 h 524359"/>
                <a:gd name="connsiteX522" fmla="*/ 65490 w 288016"/>
                <a:gd name="connsiteY522" fmla="*/ 246977 h 524359"/>
                <a:gd name="connsiteX523" fmla="*/ 62657 w 288016"/>
                <a:gd name="connsiteY523" fmla="*/ 247723 h 524359"/>
                <a:gd name="connsiteX524" fmla="*/ 62252 w 288016"/>
                <a:gd name="connsiteY524" fmla="*/ 247723 h 524359"/>
                <a:gd name="connsiteX525" fmla="*/ 59014 w 288016"/>
                <a:gd name="connsiteY525" fmla="*/ 246977 h 524359"/>
                <a:gd name="connsiteX526" fmla="*/ 58205 w 288016"/>
                <a:gd name="connsiteY526" fmla="*/ 246977 h 524359"/>
                <a:gd name="connsiteX527" fmla="*/ 56181 w 288016"/>
                <a:gd name="connsiteY527" fmla="*/ 247723 h 524359"/>
                <a:gd name="connsiteX528" fmla="*/ 55372 w 288016"/>
                <a:gd name="connsiteY528" fmla="*/ 247723 h 524359"/>
                <a:gd name="connsiteX529" fmla="*/ 54562 w 288016"/>
                <a:gd name="connsiteY529" fmla="*/ 246977 h 524359"/>
                <a:gd name="connsiteX530" fmla="*/ 50515 w 288016"/>
                <a:gd name="connsiteY530" fmla="*/ 246977 h 524359"/>
                <a:gd name="connsiteX531" fmla="*/ 48087 w 288016"/>
                <a:gd name="connsiteY531" fmla="*/ 247723 h 524359"/>
                <a:gd name="connsiteX532" fmla="*/ 44444 w 288016"/>
                <a:gd name="connsiteY532" fmla="*/ 246977 h 524359"/>
                <a:gd name="connsiteX533" fmla="*/ 42016 w 288016"/>
                <a:gd name="connsiteY533" fmla="*/ 246977 h 524359"/>
                <a:gd name="connsiteX534" fmla="*/ 41206 w 288016"/>
                <a:gd name="connsiteY534" fmla="*/ 247723 h 524359"/>
                <a:gd name="connsiteX535" fmla="*/ 40801 w 288016"/>
                <a:gd name="connsiteY535" fmla="*/ 247723 h 524359"/>
                <a:gd name="connsiteX536" fmla="*/ 39992 w 288016"/>
                <a:gd name="connsiteY536" fmla="*/ 246977 h 524359"/>
                <a:gd name="connsiteX537" fmla="*/ 36349 w 288016"/>
                <a:gd name="connsiteY537" fmla="*/ 246977 h 524359"/>
                <a:gd name="connsiteX538" fmla="*/ 34326 w 288016"/>
                <a:gd name="connsiteY538" fmla="*/ 247723 h 524359"/>
                <a:gd name="connsiteX539" fmla="*/ 33516 w 288016"/>
                <a:gd name="connsiteY539" fmla="*/ 247723 h 524359"/>
                <a:gd name="connsiteX540" fmla="*/ 32707 w 288016"/>
                <a:gd name="connsiteY540" fmla="*/ 246977 h 524359"/>
                <a:gd name="connsiteX541" fmla="*/ 27850 w 288016"/>
                <a:gd name="connsiteY541" fmla="*/ 246977 h 524359"/>
                <a:gd name="connsiteX542" fmla="*/ 26231 w 288016"/>
                <a:gd name="connsiteY542" fmla="*/ 247723 h 524359"/>
                <a:gd name="connsiteX543" fmla="*/ 21779 w 288016"/>
                <a:gd name="connsiteY543" fmla="*/ 246977 h 524359"/>
                <a:gd name="connsiteX544" fmla="*/ 20565 w 288016"/>
                <a:gd name="connsiteY544" fmla="*/ 246977 h 524359"/>
                <a:gd name="connsiteX545" fmla="*/ 18946 w 288016"/>
                <a:gd name="connsiteY545" fmla="*/ 247723 h 524359"/>
                <a:gd name="connsiteX546" fmla="*/ 17732 w 288016"/>
                <a:gd name="connsiteY546" fmla="*/ 247723 h 524359"/>
                <a:gd name="connsiteX547" fmla="*/ 16518 w 288016"/>
                <a:gd name="connsiteY547" fmla="*/ 246977 h 524359"/>
                <a:gd name="connsiteX548" fmla="*/ 16113 w 288016"/>
                <a:gd name="connsiteY548" fmla="*/ 246977 h 524359"/>
                <a:gd name="connsiteX549" fmla="*/ 15708 w 288016"/>
                <a:gd name="connsiteY549" fmla="*/ 236530 h 524359"/>
                <a:gd name="connsiteX550" fmla="*/ 16518 w 288016"/>
                <a:gd name="connsiteY550" fmla="*/ 233546 h 524359"/>
                <a:gd name="connsiteX551" fmla="*/ 17732 w 288016"/>
                <a:gd name="connsiteY551" fmla="*/ 216384 h 524359"/>
                <a:gd name="connsiteX552" fmla="*/ 167887 w 288016"/>
                <a:gd name="connsiteY552" fmla="*/ 168631 h 524359"/>
                <a:gd name="connsiteX553" fmla="*/ 165459 w 288016"/>
                <a:gd name="connsiteY553" fmla="*/ 167138 h 524359"/>
                <a:gd name="connsiteX554" fmla="*/ 163840 w 288016"/>
                <a:gd name="connsiteY554" fmla="*/ 164900 h 524359"/>
                <a:gd name="connsiteX555" fmla="*/ 163435 w 288016"/>
                <a:gd name="connsiteY555" fmla="*/ 164154 h 524359"/>
                <a:gd name="connsiteX556" fmla="*/ 161412 w 288016"/>
                <a:gd name="connsiteY556" fmla="*/ 149977 h 524359"/>
                <a:gd name="connsiteX557" fmla="*/ 161816 w 288016"/>
                <a:gd name="connsiteY557" fmla="*/ 149977 h 524359"/>
                <a:gd name="connsiteX558" fmla="*/ 163840 w 288016"/>
                <a:gd name="connsiteY558" fmla="*/ 150723 h 524359"/>
                <a:gd name="connsiteX559" fmla="*/ 165459 w 288016"/>
                <a:gd name="connsiteY559" fmla="*/ 152215 h 524359"/>
                <a:gd name="connsiteX560" fmla="*/ 167887 w 288016"/>
                <a:gd name="connsiteY560" fmla="*/ 168631 h 524359"/>
                <a:gd name="connsiteX561" fmla="*/ 173958 w 288016"/>
                <a:gd name="connsiteY561" fmla="*/ 175346 h 524359"/>
                <a:gd name="connsiteX562" fmla="*/ 171125 w 288016"/>
                <a:gd name="connsiteY562" fmla="*/ 172361 h 524359"/>
                <a:gd name="connsiteX563" fmla="*/ 169506 w 288016"/>
                <a:gd name="connsiteY563" fmla="*/ 169377 h 524359"/>
                <a:gd name="connsiteX564" fmla="*/ 168292 w 288016"/>
                <a:gd name="connsiteY564" fmla="*/ 155200 h 524359"/>
                <a:gd name="connsiteX565" fmla="*/ 168697 w 288016"/>
                <a:gd name="connsiteY565" fmla="*/ 155200 h 524359"/>
                <a:gd name="connsiteX566" fmla="*/ 170720 w 288016"/>
                <a:gd name="connsiteY566" fmla="*/ 156692 h 524359"/>
                <a:gd name="connsiteX567" fmla="*/ 173958 w 288016"/>
                <a:gd name="connsiteY567" fmla="*/ 175346 h 524359"/>
                <a:gd name="connsiteX568" fmla="*/ 171530 w 288016"/>
                <a:gd name="connsiteY568" fmla="*/ 176092 h 524359"/>
                <a:gd name="connsiteX569" fmla="*/ 174768 w 288016"/>
                <a:gd name="connsiteY569" fmla="*/ 178331 h 524359"/>
                <a:gd name="connsiteX570" fmla="*/ 175172 w 288016"/>
                <a:gd name="connsiteY570" fmla="*/ 180569 h 524359"/>
                <a:gd name="connsiteX571" fmla="*/ 178006 w 288016"/>
                <a:gd name="connsiteY571" fmla="*/ 185046 h 524359"/>
                <a:gd name="connsiteX572" fmla="*/ 179624 w 288016"/>
                <a:gd name="connsiteY572" fmla="*/ 186538 h 524359"/>
                <a:gd name="connsiteX573" fmla="*/ 184481 w 288016"/>
                <a:gd name="connsiteY573" fmla="*/ 195492 h 524359"/>
                <a:gd name="connsiteX574" fmla="*/ 184481 w 288016"/>
                <a:gd name="connsiteY574" fmla="*/ 196984 h 524359"/>
                <a:gd name="connsiteX575" fmla="*/ 186100 w 288016"/>
                <a:gd name="connsiteY575" fmla="*/ 201461 h 524359"/>
                <a:gd name="connsiteX576" fmla="*/ 188933 w 288016"/>
                <a:gd name="connsiteY576" fmla="*/ 205938 h 524359"/>
                <a:gd name="connsiteX577" fmla="*/ 188933 w 288016"/>
                <a:gd name="connsiteY577" fmla="*/ 207430 h 524359"/>
                <a:gd name="connsiteX578" fmla="*/ 190957 w 288016"/>
                <a:gd name="connsiteY578" fmla="*/ 214146 h 524359"/>
                <a:gd name="connsiteX579" fmla="*/ 191766 w 288016"/>
                <a:gd name="connsiteY579" fmla="*/ 215638 h 524359"/>
                <a:gd name="connsiteX580" fmla="*/ 192171 w 288016"/>
                <a:gd name="connsiteY580" fmla="*/ 216384 h 524359"/>
                <a:gd name="connsiteX581" fmla="*/ 193790 w 288016"/>
                <a:gd name="connsiteY581" fmla="*/ 226084 h 524359"/>
                <a:gd name="connsiteX582" fmla="*/ 194600 w 288016"/>
                <a:gd name="connsiteY582" fmla="*/ 228323 h 524359"/>
                <a:gd name="connsiteX583" fmla="*/ 195004 w 288016"/>
                <a:gd name="connsiteY583" fmla="*/ 233546 h 524359"/>
                <a:gd name="connsiteX584" fmla="*/ 196623 w 288016"/>
                <a:gd name="connsiteY584" fmla="*/ 240261 h 524359"/>
                <a:gd name="connsiteX585" fmla="*/ 197433 w 288016"/>
                <a:gd name="connsiteY585" fmla="*/ 252946 h 524359"/>
                <a:gd name="connsiteX586" fmla="*/ 197837 w 288016"/>
                <a:gd name="connsiteY586" fmla="*/ 253692 h 524359"/>
                <a:gd name="connsiteX587" fmla="*/ 197433 w 288016"/>
                <a:gd name="connsiteY587" fmla="*/ 254438 h 524359"/>
                <a:gd name="connsiteX588" fmla="*/ 197433 w 288016"/>
                <a:gd name="connsiteY588" fmla="*/ 265630 h 524359"/>
                <a:gd name="connsiteX589" fmla="*/ 197837 w 288016"/>
                <a:gd name="connsiteY589" fmla="*/ 266377 h 524359"/>
                <a:gd name="connsiteX590" fmla="*/ 197433 w 288016"/>
                <a:gd name="connsiteY590" fmla="*/ 267123 h 524359"/>
                <a:gd name="connsiteX591" fmla="*/ 197028 w 288016"/>
                <a:gd name="connsiteY591" fmla="*/ 279061 h 524359"/>
                <a:gd name="connsiteX592" fmla="*/ 195409 w 288016"/>
                <a:gd name="connsiteY592" fmla="*/ 291746 h 524359"/>
                <a:gd name="connsiteX593" fmla="*/ 194195 w 288016"/>
                <a:gd name="connsiteY593" fmla="*/ 293984 h 524359"/>
                <a:gd name="connsiteX594" fmla="*/ 192981 w 288016"/>
                <a:gd name="connsiteY594" fmla="*/ 302938 h 524359"/>
                <a:gd name="connsiteX595" fmla="*/ 192171 w 288016"/>
                <a:gd name="connsiteY595" fmla="*/ 304430 h 524359"/>
                <a:gd name="connsiteX596" fmla="*/ 190957 w 288016"/>
                <a:gd name="connsiteY596" fmla="*/ 306669 h 524359"/>
                <a:gd name="connsiteX597" fmla="*/ 189743 w 288016"/>
                <a:gd name="connsiteY597" fmla="*/ 314130 h 524359"/>
                <a:gd name="connsiteX598" fmla="*/ 189338 w 288016"/>
                <a:gd name="connsiteY598" fmla="*/ 314877 h 524359"/>
                <a:gd name="connsiteX599" fmla="*/ 186505 w 288016"/>
                <a:gd name="connsiteY599" fmla="*/ 320846 h 524359"/>
                <a:gd name="connsiteX600" fmla="*/ 185695 w 288016"/>
                <a:gd name="connsiteY600" fmla="*/ 324577 h 524359"/>
                <a:gd name="connsiteX601" fmla="*/ 185291 w 288016"/>
                <a:gd name="connsiteY601" fmla="*/ 325323 h 524359"/>
                <a:gd name="connsiteX602" fmla="*/ 181243 w 288016"/>
                <a:gd name="connsiteY602" fmla="*/ 334276 h 524359"/>
                <a:gd name="connsiteX603" fmla="*/ 178410 w 288016"/>
                <a:gd name="connsiteY603" fmla="*/ 336515 h 524359"/>
                <a:gd name="connsiteX604" fmla="*/ 175577 w 288016"/>
                <a:gd name="connsiteY604" fmla="*/ 342484 h 524359"/>
                <a:gd name="connsiteX605" fmla="*/ 175172 w 288016"/>
                <a:gd name="connsiteY605" fmla="*/ 342484 h 524359"/>
                <a:gd name="connsiteX606" fmla="*/ 171530 w 288016"/>
                <a:gd name="connsiteY606" fmla="*/ 346215 h 524359"/>
                <a:gd name="connsiteX607" fmla="*/ 169911 w 288016"/>
                <a:gd name="connsiteY607" fmla="*/ 349200 h 524359"/>
                <a:gd name="connsiteX608" fmla="*/ 165864 w 288016"/>
                <a:gd name="connsiteY608" fmla="*/ 352184 h 524359"/>
                <a:gd name="connsiteX609" fmla="*/ 164245 w 288016"/>
                <a:gd name="connsiteY609" fmla="*/ 354423 h 524359"/>
                <a:gd name="connsiteX610" fmla="*/ 163840 w 288016"/>
                <a:gd name="connsiteY610" fmla="*/ 355169 h 524359"/>
                <a:gd name="connsiteX611" fmla="*/ 162221 w 288016"/>
                <a:gd name="connsiteY611" fmla="*/ 355915 h 524359"/>
                <a:gd name="connsiteX612" fmla="*/ 159388 w 288016"/>
                <a:gd name="connsiteY612" fmla="*/ 357407 h 524359"/>
                <a:gd name="connsiteX613" fmla="*/ 157769 w 288016"/>
                <a:gd name="connsiteY613" fmla="*/ 359646 h 524359"/>
                <a:gd name="connsiteX614" fmla="*/ 154936 w 288016"/>
                <a:gd name="connsiteY614" fmla="*/ 359646 h 524359"/>
                <a:gd name="connsiteX615" fmla="*/ 152912 w 288016"/>
                <a:gd name="connsiteY615" fmla="*/ 360392 h 524359"/>
                <a:gd name="connsiteX616" fmla="*/ 150889 w 288016"/>
                <a:gd name="connsiteY616" fmla="*/ 362630 h 524359"/>
                <a:gd name="connsiteX617" fmla="*/ 146841 w 288016"/>
                <a:gd name="connsiteY617" fmla="*/ 361884 h 524359"/>
                <a:gd name="connsiteX618" fmla="*/ 144008 w 288016"/>
                <a:gd name="connsiteY618" fmla="*/ 362630 h 524359"/>
                <a:gd name="connsiteX619" fmla="*/ 140770 w 288016"/>
                <a:gd name="connsiteY619" fmla="*/ 361884 h 524359"/>
                <a:gd name="connsiteX620" fmla="*/ 139961 w 288016"/>
                <a:gd name="connsiteY620" fmla="*/ 361884 h 524359"/>
                <a:gd name="connsiteX621" fmla="*/ 137128 w 288016"/>
                <a:gd name="connsiteY621" fmla="*/ 362630 h 524359"/>
                <a:gd name="connsiteX622" fmla="*/ 133890 w 288016"/>
                <a:gd name="connsiteY622" fmla="*/ 360392 h 524359"/>
                <a:gd name="connsiteX623" fmla="*/ 132271 w 288016"/>
                <a:gd name="connsiteY623" fmla="*/ 360392 h 524359"/>
                <a:gd name="connsiteX624" fmla="*/ 130247 w 288016"/>
                <a:gd name="connsiteY624" fmla="*/ 360392 h 524359"/>
                <a:gd name="connsiteX625" fmla="*/ 129842 w 288016"/>
                <a:gd name="connsiteY625" fmla="*/ 359646 h 524359"/>
                <a:gd name="connsiteX626" fmla="*/ 127009 w 288016"/>
                <a:gd name="connsiteY626" fmla="*/ 357407 h 524359"/>
                <a:gd name="connsiteX627" fmla="*/ 124581 w 288016"/>
                <a:gd name="connsiteY627" fmla="*/ 356661 h 524359"/>
                <a:gd name="connsiteX628" fmla="*/ 122557 w 288016"/>
                <a:gd name="connsiteY628" fmla="*/ 356661 h 524359"/>
                <a:gd name="connsiteX629" fmla="*/ 120938 w 288016"/>
                <a:gd name="connsiteY629" fmla="*/ 353677 h 524359"/>
                <a:gd name="connsiteX630" fmla="*/ 119319 w 288016"/>
                <a:gd name="connsiteY630" fmla="*/ 351438 h 524359"/>
                <a:gd name="connsiteX631" fmla="*/ 116486 w 288016"/>
                <a:gd name="connsiteY631" fmla="*/ 350692 h 524359"/>
                <a:gd name="connsiteX632" fmla="*/ 116082 w 288016"/>
                <a:gd name="connsiteY632" fmla="*/ 349946 h 524359"/>
                <a:gd name="connsiteX633" fmla="*/ 113248 w 288016"/>
                <a:gd name="connsiteY633" fmla="*/ 345469 h 524359"/>
                <a:gd name="connsiteX634" fmla="*/ 110415 w 288016"/>
                <a:gd name="connsiteY634" fmla="*/ 343230 h 524359"/>
                <a:gd name="connsiteX635" fmla="*/ 109201 w 288016"/>
                <a:gd name="connsiteY635" fmla="*/ 340246 h 524359"/>
                <a:gd name="connsiteX636" fmla="*/ 106368 w 288016"/>
                <a:gd name="connsiteY636" fmla="*/ 336515 h 524359"/>
                <a:gd name="connsiteX637" fmla="*/ 104749 w 288016"/>
                <a:gd name="connsiteY637" fmla="*/ 335023 h 524359"/>
                <a:gd name="connsiteX638" fmla="*/ 99892 w 288016"/>
                <a:gd name="connsiteY638" fmla="*/ 326069 h 524359"/>
                <a:gd name="connsiteX639" fmla="*/ 99488 w 288016"/>
                <a:gd name="connsiteY639" fmla="*/ 323830 h 524359"/>
                <a:gd name="connsiteX640" fmla="*/ 97869 w 288016"/>
                <a:gd name="connsiteY640" fmla="*/ 320100 h 524359"/>
                <a:gd name="connsiteX641" fmla="*/ 95440 w 288016"/>
                <a:gd name="connsiteY641" fmla="*/ 315623 h 524359"/>
                <a:gd name="connsiteX642" fmla="*/ 93821 w 288016"/>
                <a:gd name="connsiteY642" fmla="*/ 308161 h 524359"/>
                <a:gd name="connsiteX643" fmla="*/ 92202 w 288016"/>
                <a:gd name="connsiteY643" fmla="*/ 305177 h 524359"/>
                <a:gd name="connsiteX644" fmla="*/ 90583 w 288016"/>
                <a:gd name="connsiteY644" fmla="*/ 294730 h 524359"/>
                <a:gd name="connsiteX645" fmla="*/ 90179 w 288016"/>
                <a:gd name="connsiteY645" fmla="*/ 293238 h 524359"/>
                <a:gd name="connsiteX646" fmla="*/ 90179 w 288016"/>
                <a:gd name="connsiteY646" fmla="*/ 287269 h 524359"/>
                <a:gd name="connsiteX647" fmla="*/ 88560 w 288016"/>
                <a:gd name="connsiteY647" fmla="*/ 280553 h 524359"/>
                <a:gd name="connsiteX648" fmla="*/ 88560 w 288016"/>
                <a:gd name="connsiteY648" fmla="*/ 279807 h 524359"/>
                <a:gd name="connsiteX649" fmla="*/ 88560 w 288016"/>
                <a:gd name="connsiteY649" fmla="*/ 273092 h 524359"/>
                <a:gd name="connsiteX650" fmla="*/ 88155 w 288016"/>
                <a:gd name="connsiteY650" fmla="*/ 270107 h 524359"/>
                <a:gd name="connsiteX651" fmla="*/ 87750 w 288016"/>
                <a:gd name="connsiteY651" fmla="*/ 267869 h 524359"/>
                <a:gd name="connsiteX652" fmla="*/ 88155 w 288016"/>
                <a:gd name="connsiteY652" fmla="*/ 265630 h 524359"/>
                <a:gd name="connsiteX653" fmla="*/ 88155 w 288016"/>
                <a:gd name="connsiteY653" fmla="*/ 258915 h 524359"/>
                <a:gd name="connsiteX654" fmla="*/ 87750 w 288016"/>
                <a:gd name="connsiteY654" fmla="*/ 254438 h 524359"/>
                <a:gd name="connsiteX655" fmla="*/ 88155 w 288016"/>
                <a:gd name="connsiteY655" fmla="*/ 252946 h 524359"/>
                <a:gd name="connsiteX656" fmla="*/ 88560 w 288016"/>
                <a:gd name="connsiteY656" fmla="*/ 242500 h 524359"/>
                <a:gd name="connsiteX657" fmla="*/ 88560 w 288016"/>
                <a:gd name="connsiteY657" fmla="*/ 241754 h 524359"/>
                <a:gd name="connsiteX658" fmla="*/ 90179 w 288016"/>
                <a:gd name="connsiteY658" fmla="*/ 229815 h 524359"/>
                <a:gd name="connsiteX659" fmla="*/ 90583 w 288016"/>
                <a:gd name="connsiteY659" fmla="*/ 229069 h 524359"/>
                <a:gd name="connsiteX660" fmla="*/ 91393 w 288016"/>
                <a:gd name="connsiteY660" fmla="*/ 226830 h 524359"/>
                <a:gd name="connsiteX661" fmla="*/ 93012 w 288016"/>
                <a:gd name="connsiteY661" fmla="*/ 217877 h 524359"/>
                <a:gd name="connsiteX662" fmla="*/ 95036 w 288016"/>
                <a:gd name="connsiteY662" fmla="*/ 212654 h 524359"/>
                <a:gd name="connsiteX663" fmla="*/ 96250 w 288016"/>
                <a:gd name="connsiteY663" fmla="*/ 205938 h 524359"/>
                <a:gd name="connsiteX664" fmla="*/ 99083 w 288016"/>
                <a:gd name="connsiteY664" fmla="*/ 199223 h 524359"/>
                <a:gd name="connsiteX665" fmla="*/ 100297 w 288016"/>
                <a:gd name="connsiteY665" fmla="*/ 195492 h 524359"/>
                <a:gd name="connsiteX666" fmla="*/ 100702 w 288016"/>
                <a:gd name="connsiteY666" fmla="*/ 194746 h 524359"/>
                <a:gd name="connsiteX667" fmla="*/ 105154 w 288016"/>
                <a:gd name="connsiteY667" fmla="*/ 185046 h 524359"/>
                <a:gd name="connsiteX668" fmla="*/ 107582 w 288016"/>
                <a:gd name="connsiteY668" fmla="*/ 182807 h 524359"/>
                <a:gd name="connsiteX669" fmla="*/ 110011 w 288016"/>
                <a:gd name="connsiteY669" fmla="*/ 177584 h 524359"/>
                <a:gd name="connsiteX670" fmla="*/ 110415 w 288016"/>
                <a:gd name="connsiteY670" fmla="*/ 176838 h 524359"/>
                <a:gd name="connsiteX671" fmla="*/ 114058 w 288016"/>
                <a:gd name="connsiteY671" fmla="*/ 173107 h 524359"/>
                <a:gd name="connsiteX672" fmla="*/ 116082 w 288016"/>
                <a:gd name="connsiteY672" fmla="*/ 170123 h 524359"/>
                <a:gd name="connsiteX673" fmla="*/ 116486 w 288016"/>
                <a:gd name="connsiteY673" fmla="*/ 170123 h 524359"/>
                <a:gd name="connsiteX674" fmla="*/ 119724 w 288016"/>
                <a:gd name="connsiteY674" fmla="*/ 167884 h 524359"/>
                <a:gd name="connsiteX675" fmla="*/ 121343 w 288016"/>
                <a:gd name="connsiteY675" fmla="*/ 165646 h 524359"/>
                <a:gd name="connsiteX676" fmla="*/ 121748 w 288016"/>
                <a:gd name="connsiteY676" fmla="*/ 164900 h 524359"/>
                <a:gd name="connsiteX677" fmla="*/ 123771 w 288016"/>
                <a:gd name="connsiteY677" fmla="*/ 164154 h 524359"/>
                <a:gd name="connsiteX678" fmla="*/ 126200 w 288016"/>
                <a:gd name="connsiteY678" fmla="*/ 162661 h 524359"/>
                <a:gd name="connsiteX679" fmla="*/ 128628 w 288016"/>
                <a:gd name="connsiteY679" fmla="*/ 160423 h 524359"/>
                <a:gd name="connsiteX680" fmla="*/ 129033 w 288016"/>
                <a:gd name="connsiteY680" fmla="*/ 160423 h 524359"/>
                <a:gd name="connsiteX681" fmla="*/ 131461 w 288016"/>
                <a:gd name="connsiteY681" fmla="*/ 160423 h 524359"/>
                <a:gd name="connsiteX682" fmla="*/ 133080 w 288016"/>
                <a:gd name="connsiteY682" fmla="*/ 159677 h 524359"/>
                <a:gd name="connsiteX683" fmla="*/ 135509 w 288016"/>
                <a:gd name="connsiteY683" fmla="*/ 158184 h 524359"/>
                <a:gd name="connsiteX684" fmla="*/ 139151 w 288016"/>
                <a:gd name="connsiteY684" fmla="*/ 158931 h 524359"/>
                <a:gd name="connsiteX685" fmla="*/ 139961 w 288016"/>
                <a:gd name="connsiteY685" fmla="*/ 158184 h 524359"/>
                <a:gd name="connsiteX686" fmla="*/ 142389 w 288016"/>
                <a:gd name="connsiteY686" fmla="*/ 157438 h 524359"/>
                <a:gd name="connsiteX687" fmla="*/ 146032 w 288016"/>
                <a:gd name="connsiteY687" fmla="*/ 158184 h 524359"/>
                <a:gd name="connsiteX688" fmla="*/ 148865 w 288016"/>
                <a:gd name="connsiteY688" fmla="*/ 157438 h 524359"/>
                <a:gd name="connsiteX689" fmla="*/ 152103 w 288016"/>
                <a:gd name="connsiteY689" fmla="*/ 159677 h 524359"/>
                <a:gd name="connsiteX690" fmla="*/ 154126 w 288016"/>
                <a:gd name="connsiteY690" fmla="*/ 160423 h 524359"/>
                <a:gd name="connsiteX691" fmla="*/ 155745 w 288016"/>
                <a:gd name="connsiteY691" fmla="*/ 159677 h 524359"/>
                <a:gd name="connsiteX692" fmla="*/ 158578 w 288016"/>
                <a:gd name="connsiteY692" fmla="*/ 162661 h 524359"/>
                <a:gd name="connsiteX693" fmla="*/ 161412 w 288016"/>
                <a:gd name="connsiteY693" fmla="*/ 163407 h 524359"/>
                <a:gd name="connsiteX694" fmla="*/ 162221 w 288016"/>
                <a:gd name="connsiteY694" fmla="*/ 163407 h 524359"/>
                <a:gd name="connsiteX695" fmla="*/ 163840 w 288016"/>
                <a:gd name="connsiteY695" fmla="*/ 166392 h 524359"/>
                <a:gd name="connsiteX696" fmla="*/ 165459 w 288016"/>
                <a:gd name="connsiteY696" fmla="*/ 167884 h 524359"/>
                <a:gd name="connsiteX697" fmla="*/ 168697 w 288016"/>
                <a:gd name="connsiteY697" fmla="*/ 168631 h 524359"/>
                <a:gd name="connsiteX698" fmla="*/ 171530 w 288016"/>
                <a:gd name="connsiteY698" fmla="*/ 176092 h 524359"/>
                <a:gd name="connsiteX699" fmla="*/ 175577 w 288016"/>
                <a:gd name="connsiteY699" fmla="*/ 161169 h 524359"/>
                <a:gd name="connsiteX700" fmla="*/ 175982 w 288016"/>
                <a:gd name="connsiteY700" fmla="*/ 161915 h 524359"/>
                <a:gd name="connsiteX701" fmla="*/ 177601 w 288016"/>
                <a:gd name="connsiteY701" fmla="*/ 164154 h 524359"/>
                <a:gd name="connsiteX702" fmla="*/ 179220 w 288016"/>
                <a:gd name="connsiteY702" fmla="*/ 183554 h 524359"/>
                <a:gd name="connsiteX703" fmla="*/ 177601 w 288016"/>
                <a:gd name="connsiteY703" fmla="*/ 182061 h 524359"/>
                <a:gd name="connsiteX704" fmla="*/ 175172 w 288016"/>
                <a:gd name="connsiteY704" fmla="*/ 176838 h 524359"/>
                <a:gd name="connsiteX705" fmla="*/ 175577 w 288016"/>
                <a:gd name="connsiteY705" fmla="*/ 161169 h 524359"/>
                <a:gd name="connsiteX706" fmla="*/ 219288 w 288016"/>
                <a:gd name="connsiteY706" fmla="*/ 108938 h 524359"/>
                <a:gd name="connsiteX707" fmla="*/ 222526 w 288016"/>
                <a:gd name="connsiteY707" fmla="*/ 112669 h 524359"/>
                <a:gd name="connsiteX708" fmla="*/ 222526 w 288016"/>
                <a:gd name="connsiteY708" fmla="*/ 113415 h 524359"/>
                <a:gd name="connsiteX709" fmla="*/ 225359 w 288016"/>
                <a:gd name="connsiteY709" fmla="*/ 116400 h 524359"/>
                <a:gd name="connsiteX710" fmla="*/ 225764 w 288016"/>
                <a:gd name="connsiteY710" fmla="*/ 117146 h 524359"/>
                <a:gd name="connsiteX711" fmla="*/ 227383 w 288016"/>
                <a:gd name="connsiteY711" fmla="*/ 117892 h 524359"/>
                <a:gd name="connsiteX712" fmla="*/ 226573 w 288016"/>
                <a:gd name="connsiteY712" fmla="*/ 120131 h 524359"/>
                <a:gd name="connsiteX713" fmla="*/ 225764 w 288016"/>
                <a:gd name="connsiteY713" fmla="*/ 121623 h 524359"/>
                <a:gd name="connsiteX714" fmla="*/ 225359 w 288016"/>
                <a:gd name="connsiteY714" fmla="*/ 122369 h 524359"/>
                <a:gd name="connsiteX715" fmla="*/ 222526 w 288016"/>
                <a:gd name="connsiteY715" fmla="*/ 124607 h 524359"/>
                <a:gd name="connsiteX716" fmla="*/ 219288 w 288016"/>
                <a:gd name="connsiteY716" fmla="*/ 121623 h 524359"/>
                <a:gd name="connsiteX717" fmla="*/ 217669 w 288016"/>
                <a:gd name="connsiteY717" fmla="*/ 119384 h 524359"/>
                <a:gd name="connsiteX718" fmla="*/ 214431 w 288016"/>
                <a:gd name="connsiteY718" fmla="*/ 115654 h 524359"/>
                <a:gd name="connsiteX719" fmla="*/ 213217 w 288016"/>
                <a:gd name="connsiteY719" fmla="*/ 114907 h 524359"/>
                <a:gd name="connsiteX720" fmla="*/ 217669 w 288016"/>
                <a:gd name="connsiteY720" fmla="*/ 108192 h 524359"/>
                <a:gd name="connsiteX721" fmla="*/ 219288 w 288016"/>
                <a:gd name="connsiteY721" fmla="*/ 108938 h 524359"/>
                <a:gd name="connsiteX722" fmla="*/ 218883 w 288016"/>
                <a:gd name="connsiteY722" fmla="*/ 105208 h 524359"/>
                <a:gd name="connsiteX723" fmla="*/ 219288 w 288016"/>
                <a:gd name="connsiteY723" fmla="*/ 104461 h 524359"/>
                <a:gd name="connsiteX724" fmla="*/ 222526 w 288016"/>
                <a:gd name="connsiteY724" fmla="*/ 99238 h 524359"/>
                <a:gd name="connsiteX725" fmla="*/ 225359 w 288016"/>
                <a:gd name="connsiteY725" fmla="*/ 99984 h 524359"/>
                <a:gd name="connsiteX726" fmla="*/ 225764 w 288016"/>
                <a:gd name="connsiteY726" fmla="*/ 100731 h 524359"/>
                <a:gd name="connsiteX727" fmla="*/ 226573 w 288016"/>
                <a:gd name="connsiteY727" fmla="*/ 101477 h 524359"/>
                <a:gd name="connsiteX728" fmla="*/ 227788 w 288016"/>
                <a:gd name="connsiteY728" fmla="*/ 102223 h 524359"/>
                <a:gd name="connsiteX729" fmla="*/ 228192 w 288016"/>
                <a:gd name="connsiteY729" fmla="*/ 102969 h 524359"/>
                <a:gd name="connsiteX730" fmla="*/ 231835 w 288016"/>
                <a:gd name="connsiteY730" fmla="*/ 106700 h 524359"/>
                <a:gd name="connsiteX731" fmla="*/ 232644 w 288016"/>
                <a:gd name="connsiteY731" fmla="*/ 107446 h 524359"/>
                <a:gd name="connsiteX732" fmla="*/ 231835 w 288016"/>
                <a:gd name="connsiteY732" fmla="*/ 109684 h 524359"/>
                <a:gd name="connsiteX733" fmla="*/ 228192 w 288016"/>
                <a:gd name="connsiteY733" fmla="*/ 113415 h 524359"/>
                <a:gd name="connsiteX734" fmla="*/ 226573 w 288016"/>
                <a:gd name="connsiteY734" fmla="*/ 113415 h 524359"/>
                <a:gd name="connsiteX735" fmla="*/ 225764 w 288016"/>
                <a:gd name="connsiteY735" fmla="*/ 112669 h 524359"/>
                <a:gd name="connsiteX736" fmla="*/ 225359 w 288016"/>
                <a:gd name="connsiteY736" fmla="*/ 111923 h 524359"/>
                <a:gd name="connsiteX737" fmla="*/ 222526 w 288016"/>
                <a:gd name="connsiteY737" fmla="*/ 108192 h 524359"/>
                <a:gd name="connsiteX738" fmla="*/ 219693 w 288016"/>
                <a:gd name="connsiteY738" fmla="*/ 105208 h 524359"/>
                <a:gd name="connsiteX739" fmla="*/ 219288 w 288016"/>
                <a:gd name="connsiteY739" fmla="*/ 104461 h 524359"/>
                <a:gd name="connsiteX740" fmla="*/ 218883 w 288016"/>
                <a:gd name="connsiteY740" fmla="*/ 105208 h 524359"/>
                <a:gd name="connsiteX741" fmla="*/ 217265 w 288016"/>
                <a:gd name="connsiteY741" fmla="*/ 123115 h 524359"/>
                <a:gd name="connsiteX742" fmla="*/ 218074 w 288016"/>
                <a:gd name="connsiteY742" fmla="*/ 123861 h 524359"/>
                <a:gd name="connsiteX743" fmla="*/ 219693 w 288016"/>
                <a:gd name="connsiteY743" fmla="*/ 126100 h 524359"/>
                <a:gd name="connsiteX744" fmla="*/ 222526 w 288016"/>
                <a:gd name="connsiteY744" fmla="*/ 128338 h 524359"/>
                <a:gd name="connsiteX745" fmla="*/ 219693 w 288016"/>
                <a:gd name="connsiteY745" fmla="*/ 133561 h 524359"/>
                <a:gd name="connsiteX746" fmla="*/ 218074 w 288016"/>
                <a:gd name="connsiteY746" fmla="*/ 134308 h 524359"/>
                <a:gd name="connsiteX747" fmla="*/ 213217 w 288016"/>
                <a:gd name="connsiteY747" fmla="*/ 129831 h 524359"/>
                <a:gd name="connsiteX748" fmla="*/ 212003 w 288016"/>
                <a:gd name="connsiteY748" fmla="*/ 128338 h 524359"/>
                <a:gd name="connsiteX749" fmla="*/ 209979 w 288016"/>
                <a:gd name="connsiteY749" fmla="*/ 126100 h 524359"/>
                <a:gd name="connsiteX750" fmla="*/ 208360 w 288016"/>
                <a:gd name="connsiteY750" fmla="*/ 125354 h 524359"/>
                <a:gd name="connsiteX751" fmla="*/ 212003 w 288016"/>
                <a:gd name="connsiteY751" fmla="*/ 118638 h 524359"/>
                <a:gd name="connsiteX752" fmla="*/ 213217 w 288016"/>
                <a:gd name="connsiteY752" fmla="*/ 117892 h 524359"/>
                <a:gd name="connsiteX753" fmla="*/ 217265 w 288016"/>
                <a:gd name="connsiteY753" fmla="*/ 123115 h 524359"/>
                <a:gd name="connsiteX754" fmla="*/ 209170 w 288016"/>
                <a:gd name="connsiteY754" fmla="*/ 129084 h 524359"/>
                <a:gd name="connsiteX755" fmla="*/ 212003 w 288016"/>
                <a:gd name="connsiteY755" fmla="*/ 132815 h 524359"/>
                <a:gd name="connsiteX756" fmla="*/ 213217 w 288016"/>
                <a:gd name="connsiteY756" fmla="*/ 133561 h 524359"/>
                <a:gd name="connsiteX757" fmla="*/ 216860 w 288016"/>
                <a:gd name="connsiteY757" fmla="*/ 137292 h 524359"/>
                <a:gd name="connsiteX758" fmla="*/ 213217 w 288016"/>
                <a:gd name="connsiteY758" fmla="*/ 144007 h 524359"/>
                <a:gd name="connsiteX759" fmla="*/ 212003 w 288016"/>
                <a:gd name="connsiteY759" fmla="*/ 144007 h 524359"/>
                <a:gd name="connsiteX760" fmla="*/ 207146 w 288016"/>
                <a:gd name="connsiteY760" fmla="*/ 138784 h 524359"/>
                <a:gd name="connsiteX761" fmla="*/ 205123 w 288016"/>
                <a:gd name="connsiteY761" fmla="*/ 135800 h 524359"/>
                <a:gd name="connsiteX762" fmla="*/ 204718 w 288016"/>
                <a:gd name="connsiteY762" fmla="*/ 135054 h 524359"/>
                <a:gd name="connsiteX763" fmla="*/ 204313 w 288016"/>
                <a:gd name="connsiteY763" fmla="*/ 134308 h 524359"/>
                <a:gd name="connsiteX764" fmla="*/ 203099 w 288016"/>
                <a:gd name="connsiteY764" fmla="*/ 134308 h 524359"/>
                <a:gd name="connsiteX765" fmla="*/ 204313 w 288016"/>
                <a:gd name="connsiteY765" fmla="*/ 132069 h 524359"/>
                <a:gd name="connsiteX766" fmla="*/ 205527 w 288016"/>
                <a:gd name="connsiteY766" fmla="*/ 129084 h 524359"/>
                <a:gd name="connsiteX767" fmla="*/ 207551 w 288016"/>
                <a:gd name="connsiteY767" fmla="*/ 126846 h 524359"/>
                <a:gd name="connsiteX768" fmla="*/ 209170 w 288016"/>
                <a:gd name="connsiteY768" fmla="*/ 129084 h 524359"/>
                <a:gd name="connsiteX769" fmla="*/ 203908 w 288016"/>
                <a:gd name="connsiteY769" fmla="*/ 138784 h 524359"/>
                <a:gd name="connsiteX770" fmla="*/ 205527 w 288016"/>
                <a:gd name="connsiteY770" fmla="*/ 140277 h 524359"/>
                <a:gd name="connsiteX771" fmla="*/ 207146 w 288016"/>
                <a:gd name="connsiteY771" fmla="*/ 142515 h 524359"/>
                <a:gd name="connsiteX772" fmla="*/ 207551 w 288016"/>
                <a:gd name="connsiteY772" fmla="*/ 143261 h 524359"/>
                <a:gd name="connsiteX773" fmla="*/ 212003 w 288016"/>
                <a:gd name="connsiteY773" fmla="*/ 147738 h 524359"/>
                <a:gd name="connsiteX774" fmla="*/ 207551 w 288016"/>
                <a:gd name="connsiteY774" fmla="*/ 153707 h 524359"/>
                <a:gd name="connsiteX775" fmla="*/ 205527 w 288016"/>
                <a:gd name="connsiteY775" fmla="*/ 152961 h 524359"/>
                <a:gd name="connsiteX776" fmla="*/ 204313 w 288016"/>
                <a:gd name="connsiteY776" fmla="*/ 151469 h 524359"/>
                <a:gd name="connsiteX777" fmla="*/ 202289 w 288016"/>
                <a:gd name="connsiteY777" fmla="*/ 148484 h 524359"/>
                <a:gd name="connsiteX778" fmla="*/ 199456 w 288016"/>
                <a:gd name="connsiteY778" fmla="*/ 145500 h 524359"/>
                <a:gd name="connsiteX779" fmla="*/ 199052 w 288016"/>
                <a:gd name="connsiteY779" fmla="*/ 144754 h 524359"/>
                <a:gd name="connsiteX780" fmla="*/ 197837 w 288016"/>
                <a:gd name="connsiteY780" fmla="*/ 144007 h 524359"/>
                <a:gd name="connsiteX781" fmla="*/ 199052 w 288016"/>
                <a:gd name="connsiteY781" fmla="*/ 141023 h 524359"/>
                <a:gd name="connsiteX782" fmla="*/ 202289 w 288016"/>
                <a:gd name="connsiteY782" fmla="*/ 136546 h 524359"/>
                <a:gd name="connsiteX783" fmla="*/ 203099 w 288016"/>
                <a:gd name="connsiteY783" fmla="*/ 137292 h 524359"/>
                <a:gd name="connsiteX784" fmla="*/ 203908 w 288016"/>
                <a:gd name="connsiteY784" fmla="*/ 138784 h 524359"/>
                <a:gd name="connsiteX785" fmla="*/ 198647 w 288016"/>
                <a:gd name="connsiteY785" fmla="*/ 148484 h 524359"/>
                <a:gd name="connsiteX786" fmla="*/ 201480 w 288016"/>
                <a:gd name="connsiteY786" fmla="*/ 152215 h 524359"/>
                <a:gd name="connsiteX787" fmla="*/ 201885 w 288016"/>
                <a:gd name="connsiteY787" fmla="*/ 152961 h 524359"/>
                <a:gd name="connsiteX788" fmla="*/ 203908 w 288016"/>
                <a:gd name="connsiteY788" fmla="*/ 155200 h 524359"/>
                <a:gd name="connsiteX789" fmla="*/ 205123 w 288016"/>
                <a:gd name="connsiteY789" fmla="*/ 155946 h 524359"/>
                <a:gd name="connsiteX790" fmla="*/ 206337 w 288016"/>
                <a:gd name="connsiteY790" fmla="*/ 156692 h 524359"/>
                <a:gd name="connsiteX791" fmla="*/ 205123 w 288016"/>
                <a:gd name="connsiteY791" fmla="*/ 158931 h 524359"/>
                <a:gd name="connsiteX792" fmla="*/ 203908 w 288016"/>
                <a:gd name="connsiteY792" fmla="*/ 161169 h 524359"/>
                <a:gd name="connsiteX793" fmla="*/ 201885 w 288016"/>
                <a:gd name="connsiteY793" fmla="*/ 162661 h 524359"/>
                <a:gd name="connsiteX794" fmla="*/ 198647 w 288016"/>
                <a:gd name="connsiteY794" fmla="*/ 161169 h 524359"/>
                <a:gd name="connsiteX795" fmla="*/ 197028 w 288016"/>
                <a:gd name="connsiteY795" fmla="*/ 158931 h 524359"/>
                <a:gd name="connsiteX796" fmla="*/ 194600 w 288016"/>
                <a:gd name="connsiteY796" fmla="*/ 155946 h 524359"/>
                <a:gd name="connsiteX797" fmla="*/ 193385 w 288016"/>
                <a:gd name="connsiteY797" fmla="*/ 155200 h 524359"/>
                <a:gd name="connsiteX798" fmla="*/ 191766 w 288016"/>
                <a:gd name="connsiteY798" fmla="*/ 154454 h 524359"/>
                <a:gd name="connsiteX799" fmla="*/ 193385 w 288016"/>
                <a:gd name="connsiteY799" fmla="*/ 151469 h 524359"/>
                <a:gd name="connsiteX800" fmla="*/ 194600 w 288016"/>
                <a:gd name="connsiteY800" fmla="*/ 149977 h 524359"/>
                <a:gd name="connsiteX801" fmla="*/ 197028 w 288016"/>
                <a:gd name="connsiteY801" fmla="*/ 148484 h 524359"/>
                <a:gd name="connsiteX802" fmla="*/ 197433 w 288016"/>
                <a:gd name="connsiteY802" fmla="*/ 148484 h 524359"/>
                <a:gd name="connsiteX803" fmla="*/ 198647 w 288016"/>
                <a:gd name="connsiteY803" fmla="*/ 148484 h 524359"/>
                <a:gd name="connsiteX804" fmla="*/ 193385 w 288016"/>
                <a:gd name="connsiteY804" fmla="*/ 158184 h 524359"/>
                <a:gd name="connsiteX805" fmla="*/ 193790 w 288016"/>
                <a:gd name="connsiteY805" fmla="*/ 158931 h 524359"/>
                <a:gd name="connsiteX806" fmla="*/ 195004 w 288016"/>
                <a:gd name="connsiteY806" fmla="*/ 159677 h 524359"/>
                <a:gd name="connsiteX807" fmla="*/ 196218 w 288016"/>
                <a:gd name="connsiteY807" fmla="*/ 161169 h 524359"/>
                <a:gd name="connsiteX808" fmla="*/ 197433 w 288016"/>
                <a:gd name="connsiteY808" fmla="*/ 162661 h 524359"/>
                <a:gd name="connsiteX809" fmla="*/ 199052 w 288016"/>
                <a:gd name="connsiteY809" fmla="*/ 164900 h 524359"/>
                <a:gd name="connsiteX810" fmla="*/ 201480 w 288016"/>
                <a:gd name="connsiteY810" fmla="*/ 166392 h 524359"/>
                <a:gd name="connsiteX811" fmla="*/ 199052 w 288016"/>
                <a:gd name="connsiteY811" fmla="*/ 170869 h 524359"/>
                <a:gd name="connsiteX812" fmla="*/ 197433 w 288016"/>
                <a:gd name="connsiteY812" fmla="*/ 172361 h 524359"/>
                <a:gd name="connsiteX813" fmla="*/ 195004 w 288016"/>
                <a:gd name="connsiteY813" fmla="*/ 171615 h 524359"/>
                <a:gd name="connsiteX814" fmla="*/ 193790 w 288016"/>
                <a:gd name="connsiteY814" fmla="*/ 170869 h 524359"/>
                <a:gd name="connsiteX815" fmla="*/ 191766 w 288016"/>
                <a:gd name="connsiteY815" fmla="*/ 167884 h 524359"/>
                <a:gd name="connsiteX816" fmla="*/ 190957 w 288016"/>
                <a:gd name="connsiteY816" fmla="*/ 167138 h 524359"/>
                <a:gd name="connsiteX817" fmla="*/ 188933 w 288016"/>
                <a:gd name="connsiteY817" fmla="*/ 164154 h 524359"/>
                <a:gd name="connsiteX818" fmla="*/ 188529 w 288016"/>
                <a:gd name="connsiteY818" fmla="*/ 164154 h 524359"/>
                <a:gd name="connsiteX819" fmla="*/ 186910 w 288016"/>
                <a:gd name="connsiteY819" fmla="*/ 163407 h 524359"/>
                <a:gd name="connsiteX820" fmla="*/ 188529 w 288016"/>
                <a:gd name="connsiteY820" fmla="*/ 159677 h 524359"/>
                <a:gd name="connsiteX821" fmla="*/ 190552 w 288016"/>
                <a:gd name="connsiteY821" fmla="*/ 156692 h 524359"/>
                <a:gd name="connsiteX822" fmla="*/ 192171 w 288016"/>
                <a:gd name="connsiteY822" fmla="*/ 156692 h 524359"/>
                <a:gd name="connsiteX823" fmla="*/ 193385 w 288016"/>
                <a:gd name="connsiteY823" fmla="*/ 158184 h 524359"/>
                <a:gd name="connsiteX824" fmla="*/ 188124 w 288016"/>
                <a:gd name="connsiteY824" fmla="*/ 167884 h 524359"/>
                <a:gd name="connsiteX825" fmla="*/ 188933 w 288016"/>
                <a:gd name="connsiteY825" fmla="*/ 169377 h 524359"/>
                <a:gd name="connsiteX826" fmla="*/ 190957 w 288016"/>
                <a:gd name="connsiteY826" fmla="*/ 171615 h 524359"/>
                <a:gd name="connsiteX827" fmla="*/ 190957 w 288016"/>
                <a:gd name="connsiteY827" fmla="*/ 172361 h 524359"/>
                <a:gd name="connsiteX828" fmla="*/ 191766 w 288016"/>
                <a:gd name="connsiteY828" fmla="*/ 173107 h 524359"/>
                <a:gd name="connsiteX829" fmla="*/ 193790 w 288016"/>
                <a:gd name="connsiteY829" fmla="*/ 175346 h 524359"/>
                <a:gd name="connsiteX830" fmla="*/ 195004 w 288016"/>
                <a:gd name="connsiteY830" fmla="*/ 176092 h 524359"/>
                <a:gd name="connsiteX831" fmla="*/ 195814 w 288016"/>
                <a:gd name="connsiteY831" fmla="*/ 176838 h 524359"/>
                <a:gd name="connsiteX832" fmla="*/ 195004 w 288016"/>
                <a:gd name="connsiteY832" fmla="*/ 179077 h 524359"/>
                <a:gd name="connsiteX833" fmla="*/ 193790 w 288016"/>
                <a:gd name="connsiteY833" fmla="*/ 180569 h 524359"/>
                <a:gd name="connsiteX834" fmla="*/ 191766 w 288016"/>
                <a:gd name="connsiteY834" fmla="*/ 182807 h 524359"/>
                <a:gd name="connsiteX835" fmla="*/ 191766 w 288016"/>
                <a:gd name="connsiteY835" fmla="*/ 182061 h 524359"/>
                <a:gd name="connsiteX836" fmla="*/ 190957 w 288016"/>
                <a:gd name="connsiteY836" fmla="*/ 180569 h 524359"/>
                <a:gd name="connsiteX837" fmla="*/ 188933 w 288016"/>
                <a:gd name="connsiteY837" fmla="*/ 177584 h 524359"/>
                <a:gd name="connsiteX838" fmla="*/ 187719 w 288016"/>
                <a:gd name="connsiteY838" fmla="*/ 175346 h 524359"/>
                <a:gd name="connsiteX839" fmla="*/ 186100 w 288016"/>
                <a:gd name="connsiteY839" fmla="*/ 172361 h 524359"/>
                <a:gd name="connsiteX840" fmla="*/ 184481 w 288016"/>
                <a:gd name="connsiteY840" fmla="*/ 170123 h 524359"/>
                <a:gd name="connsiteX841" fmla="*/ 184077 w 288016"/>
                <a:gd name="connsiteY841" fmla="*/ 169377 h 524359"/>
                <a:gd name="connsiteX842" fmla="*/ 184481 w 288016"/>
                <a:gd name="connsiteY842" fmla="*/ 168631 h 524359"/>
                <a:gd name="connsiteX843" fmla="*/ 186100 w 288016"/>
                <a:gd name="connsiteY843" fmla="*/ 167884 h 524359"/>
                <a:gd name="connsiteX844" fmla="*/ 186505 w 288016"/>
                <a:gd name="connsiteY844" fmla="*/ 167884 h 524359"/>
                <a:gd name="connsiteX845" fmla="*/ 188124 w 288016"/>
                <a:gd name="connsiteY845" fmla="*/ 167884 h 524359"/>
                <a:gd name="connsiteX846" fmla="*/ 195004 w 288016"/>
                <a:gd name="connsiteY846" fmla="*/ 194746 h 524359"/>
                <a:gd name="connsiteX847" fmla="*/ 195004 w 288016"/>
                <a:gd name="connsiteY847" fmla="*/ 206684 h 524359"/>
                <a:gd name="connsiteX848" fmla="*/ 193790 w 288016"/>
                <a:gd name="connsiteY848" fmla="*/ 209669 h 524359"/>
                <a:gd name="connsiteX849" fmla="*/ 192576 w 288016"/>
                <a:gd name="connsiteY849" fmla="*/ 214146 h 524359"/>
                <a:gd name="connsiteX850" fmla="*/ 191766 w 288016"/>
                <a:gd name="connsiteY850" fmla="*/ 212654 h 524359"/>
                <a:gd name="connsiteX851" fmla="*/ 190957 w 288016"/>
                <a:gd name="connsiteY851" fmla="*/ 209669 h 524359"/>
                <a:gd name="connsiteX852" fmla="*/ 190552 w 288016"/>
                <a:gd name="connsiteY852" fmla="*/ 205192 h 524359"/>
                <a:gd name="connsiteX853" fmla="*/ 190957 w 288016"/>
                <a:gd name="connsiteY853" fmla="*/ 200715 h 524359"/>
                <a:gd name="connsiteX854" fmla="*/ 191766 w 288016"/>
                <a:gd name="connsiteY854" fmla="*/ 197731 h 524359"/>
                <a:gd name="connsiteX855" fmla="*/ 193385 w 288016"/>
                <a:gd name="connsiteY855" fmla="*/ 190269 h 524359"/>
                <a:gd name="connsiteX856" fmla="*/ 193790 w 288016"/>
                <a:gd name="connsiteY856" fmla="*/ 191015 h 524359"/>
                <a:gd name="connsiteX857" fmla="*/ 193790 w 288016"/>
                <a:gd name="connsiteY857" fmla="*/ 191761 h 524359"/>
                <a:gd name="connsiteX858" fmla="*/ 195004 w 288016"/>
                <a:gd name="connsiteY858" fmla="*/ 194746 h 524359"/>
                <a:gd name="connsiteX859" fmla="*/ 203908 w 288016"/>
                <a:gd name="connsiteY859" fmla="*/ 242500 h 524359"/>
                <a:gd name="connsiteX860" fmla="*/ 201885 w 288016"/>
                <a:gd name="connsiteY860" fmla="*/ 246230 h 524359"/>
                <a:gd name="connsiteX861" fmla="*/ 198647 w 288016"/>
                <a:gd name="connsiteY861" fmla="*/ 249961 h 524359"/>
                <a:gd name="connsiteX862" fmla="*/ 198242 w 288016"/>
                <a:gd name="connsiteY862" fmla="*/ 250707 h 524359"/>
                <a:gd name="connsiteX863" fmla="*/ 197837 w 288016"/>
                <a:gd name="connsiteY863" fmla="*/ 241007 h 524359"/>
                <a:gd name="connsiteX864" fmla="*/ 198242 w 288016"/>
                <a:gd name="connsiteY864" fmla="*/ 239515 h 524359"/>
                <a:gd name="connsiteX865" fmla="*/ 201480 w 288016"/>
                <a:gd name="connsiteY865" fmla="*/ 233546 h 524359"/>
                <a:gd name="connsiteX866" fmla="*/ 203099 w 288016"/>
                <a:gd name="connsiteY866" fmla="*/ 229815 h 524359"/>
                <a:gd name="connsiteX867" fmla="*/ 203504 w 288016"/>
                <a:gd name="connsiteY867" fmla="*/ 230561 h 524359"/>
                <a:gd name="connsiteX868" fmla="*/ 203504 w 288016"/>
                <a:gd name="connsiteY868" fmla="*/ 231307 h 524359"/>
                <a:gd name="connsiteX869" fmla="*/ 203908 w 288016"/>
                <a:gd name="connsiteY869" fmla="*/ 242500 h 524359"/>
                <a:gd name="connsiteX870" fmla="*/ 207551 w 288016"/>
                <a:gd name="connsiteY870" fmla="*/ 258169 h 524359"/>
                <a:gd name="connsiteX871" fmla="*/ 207146 w 288016"/>
                <a:gd name="connsiteY871" fmla="*/ 256677 h 524359"/>
                <a:gd name="connsiteX872" fmla="*/ 207146 w 288016"/>
                <a:gd name="connsiteY872" fmla="*/ 254438 h 524359"/>
                <a:gd name="connsiteX873" fmla="*/ 207551 w 288016"/>
                <a:gd name="connsiteY873" fmla="*/ 250707 h 524359"/>
                <a:gd name="connsiteX874" fmla="*/ 212003 w 288016"/>
                <a:gd name="connsiteY874" fmla="*/ 268615 h 524359"/>
                <a:gd name="connsiteX875" fmla="*/ 212003 w 288016"/>
                <a:gd name="connsiteY875" fmla="*/ 269361 h 524359"/>
                <a:gd name="connsiteX876" fmla="*/ 212408 w 288016"/>
                <a:gd name="connsiteY876" fmla="*/ 271600 h 524359"/>
                <a:gd name="connsiteX877" fmla="*/ 212003 w 288016"/>
                <a:gd name="connsiteY877" fmla="*/ 271600 h 524359"/>
                <a:gd name="connsiteX878" fmla="*/ 207146 w 288016"/>
                <a:gd name="connsiteY878" fmla="*/ 270854 h 524359"/>
                <a:gd name="connsiteX879" fmla="*/ 206742 w 288016"/>
                <a:gd name="connsiteY879" fmla="*/ 270854 h 524359"/>
                <a:gd name="connsiteX880" fmla="*/ 207146 w 288016"/>
                <a:gd name="connsiteY880" fmla="*/ 269361 h 524359"/>
                <a:gd name="connsiteX881" fmla="*/ 207551 w 288016"/>
                <a:gd name="connsiteY881" fmla="*/ 258169 h 524359"/>
                <a:gd name="connsiteX882" fmla="*/ 264213 w 288016"/>
                <a:gd name="connsiteY882" fmla="*/ 267869 h 524359"/>
                <a:gd name="connsiteX883" fmla="*/ 264618 w 288016"/>
                <a:gd name="connsiteY883" fmla="*/ 270854 h 524359"/>
                <a:gd name="connsiteX884" fmla="*/ 262999 w 288016"/>
                <a:gd name="connsiteY884" fmla="*/ 270854 h 524359"/>
                <a:gd name="connsiteX885" fmla="*/ 258547 w 288016"/>
                <a:gd name="connsiteY885" fmla="*/ 268615 h 524359"/>
                <a:gd name="connsiteX886" fmla="*/ 258142 w 288016"/>
                <a:gd name="connsiteY886" fmla="*/ 267123 h 524359"/>
                <a:gd name="connsiteX887" fmla="*/ 257738 w 288016"/>
                <a:gd name="connsiteY887" fmla="*/ 261900 h 524359"/>
                <a:gd name="connsiteX888" fmla="*/ 257333 w 288016"/>
                <a:gd name="connsiteY888" fmla="*/ 260407 h 524359"/>
                <a:gd name="connsiteX889" fmla="*/ 256524 w 288016"/>
                <a:gd name="connsiteY889" fmla="*/ 252200 h 524359"/>
                <a:gd name="connsiteX890" fmla="*/ 256119 w 288016"/>
                <a:gd name="connsiteY890" fmla="*/ 249961 h 524359"/>
                <a:gd name="connsiteX891" fmla="*/ 256524 w 288016"/>
                <a:gd name="connsiteY891" fmla="*/ 249961 h 524359"/>
                <a:gd name="connsiteX892" fmla="*/ 257738 w 288016"/>
                <a:gd name="connsiteY892" fmla="*/ 249215 h 524359"/>
                <a:gd name="connsiteX893" fmla="*/ 262999 w 288016"/>
                <a:gd name="connsiteY893" fmla="*/ 256677 h 524359"/>
                <a:gd name="connsiteX894" fmla="*/ 264213 w 288016"/>
                <a:gd name="connsiteY894" fmla="*/ 267869 h 524359"/>
                <a:gd name="connsiteX895" fmla="*/ 263809 w 288016"/>
                <a:gd name="connsiteY895" fmla="*/ 250707 h 524359"/>
                <a:gd name="connsiteX896" fmla="*/ 264213 w 288016"/>
                <a:gd name="connsiteY896" fmla="*/ 250707 h 524359"/>
                <a:gd name="connsiteX897" fmla="*/ 265832 w 288016"/>
                <a:gd name="connsiteY897" fmla="*/ 249961 h 524359"/>
                <a:gd name="connsiteX898" fmla="*/ 268665 w 288016"/>
                <a:gd name="connsiteY898" fmla="*/ 250707 h 524359"/>
                <a:gd name="connsiteX899" fmla="*/ 269070 w 288016"/>
                <a:gd name="connsiteY899" fmla="*/ 256677 h 524359"/>
                <a:gd name="connsiteX900" fmla="*/ 269880 w 288016"/>
                <a:gd name="connsiteY900" fmla="*/ 264138 h 524359"/>
                <a:gd name="connsiteX901" fmla="*/ 269070 w 288016"/>
                <a:gd name="connsiteY901" fmla="*/ 268615 h 524359"/>
                <a:gd name="connsiteX902" fmla="*/ 268665 w 288016"/>
                <a:gd name="connsiteY902" fmla="*/ 270854 h 524359"/>
                <a:gd name="connsiteX903" fmla="*/ 266237 w 288016"/>
                <a:gd name="connsiteY903" fmla="*/ 268615 h 524359"/>
                <a:gd name="connsiteX904" fmla="*/ 265832 w 288016"/>
                <a:gd name="connsiteY904" fmla="*/ 267123 h 524359"/>
                <a:gd name="connsiteX905" fmla="*/ 265428 w 288016"/>
                <a:gd name="connsiteY905" fmla="*/ 260407 h 524359"/>
                <a:gd name="connsiteX906" fmla="*/ 264213 w 288016"/>
                <a:gd name="connsiteY906" fmla="*/ 252946 h 524359"/>
                <a:gd name="connsiteX907" fmla="*/ 263809 w 288016"/>
                <a:gd name="connsiteY907" fmla="*/ 250707 h 524359"/>
                <a:gd name="connsiteX908" fmla="*/ 256928 w 288016"/>
                <a:gd name="connsiteY908" fmla="*/ 267869 h 524359"/>
                <a:gd name="connsiteX909" fmla="*/ 257333 w 288016"/>
                <a:gd name="connsiteY909" fmla="*/ 270854 h 524359"/>
                <a:gd name="connsiteX910" fmla="*/ 256928 w 288016"/>
                <a:gd name="connsiteY910" fmla="*/ 270854 h 524359"/>
                <a:gd name="connsiteX911" fmla="*/ 255309 w 288016"/>
                <a:gd name="connsiteY911" fmla="*/ 271600 h 524359"/>
                <a:gd name="connsiteX912" fmla="*/ 251667 w 288016"/>
                <a:gd name="connsiteY912" fmla="*/ 268615 h 524359"/>
                <a:gd name="connsiteX913" fmla="*/ 251262 w 288016"/>
                <a:gd name="connsiteY913" fmla="*/ 267123 h 524359"/>
                <a:gd name="connsiteX914" fmla="*/ 250453 w 288016"/>
                <a:gd name="connsiteY914" fmla="*/ 260407 h 524359"/>
                <a:gd name="connsiteX915" fmla="*/ 249643 w 288016"/>
                <a:gd name="connsiteY915" fmla="*/ 252200 h 524359"/>
                <a:gd name="connsiteX916" fmla="*/ 249238 w 288016"/>
                <a:gd name="connsiteY916" fmla="*/ 249961 h 524359"/>
                <a:gd name="connsiteX917" fmla="*/ 249643 w 288016"/>
                <a:gd name="connsiteY917" fmla="*/ 249961 h 524359"/>
                <a:gd name="connsiteX918" fmla="*/ 251667 w 288016"/>
                <a:gd name="connsiteY918" fmla="*/ 249215 h 524359"/>
                <a:gd name="connsiteX919" fmla="*/ 255309 w 288016"/>
                <a:gd name="connsiteY919" fmla="*/ 252946 h 524359"/>
                <a:gd name="connsiteX920" fmla="*/ 256928 w 288016"/>
                <a:gd name="connsiteY920" fmla="*/ 267869 h 524359"/>
                <a:gd name="connsiteX921" fmla="*/ 249238 w 288016"/>
                <a:gd name="connsiteY921" fmla="*/ 267869 h 524359"/>
                <a:gd name="connsiteX922" fmla="*/ 249643 w 288016"/>
                <a:gd name="connsiteY922" fmla="*/ 270854 h 524359"/>
                <a:gd name="connsiteX923" fmla="*/ 249238 w 288016"/>
                <a:gd name="connsiteY923" fmla="*/ 270854 h 524359"/>
                <a:gd name="connsiteX924" fmla="*/ 248024 w 288016"/>
                <a:gd name="connsiteY924" fmla="*/ 271600 h 524359"/>
                <a:gd name="connsiteX925" fmla="*/ 243977 w 288016"/>
                <a:gd name="connsiteY925" fmla="*/ 269361 h 524359"/>
                <a:gd name="connsiteX926" fmla="*/ 243977 w 288016"/>
                <a:gd name="connsiteY926" fmla="*/ 268615 h 524359"/>
                <a:gd name="connsiteX927" fmla="*/ 243572 w 288016"/>
                <a:gd name="connsiteY927" fmla="*/ 267123 h 524359"/>
                <a:gd name="connsiteX928" fmla="*/ 243167 w 288016"/>
                <a:gd name="connsiteY928" fmla="*/ 260407 h 524359"/>
                <a:gd name="connsiteX929" fmla="*/ 242358 w 288016"/>
                <a:gd name="connsiteY929" fmla="*/ 252200 h 524359"/>
                <a:gd name="connsiteX930" fmla="*/ 241548 w 288016"/>
                <a:gd name="connsiteY930" fmla="*/ 249961 h 524359"/>
                <a:gd name="connsiteX931" fmla="*/ 242358 w 288016"/>
                <a:gd name="connsiteY931" fmla="*/ 249961 h 524359"/>
                <a:gd name="connsiteX932" fmla="*/ 244382 w 288016"/>
                <a:gd name="connsiteY932" fmla="*/ 249961 h 524359"/>
                <a:gd name="connsiteX933" fmla="*/ 248429 w 288016"/>
                <a:gd name="connsiteY933" fmla="*/ 255184 h 524359"/>
                <a:gd name="connsiteX934" fmla="*/ 249238 w 288016"/>
                <a:gd name="connsiteY934" fmla="*/ 267869 h 524359"/>
                <a:gd name="connsiteX935" fmla="*/ 241953 w 288016"/>
                <a:gd name="connsiteY935" fmla="*/ 267869 h 524359"/>
                <a:gd name="connsiteX936" fmla="*/ 242358 w 288016"/>
                <a:gd name="connsiteY936" fmla="*/ 270854 h 524359"/>
                <a:gd name="connsiteX937" fmla="*/ 240334 w 288016"/>
                <a:gd name="connsiteY937" fmla="*/ 270854 h 524359"/>
                <a:gd name="connsiteX938" fmla="*/ 239525 w 288016"/>
                <a:gd name="connsiteY938" fmla="*/ 271600 h 524359"/>
                <a:gd name="connsiteX939" fmla="*/ 236287 w 288016"/>
                <a:gd name="connsiteY939" fmla="*/ 268615 h 524359"/>
                <a:gd name="connsiteX940" fmla="*/ 235882 w 288016"/>
                <a:gd name="connsiteY940" fmla="*/ 267123 h 524359"/>
                <a:gd name="connsiteX941" fmla="*/ 235477 w 288016"/>
                <a:gd name="connsiteY941" fmla="*/ 260407 h 524359"/>
                <a:gd name="connsiteX942" fmla="*/ 235073 w 288016"/>
                <a:gd name="connsiteY942" fmla="*/ 253692 h 524359"/>
                <a:gd name="connsiteX943" fmla="*/ 234263 w 288016"/>
                <a:gd name="connsiteY943" fmla="*/ 249961 h 524359"/>
                <a:gd name="connsiteX944" fmla="*/ 235073 w 288016"/>
                <a:gd name="connsiteY944" fmla="*/ 249961 h 524359"/>
                <a:gd name="connsiteX945" fmla="*/ 239930 w 288016"/>
                <a:gd name="connsiteY945" fmla="*/ 252200 h 524359"/>
                <a:gd name="connsiteX946" fmla="*/ 240739 w 288016"/>
                <a:gd name="connsiteY946" fmla="*/ 255184 h 524359"/>
                <a:gd name="connsiteX947" fmla="*/ 241953 w 288016"/>
                <a:gd name="connsiteY947" fmla="*/ 267869 h 524359"/>
                <a:gd name="connsiteX948" fmla="*/ 234668 w 288016"/>
                <a:gd name="connsiteY948" fmla="*/ 267869 h 524359"/>
                <a:gd name="connsiteX949" fmla="*/ 235073 w 288016"/>
                <a:gd name="connsiteY949" fmla="*/ 269361 h 524359"/>
                <a:gd name="connsiteX950" fmla="*/ 235477 w 288016"/>
                <a:gd name="connsiteY950" fmla="*/ 270107 h 524359"/>
                <a:gd name="connsiteX951" fmla="*/ 235073 w 288016"/>
                <a:gd name="connsiteY951" fmla="*/ 270107 h 524359"/>
                <a:gd name="connsiteX952" fmla="*/ 232240 w 288016"/>
                <a:gd name="connsiteY952" fmla="*/ 270854 h 524359"/>
                <a:gd name="connsiteX953" fmla="*/ 228597 w 288016"/>
                <a:gd name="connsiteY953" fmla="*/ 266377 h 524359"/>
                <a:gd name="connsiteX954" fmla="*/ 228192 w 288016"/>
                <a:gd name="connsiteY954" fmla="*/ 259661 h 524359"/>
                <a:gd name="connsiteX955" fmla="*/ 226978 w 288016"/>
                <a:gd name="connsiteY955" fmla="*/ 251454 h 524359"/>
                <a:gd name="connsiteX956" fmla="*/ 226573 w 288016"/>
                <a:gd name="connsiteY956" fmla="*/ 249215 h 524359"/>
                <a:gd name="connsiteX957" fmla="*/ 226978 w 288016"/>
                <a:gd name="connsiteY957" fmla="*/ 249215 h 524359"/>
                <a:gd name="connsiteX958" fmla="*/ 228597 w 288016"/>
                <a:gd name="connsiteY958" fmla="*/ 248469 h 524359"/>
                <a:gd name="connsiteX959" fmla="*/ 232240 w 288016"/>
                <a:gd name="connsiteY959" fmla="*/ 250707 h 524359"/>
                <a:gd name="connsiteX960" fmla="*/ 234668 w 288016"/>
                <a:gd name="connsiteY960" fmla="*/ 267869 h 524359"/>
                <a:gd name="connsiteX961" fmla="*/ 226978 w 288016"/>
                <a:gd name="connsiteY961" fmla="*/ 267869 h 524359"/>
                <a:gd name="connsiteX962" fmla="*/ 226978 w 288016"/>
                <a:gd name="connsiteY962" fmla="*/ 267869 h 524359"/>
                <a:gd name="connsiteX963" fmla="*/ 227788 w 288016"/>
                <a:gd name="connsiteY963" fmla="*/ 270854 h 524359"/>
                <a:gd name="connsiteX964" fmla="*/ 226169 w 288016"/>
                <a:gd name="connsiteY964" fmla="*/ 270854 h 524359"/>
                <a:gd name="connsiteX965" fmla="*/ 225764 w 288016"/>
                <a:gd name="connsiteY965" fmla="*/ 271600 h 524359"/>
                <a:gd name="connsiteX966" fmla="*/ 222931 w 288016"/>
                <a:gd name="connsiteY966" fmla="*/ 270854 h 524359"/>
                <a:gd name="connsiteX967" fmla="*/ 220502 w 288016"/>
                <a:gd name="connsiteY967" fmla="*/ 260407 h 524359"/>
                <a:gd name="connsiteX968" fmla="*/ 219693 w 288016"/>
                <a:gd name="connsiteY968" fmla="*/ 252946 h 524359"/>
                <a:gd name="connsiteX969" fmla="*/ 219288 w 288016"/>
                <a:gd name="connsiteY969" fmla="*/ 250707 h 524359"/>
                <a:gd name="connsiteX970" fmla="*/ 219693 w 288016"/>
                <a:gd name="connsiteY970" fmla="*/ 250707 h 524359"/>
                <a:gd name="connsiteX971" fmla="*/ 222931 w 288016"/>
                <a:gd name="connsiteY971" fmla="*/ 250707 h 524359"/>
                <a:gd name="connsiteX972" fmla="*/ 225764 w 288016"/>
                <a:gd name="connsiteY972" fmla="*/ 255184 h 524359"/>
                <a:gd name="connsiteX973" fmla="*/ 226169 w 288016"/>
                <a:gd name="connsiteY973" fmla="*/ 260407 h 524359"/>
                <a:gd name="connsiteX974" fmla="*/ 226978 w 288016"/>
                <a:gd name="connsiteY974" fmla="*/ 267869 h 524359"/>
                <a:gd name="connsiteX975" fmla="*/ 219693 w 288016"/>
                <a:gd name="connsiteY975" fmla="*/ 267869 h 524359"/>
                <a:gd name="connsiteX976" fmla="*/ 220098 w 288016"/>
                <a:gd name="connsiteY976" fmla="*/ 270854 h 524359"/>
                <a:gd name="connsiteX977" fmla="*/ 219693 w 288016"/>
                <a:gd name="connsiteY977" fmla="*/ 270854 h 524359"/>
                <a:gd name="connsiteX978" fmla="*/ 218074 w 288016"/>
                <a:gd name="connsiteY978" fmla="*/ 271600 h 524359"/>
                <a:gd name="connsiteX979" fmla="*/ 213217 w 288016"/>
                <a:gd name="connsiteY979" fmla="*/ 262646 h 524359"/>
                <a:gd name="connsiteX980" fmla="*/ 212812 w 288016"/>
                <a:gd name="connsiteY980" fmla="*/ 261154 h 524359"/>
                <a:gd name="connsiteX981" fmla="*/ 212003 w 288016"/>
                <a:gd name="connsiteY981" fmla="*/ 252946 h 524359"/>
                <a:gd name="connsiteX982" fmla="*/ 211598 w 288016"/>
                <a:gd name="connsiteY982" fmla="*/ 250707 h 524359"/>
                <a:gd name="connsiteX983" fmla="*/ 212003 w 288016"/>
                <a:gd name="connsiteY983" fmla="*/ 250707 h 524359"/>
                <a:gd name="connsiteX984" fmla="*/ 213217 w 288016"/>
                <a:gd name="connsiteY984" fmla="*/ 249961 h 524359"/>
                <a:gd name="connsiteX985" fmla="*/ 218074 w 288016"/>
                <a:gd name="connsiteY985" fmla="*/ 255184 h 524359"/>
                <a:gd name="connsiteX986" fmla="*/ 219693 w 288016"/>
                <a:gd name="connsiteY986" fmla="*/ 267869 h 524359"/>
                <a:gd name="connsiteX987" fmla="*/ 207551 w 288016"/>
                <a:gd name="connsiteY987" fmla="*/ 273838 h 524359"/>
                <a:gd name="connsiteX988" fmla="*/ 212408 w 288016"/>
                <a:gd name="connsiteY988" fmla="*/ 274584 h 524359"/>
                <a:gd name="connsiteX989" fmla="*/ 213622 w 288016"/>
                <a:gd name="connsiteY989" fmla="*/ 274584 h 524359"/>
                <a:gd name="connsiteX990" fmla="*/ 214836 w 288016"/>
                <a:gd name="connsiteY990" fmla="*/ 273838 h 524359"/>
                <a:gd name="connsiteX991" fmla="*/ 218479 w 288016"/>
                <a:gd name="connsiteY991" fmla="*/ 274584 h 524359"/>
                <a:gd name="connsiteX992" fmla="*/ 220098 w 288016"/>
                <a:gd name="connsiteY992" fmla="*/ 273838 h 524359"/>
                <a:gd name="connsiteX993" fmla="*/ 222526 w 288016"/>
                <a:gd name="connsiteY993" fmla="*/ 273092 h 524359"/>
                <a:gd name="connsiteX994" fmla="*/ 223336 w 288016"/>
                <a:gd name="connsiteY994" fmla="*/ 273838 h 524359"/>
                <a:gd name="connsiteX995" fmla="*/ 226169 w 288016"/>
                <a:gd name="connsiteY995" fmla="*/ 274584 h 524359"/>
                <a:gd name="connsiteX996" fmla="*/ 226573 w 288016"/>
                <a:gd name="connsiteY996" fmla="*/ 273838 h 524359"/>
                <a:gd name="connsiteX997" fmla="*/ 227383 w 288016"/>
                <a:gd name="connsiteY997" fmla="*/ 273838 h 524359"/>
                <a:gd name="connsiteX998" fmla="*/ 229002 w 288016"/>
                <a:gd name="connsiteY998" fmla="*/ 273092 h 524359"/>
                <a:gd name="connsiteX999" fmla="*/ 229811 w 288016"/>
                <a:gd name="connsiteY999" fmla="*/ 273092 h 524359"/>
                <a:gd name="connsiteX1000" fmla="*/ 232644 w 288016"/>
                <a:gd name="connsiteY1000" fmla="*/ 273838 h 524359"/>
                <a:gd name="connsiteX1001" fmla="*/ 235477 w 288016"/>
                <a:gd name="connsiteY1001" fmla="*/ 273092 h 524359"/>
                <a:gd name="connsiteX1002" fmla="*/ 237501 w 288016"/>
                <a:gd name="connsiteY1002" fmla="*/ 272346 h 524359"/>
                <a:gd name="connsiteX1003" fmla="*/ 240334 w 288016"/>
                <a:gd name="connsiteY1003" fmla="*/ 273092 h 524359"/>
                <a:gd name="connsiteX1004" fmla="*/ 241144 w 288016"/>
                <a:gd name="connsiteY1004" fmla="*/ 273092 h 524359"/>
                <a:gd name="connsiteX1005" fmla="*/ 242763 w 288016"/>
                <a:gd name="connsiteY1005" fmla="*/ 272346 h 524359"/>
                <a:gd name="connsiteX1006" fmla="*/ 244786 w 288016"/>
                <a:gd name="connsiteY1006" fmla="*/ 271600 h 524359"/>
                <a:gd name="connsiteX1007" fmla="*/ 245191 w 288016"/>
                <a:gd name="connsiteY1007" fmla="*/ 271600 h 524359"/>
                <a:gd name="connsiteX1008" fmla="*/ 248834 w 288016"/>
                <a:gd name="connsiteY1008" fmla="*/ 272346 h 524359"/>
                <a:gd name="connsiteX1009" fmla="*/ 250048 w 288016"/>
                <a:gd name="connsiteY1009" fmla="*/ 271600 h 524359"/>
                <a:gd name="connsiteX1010" fmla="*/ 252071 w 288016"/>
                <a:gd name="connsiteY1010" fmla="*/ 270854 h 524359"/>
                <a:gd name="connsiteX1011" fmla="*/ 255714 w 288016"/>
                <a:gd name="connsiteY1011" fmla="*/ 271600 h 524359"/>
                <a:gd name="connsiteX1012" fmla="*/ 257333 w 288016"/>
                <a:gd name="connsiteY1012" fmla="*/ 270854 h 524359"/>
                <a:gd name="connsiteX1013" fmla="*/ 258547 w 288016"/>
                <a:gd name="connsiteY1013" fmla="*/ 270854 h 524359"/>
                <a:gd name="connsiteX1014" fmla="*/ 259761 w 288016"/>
                <a:gd name="connsiteY1014" fmla="*/ 270107 h 524359"/>
                <a:gd name="connsiteX1015" fmla="*/ 263809 w 288016"/>
                <a:gd name="connsiteY1015" fmla="*/ 270854 h 524359"/>
                <a:gd name="connsiteX1016" fmla="*/ 264213 w 288016"/>
                <a:gd name="connsiteY1016" fmla="*/ 270854 h 524359"/>
                <a:gd name="connsiteX1017" fmla="*/ 265832 w 288016"/>
                <a:gd name="connsiteY1017" fmla="*/ 270107 h 524359"/>
                <a:gd name="connsiteX1018" fmla="*/ 266642 w 288016"/>
                <a:gd name="connsiteY1018" fmla="*/ 270107 h 524359"/>
                <a:gd name="connsiteX1019" fmla="*/ 268261 w 288016"/>
                <a:gd name="connsiteY1019" fmla="*/ 270854 h 524359"/>
                <a:gd name="connsiteX1020" fmla="*/ 268665 w 288016"/>
                <a:gd name="connsiteY1020" fmla="*/ 278315 h 524359"/>
                <a:gd name="connsiteX1021" fmla="*/ 269070 w 288016"/>
                <a:gd name="connsiteY1021" fmla="*/ 281300 h 524359"/>
                <a:gd name="connsiteX1022" fmla="*/ 268665 w 288016"/>
                <a:gd name="connsiteY1022" fmla="*/ 282046 h 524359"/>
                <a:gd name="connsiteX1023" fmla="*/ 267451 w 288016"/>
                <a:gd name="connsiteY1023" fmla="*/ 302192 h 524359"/>
                <a:gd name="connsiteX1024" fmla="*/ 265832 w 288016"/>
                <a:gd name="connsiteY1024" fmla="*/ 307415 h 524359"/>
                <a:gd name="connsiteX1025" fmla="*/ 265023 w 288016"/>
                <a:gd name="connsiteY1025" fmla="*/ 322338 h 524359"/>
                <a:gd name="connsiteX1026" fmla="*/ 264618 w 288016"/>
                <a:gd name="connsiteY1026" fmla="*/ 323084 h 524359"/>
                <a:gd name="connsiteX1027" fmla="*/ 263404 w 288016"/>
                <a:gd name="connsiteY1027" fmla="*/ 326069 h 524359"/>
                <a:gd name="connsiteX1028" fmla="*/ 261785 w 288016"/>
                <a:gd name="connsiteY1028" fmla="*/ 340992 h 524359"/>
                <a:gd name="connsiteX1029" fmla="*/ 258142 w 288016"/>
                <a:gd name="connsiteY1029" fmla="*/ 351438 h 524359"/>
                <a:gd name="connsiteX1030" fmla="*/ 257333 w 288016"/>
                <a:gd name="connsiteY1030" fmla="*/ 359646 h 524359"/>
                <a:gd name="connsiteX1031" fmla="*/ 256928 w 288016"/>
                <a:gd name="connsiteY1031" fmla="*/ 359646 h 524359"/>
                <a:gd name="connsiteX1032" fmla="*/ 255309 w 288016"/>
                <a:gd name="connsiteY1032" fmla="*/ 363376 h 524359"/>
                <a:gd name="connsiteX1033" fmla="*/ 252071 w 288016"/>
                <a:gd name="connsiteY1033" fmla="*/ 378300 h 524359"/>
                <a:gd name="connsiteX1034" fmla="*/ 251667 w 288016"/>
                <a:gd name="connsiteY1034" fmla="*/ 379046 h 524359"/>
                <a:gd name="connsiteX1035" fmla="*/ 249643 w 288016"/>
                <a:gd name="connsiteY1035" fmla="*/ 382030 h 524359"/>
                <a:gd name="connsiteX1036" fmla="*/ 248429 w 288016"/>
                <a:gd name="connsiteY1036" fmla="*/ 385015 h 524359"/>
                <a:gd name="connsiteX1037" fmla="*/ 246000 w 288016"/>
                <a:gd name="connsiteY1037" fmla="*/ 395461 h 524359"/>
                <a:gd name="connsiteX1038" fmla="*/ 243977 w 288016"/>
                <a:gd name="connsiteY1038" fmla="*/ 399938 h 524359"/>
                <a:gd name="connsiteX1039" fmla="*/ 241953 w 288016"/>
                <a:gd name="connsiteY1039" fmla="*/ 404415 h 524359"/>
                <a:gd name="connsiteX1040" fmla="*/ 240334 w 288016"/>
                <a:gd name="connsiteY1040" fmla="*/ 407400 h 524359"/>
                <a:gd name="connsiteX1041" fmla="*/ 239525 w 288016"/>
                <a:gd name="connsiteY1041" fmla="*/ 411130 h 524359"/>
                <a:gd name="connsiteX1042" fmla="*/ 238715 w 288016"/>
                <a:gd name="connsiteY1042" fmla="*/ 414861 h 524359"/>
                <a:gd name="connsiteX1043" fmla="*/ 236692 w 288016"/>
                <a:gd name="connsiteY1043" fmla="*/ 416353 h 524359"/>
                <a:gd name="connsiteX1044" fmla="*/ 234668 w 288016"/>
                <a:gd name="connsiteY1044" fmla="*/ 411130 h 524359"/>
                <a:gd name="connsiteX1045" fmla="*/ 231835 w 288016"/>
                <a:gd name="connsiteY1045" fmla="*/ 407400 h 524359"/>
                <a:gd name="connsiteX1046" fmla="*/ 231430 w 288016"/>
                <a:gd name="connsiteY1046" fmla="*/ 406653 h 524359"/>
                <a:gd name="connsiteX1047" fmla="*/ 228597 w 288016"/>
                <a:gd name="connsiteY1047" fmla="*/ 399938 h 524359"/>
                <a:gd name="connsiteX1048" fmla="*/ 226978 w 288016"/>
                <a:gd name="connsiteY1048" fmla="*/ 397700 h 524359"/>
                <a:gd name="connsiteX1049" fmla="*/ 226573 w 288016"/>
                <a:gd name="connsiteY1049" fmla="*/ 396953 h 524359"/>
                <a:gd name="connsiteX1050" fmla="*/ 226169 w 288016"/>
                <a:gd name="connsiteY1050" fmla="*/ 396207 h 524359"/>
                <a:gd name="connsiteX1051" fmla="*/ 225764 w 288016"/>
                <a:gd name="connsiteY1051" fmla="*/ 394715 h 524359"/>
                <a:gd name="connsiteX1052" fmla="*/ 222931 w 288016"/>
                <a:gd name="connsiteY1052" fmla="*/ 389492 h 524359"/>
                <a:gd name="connsiteX1053" fmla="*/ 221312 w 288016"/>
                <a:gd name="connsiteY1053" fmla="*/ 387253 h 524359"/>
                <a:gd name="connsiteX1054" fmla="*/ 219693 w 288016"/>
                <a:gd name="connsiteY1054" fmla="*/ 382776 h 524359"/>
                <a:gd name="connsiteX1055" fmla="*/ 218074 w 288016"/>
                <a:gd name="connsiteY1055" fmla="*/ 379792 h 524359"/>
                <a:gd name="connsiteX1056" fmla="*/ 215646 w 288016"/>
                <a:gd name="connsiteY1056" fmla="*/ 376807 h 524359"/>
                <a:gd name="connsiteX1057" fmla="*/ 212812 w 288016"/>
                <a:gd name="connsiteY1057" fmla="*/ 370838 h 524359"/>
                <a:gd name="connsiteX1058" fmla="*/ 211598 w 288016"/>
                <a:gd name="connsiteY1058" fmla="*/ 369346 h 524359"/>
                <a:gd name="connsiteX1059" fmla="*/ 209979 w 288016"/>
                <a:gd name="connsiteY1059" fmla="*/ 367107 h 524359"/>
                <a:gd name="connsiteX1060" fmla="*/ 206742 w 288016"/>
                <a:gd name="connsiteY1060" fmla="*/ 360392 h 524359"/>
                <a:gd name="connsiteX1061" fmla="*/ 204718 w 288016"/>
                <a:gd name="connsiteY1061" fmla="*/ 357407 h 524359"/>
                <a:gd name="connsiteX1062" fmla="*/ 203504 w 288016"/>
                <a:gd name="connsiteY1062" fmla="*/ 354423 h 524359"/>
                <a:gd name="connsiteX1063" fmla="*/ 199456 w 288016"/>
                <a:gd name="connsiteY1063" fmla="*/ 347707 h 524359"/>
                <a:gd name="connsiteX1064" fmla="*/ 198242 w 288016"/>
                <a:gd name="connsiteY1064" fmla="*/ 344723 h 524359"/>
                <a:gd name="connsiteX1065" fmla="*/ 196623 w 288016"/>
                <a:gd name="connsiteY1065" fmla="*/ 341738 h 524359"/>
                <a:gd name="connsiteX1066" fmla="*/ 194195 w 288016"/>
                <a:gd name="connsiteY1066" fmla="*/ 338753 h 524359"/>
                <a:gd name="connsiteX1067" fmla="*/ 193790 w 288016"/>
                <a:gd name="connsiteY1067" fmla="*/ 338007 h 524359"/>
                <a:gd name="connsiteX1068" fmla="*/ 193385 w 288016"/>
                <a:gd name="connsiteY1068" fmla="*/ 335769 h 524359"/>
                <a:gd name="connsiteX1069" fmla="*/ 192981 w 288016"/>
                <a:gd name="connsiteY1069" fmla="*/ 335023 h 524359"/>
                <a:gd name="connsiteX1070" fmla="*/ 193385 w 288016"/>
                <a:gd name="connsiteY1070" fmla="*/ 334276 h 524359"/>
                <a:gd name="connsiteX1071" fmla="*/ 194600 w 288016"/>
                <a:gd name="connsiteY1071" fmla="*/ 331292 h 524359"/>
                <a:gd name="connsiteX1072" fmla="*/ 195409 w 288016"/>
                <a:gd name="connsiteY1072" fmla="*/ 328307 h 524359"/>
                <a:gd name="connsiteX1073" fmla="*/ 196218 w 288016"/>
                <a:gd name="connsiteY1073" fmla="*/ 325323 h 524359"/>
                <a:gd name="connsiteX1074" fmla="*/ 196623 w 288016"/>
                <a:gd name="connsiteY1074" fmla="*/ 324577 h 524359"/>
                <a:gd name="connsiteX1075" fmla="*/ 198242 w 288016"/>
                <a:gd name="connsiteY1075" fmla="*/ 320846 h 524359"/>
                <a:gd name="connsiteX1076" fmla="*/ 199456 w 288016"/>
                <a:gd name="connsiteY1076" fmla="*/ 315623 h 524359"/>
                <a:gd name="connsiteX1077" fmla="*/ 199861 w 288016"/>
                <a:gd name="connsiteY1077" fmla="*/ 312638 h 524359"/>
                <a:gd name="connsiteX1078" fmla="*/ 201480 w 288016"/>
                <a:gd name="connsiteY1078" fmla="*/ 308907 h 524359"/>
                <a:gd name="connsiteX1079" fmla="*/ 203099 w 288016"/>
                <a:gd name="connsiteY1079" fmla="*/ 302192 h 524359"/>
                <a:gd name="connsiteX1080" fmla="*/ 203504 w 288016"/>
                <a:gd name="connsiteY1080" fmla="*/ 299207 h 524359"/>
                <a:gd name="connsiteX1081" fmla="*/ 203908 w 288016"/>
                <a:gd name="connsiteY1081" fmla="*/ 298461 h 524359"/>
                <a:gd name="connsiteX1082" fmla="*/ 205123 w 288016"/>
                <a:gd name="connsiteY1082" fmla="*/ 293238 h 524359"/>
                <a:gd name="connsiteX1083" fmla="*/ 205527 w 288016"/>
                <a:gd name="connsiteY1083" fmla="*/ 288015 h 524359"/>
                <a:gd name="connsiteX1084" fmla="*/ 205527 w 288016"/>
                <a:gd name="connsiteY1084" fmla="*/ 285030 h 524359"/>
                <a:gd name="connsiteX1085" fmla="*/ 207551 w 288016"/>
                <a:gd name="connsiteY1085" fmla="*/ 273838 h 524359"/>
                <a:gd name="connsiteX1086" fmla="*/ 146032 w 288016"/>
                <a:gd name="connsiteY1086" fmla="*/ 482015 h 524359"/>
                <a:gd name="connsiteX1087" fmla="*/ 142389 w 288016"/>
                <a:gd name="connsiteY1087" fmla="*/ 482761 h 524359"/>
                <a:gd name="connsiteX1088" fmla="*/ 139556 w 288016"/>
                <a:gd name="connsiteY1088" fmla="*/ 483507 h 524359"/>
                <a:gd name="connsiteX1089" fmla="*/ 138747 w 288016"/>
                <a:gd name="connsiteY1089" fmla="*/ 484253 h 524359"/>
                <a:gd name="connsiteX1090" fmla="*/ 136723 w 288016"/>
                <a:gd name="connsiteY1090" fmla="*/ 485746 h 524359"/>
                <a:gd name="connsiteX1091" fmla="*/ 138747 w 288016"/>
                <a:gd name="connsiteY1091" fmla="*/ 473061 h 524359"/>
                <a:gd name="connsiteX1092" fmla="*/ 139556 w 288016"/>
                <a:gd name="connsiteY1092" fmla="*/ 472315 h 524359"/>
                <a:gd name="connsiteX1093" fmla="*/ 145627 w 288016"/>
                <a:gd name="connsiteY1093" fmla="*/ 470823 h 524359"/>
                <a:gd name="connsiteX1094" fmla="*/ 146436 w 288016"/>
                <a:gd name="connsiteY1094" fmla="*/ 470076 h 524359"/>
                <a:gd name="connsiteX1095" fmla="*/ 147651 w 288016"/>
                <a:gd name="connsiteY1095" fmla="*/ 469330 h 524359"/>
                <a:gd name="connsiteX1096" fmla="*/ 146032 w 288016"/>
                <a:gd name="connsiteY1096" fmla="*/ 482015 h 524359"/>
                <a:gd name="connsiteX1097" fmla="*/ 147651 w 288016"/>
                <a:gd name="connsiteY1097" fmla="*/ 493207 h 524359"/>
                <a:gd name="connsiteX1098" fmla="*/ 146032 w 288016"/>
                <a:gd name="connsiteY1098" fmla="*/ 493207 h 524359"/>
                <a:gd name="connsiteX1099" fmla="*/ 140366 w 288016"/>
                <a:gd name="connsiteY1099" fmla="*/ 495446 h 524359"/>
                <a:gd name="connsiteX1100" fmla="*/ 139961 w 288016"/>
                <a:gd name="connsiteY1100" fmla="*/ 494699 h 524359"/>
                <a:gd name="connsiteX1101" fmla="*/ 139151 w 288016"/>
                <a:gd name="connsiteY1101" fmla="*/ 493953 h 524359"/>
                <a:gd name="connsiteX1102" fmla="*/ 137128 w 288016"/>
                <a:gd name="connsiteY1102" fmla="*/ 493207 h 524359"/>
                <a:gd name="connsiteX1103" fmla="*/ 139151 w 288016"/>
                <a:gd name="connsiteY1103" fmla="*/ 487984 h 524359"/>
                <a:gd name="connsiteX1104" fmla="*/ 139961 w 288016"/>
                <a:gd name="connsiteY1104" fmla="*/ 487238 h 524359"/>
                <a:gd name="connsiteX1105" fmla="*/ 146032 w 288016"/>
                <a:gd name="connsiteY1105" fmla="*/ 485746 h 524359"/>
                <a:gd name="connsiteX1106" fmla="*/ 146841 w 288016"/>
                <a:gd name="connsiteY1106" fmla="*/ 484999 h 524359"/>
                <a:gd name="connsiteX1107" fmla="*/ 148055 w 288016"/>
                <a:gd name="connsiteY1107" fmla="*/ 484253 h 524359"/>
                <a:gd name="connsiteX1108" fmla="*/ 147651 w 288016"/>
                <a:gd name="connsiteY1108" fmla="*/ 493207 h 524359"/>
                <a:gd name="connsiteX1109" fmla="*/ 117701 w 288016"/>
                <a:gd name="connsiteY1109" fmla="*/ 353677 h 524359"/>
                <a:gd name="connsiteX1110" fmla="*/ 119724 w 288016"/>
                <a:gd name="connsiteY1110" fmla="*/ 354423 h 524359"/>
                <a:gd name="connsiteX1111" fmla="*/ 121343 w 288016"/>
                <a:gd name="connsiteY1111" fmla="*/ 356661 h 524359"/>
                <a:gd name="connsiteX1112" fmla="*/ 121748 w 288016"/>
                <a:gd name="connsiteY1112" fmla="*/ 357407 h 524359"/>
                <a:gd name="connsiteX1113" fmla="*/ 123771 w 288016"/>
                <a:gd name="connsiteY1113" fmla="*/ 371584 h 524359"/>
                <a:gd name="connsiteX1114" fmla="*/ 123367 w 288016"/>
                <a:gd name="connsiteY1114" fmla="*/ 371584 h 524359"/>
                <a:gd name="connsiteX1115" fmla="*/ 121343 w 288016"/>
                <a:gd name="connsiteY1115" fmla="*/ 370838 h 524359"/>
                <a:gd name="connsiteX1116" fmla="*/ 119724 w 288016"/>
                <a:gd name="connsiteY1116" fmla="*/ 369346 h 524359"/>
                <a:gd name="connsiteX1117" fmla="*/ 117701 w 288016"/>
                <a:gd name="connsiteY1117" fmla="*/ 353677 h 524359"/>
                <a:gd name="connsiteX1118" fmla="*/ 131057 w 288016"/>
                <a:gd name="connsiteY1118" fmla="*/ 364123 h 524359"/>
                <a:gd name="connsiteX1119" fmla="*/ 130652 w 288016"/>
                <a:gd name="connsiteY1119" fmla="*/ 362630 h 524359"/>
                <a:gd name="connsiteX1120" fmla="*/ 133080 w 288016"/>
                <a:gd name="connsiteY1120" fmla="*/ 362630 h 524359"/>
                <a:gd name="connsiteX1121" fmla="*/ 135913 w 288016"/>
                <a:gd name="connsiteY1121" fmla="*/ 364869 h 524359"/>
                <a:gd name="connsiteX1122" fmla="*/ 139556 w 288016"/>
                <a:gd name="connsiteY1122" fmla="*/ 377553 h 524359"/>
                <a:gd name="connsiteX1123" fmla="*/ 139961 w 288016"/>
                <a:gd name="connsiteY1123" fmla="*/ 378300 h 524359"/>
                <a:gd name="connsiteX1124" fmla="*/ 139556 w 288016"/>
                <a:gd name="connsiteY1124" fmla="*/ 378300 h 524359"/>
                <a:gd name="connsiteX1125" fmla="*/ 133485 w 288016"/>
                <a:gd name="connsiteY1125" fmla="*/ 373823 h 524359"/>
                <a:gd name="connsiteX1126" fmla="*/ 131057 w 288016"/>
                <a:gd name="connsiteY1126" fmla="*/ 364123 h 524359"/>
                <a:gd name="connsiteX1127" fmla="*/ 131866 w 288016"/>
                <a:gd name="connsiteY1127" fmla="*/ 375315 h 524359"/>
                <a:gd name="connsiteX1128" fmla="*/ 131461 w 288016"/>
                <a:gd name="connsiteY1128" fmla="*/ 375315 h 524359"/>
                <a:gd name="connsiteX1129" fmla="*/ 129033 w 288016"/>
                <a:gd name="connsiteY1129" fmla="*/ 374569 h 524359"/>
                <a:gd name="connsiteX1130" fmla="*/ 126200 w 288016"/>
                <a:gd name="connsiteY1130" fmla="*/ 372330 h 524359"/>
                <a:gd name="connsiteX1131" fmla="*/ 123771 w 288016"/>
                <a:gd name="connsiteY1131" fmla="*/ 358153 h 524359"/>
                <a:gd name="connsiteX1132" fmla="*/ 126200 w 288016"/>
                <a:gd name="connsiteY1132" fmla="*/ 358900 h 524359"/>
                <a:gd name="connsiteX1133" fmla="*/ 128628 w 288016"/>
                <a:gd name="connsiteY1133" fmla="*/ 361884 h 524359"/>
                <a:gd name="connsiteX1134" fmla="*/ 129033 w 288016"/>
                <a:gd name="connsiteY1134" fmla="*/ 362630 h 524359"/>
                <a:gd name="connsiteX1135" fmla="*/ 131461 w 288016"/>
                <a:gd name="connsiteY1135" fmla="*/ 373823 h 524359"/>
                <a:gd name="connsiteX1136" fmla="*/ 131866 w 288016"/>
                <a:gd name="connsiteY1136" fmla="*/ 375315 h 524359"/>
                <a:gd name="connsiteX1137" fmla="*/ 137532 w 288016"/>
                <a:gd name="connsiteY1137" fmla="*/ 364123 h 524359"/>
                <a:gd name="connsiteX1138" fmla="*/ 139961 w 288016"/>
                <a:gd name="connsiteY1138" fmla="*/ 364123 h 524359"/>
                <a:gd name="connsiteX1139" fmla="*/ 142794 w 288016"/>
                <a:gd name="connsiteY1139" fmla="*/ 365615 h 524359"/>
                <a:gd name="connsiteX1140" fmla="*/ 146436 w 288016"/>
                <a:gd name="connsiteY1140" fmla="*/ 373823 h 524359"/>
                <a:gd name="connsiteX1141" fmla="*/ 148055 w 288016"/>
                <a:gd name="connsiteY1141" fmla="*/ 377553 h 524359"/>
                <a:gd name="connsiteX1142" fmla="*/ 147651 w 288016"/>
                <a:gd name="connsiteY1142" fmla="*/ 378300 h 524359"/>
                <a:gd name="connsiteX1143" fmla="*/ 146841 w 288016"/>
                <a:gd name="connsiteY1143" fmla="*/ 378300 h 524359"/>
                <a:gd name="connsiteX1144" fmla="*/ 140770 w 288016"/>
                <a:gd name="connsiteY1144" fmla="*/ 373076 h 524359"/>
                <a:gd name="connsiteX1145" fmla="*/ 139961 w 288016"/>
                <a:gd name="connsiteY1145" fmla="*/ 370092 h 524359"/>
                <a:gd name="connsiteX1146" fmla="*/ 137532 w 288016"/>
                <a:gd name="connsiteY1146" fmla="*/ 364123 h 524359"/>
                <a:gd name="connsiteX1147" fmla="*/ 137128 w 288016"/>
                <a:gd name="connsiteY1147" fmla="*/ 380538 h 524359"/>
                <a:gd name="connsiteX1148" fmla="*/ 139961 w 288016"/>
                <a:gd name="connsiteY1148" fmla="*/ 380538 h 524359"/>
                <a:gd name="connsiteX1149" fmla="*/ 141580 w 288016"/>
                <a:gd name="connsiteY1149" fmla="*/ 379792 h 524359"/>
                <a:gd name="connsiteX1150" fmla="*/ 146032 w 288016"/>
                <a:gd name="connsiteY1150" fmla="*/ 380538 h 524359"/>
                <a:gd name="connsiteX1151" fmla="*/ 148055 w 288016"/>
                <a:gd name="connsiteY1151" fmla="*/ 379792 h 524359"/>
                <a:gd name="connsiteX1152" fmla="*/ 146841 w 288016"/>
                <a:gd name="connsiteY1152" fmla="*/ 385015 h 524359"/>
                <a:gd name="connsiteX1153" fmla="*/ 146032 w 288016"/>
                <a:gd name="connsiteY1153" fmla="*/ 385761 h 524359"/>
                <a:gd name="connsiteX1154" fmla="*/ 145627 w 288016"/>
                <a:gd name="connsiteY1154" fmla="*/ 385761 h 524359"/>
                <a:gd name="connsiteX1155" fmla="*/ 142389 w 288016"/>
                <a:gd name="connsiteY1155" fmla="*/ 386507 h 524359"/>
                <a:gd name="connsiteX1156" fmla="*/ 139556 w 288016"/>
                <a:gd name="connsiteY1156" fmla="*/ 387253 h 524359"/>
                <a:gd name="connsiteX1157" fmla="*/ 138747 w 288016"/>
                <a:gd name="connsiteY1157" fmla="*/ 388000 h 524359"/>
                <a:gd name="connsiteX1158" fmla="*/ 136723 w 288016"/>
                <a:gd name="connsiteY1158" fmla="*/ 389492 h 524359"/>
                <a:gd name="connsiteX1159" fmla="*/ 137128 w 288016"/>
                <a:gd name="connsiteY1159" fmla="*/ 380538 h 524359"/>
                <a:gd name="connsiteX1160" fmla="*/ 146841 w 288016"/>
                <a:gd name="connsiteY1160" fmla="*/ 426053 h 524359"/>
                <a:gd name="connsiteX1161" fmla="*/ 146032 w 288016"/>
                <a:gd name="connsiteY1161" fmla="*/ 426799 h 524359"/>
                <a:gd name="connsiteX1162" fmla="*/ 145627 w 288016"/>
                <a:gd name="connsiteY1162" fmla="*/ 426799 h 524359"/>
                <a:gd name="connsiteX1163" fmla="*/ 142389 w 288016"/>
                <a:gd name="connsiteY1163" fmla="*/ 427546 h 524359"/>
                <a:gd name="connsiteX1164" fmla="*/ 139556 w 288016"/>
                <a:gd name="connsiteY1164" fmla="*/ 428292 h 524359"/>
                <a:gd name="connsiteX1165" fmla="*/ 138747 w 288016"/>
                <a:gd name="connsiteY1165" fmla="*/ 429038 h 524359"/>
                <a:gd name="connsiteX1166" fmla="*/ 136723 w 288016"/>
                <a:gd name="connsiteY1166" fmla="*/ 430530 h 524359"/>
                <a:gd name="connsiteX1167" fmla="*/ 138747 w 288016"/>
                <a:gd name="connsiteY1167" fmla="*/ 417846 h 524359"/>
                <a:gd name="connsiteX1168" fmla="*/ 139556 w 288016"/>
                <a:gd name="connsiteY1168" fmla="*/ 417846 h 524359"/>
                <a:gd name="connsiteX1169" fmla="*/ 145627 w 288016"/>
                <a:gd name="connsiteY1169" fmla="*/ 415607 h 524359"/>
                <a:gd name="connsiteX1170" fmla="*/ 146032 w 288016"/>
                <a:gd name="connsiteY1170" fmla="*/ 414861 h 524359"/>
                <a:gd name="connsiteX1171" fmla="*/ 147651 w 288016"/>
                <a:gd name="connsiteY1171" fmla="*/ 414115 h 524359"/>
                <a:gd name="connsiteX1172" fmla="*/ 146841 w 288016"/>
                <a:gd name="connsiteY1172" fmla="*/ 426053 h 524359"/>
                <a:gd name="connsiteX1173" fmla="*/ 146841 w 288016"/>
                <a:gd name="connsiteY1173" fmla="*/ 440230 h 524359"/>
                <a:gd name="connsiteX1174" fmla="*/ 146032 w 288016"/>
                <a:gd name="connsiteY1174" fmla="*/ 440976 h 524359"/>
                <a:gd name="connsiteX1175" fmla="*/ 142389 w 288016"/>
                <a:gd name="connsiteY1175" fmla="*/ 441723 h 524359"/>
                <a:gd name="connsiteX1176" fmla="*/ 139556 w 288016"/>
                <a:gd name="connsiteY1176" fmla="*/ 442469 h 524359"/>
                <a:gd name="connsiteX1177" fmla="*/ 138747 w 288016"/>
                <a:gd name="connsiteY1177" fmla="*/ 442469 h 524359"/>
                <a:gd name="connsiteX1178" fmla="*/ 136723 w 288016"/>
                <a:gd name="connsiteY1178" fmla="*/ 444707 h 524359"/>
                <a:gd name="connsiteX1179" fmla="*/ 138747 w 288016"/>
                <a:gd name="connsiteY1179" fmla="*/ 432023 h 524359"/>
                <a:gd name="connsiteX1180" fmla="*/ 139556 w 288016"/>
                <a:gd name="connsiteY1180" fmla="*/ 431276 h 524359"/>
                <a:gd name="connsiteX1181" fmla="*/ 145627 w 288016"/>
                <a:gd name="connsiteY1181" fmla="*/ 429784 h 524359"/>
                <a:gd name="connsiteX1182" fmla="*/ 146032 w 288016"/>
                <a:gd name="connsiteY1182" fmla="*/ 429038 h 524359"/>
                <a:gd name="connsiteX1183" fmla="*/ 147651 w 288016"/>
                <a:gd name="connsiteY1183" fmla="*/ 428292 h 524359"/>
                <a:gd name="connsiteX1184" fmla="*/ 146841 w 288016"/>
                <a:gd name="connsiteY1184" fmla="*/ 440230 h 524359"/>
                <a:gd name="connsiteX1185" fmla="*/ 146841 w 288016"/>
                <a:gd name="connsiteY1185" fmla="*/ 412623 h 524359"/>
                <a:gd name="connsiteX1186" fmla="*/ 146032 w 288016"/>
                <a:gd name="connsiteY1186" fmla="*/ 413369 h 524359"/>
                <a:gd name="connsiteX1187" fmla="*/ 145627 w 288016"/>
                <a:gd name="connsiteY1187" fmla="*/ 413369 h 524359"/>
                <a:gd name="connsiteX1188" fmla="*/ 142389 w 288016"/>
                <a:gd name="connsiteY1188" fmla="*/ 414115 h 524359"/>
                <a:gd name="connsiteX1189" fmla="*/ 139556 w 288016"/>
                <a:gd name="connsiteY1189" fmla="*/ 414861 h 524359"/>
                <a:gd name="connsiteX1190" fmla="*/ 138747 w 288016"/>
                <a:gd name="connsiteY1190" fmla="*/ 414861 h 524359"/>
                <a:gd name="connsiteX1191" fmla="*/ 136723 w 288016"/>
                <a:gd name="connsiteY1191" fmla="*/ 416353 h 524359"/>
                <a:gd name="connsiteX1192" fmla="*/ 138747 w 288016"/>
                <a:gd name="connsiteY1192" fmla="*/ 404415 h 524359"/>
                <a:gd name="connsiteX1193" fmla="*/ 139556 w 288016"/>
                <a:gd name="connsiteY1193" fmla="*/ 403669 h 524359"/>
                <a:gd name="connsiteX1194" fmla="*/ 145627 w 288016"/>
                <a:gd name="connsiteY1194" fmla="*/ 401430 h 524359"/>
                <a:gd name="connsiteX1195" fmla="*/ 146032 w 288016"/>
                <a:gd name="connsiteY1195" fmla="*/ 401430 h 524359"/>
                <a:gd name="connsiteX1196" fmla="*/ 147651 w 288016"/>
                <a:gd name="connsiteY1196" fmla="*/ 400684 h 524359"/>
                <a:gd name="connsiteX1197" fmla="*/ 146841 w 288016"/>
                <a:gd name="connsiteY1197" fmla="*/ 412623 h 524359"/>
                <a:gd name="connsiteX1198" fmla="*/ 146841 w 288016"/>
                <a:gd name="connsiteY1198" fmla="*/ 398446 h 524359"/>
                <a:gd name="connsiteX1199" fmla="*/ 146032 w 288016"/>
                <a:gd name="connsiteY1199" fmla="*/ 399192 h 524359"/>
                <a:gd name="connsiteX1200" fmla="*/ 145627 w 288016"/>
                <a:gd name="connsiteY1200" fmla="*/ 399192 h 524359"/>
                <a:gd name="connsiteX1201" fmla="*/ 142389 w 288016"/>
                <a:gd name="connsiteY1201" fmla="*/ 400684 h 524359"/>
                <a:gd name="connsiteX1202" fmla="*/ 142389 w 288016"/>
                <a:gd name="connsiteY1202" fmla="*/ 399938 h 524359"/>
                <a:gd name="connsiteX1203" fmla="*/ 139556 w 288016"/>
                <a:gd name="connsiteY1203" fmla="*/ 400684 h 524359"/>
                <a:gd name="connsiteX1204" fmla="*/ 138747 w 288016"/>
                <a:gd name="connsiteY1204" fmla="*/ 401430 h 524359"/>
                <a:gd name="connsiteX1205" fmla="*/ 136723 w 288016"/>
                <a:gd name="connsiteY1205" fmla="*/ 402923 h 524359"/>
                <a:gd name="connsiteX1206" fmla="*/ 138747 w 288016"/>
                <a:gd name="connsiteY1206" fmla="*/ 390238 h 524359"/>
                <a:gd name="connsiteX1207" fmla="*/ 139556 w 288016"/>
                <a:gd name="connsiteY1207" fmla="*/ 389492 h 524359"/>
                <a:gd name="connsiteX1208" fmla="*/ 145627 w 288016"/>
                <a:gd name="connsiteY1208" fmla="*/ 388000 h 524359"/>
                <a:gd name="connsiteX1209" fmla="*/ 146032 w 288016"/>
                <a:gd name="connsiteY1209" fmla="*/ 387253 h 524359"/>
                <a:gd name="connsiteX1210" fmla="*/ 147651 w 288016"/>
                <a:gd name="connsiteY1210" fmla="*/ 386507 h 524359"/>
                <a:gd name="connsiteX1211" fmla="*/ 146841 w 288016"/>
                <a:gd name="connsiteY1211" fmla="*/ 398446 h 524359"/>
                <a:gd name="connsiteX1212" fmla="*/ 146032 w 288016"/>
                <a:gd name="connsiteY1212" fmla="*/ 467838 h 524359"/>
                <a:gd name="connsiteX1213" fmla="*/ 142389 w 288016"/>
                <a:gd name="connsiteY1213" fmla="*/ 469330 h 524359"/>
                <a:gd name="connsiteX1214" fmla="*/ 139556 w 288016"/>
                <a:gd name="connsiteY1214" fmla="*/ 470076 h 524359"/>
                <a:gd name="connsiteX1215" fmla="*/ 138747 w 288016"/>
                <a:gd name="connsiteY1215" fmla="*/ 470823 h 524359"/>
                <a:gd name="connsiteX1216" fmla="*/ 136723 w 288016"/>
                <a:gd name="connsiteY1216" fmla="*/ 472315 h 524359"/>
                <a:gd name="connsiteX1217" fmla="*/ 138747 w 288016"/>
                <a:gd name="connsiteY1217" fmla="*/ 459630 h 524359"/>
                <a:gd name="connsiteX1218" fmla="*/ 139556 w 288016"/>
                <a:gd name="connsiteY1218" fmla="*/ 459630 h 524359"/>
                <a:gd name="connsiteX1219" fmla="*/ 145627 w 288016"/>
                <a:gd name="connsiteY1219" fmla="*/ 457392 h 524359"/>
                <a:gd name="connsiteX1220" fmla="*/ 146436 w 288016"/>
                <a:gd name="connsiteY1220" fmla="*/ 456646 h 524359"/>
                <a:gd name="connsiteX1221" fmla="*/ 147651 w 288016"/>
                <a:gd name="connsiteY1221" fmla="*/ 455899 h 524359"/>
                <a:gd name="connsiteX1222" fmla="*/ 146032 w 288016"/>
                <a:gd name="connsiteY1222" fmla="*/ 467838 h 524359"/>
                <a:gd name="connsiteX1223" fmla="*/ 146032 w 288016"/>
                <a:gd name="connsiteY1223" fmla="*/ 454407 h 524359"/>
                <a:gd name="connsiteX1224" fmla="*/ 142389 w 288016"/>
                <a:gd name="connsiteY1224" fmla="*/ 455153 h 524359"/>
                <a:gd name="connsiteX1225" fmla="*/ 139556 w 288016"/>
                <a:gd name="connsiteY1225" fmla="*/ 455899 h 524359"/>
                <a:gd name="connsiteX1226" fmla="*/ 138747 w 288016"/>
                <a:gd name="connsiteY1226" fmla="*/ 455899 h 524359"/>
                <a:gd name="connsiteX1227" fmla="*/ 136723 w 288016"/>
                <a:gd name="connsiteY1227" fmla="*/ 457392 h 524359"/>
                <a:gd name="connsiteX1228" fmla="*/ 138747 w 288016"/>
                <a:gd name="connsiteY1228" fmla="*/ 445453 h 524359"/>
                <a:gd name="connsiteX1229" fmla="*/ 139556 w 288016"/>
                <a:gd name="connsiteY1229" fmla="*/ 444707 h 524359"/>
                <a:gd name="connsiteX1230" fmla="*/ 145627 w 288016"/>
                <a:gd name="connsiteY1230" fmla="*/ 442469 h 524359"/>
                <a:gd name="connsiteX1231" fmla="*/ 146032 w 288016"/>
                <a:gd name="connsiteY1231" fmla="*/ 442469 h 524359"/>
                <a:gd name="connsiteX1232" fmla="*/ 147651 w 288016"/>
                <a:gd name="connsiteY1232" fmla="*/ 440976 h 524359"/>
                <a:gd name="connsiteX1233" fmla="*/ 146032 w 288016"/>
                <a:gd name="connsiteY1233" fmla="*/ 454407 h 524359"/>
                <a:gd name="connsiteX1234" fmla="*/ 146032 w 288016"/>
                <a:gd name="connsiteY1234" fmla="*/ 367853 h 524359"/>
                <a:gd name="connsiteX1235" fmla="*/ 144413 w 288016"/>
                <a:gd name="connsiteY1235" fmla="*/ 364869 h 524359"/>
                <a:gd name="connsiteX1236" fmla="*/ 146032 w 288016"/>
                <a:gd name="connsiteY1236" fmla="*/ 364123 h 524359"/>
                <a:gd name="connsiteX1237" fmla="*/ 149674 w 288016"/>
                <a:gd name="connsiteY1237" fmla="*/ 364869 h 524359"/>
                <a:gd name="connsiteX1238" fmla="*/ 152103 w 288016"/>
                <a:gd name="connsiteY1238" fmla="*/ 370092 h 524359"/>
                <a:gd name="connsiteX1239" fmla="*/ 154126 w 288016"/>
                <a:gd name="connsiteY1239" fmla="*/ 373823 h 524359"/>
                <a:gd name="connsiteX1240" fmla="*/ 155341 w 288016"/>
                <a:gd name="connsiteY1240" fmla="*/ 376061 h 524359"/>
                <a:gd name="connsiteX1241" fmla="*/ 154936 w 288016"/>
                <a:gd name="connsiteY1241" fmla="*/ 375315 h 524359"/>
                <a:gd name="connsiteX1242" fmla="*/ 154531 w 288016"/>
                <a:gd name="connsiteY1242" fmla="*/ 376061 h 524359"/>
                <a:gd name="connsiteX1243" fmla="*/ 152507 w 288016"/>
                <a:gd name="connsiteY1243" fmla="*/ 376807 h 524359"/>
                <a:gd name="connsiteX1244" fmla="*/ 146032 w 288016"/>
                <a:gd name="connsiteY1244" fmla="*/ 367853 h 524359"/>
                <a:gd name="connsiteX1245" fmla="*/ 201885 w 288016"/>
                <a:gd name="connsiteY1245" fmla="*/ 286523 h 524359"/>
                <a:gd name="connsiteX1246" fmla="*/ 198647 w 288016"/>
                <a:gd name="connsiteY1246" fmla="*/ 288015 h 524359"/>
                <a:gd name="connsiteX1247" fmla="*/ 197028 w 288016"/>
                <a:gd name="connsiteY1247" fmla="*/ 288761 h 524359"/>
                <a:gd name="connsiteX1248" fmla="*/ 196218 w 288016"/>
                <a:gd name="connsiteY1248" fmla="*/ 289507 h 524359"/>
                <a:gd name="connsiteX1249" fmla="*/ 197028 w 288016"/>
                <a:gd name="connsiteY1249" fmla="*/ 282792 h 524359"/>
                <a:gd name="connsiteX1250" fmla="*/ 197837 w 288016"/>
                <a:gd name="connsiteY1250" fmla="*/ 280553 h 524359"/>
                <a:gd name="connsiteX1251" fmla="*/ 198242 w 288016"/>
                <a:gd name="connsiteY1251" fmla="*/ 279807 h 524359"/>
                <a:gd name="connsiteX1252" fmla="*/ 201480 w 288016"/>
                <a:gd name="connsiteY1252" fmla="*/ 276823 h 524359"/>
                <a:gd name="connsiteX1253" fmla="*/ 203504 w 288016"/>
                <a:gd name="connsiteY1253" fmla="*/ 276077 h 524359"/>
                <a:gd name="connsiteX1254" fmla="*/ 204718 w 288016"/>
                <a:gd name="connsiteY1254" fmla="*/ 274584 h 524359"/>
                <a:gd name="connsiteX1255" fmla="*/ 205123 w 288016"/>
                <a:gd name="connsiteY1255" fmla="*/ 274584 h 524359"/>
                <a:gd name="connsiteX1256" fmla="*/ 205123 w 288016"/>
                <a:gd name="connsiteY1256" fmla="*/ 275330 h 524359"/>
                <a:gd name="connsiteX1257" fmla="*/ 204718 w 288016"/>
                <a:gd name="connsiteY1257" fmla="*/ 280553 h 524359"/>
                <a:gd name="connsiteX1258" fmla="*/ 203504 w 288016"/>
                <a:gd name="connsiteY1258" fmla="*/ 285030 h 524359"/>
                <a:gd name="connsiteX1259" fmla="*/ 201885 w 288016"/>
                <a:gd name="connsiteY1259" fmla="*/ 286523 h 524359"/>
                <a:gd name="connsiteX1260" fmla="*/ 197433 w 288016"/>
                <a:gd name="connsiteY1260" fmla="*/ 292492 h 524359"/>
                <a:gd name="connsiteX1261" fmla="*/ 199052 w 288016"/>
                <a:gd name="connsiteY1261" fmla="*/ 291746 h 524359"/>
                <a:gd name="connsiteX1262" fmla="*/ 202289 w 288016"/>
                <a:gd name="connsiteY1262" fmla="*/ 290253 h 524359"/>
                <a:gd name="connsiteX1263" fmla="*/ 204313 w 288016"/>
                <a:gd name="connsiteY1263" fmla="*/ 289507 h 524359"/>
                <a:gd name="connsiteX1264" fmla="*/ 204313 w 288016"/>
                <a:gd name="connsiteY1264" fmla="*/ 291746 h 524359"/>
                <a:gd name="connsiteX1265" fmla="*/ 202289 w 288016"/>
                <a:gd name="connsiteY1265" fmla="*/ 299207 h 524359"/>
                <a:gd name="connsiteX1266" fmla="*/ 199052 w 288016"/>
                <a:gd name="connsiteY1266" fmla="*/ 301446 h 524359"/>
                <a:gd name="connsiteX1267" fmla="*/ 197433 w 288016"/>
                <a:gd name="connsiteY1267" fmla="*/ 302192 h 524359"/>
                <a:gd name="connsiteX1268" fmla="*/ 195004 w 288016"/>
                <a:gd name="connsiteY1268" fmla="*/ 302938 h 524359"/>
                <a:gd name="connsiteX1269" fmla="*/ 194195 w 288016"/>
                <a:gd name="connsiteY1269" fmla="*/ 302938 h 524359"/>
                <a:gd name="connsiteX1270" fmla="*/ 195004 w 288016"/>
                <a:gd name="connsiteY1270" fmla="*/ 298461 h 524359"/>
                <a:gd name="connsiteX1271" fmla="*/ 196623 w 288016"/>
                <a:gd name="connsiteY1271" fmla="*/ 294730 h 524359"/>
                <a:gd name="connsiteX1272" fmla="*/ 197433 w 288016"/>
                <a:gd name="connsiteY1272" fmla="*/ 292492 h 524359"/>
                <a:gd name="connsiteX1273" fmla="*/ 195004 w 288016"/>
                <a:gd name="connsiteY1273" fmla="*/ 304430 h 524359"/>
                <a:gd name="connsiteX1274" fmla="*/ 197433 w 288016"/>
                <a:gd name="connsiteY1274" fmla="*/ 303684 h 524359"/>
                <a:gd name="connsiteX1275" fmla="*/ 199052 w 288016"/>
                <a:gd name="connsiteY1275" fmla="*/ 303684 h 524359"/>
                <a:gd name="connsiteX1276" fmla="*/ 201885 w 288016"/>
                <a:gd name="connsiteY1276" fmla="*/ 302938 h 524359"/>
                <a:gd name="connsiteX1277" fmla="*/ 201885 w 288016"/>
                <a:gd name="connsiteY1277" fmla="*/ 303684 h 524359"/>
                <a:gd name="connsiteX1278" fmla="*/ 199052 w 288016"/>
                <a:gd name="connsiteY1278" fmla="*/ 312638 h 524359"/>
                <a:gd name="connsiteX1279" fmla="*/ 197433 w 288016"/>
                <a:gd name="connsiteY1279" fmla="*/ 313384 h 524359"/>
                <a:gd name="connsiteX1280" fmla="*/ 195004 w 288016"/>
                <a:gd name="connsiteY1280" fmla="*/ 314130 h 524359"/>
                <a:gd name="connsiteX1281" fmla="*/ 193790 w 288016"/>
                <a:gd name="connsiteY1281" fmla="*/ 313384 h 524359"/>
                <a:gd name="connsiteX1282" fmla="*/ 191766 w 288016"/>
                <a:gd name="connsiteY1282" fmla="*/ 313384 h 524359"/>
                <a:gd name="connsiteX1283" fmla="*/ 191362 w 288016"/>
                <a:gd name="connsiteY1283" fmla="*/ 314130 h 524359"/>
                <a:gd name="connsiteX1284" fmla="*/ 191766 w 288016"/>
                <a:gd name="connsiteY1284" fmla="*/ 311146 h 524359"/>
                <a:gd name="connsiteX1285" fmla="*/ 193790 w 288016"/>
                <a:gd name="connsiteY1285" fmla="*/ 305923 h 524359"/>
                <a:gd name="connsiteX1286" fmla="*/ 195004 w 288016"/>
                <a:gd name="connsiteY1286" fmla="*/ 304430 h 524359"/>
                <a:gd name="connsiteX1287" fmla="*/ 191766 w 288016"/>
                <a:gd name="connsiteY1287" fmla="*/ 316369 h 524359"/>
                <a:gd name="connsiteX1288" fmla="*/ 193790 w 288016"/>
                <a:gd name="connsiteY1288" fmla="*/ 315623 h 524359"/>
                <a:gd name="connsiteX1289" fmla="*/ 197433 w 288016"/>
                <a:gd name="connsiteY1289" fmla="*/ 315623 h 524359"/>
                <a:gd name="connsiteX1290" fmla="*/ 198647 w 288016"/>
                <a:gd name="connsiteY1290" fmla="*/ 314877 h 524359"/>
                <a:gd name="connsiteX1291" fmla="*/ 198242 w 288016"/>
                <a:gd name="connsiteY1291" fmla="*/ 315623 h 524359"/>
                <a:gd name="connsiteX1292" fmla="*/ 197433 w 288016"/>
                <a:gd name="connsiteY1292" fmla="*/ 319353 h 524359"/>
                <a:gd name="connsiteX1293" fmla="*/ 195004 w 288016"/>
                <a:gd name="connsiteY1293" fmla="*/ 323830 h 524359"/>
                <a:gd name="connsiteX1294" fmla="*/ 193790 w 288016"/>
                <a:gd name="connsiteY1294" fmla="*/ 324577 h 524359"/>
                <a:gd name="connsiteX1295" fmla="*/ 191766 w 288016"/>
                <a:gd name="connsiteY1295" fmla="*/ 324577 h 524359"/>
                <a:gd name="connsiteX1296" fmla="*/ 190957 w 288016"/>
                <a:gd name="connsiteY1296" fmla="*/ 323830 h 524359"/>
                <a:gd name="connsiteX1297" fmla="*/ 188933 w 288016"/>
                <a:gd name="connsiteY1297" fmla="*/ 323084 h 524359"/>
                <a:gd name="connsiteX1298" fmla="*/ 187314 w 288016"/>
                <a:gd name="connsiteY1298" fmla="*/ 323084 h 524359"/>
                <a:gd name="connsiteX1299" fmla="*/ 188933 w 288016"/>
                <a:gd name="connsiteY1299" fmla="*/ 317861 h 524359"/>
                <a:gd name="connsiteX1300" fmla="*/ 190552 w 288016"/>
                <a:gd name="connsiteY1300" fmla="*/ 316369 h 524359"/>
                <a:gd name="connsiteX1301" fmla="*/ 190957 w 288016"/>
                <a:gd name="connsiteY1301" fmla="*/ 315623 h 524359"/>
                <a:gd name="connsiteX1302" fmla="*/ 191766 w 288016"/>
                <a:gd name="connsiteY1302" fmla="*/ 315623 h 524359"/>
                <a:gd name="connsiteX1303" fmla="*/ 188933 w 288016"/>
                <a:gd name="connsiteY1303" fmla="*/ 327561 h 524359"/>
                <a:gd name="connsiteX1304" fmla="*/ 190957 w 288016"/>
                <a:gd name="connsiteY1304" fmla="*/ 328307 h 524359"/>
                <a:gd name="connsiteX1305" fmla="*/ 191766 w 288016"/>
                <a:gd name="connsiteY1305" fmla="*/ 329053 h 524359"/>
                <a:gd name="connsiteX1306" fmla="*/ 194600 w 288016"/>
                <a:gd name="connsiteY1306" fmla="*/ 329053 h 524359"/>
                <a:gd name="connsiteX1307" fmla="*/ 194195 w 288016"/>
                <a:gd name="connsiteY1307" fmla="*/ 329800 h 524359"/>
                <a:gd name="connsiteX1308" fmla="*/ 193790 w 288016"/>
                <a:gd name="connsiteY1308" fmla="*/ 329800 h 524359"/>
                <a:gd name="connsiteX1309" fmla="*/ 191766 w 288016"/>
                <a:gd name="connsiteY1309" fmla="*/ 335023 h 524359"/>
                <a:gd name="connsiteX1310" fmla="*/ 190957 w 288016"/>
                <a:gd name="connsiteY1310" fmla="*/ 335769 h 524359"/>
                <a:gd name="connsiteX1311" fmla="*/ 188933 w 288016"/>
                <a:gd name="connsiteY1311" fmla="*/ 336515 h 524359"/>
                <a:gd name="connsiteX1312" fmla="*/ 186100 w 288016"/>
                <a:gd name="connsiteY1312" fmla="*/ 335769 h 524359"/>
                <a:gd name="connsiteX1313" fmla="*/ 184481 w 288016"/>
                <a:gd name="connsiteY1313" fmla="*/ 335023 h 524359"/>
                <a:gd name="connsiteX1314" fmla="*/ 182053 w 288016"/>
                <a:gd name="connsiteY1314" fmla="*/ 334276 h 524359"/>
                <a:gd name="connsiteX1315" fmla="*/ 184481 w 288016"/>
                <a:gd name="connsiteY1315" fmla="*/ 329053 h 524359"/>
                <a:gd name="connsiteX1316" fmla="*/ 186100 w 288016"/>
                <a:gd name="connsiteY1316" fmla="*/ 327561 h 524359"/>
                <a:gd name="connsiteX1317" fmla="*/ 219288 w 288016"/>
                <a:gd name="connsiteY1317" fmla="*/ 393223 h 524359"/>
                <a:gd name="connsiteX1318" fmla="*/ 217669 w 288016"/>
                <a:gd name="connsiteY1318" fmla="*/ 397700 h 524359"/>
                <a:gd name="connsiteX1319" fmla="*/ 214836 w 288016"/>
                <a:gd name="connsiteY1319" fmla="*/ 405161 h 524359"/>
                <a:gd name="connsiteX1320" fmla="*/ 214431 w 288016"/>
                <a:gd name="connsiteY1320" fmla="*/ 408146 h 524359"/>
                <a:gd name="connsiteX1321" fmla="*/ 212812 w 288016"/>
                <a:gd name="connsiteY1321" fmla="*/ 405161 h 524359"/>
                <a:gd name="connsiteX1322" fmla="*/ 211598 w 288016"/>
                <a:gd name="connsiteY1322" fmla="*/ 403669 h 524359"/>
                <a:gd name="connsiteX1323" fmla="*/ 210789 w 288016"/>
                <a:gd name="connsiteY1323" fmla="*/ 398446 h 524359"/>
                <a:gd name="connsiteX1324" fmla="*/ 211194 w 288016"/>
                <a:gd name="connsiteY1324" fmla="*/ 396953 h 524359"/>
                <a:gd name="connsiteX1325" fmla="*/ 211598 w 288016"/>
                <a:gd name="connsiteY1325" fmla="*/ 396207 h 524359"/>
                <a:gd name="connsiteX1326" fmla="*/ 212812 w 288016"/>
                <a:gd name="connsiteY1326" fmla="*/ 393223 h 524359"/>
                <a:gd name="connsiteX1327" fmla="*/ 213217 w 288016"/>
                <a:gd name="connsiteY1327" fmla="*/ 392476 h 524359"/>
                <a:gd name="connsiteX1328" fmla="*/ 216050 w 288016"/>
                <a:gd name="connsiteY1328" fmla="*/ 383523 h 524359"/>
                <a:gd name="connsiteX1329" fmla="*/ 217669 w 288016"/>
                <a:gd name="connsiteY1329" fmla="*/ 386507 h 524359"/>
                <a:gd name="connsiteX1330" fmla="*/ 219288 w 288016"/>
                <a:gd name="connsiteY1330" fmla="*/ 390238 h 524359"/>
                <a:gd name="connsiteX1331" fmla="*/ 219288 w 288016"/>
                <a:gd name="connsiteY1331" fmla="*/ 393223 h 524359"/>
                <a:gd name="connsiteX1332" fmla="*/ 221312 w 288016"/>
                <a:gd name="connsiteY1332" fmla="*/ 391730 h 524359"/>
                <a:gd name="connsiteX1333" fmla="*/ 222526 w 288016"/>
                <a:gd name="connsiteY1333" fmla="*/ 393223 h 524359"/>
                <a:gd name="connsiteX1334" fmla="*/ 222526 w 288016"/>
                <a:gd name="connsiteY1334" fmla="*/ 408892 h 524359"/>
                <a:gd name="connsiteX1335" fmla="*/ 220098 w 288016"/>
                <a:gd name="connsiteY1335" fmla="*/ 414861 h 524359"/>
                <a:gd name="connsiteX1336" fmla="*/ 219693 w 288016"/>
                <a:gd name="connsiteY1336" fmla="*/ 417846 h 524359"/>
                <a:gd name="connsiteX1337" fmla="*/ 219288 w 288016"/>
                <a:gd name="connsiteY1337" fmla="*/ 417100 h 524359"/>
                <a:gd name="connsiteX1338" fmla="*/ 217669 w 288016"/>
                <a:gd name="connsiteY1338" fmla="*/ 414115 h 524359"/>
                <a:gd name="connsiteX1339" fmla="*/ 216050 w 288016"/>
                <a:gd name="connsiteY1339" fmla="*/ 408146 h 524359"/>
                <a:gd name="connsiteX1340" fmla="*/ 216455 w 288016"/>
                <a:gd name="connsiteY1340" fmla="*/ 405907 h 524359"/>
                <a:gd name="connsiteX1341" fmla="*/ 217669 w 288016"/>
                <a:gd name="connsiteY1341" fmla="*/ 402923 h 524359"/>
                <a:gd name="connsiteX1342" fmla="*/ 218074 w 288016"/>
                <a:gd name="connsiteY1342" fmla="*/ 400684 h 524359"/>
                <a:gd name="connsiteX1343" fmla="*/ 218883 w 288016"/>
                <a:gd name="connsiteY1343" fmla="*/ 399192 h 524359"/>
                <a:gd name="connsiteX1344" fmla="*/ 221312 w 288016"/>
                <a:gd name="connsiteY1344" fmla="*/ 391730 h 524359"/>
                <a:gd name="connsiteX1345" fmla="*/ 213217 w 288016"/>
                <a:gd name="connsiteY1345" fmla="*/ 387253 h 524359"/>
                <a:gd name="connsiteX1346" fmla="*/ 212003 w 288016"/>
                <a:gd name="connsiteY1346" fmla="*/ 390238 h 524359"/>
                <a:gd name="connsiteX1347" fmla="*/ 209979 w 288016"/>
                <a:gd name="connsiteY1347" fmla="*/ 396207 h 524359"/>
                <a:gd name="connsiteX1348" fmla="*/ 209575 w 288016"/>
                <a:gd name="connsiteY1348" fmla="*/ 399192 h 524359"/>
                <a:gd name="connsiteX1349" fmla="*/ 207551 w 288016"/>
                <a:gd name="connsiteY1349" fmla="*/ 396207 h 524359"/>
                <a:gd name="connsiteX1350" fmla="*/ 205932 w 288016"/>
                <a:gd name="connsiteY1350" fmla="*/ 389492 h 524359"/>
                <a:gd name="connsiteX1351" fmla="*/ 206337 w 288016"/>
                <a:gd name="connsiteY1351" fmla="*/ 388000 h 524359"/>
                <a:gd name="connsiteX1352" fmla="*/ 207551 w 288016"/>
                <a:gd name="connsiteY1352" fmla="*/ 385015 h 524359"/>
                <a:gd name="connsiteX1353" fmla="*/ 208360 w 288016"/>
                <a:gd name="connsiteY1353" fmla="*/ 382776 h 524359"/>
                <a:gd name="connsiteX1354" fmla="*/ 211194 w 288016"/>
                <a:gd name="connsiteY1354" fmla="*/ 373823 h 524359"/>
                <a:gd name="connsiteX1355" fmla="*/ 212003 w 288016"/>
                <a:gd name="connsiteY1355" fmla="*/ 374569 h 524359"/>
                <a:gd name="connsiteX1356" fmla="*/ 213217 w 288016"/>
                <a:gd name="connsiteY1356" fmla="*/ 376807 h 524359"/>
                <a:gd name="connsiteX1357" fmla="*/ 213217 w 288016"/>
                <a:gd name="connsiteY1357" fmla="*/ 387253 h 524359"/>
                <a:gd name="connsiteX1358" fmla="*/ 207146 w 288016"/>
                <a:gd name="connsiteY1358" fmla="*/ 378300 h 524359"/>
                <a:gd name="connsiteX1359" fmla="*/ 205123 w 288016"/>
                <a:gd name="connsiteY1359" fmla="*/ 383523 h 524359"/>
                <a:gd name="connsiteX1360" fmla="*/ 204718 w 288016"/>
                <a:gd name="connsiteY1360" fmla="*/ 385761 h 524359"/>
                <a:gd name="connsiteX1361" fmla="*/ 204313 w 288016"/>
                <a:gd name="connsiteY1361" fmla="*/ 388746 h 524359"/>
                <a:gd name="connsiteX1362" fmla="*/ 202289 w 288016"/>
                <a:gd name="connsiteY1362" fmla="*/ 385761 h 524359"/>
                <a:gd name="connsiteX1363" fmla="*/ 202289 w 288016"/>
                <a:gd name="connsiteY1363" fmla="*/ 374569 h 524359"/>
                <a:gd name="connsiteX1364" fmla="*/ 203099 w 288016"/>
                <a:gd name="connsiteY1364" fmla="*/ 372330 h 524359"/>
                <a:gd name="connsiteX1365" fmla="*/ 204313 w 288016"/>
                <a:gd name="connsiteY1365" fmla="*/ 369346 h 524359"/>
                <a:gd name="connsiteX1366" fmla="*/ 205527 w 288016"/>
                <a:gd name="connsiteY1366" fmla="*/ 364869 h 524359"/>
                <a:gd name="connsiteX1367" fmla="*/ 205932 w 288016"/>
                <a:gd name="connsiteY1367" fmla="*/ 362630 h 524359"/>
                <a:gd name="connsiteX1368" fmla="*/ 207551 w 288016"/>
                <a:gd name="connsiteY1368" fmla="*/ 365615 h 524359"/>
                <a:gd name="connsiteX1369" fmla="*/ 207146 w 288016"/>
                <a:gd name="connsiteY1369" fmla="*/ 378300 h 524359"/>
                <a:gd name="connsiteX1370" fmla="*/ 201885 w 288016"/>
                <a:gd name="connsiteY1370" fmla="*/ 368600 h 524359"/>
                <a:gd name="connsiteX1371" fmla="*/ 199052 w 288016"/>
                <a:gd name="connsiteY1371" fmla="*/ 376061 h 524359"/>
                <a:gd name="connsiteX1372" fmla="*/ 198647 w 288016"/>
                <a:gd name="connsiteY1372" fmla="*/ 378300 h 524359"/>
                <a:gd name="connsiteX1373" fmla="*/ 198647 w 288016"/>
                <a:gd name="connsiteY1373" fmla="*/ 379046 h 524359"/>
                <a:gd name="connsiteX1374" fmla="*/ 197028 w 288016"/>
                <a:gd name="connsiteY1374" fmla="*/ 376807 h 524359"/>
                <a:gd name="connsiteX1375" fmla="*/ 197028 w 288016"/>
                <a:gd name="connsiteY1375" fmla="*/ 362630 h 524359"/>
                <a:gd name="connsiteX1376" fmla="*/ 197433 w 288016"/>
                <a:gd name="connsiteY1376" fmla="*/ 362630 h 524359"/>
                <a:gd name="connsiteX1377" fmla="*/ 198647 w 288016"/>
                <a:gd name="connsiteY1377" fmla="*/ 359646 h 524359"/>
                <a:gd name="connsiteX1378" fmla="*/ 200266 w 288016"/>
                <a:gd name="connsiteY1378" fmla="*/ 352930 h 524359"/>
                <a:gd name="connsiteX1379" fmla="*/ 201885 w 288016"/>
                <a:gd name="connsiteY1379" fmla="*/ 355915 h 524359"/>
                <a:gd name="connsiteX1380" fmla="*/ 201885 w 288016"/>
                <a:gd name="connsiteY1380" fmla="*/ 368600 h 524359"/>
                <a:gd name="connsiteX1381" fmla="*/ 197433 w 288016"/>
                <a:gd name="connsiteY1381" fmla="*/ 356661 h 524359"/>
                <a:gd name="connsiteX1382" fmla="*/ 195004 w 288016"/>
                <a:gd name="connsiteY1382" fmla="*/ 363376 h 524359"/>
                <a:gd name="connsiteX1383" fmla="*/ 193790 w 288016"/>
                <a:gd name="connsiteY1383" fmla="*/ 366361 h 524359"/>
                <a:gd name="connsiteX1384" fmla="*/ 193385 w 288016"/>
                <a:gd name="connsiteY1384" fmla="*/ 368600 h 524359"/>
                <a:gd name="connsiteX1385" fmla="*/ 191766 w 288016"/>
                <a:gd name="connsiteY1385" fmla="*/ 366361 h 524359"/>
                <a:gd name="connsiteX1386" fmla="*/ 190957 w 288016"/>
                <a:gd name="connsiteY1386" fmla="*/ 364869 h 524359"/>
                <a:gd name="connsiteX1387" fmla="*/ 190957 w 288016"/>
                <a:gd name="connsiteY1387" fmla="*/ 355169 h 524359"/>
                <a:gd name="connsiteX1388" fmla="*/ 191766 w 288016"/>
                <a:gd name="connsiteY1388" fmla="*/ 353677 h 524359"/>
                <a:gd name="connsiteX1389" fmla="*/ 192171 w 288016"/>
                <a:gd name="connsiteY1389" fmla="*/ 352184 h 524359"/>
                <a:gd name="connsiteX1390" fmla="*/ 193790 w 288016"/>
                <a:gd name="connsiteY1390" fmla="*/ 347707 h 524359"/>
                <a:gd name="connsiteX1391" fmla="*/ 195004 w 288016"/>
                <a:gd name="connsiteY1391" fmla="*/ 343977 h 524359"/>
                <a:gd name="connsiteX1392" fmla="*/ 195004 w 288016"/>
                <a:gd name="connsiteY1392" fmla="*/ 343230 h 524359"/>
                <a:gd name="connsiteX1393" fmla="*/ 197433 w 288016"/>
                <a:gd name="connsiteY1393" fmla="*/ 347707 h 524359"/>
                <a:gd name="connsiteX1394" fmla="*/ 197433 w 288016"/>
                <a:gd name="connsiteY1394" fmla="*/ 356661 h 524359"/>
                <a:gd name="connsiteX1395" fmla="*/ 191766 w 288016"/>
                <a:gd name="connsiteY1395" fmla="*/ 348453 h 524359"/>
                <a:gd name="connsiteX1396" fmla="*/ 190957 w 288016"/>
                <a:gd name="connsiteY1396" fmla="*/ 349946 h 524359"/>
                <a:gd name="connsiteX1397" fmla="*/ 188933 w 288016"/>
                <a:gd name="connsiteY1397" fmla="*/ 355169 h 524359"/>
                <a:gd name="connsiteX1398" fmla="*/ 188529 w 288016"/>
                <a:gd name="connsiteY1398" fmla="*/ 356661 h 524359"/>
                <a:gd name="connsiteX1399" fmla="*/ 188124 w 288016"/>
                <a:gd name="connsiteY1399" fmla="*/ 358900 h 524359"/>
                <a:gd name="connsiteX1400" fmla="*/ 186505 w 288016"/>
                <a:gd name="connsiteY1400" fmla="*/ 355915 h 524359"/>
                <a:gd name="connsiteX1401" fmla="*/ 184886 w 288016"/>
                <a:gd name="connsiteY1401" fmla="*/ 352930 h 524359"/>
                <a:gd name="connsiteX1402" fmla="*/ 184481 w 288016"/>
                <a:gd name="connsiteY1402" fmla="*/ 352184 h 524359"/>
                <a:gd name="connsiteX1403" fmla="*/ 184886 w 288016"/>
                <a:gd name="connsiteY1403" fmla="*/ 351438 h 524359"/>
                <a:gd name="connsiteX1404" fmla="*/ 185291 w 288016"/>
                <a:gd name="connsiteY1404" fmla="*/ 351438 h 524359"/>
                <a:gd name="connsiteX1405" fmla="*/ 186100 w 288016"/>
                <a:gd name="connsiteY1405" fmla="*/ 349200 h 524359"/>
                <a:gd name="connsiteX1406" fmla="*/ 186505 w 288016"/>
                <a:gd name="connsiteY1406" fmla="*/ 348453 h 524359"/>
                <a:gd name="connsiteX1407" fmla="*/ 189338 w 288016"/>
                <a:gd name="connsiteY1407" fmla="*/ 344723 h 524359"/>
                <a:gd name="connsiteX1408" fmla="*/ 191362 w 288016"/>
                <a:gd name="connsiteY1408" fmla="*/ 340992 h 524359"/>
                <a:gd name="connsiteX1409" fmla="*/ 191362 w 288016"/>
                <a:gd name="connsiteY1409" fmla="*/ 340246 h 524359"/>
                <a:gd name="connsiteX1410" fmla="*/ 192171 w 288016"/>
                <a:gd name="connsiteY1410" fmla="*/ 338753 h 524359"/>
                <a:gd name="connsiteX1411" fmla="*/ 192576 w 288016"/>
                <a:gd name="connsiteY1411" fmla="*/ 338007 h 524359"/>
                <a:gd name="connsiteX1412" fmla="*/ 191766 w 288016"/>
                <a:gd name="connsiteY1412" fmla="*/ 348453 h 524359"/>
                <a:gd name="connsiteX1413" fmla="*/ 184886 w 288016"/>
                <a:gd name="connsiteY1413" fmla="*/ 338007 h 524359"/>
                <a:gd name="connsiteX1414" fmla="*/ 186505 w 288016"/>
                <a:gd name="connsiteY1414" fmla="*/ 338753 h 524359"/>
                <a:gd name="connsiteX1415" fmla="*/ 189338 w 288016"/>
                <a:gd name="connsiteY1415" fmla="*/ 339500 h 524359"/>
                <a:gd name="connsiteX1416" fmla="*/ 189743 w 288016"/>
                <a:gd name="connsiteY1416" fmla="*/ 339500 h 524359"/>
                <a:gd name="connsiteX1417" fmla="*/ 189338 w 288016"/>
                <a:gd name="connsiteY1417" fmla="*/ 340246 h 524359"/>
                <a:gd name="connsiteX1418" fmla="*/ 188933 w 288016"/>
                <a:gd name="connsiteY1418" fmla="*/ 340246 h 524359"/>
                <a:gd name="connsiteX1419" fmla="*/ 186100 w 288016"/>
                <a:gd name="connsiteY1419" fmla="*/ 345469 h 524359"/>
                <a:gd name="connsiteX1420" fmla="*/ 184481 w 288016"/>
                <a:gd name="connsiteY1420" fmla="*/ 346215 h 524359"/>
                <a:gd name="connsiteX1421" fmla="*/ 177601 w 288016"/>
                <a:gd name="connsiteY1421" fmla="*/ 342484 h 524359"/>
                <a:gd name="connsiteX1422" fmla="*/ 176791 w 288016"/>
                <a:gd name="connsiteY1422" fmla="*/ 341738 h 524359"/>
                <a:gd name="connsiteX1423" fmla="*/ 177601 w 288016"/>
                <a:gd name="connsiteY1423" fmla="*/ 340246 h 524359"/>
                <a:gd name="connsiteX1424" fmla="*/ 180839 w 288016"/>
                <a:gd name="connsiteY1424" fmla="*/ 336515 h 524359"/>
                <a:gd name="connsiteX1425" fmla="*/ 184886 w 288016"/>
                <a:gd name="connsiteY1425" fmla="*/ 338007 h 524359"/>
                <a:gd name="connsiteX1426" fmla="*/ 178006 w 288016"/>
                <a:gd name="connsiteY1426" fmla="*/ 346215 h 524359"/>
                <a:gd name="connsiteX1427" fmla="*/ 183672 w 288016"/>
                <a:gd name="connsiteY1427" fmla="*/ 349200 h 524359"/>
                <a:gd name="connsiteX1428" fmla="*/ 183267 w 288016"/>
                <a:gd name="connsiteY1428" fmla="*/ 349946 h 524359"/>
                <a:gd name="connsiteX1429" fmla="*/ 178006 w 288016"/>
                <a:gd name="connsiteY1429" fmla="*/ 355169 h 524359"/>
                <a:gd name="connsiteX1430" fmla="*/ 175172 w 288016"/>
                <a:gd name="connsiteY1430" fmla="*/ 352930 h 524359"/>
                <a:gd name="connsiteX1431" fmla="*/ 171530 w 288016"/>
                <a:gd name="connsiteY1431" fmla="*/ 349200 h 524359"/>
                <a:gd name="connsiteX1432" fmla="*/ 175172 w 288016"/>
                <a:gd name="connsiteY1432" fmla="*/ 344723 h 524359"/>
                <a:gd name="connsiteX1433" fmla="*/ 175577 w 288016"/>
                <a:gd name="connsiteY1433" fmla="*/ 344723 h 524359"/>
                <a:gd name="connsiteX1434" fmla="*/ 178006 w 288016"/>
                <a:gd name="connsiteY1434" fmla="*/ 346215 h 524359"/>
                <a:gd name="connsiteX1435" fmla="*/ 175172 w 288016"/>
                <a:gd name="connsiteY1435" fmla="*/ 357407 h 524359"/>
                <a:gd name="connsiteX1436" fmla="*/ 177196 w 288016"/>
                <a:gd name="connsiteY1436" fmla="*/ 358153 h 524359"/>
                <a:gd name="connsiteX1437" fmla="*/ 176791 w 288016"/>
                <a:gd name="connsiteY1437" fmla="*/ 358900 h 524359"/>
                <a:gd name="connsiteX1438" fmla="*/ 175172 w 288016"/>
                <a:gd name="connsiteY1438" fmla="*/ 361138 h 524359"/>
                <a:gd name="connsiteX1439" fmla="*/ 171530 w 288016"/>
                <a:gd name="connsiteY1439" fmla="*/ 363376 h 524359"/>
                <a:gd name="connsiteX1440" fmla="*/ 165864 w 288016"/>
                <a:gd name="connsiteY1440" fmla="*/ 356661 h 524359"/>
                <a:gd name="connsiteX1441" fmla="*/ 165459 w 288016"/>
                <a:gd name="connsiteY1441" fmla="*/ 355915 h 524359"/>
                <a:gd name="connsiteX1442" fmla="*/ 165864 w 288016"/>
                <a:gd name="connsiteY1442" fmla="*/ 355169 h 524359"/>
                <a:gd name="connsiteX1443" fmla="*/ 170316 w 288016"/>
                <a:gd name="connsiteY1443" fmla="*/ 352184 h 524359"/>
                <a:gd name="connsiteX1444" fmla="*/ 171935 w 288016"/>
                <a:gd name="connsiteY1444" fmla="*/ 352930 h 524359"/>
                <a:gd name="connsiteX1445" fmla="*/ 175172 w 288016"/>
                <a:gd name="connsiteY1445" fmla="*/ 357407 h 524359"/>
                <a:gd name="connsiteX1446" fmla="*/ 165459 w 288016"/>
                <a:gd name="connsiteY1446" fmla="*/ 360392 h 524359"/>
                <a:gd name="connsiteX1447" fmla="*/ 170316 w 288016"/>
                <a:gd name="connsiteY1447" fmla="*/ 366361 h 524359"/>
                <a:gd name="connsiteX1448" fmla="*/ 169911 w 288016"/>
                <a:gd name="connsiteY1448" fmla="*/ 367107 h 524359"/>
                <a:gd name="connsiteX1449" fmla="*/ 165459 w 288016"/>
                <a:gd name="connsiteY1449" fmla="*/ 370092 h 524359"/>
                <a:gd name="connsiteX1450" fmla="*/ 163840 w 288016"/>
                <a:gd name="connsiteY1450" fmla="*/ 369346 h 524359"/>
                <a:gd name="connsiteX1451" fmla="*/ 161412 w 288016"/>
                <a:gd name="connsiteY1451" fmla="*/ 365615 h 524359"/>
                <a:gd name="connsiteX1452" fmla="*/ 158578 w 288016"/>
                <a:gd name="connsiteY1452" fmla="*/ 361138 h 524359"/>
                <a:gd name="connsiteX1453" fmla="*/ 158578 w 288016"/>
                <a:gd name="connsiteY1453" fmla="*/ 360392 h 524359"/>
                <a:gd name="connsiteX1454" fmla="*/ 161412 w 288016"/>
                <a:gd name="connsiteY1454" fmla="*/ 358153 h 524359"/>
                <a:gd name="connsiteX1455" fmla="*/ 163435 w 288016"/>
                <a:gd name="connsiteY1455" fmla="*/ 358153 h 524359"/>
                <a:gd name="connsiteX1456" fmla="*/ 163840 w 288016"/>
                <a:gd name="connsiteY1456" fmla="*/ 358900 h 524359"/>
                <a:gd name="connsiteX1457" fmla="*/ 161412 w 288016"/>
                <a:gd name="connsiteY1457" fmla="*/ 369346 h 524359"/>
                <a:gd name="connsiteX1458" fmla="*/ 163030 w 288016"/>
                <a:gd name="connsiteY1458" fmla="*/ 371584 h 524359"/>
                <a:gd name="connsiteX1459" fmla="*/ 162626 w 288016"/>
                <a:gd name="connsiteY1459" fmla="*/ 372330 h 524359"/>
                <a:gd name="connsiteX1460" fmla="*/ 161412 w 288016"/>
                <a:gd name="connsiteY1460" fmla="*/ 373076 h 524359"/>
                <a:gd name="connsiteX1461" fmla="*/ 158578 w 288016"/>
                <a:gd name="connsiteY1461" fmla="*/ 373823 h 524359"/>
                <a:gd name="connsiteX1462" fmla="*/ 154126 w 288016"/>
                <a:gd name="connsiteY1462" fmla="*/ 367853 h 524359"/>
                <a:gd name="connsiteX1463" fmla="*/ 152103 w 288016"/>
                <a:gd name="connsiteY1463" fmla="*/ 363376 h 524359"/>
                <a:gd name="connsiteX1464" fmla="*/ 151698 w 288016"/>
                <a:gd name="connsiteY1464" fmla="*/ 362630 h 524359"/>
                <a:gd name="connsiteX1465" fmla="*/ 152103 w 288016"/>
                <a:gd name="connsiteY1465" fmla="*/ 361884 h 524359"/>
                <a:gd name="connsiteX1466" fmla="*/ 154126 w 288016"/>
                <a:gd name="connsiteY1466" fmla="*/ 361138 h 524359"/>
                <a:gd name="connsiteX1467" fmla="*/ 156960 w 288016"/>
                <a:gd name="connsiteY1467" fmla="*/ 361884 h 524359"/>
                <a:gd name="connsiteX1468" fmla="*/ 158578 w 288016"/>
                <a:gd name="connsiteY1468" fmla="*/ 364123 h 524359"/>
                <a:gd name="connsiteX1469" fmla="*/ 161412 w 288016"/>
                <a:gd name="connsiteY1469" fmla="*/ 369346 h 524359"/>
                <a:gd name="connsiteX1470" fmla="*/ 149270 w 288016"/>
                <a:gd name="connsiteY1470" fmla="*/ 480523 h 524359"/>
                <a:gd name="connsiteX1471" fmla="*/ 149270 w 288016"/>
                <a:gd name="connsiteY1471" fmla="*/ 467092 h 524359"/>
                <a:gd name="connsiteX1472" fmla="*/ 149270 w 288016"/>
                <a:gd name="connsiteY1472" fmla="*/ 452915 h 524359"/>
                <a:gd name="connsiteX1473" fmla="*/ 149270 w 288016"/>
                <a:gd name="connsiteY1473" fmla="*/ 438738 h 524359"/>
                <a:gd name="connsiteX1474" fmla="*/ 149270 w 288016"/>
                <a:gd name="connsiteY1474" fmla="*/ 425307 h 524359"/>
                <a:gd name="connsiteX1475" fmla="*/ 149270 w 288016"/>
                <a:gd name="connsiteY1475" fmla="*/ 411130 h 524359"/>
                <a:gd name="connsiteX1476" fmla="*/ 149270 w 288016"/>
                <a:gd name="connsiteY1476" fmla="*/ 396953 h 524359"/>
                <a:gd name="connsiteX1477" fmla="*/ 149270 w 288016"/>
                <a:gd name="connsiteY1477" fmla="*/ 383523 h 524359"/>
                <a:gd name="connsiteX1478" fmla="*/ 149674 w 288016"/>
                <a:gd name="connsiteY1478" fmla="*/ 378300 h 524359"/>
                <a:gd name="connsiteX1479" fmla="*/ 152103 w 288016"/>
                <a:gd name="connsiteY1479" fmla="*/ 378300 h 524359"/>
                <a:gd name="connsiteX1480" fmla="*/ 154126 w 288016"/>
                <a:gd name="connsiteY1480" fmla="*/ 377553 h 524359"/>
                <a:gd name="connsiteX1481" fmla="*/ 155745 w 288016"/>
                <a:gd name="connsiteY1481" fmla="*/ 376807 h 524359"/>
                <a:gd name="connsiteX1482" fmla="*/ 157364 w 288016"/>
                <a:gd name="connsiteY1482" fmla="*/ 376061 h 524359"/>
                <a:gd name="connsiteX1483" fmla="*/ 158174 w 288016"/>
                <a:gd name="connsiteY1483" fmla="*/ 376061 h 524359"/>
                <a:gd name="connsiteX1484" fmla="*/ 161007 w 288016"/>
                <a:gd name="connsiteY1484" fmla="*/ 375315 h 524359"/>
                <a:gd name="connsiteX1485" fmla="*/ 163435 w 288016"/>
                <a:gd name="connsiteY1485" fmla="*/ 373823 h 524359"/>
                <a:gd name="connsiteX1486" fmla="*/ 165054 w 288016"/>
                <a:gd name="connsiteY1486" fmla="*/ 372330 h 524359"/>
                <a:gd name="connsiteX1487" fmla="*/ 170720 w 288016"/>
                <a:gd name="connsiteY1487" fmla="*/ 367853 h 524359"/>
                <a:gd name="connsiteX1488" fmla="*/ 172339 w 288016"/>
                <a:gd name="connsiteY1488" fmla="*/ 366361 h 524359"/>
                <a:gd name="connsiteX1489" fmla="*/ 174768 w 288016"/>
                <a:gd name="connsiteY1489" fmla="*/ 364869 h 524359"/>
                <a:gd name="connsiteX1490" fmla="*/ 177601 w 288016"/>
                <a:gd name="connsiteY1490" fmla="*/ 361138 h 524359"/>
                <a:gd name="connsiteX1491" fmla="*/ 178006 w 288016"/>
                <a:gd name="connsiteY1491" fmla="*/ 360392 h 524359"/>
                <a:gd name="connsiteX1492" fmla="*/ 179624 w 288016"/>
                <a:gd name="connsiteY1492" fmla="*/ 358153 h 524359"/>
                <a:gd name="connsiteX1493" fmla="*/ 183267 w 288016"/>
                <a:gd name="connsiteY1493" fmla="*/ 354423 h 524359"/>
                <a:gd name="connsiteX1494" fmla="*/ 184886 w 288016"/>
                <a:gd name="connsiteY1494" fmla="*/ 358153 h 524359"/>
                <a:gd name="connsiteX1495" fmla="*/ 186505 w 288016"/>
                <a:gd name="connsiteY1495" fmla="*/ 360392 h 524359"/>
                <a:gd name="connsiteX1496" fmla="*/ 188529 w 288016"/>
                <a:gd name="connsiteY1496" fmla="*/ 363376 h 524359"/>
                <a:gd name="connsiteX1497" fmla="*/ 188933 w 288016"/>
                <a:gd name="connsiteY1497" fmla="*/ 365615 h 524359"/>
                <a:gd name="connsiteX1498" fmla="*/ 190957 w 288016"/>
                <a:gd name="connsiteY1498" fmla="*/ 369346 h 524359"/>
                <a:gd name="connsiteX1499" fmla="*/ 191766 w 288016"/>
                <a:gd name="connsiteY1499" fmla="*/ 370092 h 524359"/>
                <a:gd name="connsiteX1500" fmla="*/ 193385 w 288016"/>
                <a:gd name="connsiteY1500" fmla="*/ 373076 h 524359"/>
                <a:gd name="connsiteX1501" fmla="*/ 193790 w 288016"/>
                <a:gd name="connsiteY1501" fmla="*/ 373823 h 524359"/>
                <a:gd name="connsiteX1502" fmla="*/ 195004 w 288016"/>
                <a:gd name="connsiteY1502" fmla="*/ 376807 h 524359"/>
                <a:gd name="connsiteX1503" fmla="*/ 197433 w 288016"/>
                <a:gd name="connsiteY1503" fmla="*/ 381284 h 524359"/>
                <a:gd name="connsiteX1504" fmla="*/ 199052 w 288016"/>
                <a:gd name="connsiteY1504" fmla="*/ 382776 h 524359"/>
                <a:gd name="connsiteX1505" fmla="*/ 199456 w 288016"/>
                <a:gd name="connsiteY1505" fmla="*/ 382776 h 524359"/>
                <a:gd name="connsiteX1506" fmla="*/ 202289 w 288016"/>
                <a:gd name="connsiteY1506" fmla="*/ 389492 h 524359"/>
                <a:gd name="connsiteX1507" fmla="*/ 204313 w 288016"/>
                <a:gd name="connsiteY1507" fmla="*/ 392476 h 524359"/>
                <a:gd name="connsiteX1508" fmla="*/ 204718 w 288016"/>
                <a:gd name="connsiteY1508" fmla="*/ 393223 h 524359"/>
                <a:gd name="connsiteX1509" fmla="*/ 205527 w 288016"/>
                <a:gd name="connsiteY1509" fmla="*/ 396207 h 524359"/>
                <a:gd name="connsiteX1510" fmla="*/ 207551 w 288016"/>
                <a:gd name="connsiteY1510" fmla="*/ 399938 h 524359"/>
                <a:gd name="connsiteX1511" fmla="*/ 209979 w 288016"/>
                <a:gd name="connsiteY1511" fmla="*/ 402923 h 524359"/>
                <a:gd name="connsiteX1512" fmla="*/ 212408 w 288016"/>
                <a:gd name="connsiteY1512" fmla="*/ 408146 h 524359"/>
                <a:gd name="connsiteX1513" fmla="*/ 213622 w 288016"/>
                <a:gd name="connsiteY1513" fmla="*/ 409638 h 524359"/>
                <a:gd name="connsiteX1514" fmla="*/ 215241 w 288016"/>
                <a:gd name="connsiteY1514" fmla="*/ 412623 h 524359"/>
                <a:gd name="connsiteX1515" fmla="*/ 218479 w 288016"/>
                <a:gd name="connsiteY1515" fmla="*/ 419338 h 524359"/>
                <a:gd name="connsiteX1516" fmla="*/ 220098 w 288016"/>
                <a:gd name="connsiteY1516" fmla="*/ 421576 h 524359"/>
                <a:gd name="connsiteX1517" fmla="*/ 220502 w 288016"/>
                <a:gd name="connsiteY1517" fmla="*/ 422323 h 524359"/>
                <a:gd name="connsiteX1518" fmla="*/ 223336 w 288016"/>
                <a:gd name="connsiteY1518" fmla="*/ 428292 h 524359"/>
                <a:gd name="connsiteX1519" fmla="*/ 226169 w 288016"/>
                <a:gd name="connsiteY1519" fmla="*/ 432023 h 524359"/>
                <a:gd name="connsiteX1520" fmla="*/ 226169 w 288016"/>
                <a:gd name="connsiteY1520" fmla="*/ 432769 h 524359"/>
                <a:gd name="connsiteX1521" fmla="*/ 226573 w 288016"/>
                <a:gd name="connsiteY1521" fmla="*/ 434261 h 524359"/>
                <a:gd name="connsiteX1522" fmla="*/ 226978 w 288016"/>
                <a:gd name="connsiteY1522" fmla="*/ 435007 h 524359"/>
                <a:gd name="connsiteX1523" fmla="*/ 226573 w 288016"/>
                <a:gd name="connsiteY1523" fmla="*/ 435753 h 524359"/>
                <a:gd name="connsiteX1524" fmla="*/ 226169 w 288016"/>
                <a:gd name="connsiteY1524" fmla="*/ 436500 h 524359"/>
                <a:gd name="connsiteX1525" fmla="*/ 223336 w 288016"/>
                <a:gd name="connsiteY1525" fmla="*/ 443215 h 524359"/>
                <a:gd name="connsiteX1526" fmla="*/ 220098 w 288016"/>
                <a:gd name="connsiteY1526" fmla="*/ 445453 h 524359"/>
                <a:gd name="connsiteX1527" fmla="*/ 218479 w 288016"/>
                <a:gd name="connsiteY1527" fmla="*/ 447692 h 524359"/>
                <a:gd name="connsiteX1528" fmla="*/ 214431 w 288016"/>
                <a:gd name="connsiteY1528" fmla="*/ 455899 h 524359"/>
                <a:gd name="connsiteX1529" fmla="*/ 213622 w 288016"/>
                <a:gd name="connsiteY1529" fmla="*/ 455899 h 524359"/>
                <a:gd name="connsiteX1530" fmla="*/ 212408 w 288016"/>
                <a:gd name="connsiteY1530" fmla="*/ 456646 h 524359"/>
                <a:gd name="connsiteX1531" fmla="*/ 207551 w 288016"/>
                <a:gd name="connsiteY1531" fmla="*/ 461869 h 524359"/>
                <a:gd name="connsiteX1532" fmla="*/ 205527 w 288016"/>
                <a:gd name="connsiteY1532" fmla="*/ 465599 h 524359"/>
                <a:gd name="connsiteX1533" fmla="*/ 204718 w 288016"/>
                <a:gd name="connsiteY1533" fmla="*/ 467092 h 524359"/>
                <a:gd name="connsiteX1534" fmla="*/ 204313 w 288016"/>
                <a:gd name="connsiteY1534" fmla="*/ 467092 h 524359"/>
                <a:gd name="connsiteX1535" fmla="*/ 202289 w 288016"/>
                <a:gd name="connsiteY1535" fmla="*/ 467838 h 524359"/>
                <a:gd name="connsiteX1536" fmla="*/ 199052 w 288016"/>
                <a:gd name="connsiteY1536" fmla="*/ 470076 h 524359"/>
                <a:gd name="connsiteX1537" fmla="*/ 197433 w 288016"/>
                <a:gd name="connsiteY1537" fmla="*/ 472315 h 524359"/>
                <a:gd name="connsiteX1538" fmla="*/ 195004 w 288016"/>
                <a:gd name="connsiteY1538" fmla="*/ 475299 h 524359"/>
                <a:gd name="connsiteX1539" fmla="*/ 194600 w 288016"/>
                <a:gd name="connsiteY1539" fmla="*/ 476046 h 524359"/>
                <a:gd name="connsiteX1540" fmla="*/ 194195 w 288016"/>
                <a:gd name="connsiteY1540" fmla="*/ 475299 h 524359"/>
                <a:gd name="connsiteX1541" fmla="*/ 192171 w 288016"/>
                <a:gd name="connsiteY1541" fmla="*/ 476046 h 524359"/>
                <a:gd name="connsiteX1542" fmla="*/ 191362 w 288016"/>
                <a:gd name="connsiteY1542" fmla="*/ 476792 h 524359"/>
                <a:gd name="connsiteX1543" fmla="*/ 189338 w 288016"/>
                <a:gd name="connsiteY1543" fmla="*/ 477538 h 524359"/>
                <a:gd name="connsiteX1544" fmla="*/ 186505 w 288016"/>
                <a:gd name="connsiteY1544" fmla="*/ 480523 h 524359"/>
                <a:gd name="connsiteX1545" fmla="*/ 184886 w 288016"/>
                <a:gd name="connsiteY1545" fmla="*/ 482761 h 524359"/>
                <a:gd name="connsiteX1546" fmla="*/ 184481 w 288016"/>
                <a:gd name="connsiteY1546" fmla="*/ 483507 h 524359"/>
                <a:gd name="connsiteX1547" fmla="*/ 178410 w 288016"/>
                <a:gd name="connsiteY1547" fmla="*/ 484253 h 524359"/>
                <a:gd name="connsiteX1548" fmla="*/ 175577 w 288016"/>
                <a:gd name="connsiteY1548" fmla="*/ 487238 h 524359"/>
                <a:gd name="connsiteX1549" fmla="*/ 173958 w 288016"/>
                <a:gd name="connsiteY1549" fmla="*/ 489476 h 524359"/>
                <a:gd name="connsiteX1550" fmla="*/ 171935 w 288016"/>
                <a:gd name="connsiteY1550" fmla="*/ 488730 h 524359"/>
                <a:gd name="connsiteX1551" fmla="*/ 166268 w 288016"/>
                <a:gd name="connsiteY1551" fmla="*/ 491715 h 524359"/>
                <a:gd name="connsiteX1552" fmla="*/ 164649 w 288016"/>
                <a:gd name="connsiteY1552" fmla="*/ 492461 h 524359"/>
                <a:gd name="connsiteX1553" fmla="*/ 163435 w 288016"/>
                <a:gd name="connsiteY1553" fmla="*/ 493207 h 524359"/>
                <a:gd name="connsiteX1554" fmla="*/ 162221 w 288016"/>
                <a:gd name="connsiteY1554" fmla="*/ 492461 h 524359"/>
                <a:gd name="connsiteX1555" fmla="*/ 159388 w 288016"/>
                <a:gd name="connsiteY1555" fmla="*/ 491715 h 524359"/>
                <a:gd name="connsiteX1556" fmla="*/ 154936 w 288016"/>
                <a:gd name="connsiteY1556" fmla="*/ 493207 h 524359"/>
                <a:gd name="connsiteX1557" fmla="*/ 152912 w 288016"/>
                <a:gd name="connsiteY1557" fmla="*/ 494699 h 524359"/>
                <a:gd name="connsiteX1558" fmla="*/ 152507 w 288016"/>
                <a:gd name="connsiteY1558" fmla="*/ 495446 h 524359"/>
                <a:gd name="connsiteX1559" fmla="*/ 149674 w 288016"/>
                <a:gd name="connsiteY1559" fmla="*/ 493207 h 524359"/>
                <a:gd name="connsiteX1560" fmla="*/ 149270 w 288016"/>
                <a:gd name="connsiteY1560" fmla="*/ 480523 h 524359"/>
                <a:gd name="connsiteX1561" fmla="*/ 225764 w 288016"/>
                <a:gd name="connsiteY1561" fmla="*/ 423069 h 524359"/>
                <a:gd name="connsiteX1562" fmla="*/ 225359 w 288016"/>
                <a:gd name="connsiteY1562" fmla="*/ 423815 h 524359"/>
                <a:gd name="connsiteX1563" fmla="*/ 224954 w 288016"/>
                <a:gd name="connsiteY1563" fmla="*/ 424561 h 524359"/>
                <a:gd name="connsiteX1564" fmla="*/ 224550 w 288016"/>
                <a:gd name="connsiteY1564" fmla="*/ 426053 h 524359"/>
                <a:gd name="connsiteX1565" fmla="*/ 222121 w 288016"/>
                <a:gd name="connsiteY1565" fmla="*/ 421576 h 524359"/>
                <a:gd name="connsiteX1566" fmla="*/ 220907 w 288016"/>
                <a:gd name="connsiteY1566" fmla="*/ 416353 h 524359"/>
                <a:gd name="connsiteX1567" fmla="*/ 221312 w 288016"/>
                <a:gd name="connsiteY1567" fmla="*/ 414115 h 524359"/>
                <a:gd name="connsiteX1568" fmla="*/ 221717 w 288016"/>
                <a:gd name="connsiteY1568" fmla="*/ 412623 h 524359"/>
                <a:gd name="connsiteX1569" fmla="*/ 222931 w 288016"/>
                <a:gd name="connsiteY1569" fmla="*/ 408892 h 524359"/>
                <a:gd name="connsiteX1570" fmla="*/ 223740 w 288016"/>
                <a:gd name="connsiteY1570" fmla="*/ 408892 h 524359"/>
                <a:gd name="connsiteX1571" fmla="*/ 224954 w 288016"/>
                <a:gd name="connsiteY1571" fmla="*/ 405161 h 524359"/>
                <a:gd name="connsiteX1572" fmla="*/ 225359 w 288016"/>
                <a:gd name="connsiteY1572" fmla="*/ 403669 h 524359"/>
                <a:gd name="connsiteX1573" fmla="*/ 226169 w 288016"/>
                <a:gd name="connsiteY1573" fmla="*/ 399938 h 524359"/>
                <a:gd name="connsiteX1574" fmla="*/ 227788 w 288016"/>
                <a:gd name="connsiteY1574" fmla="*/ 402923 h 524359"/>
                <a:gd name="connsiteX1575" fmla="*/ 228597 w 288016"/>
                <a:gd name="connsiteY1575" fmla="*/ 414861 h 524359"/>
                <a:gd name="connsiteX1576" fmla="*/ 227788 w 288016"/>
                <a:gd name="connsiteY1576" fmla="*/ 416353 h 524359"/>
                <a:gd name="connsiteX1577" fmla="*/ 226169 w 288016"/>
                <a:gd name="connsiteY1577" fmla="*/ 420084 h 524359"/>
                <a:gd name="connsiteX1578" fmla="*/ 225764 w 288016"/>
                <a:gd name="connsiteY1578" fmla="*/ 423069 h 524359"/>
                <a:gd name="connsiteX1579" fmla="*/ 226573 w 288016"/>
                <a:gd name="connsiteY1579" fmla="*/ 427546 h 524359"/>
                <a:gd name="connsiteX1580" fmla="*/ 226978 w 288016"/>
                <a:gd name="connsiteY1580" fmla="*/ 425307 h 524359"/>
                <a:gd name="connsiteX1581" fmla="*/ 228192 w 288016"/>
                <a:gd name="connsiteY1581" fmla="*/ 422323 h 524359"/>
                <a:gd name="connsiteX1582" fmla="*/ 229002 w 288016"/>
                <a:gd name="connsiteY1582" fmla="*/ 420084 h 524359"/>
                <a:gd name="connsiteX1583" fmla="*/ 231430 w 288016"/>
                <a:gd name="connsiteY1583" fmla="*/ 411876 h 524359"/>
                <a:gd name="connsiteX1584" fmla="*/ 231430 w 288016"/>
                <a:gd name="connsiteY1584" fmla="*/ 411130 h 524359"/>
                <a:gd name="connsiteX1585" fmla="*/ 234263 w 288016"/>
                <a:gd name="connsiteY1585" fmla="*/ 416353 h 524359"/>
                <a:gd name="connsiteX1586" fmla="*/ 234668 w 288016"/>
                <a:gd name="connsiteY1586" fmla="*/ 418592 h 524359"/>
                <a:gd name="connsiteX1587" fmla="*/ 234263 w 288016"/>
                <a:gd name="connsiteY1587" fmla="*/ 420084 h 524359"/>
                <a:gd name="connsiteX1588" fmla="*/ 231430 w 288016"/>
                <a:gd name="connsiteY1588" fmla="*/ 426053 h 524359"/>
                <a:gd name="connsiteX1589" fmla="*/ 230621 w 288016"/>
                <a:gd name="connsiteY1589" fmla="*/ 429038 h 524359"/>
                <a:gd name="connsiteX1590" fmla="*/ 227788 w 288016"/>
                <a:gd name="connsiteY1590" fmla="*/ 431276 h 524359"/>
                <a:gd name="connsiteX1591" fmla="*/ 226978 w 288016"/>
                <a:gd name="connsiteY1591" fmla="*/ 432023 h 524359"/>
                <a:gd name="connsiteX1592" fmla="*/ 226169 w 288016"/>
                <a:gd name="connsiteY1592" fmla="*/ 429038 h 524359"/>
                <a:gd name="connsiteX1593" fmla="*/ 205123 w 288016"/>
                <a:gd name="connsiteY1593" fmla="*/ 270107 h 524359"/>
                <a:gd name="connsiteX1594" fmla="*/ 203908 w 288016"/>
                <a:gd name="connsiteY1594" fmla="*/ 272346 h 524359"/>
                <a:gd name="connsiteX1595" fmla="*/ 201885 w 288016"/>
                <a:gd name="connsiteY1595" fmla="*/ 273838 h 524359"/>
                <a:gd name="connsiteX1596" fmla="*/ 198647 w 288016"/>
                <a:gd name="connsiteY1596" fmla="*/ 276077 h 524359"/>
                <a:gd name="connsiteX1597" fmla="*/ 198242 w 288016"/>
                <a:gd name="connsiteY1597" fmla="*/ 276823 h 524359"/>
                <a:gd name="connsiteX1598" fmla="*/ 198647 w 288016"/>
                <a:gd name="connsiteY1598" fmla="*/ 267869 h 524359"/>
                <a:gd name="connsiteX1599" fmla="*/ 199052 w 288016"/>
                <a:gd name="connsiteY1599" fmla="*/ 267123 h 524359"/>
                <a:gd name="connsiteX1600" fmla="*/ 201885 w 288016"/>
                <a:gd name="connsiteY1600" fmla="*/ 263392 h 524359"/>
                <a:gd name="connsiteX1601" fmla="*/ 203908 w 288016"/>
                <a:gd name="connsiteY1601" fmla="*/ 261154 h 524359"/>
                <a:gd name="connsiteX1602" fmla="*/ 205123 w 288016"/>
                <a:gd name="connsiteY1602" fmla="*/ 259661 h 524359"/>
                <a:gd name="connsiteX1603" fmla="*/ 205527 w 288016"/>
                <a:gd name="connsiteY1603" fmla="*/ 258915 h 524359"/>
                <a:gd name="connsiteX1604" fmla="*/ 205932 w 288016"/>
                <a:gd name="connsiteY1604" fmla="*/ 259661 h 524359"/>
                <a:gd name="connsiteX1605" fmla="*/ 205123 w 288016"/>
                <a:gd name="connsiteY1605" fmla="*/ 270107 h 524359"/>
                <a:gd name="connsiteX1606" fmla="*/ 205123 w 288016"/>
                <a:gd name="connsiteY1606" fmla="*/ 255930 h 524359"/>
                <a:gd name="connsiteX1607" fmla="*/ 203908 w 288016"/>
                <a:gd name="connsiteY1607" fmla="*/ 258169 h 524359"/>
                <a:gd name="connsiteX1608" fmla="*/ 201885 w 288016"/>
                <a:gd name="connsiteY1608" fmla="*/ 260407 h 524359"/>
                <a:gd name="connsiteX1609" fmla="*/ 198647 w 288016"/>
                <a:gd name="connsiteY1609" fmla="*/ 264138 h 524359"/>
                <a:gd name="connsiteX1610" fmla="*/ 198647 w 288016"/>
                <a:gd name="connsiteY1610" fmla="*/ 255930 h 524359"/>
                <a:gd name="connsiteX1611" fmla="*/ 199052 w 288016"/>
                <a:gd name="connsiteY1611" fmla="*/ 254438 h 524359"/>
                <a:gd name="connsiteX1612" fmla="*/ 201885 w 288016"/>
                <a:gd name="connsiteY1612" fmla="*/ 249961 h 524359"/>
                <a:gd name="connsiteX1613" fmla="*/ 203908 w 288016"/>
                <a:gd name="connsiteY1613" fmla="*/ 246977 h 524359"/>
                <a:gd name="connsiteX1614" fmla="*/ 205123 w 288016"/>
                <a:gd name="connsiteY1614" fmla="*/ 243992 h 524359"/>
                <a:gd name="connsiteX1615" fmla="*/ 205527 w 288016"/>
                <a:gd name="connsiteY1615" fmla="*/ 244738 h 524359"/>
                <a:gd name="connsiteX1616" fmla="*/ 205123 w 288016"/>
                <a:gd name="connsiteY1616" fmla="*/ 255930 h 524359"/>
                <a:gd name="connsiteX1617" fmla="*/ 201885 w 288016"/>
                <a:gd name="connsiteY1617" fmla="*/ 229069 h 524359"/>
                <a:gd name="connsiteX1618" fmla="*/ 198647 w 288016"/>
                <a:gd name="connsiteY1618" fmla="*/ 235038 h 524359"/>
                <a:gd name="connsiteX1619" fmla="*/ 197028 w 288016"/>
                <a:gd name="connsiteY1619" fmla="*/ 238023 h 524359"/>
                <a:gd name="connsiteX1620" fmla="*/ 196218 w 288016"/>
                <a:gd name="connsiteY1620" fmla="*/ 229069 h 524359"/>
                <a:gd name="connsiteX1621" fmla="*/ 197028 w 288016"/>
                <a:gd name="connsiteY1621" fmla="*/ 226084 h 524359"/>
                <a:gd name="connsiteX1622" fmla="*/ 198647 w 288016"/>
                <a:gd name="connsiteY1622" fmla="*/ 223100 h 524359"/>
                <a:gd name="connsiteX1623" fmla="*/ 201075 w 288016"/>
                <a:gd name="connsiteY1623" fmla="*/ 217130 h 524359"/>
                <a:gd name="connsiteX1624" fmla="*/ 201480 w 288016"/>
                <a:gd name="connsiteY1624" fmla="*/ 217877 h 524359"/>
                <a:gd name="connsiteX1625" fmla="*/ 201885 w 288016"/>
                <a:gd name="connsiteY1625" fmla="*/ 220861 h 524359"/>
                <a:gd name="connsiteX1626" fmla="*/ 201885 w 288016"/>
                <a:gd name="connsiteY1626" fmla="*/ 229069 h 524359"/>
                <a:gd name="connsiteX1627" fmla="*/ 198647 w 288016"/>
                <a:gd name="connsiteY1627" fmla="*/ 217877 h 524359"/>
                <a:gd name="connsiteX1628" fmla="*/ 197028 w 288016"/>
                <a:gd name="connsiteY1628" fmla="*/ 220861 h 524359"/>
                <a:gd name="connsiteX1629" fmla="*/ 195004 w 288016"/>
                <a:gd name="connsiteY1629" fmla="*/ 226084 h 524359"/>
                <a:gd name="connsiteX1630" fmla="*/ 194600 w 288016"/>
                <a:gd name="connsiteY1630" fmla="*/ 224592 h 524359"/>
                <a:gd name="connsiteX1631" fmla="*/ 193385 w 288016"/>
                <a:gd name="connsiteY1631" fmla="*/ 220115 h 524359"/>
                <a:gd name="connsiteX1632" fmla="*/ 193385 w 288016"/>
                <a:gd name="connsiteY1632" fmla="*/ 216384 h 524359"/>
                <a:gd name="connsiteX1633" fmla="*/ 194600 w 288016"/>
                <a:gd name="connsiteY1633" fmla="*/ 212654 h 524359"/>
                <a:gd name="connsiteX1634" fmla="*/ 197028 w 288016"/>
                <a:gd name="connsiteY1634" fmla="*/ 205192 h 524359"/>
                <a:gd name="connsiteX1635" fmla="*/ 197433 w 288016"/>
                <a:gd name="connsiteY1635" fmla="*/ 203700 h 524359"/>
                <a:gd name="connsiteX1636" fmla="*/ 197837 w 288016"/>
                <a:gd name="connsiteY1636" fmla="*/ 204446 h 524359"/>
                <a:gd name="connsiteX1637" fmla="*/ 198647 w 288016"/>
                <a:gd name="connsiteY1637" fmla="*/ 206684 h 524359"/>
                <a:gd name="connsiteX1638" fmla="*/ 198647 w 288016"/>
                <a:gd name="connsiteY1638" fmla="*/ 217877 h 524359"/>
                <a:gd name="connsiteX1639" fmla="*/ 188933 w 288016"/>
                <a:gd name="connsiteY1639" fmla="*/ 202207 h 524359"/>
                <a:gd name="connsiteX1640" fmla="*/ 186100 w 288016"/>
                <a:gd name="connsiteY1640" fmla="*/ 195492 h 524359"/>
                <a:gd name="connsiteX1641" fmla="*/ 186100 w 288016"/>
                <a:gd name="connsiteY1641" fmla="*/ 193254 h 524359"/>
                <a:gd name="connsiteX1642" fmla="*/ 187719 w 288016"/>
                <a:gd name="connsiteY1642" fmla="*/ 180569 h 524359"/>
                <a:gd name="connsiteX1643" fmla="*/ 188124 w 288016"/>
                <a:gd name="connsiteY1643" fmla="*/ 181315 h 524359"/>
                <a:gd name="connsiteX1644" fmla="*/ 188529 w 288016"/>
                <a:gd name="connsiteY1644" fmla="*/ 182061 h 524359"/>
                <a:gd name="connsiteX1645" fmla="*/ 190552 w 288016"/>
                <a:gd name="connsiteY1645" fmla="*/ 186538 h 524359"/>
                <a:gd name="connsiteX1646" fmla="*/ 190552 w 288016"/>
                <a:gd name="connsiteY1646" fmla="*/ 195492 h 524359"/>
                <a:gd name="connsiteX1647" fmla="*/ 188933 w 288016"/>
                <a:gd name="connsiteY1647" fmla="*/ 202207 h 524359"/>
                <a:gd name="connsiteX1648" fmla="*/ 184886 w 288016"/>
                <a:gd name="connsiteY1648" fmla="*/ 173854 h 524359"/>
                <a:gd name="connsiteX1649" fmla="*/ 186505 w 288016"/>
                <a:gd name="connsiteY1649" fmla="*/ 179077 h 524359"/>
                <a:gd name="connsiteX1650" fmla="*/ 186505 w 288016"/>
                <a:gd name="connsiteY1650" fmla="*/ 182061 h 524359"/>
                <a:gd name="connsiteX1651" fmla="*/ 184886 w 288016"/>
                <a:gd name="connsiteY1651" fmla="*/ 189523 h 524359"/>
                <a:gd name="connsiteX1652" fmla="*/ 184481 w 288016"/>
                <a:gd name="connsiteY1652" fmla="*/ 192507 h 524359"/>
                <a:gd name="connsiteX1653" fmla="*/ 181243 w 288016"/>
                <a:gd name="connsiteY1653" fmla="*/ 185046 h 524359"/>
                <a:gd name="connsiteX1654" fmla="*/ 182053 w 288016"/>
                <a:gd name="connsiteY1654" fmla="*/ 170123 h 524359"/>
                <a:gd name="connsiteX1655" fmla="*/ 182458 w 288016"/>
                <a:gd name="connsiteY1655" fmla="*/ 170869 h 524359"/>
                <a:gd name="connsiteX1656" fmla="*/ 184886 w 288016"/>
                <a:gd name="connsiteY1656" fmla="*/ 173854 h 524359"/>
                <a:gd name="connsiteX1657" fmla="*/ 111225 w 288016"/>
                <a:gd name="connsiteY1657" fmla="*/ 346215 h 524359"/>
                <a:gd name="connsiteX1658" fmla="*/ 113653 w 288016"/>
                <a:gd name="connsiteY1658" fmla="*/ 349200 h 524359"/>
                <a:gd name="connsiteX1659" fmla="*/ 115272 w 288016"/>
                <a:gd name="connsiteY1659" fmla="*/ 352184 h 524359"/>
                <a:gd name="connsiteX1660" fmla="*/ 116082 w 288016"/>
                <a:gd name="connsiteY1660" fmla="*/ 366361 h 524359"/>
                <a:gd name="connsiteX1661" fmla="*/ 115677 w 288016"/>
                <a:gd name="connsiteY1661" fmla="*/ 366361 h 524359"/>
                <a:gd name="connsiteX1662" fmla="*/ 113248 w 288016"/>
                <a:gd name="connsiteY1662" fmla="*/ 364869 h 524359"/>
                <a:gd name="connsiteX1663" fmla="*/ 111225 w 288016"/>
                <a:gd name="connsiteY1663" fmla="*/ 346215 h 524359"/>
                <a:gd name="connsiteX1664" fmla="*/ 109606 w 288016"/>
                <a:gd name="connsiteY1664" fmla="*/ 360392 h 524359"/>
                <a:gd name="connsiteX1665" fmla="*/ 109201 w 288016"/>
                <a:gd name="connsiteY1665" fmla="*/ 359646 h 524359"/>
                <a:gd name="connsiteX1666" fmla="*/ 107178 w 288016"/>
                <a:gd name="connsiteY1666" fmla="*/ 357407 h 524359"/>
                <a:gd name="connsiteX1667" fmla="*/ 105963 w 288016"/>
                <a:gd name="connsiteY1667" fmla="*/ 338753 h 524359"/>
                <a:gd name="connsiteX1668" fmla="*/ 107178 w 288016"/>
                <a:gd name="connsiteY1668" fmla="*/ 339500 h 524359"/>
                <a:gd name="connsiteX1669" fmla="*/ 109606 w 288016"/>
                <a:gd name="connsiteY1669" fmla="*/ 344723 h 524359"/>
                <a:gd name="connsiteX1670" fmla="*/ 109606 w 288016"/>
                <a:gd name="connsiteY1670" fmla="*/ 360392 h 524359"/>
                <a:gd name="connsiteX1671" fmla="*/ 65490 w 288016"/>
                <a:gd name="connsiteY1671" fmla="*/ 411876 h 524359"/>
                <a:gd name="connsiteX1672" fmla="*/ 62252 w 288016"/>
                <a:gd name="connsiteY1672" fmla="*/ 408892 h 524359"/>
                <a:gd name="connsiteX1673" fmla="*/ 59014 w 288016"/>
                <a:gd name="connsiteY1673" fmla="*/ 404415 h 524359"/>
                <a:gd name="connsiteX1674" fmla="*/ 58610 w 288016"/>
                <a:gd name="connsiteY1674" fmla="*/ 403669 h 524359"/>
                <a:gd name="connsiteX1675" fmla="*/ 58205 w 288016"/>
                <a:gd name="connsiteY1675" fmla="*/ 402923 h 524359"/>
                <a:gd name="connsiteX1676" fmla="*/ 57396 w 288016"/>
                <a:gd name="connsiteY1676" fmla="*/ 402176 h 524359"/>
                <a:gd name="connsiteX1677" fmla="*/ 58205 w 288016"/>
                <a:gd name="connsiteY1677" fmla="*/ 400684 h 524359"/>
                <a:gd name="connsiteX1678" fmla="*/ 59014 w 288016"/>
                <a:gd name="connsiteY1678" fmla="*/ 399192 h 524359"/>
                <a:gd name="connsiteX1679" fmla="*/ 62252 w 288016"/>
                <a:gd name="connsiteY1679" fmla="*/ 396207 h 524359"/>
                <a:gd name="connsiteX1680" fmla="*/ 63466 w 288016"/>
                <a:gd name="connsiteY1680" fmla="*/ 396953 h 524359"/>
                <a:gd name="connsiteX1681" fmla="*/ 65490 w 288016"/>
                <a:gd name="connsiteY1681" fmla="*/ 399938 h 524359"/>
                <a:gd name="connsiteX1682" fmla="*/ 65895 w 288016"/>
                <a:gd name="connsiteY1682" fmla="*/ 400684 h 524359"/>
                <a:gd name="connsiteX1683" fmla="*/ 66704 w 288016"/>
                <a:gd name="connsiteY1683" fmla="*/ 401430 h 524359"/>
                <a:gd name="connsiteX1684" fmla="*/ 70347 w 288016"/>
                <a:gd name="connsiteY1684" fmla="*/ 405907 h 524359"/>
                <a:gd name="connsiteX1685" fmla="*/ 70752 w 288016"/>
                <a:gd name="connsiteY1685" fmla="*/ 405907 h 524359"/>
                <a:gd name="connsiteX1686" fmla="*/ 70347 w 288016"/>
                <a:gd name="connsiteY1686" fmla="*/ 406653 h 524359"/>
                <a:gd name="connsiteX1687" fmla="*/ 66704 w 288016"/>
                <a:gd name="connsiteY1687" fmla="*/ 411876 h 524359"/>
                <a:gd name="connsiteX1688" fmla="*/ 65490 w 288016"/>
                <a:gd name="connsiteY1688" fmla="*/ 411876 h 524359"/>
                <a:gd name="connsiteX1689" fmla="*/ 66300 w 288016"/>
                <a:gd name="connsiteY1689" fmla="*/ 415607 h 524359"/>
                <a:gd name="connsiteX1690" fmla="*/ 65895 w 288016"/>
                <a:gd name="connsiteY1690" fmla="*/ 416353 h 524359"/>
                <a:gd name="connsiteX1691" fmla="*/ 62657 w 288016"/>
                <a:gd name="connsiteY1691" fmla="*/ 421576 h 524359"/>
                <a:gd name="connsiteX1692" fmla="*/ 59419 w 288016"/>
                <a:gd name="connsiteY1692" fmla="*/ 420830 h 524359"/>
                <a:gd name="connsiteX1693" fmla="*/ 58610 w 288016"/>
                <a:gd name="connsiteY1693" fmla="*/ 420084 h 524359"/>
                <a:gd name="connsiteX1694" fmla="*/ 56586 w 288016"/>
                <a:gd name="connsiteY1694" fmla="*/ 417100 h 524359"/>
                <a:gd name="connsiteX1695" fmla="*/ 54967 w 288016"/>
                <a:gd name="connsiteY1695" fmla="*/ 414115 h 524359"/>
                <a:gd name="connsiteX1696" fmla="*/ 54158 w 288016"/>
                <a:gd name="connsiteY1696" fmla="*/ 413369 h 524359"/>
                <a:gd name="connsiteX1697" fmla="*/ 52539 w 288016"/>
                <a:gd name="connsiteY1697" fmla="*/ 412623 h 524359"/>
                <a:gd name="connsiteX1698" fmla="*/ 55372 w 288016"/>
                <a:gd name="connsiteY1698" fmla="*/ 407400 h 524359"/>
                <a:gd name="connsiteX1699" fmla="*/ 56991 w 288016"/>
                <a:gd name="connsiteY1699" fmla="*/ 405907 h 524359"/>
                <a:gd name="connsiteX1700" fmla="*/ 57800 w 288016"/>
                <a:gd name="connsiteY1700" fmla="*/ 405907 h 524359"/>
                <a:gd name="connsiteX1701" fmla="*/ 58610 w 288016"/>
                <a:gd name="connsiteY1701" fmla="*/ 406653 h 524359"/>
                <a:gd name="connsiteX1702" fmla="*/ 59014 w 288016"/>
                <a:gd name="connsiteY1702" fmla="*/ 406653 h 524359"/>
                <a:gd name="connsiteX1703" fmla="*/ 59824 w 288016"/>
                <a:gd name="connsiteY1703" fmla="*/ 407400 h 524359"/>
                <a:gd name="connsiteX1704" fmla="*/ 61443 w 288016"/>
                <a:gd name="connsiteY1704" fmla="*/ 410384 h 524359"/>
                <a:gd name="connsiteX1705" fmla="*/ 63062 w 288016"/>
                <a:gd name="connsiteY1705" fmla="*/ 411876 h 524359"/>
                <a:gd name="connsiteX1706" fmla="*/ 66300 w 288016"/>
                <a:gd name="connsiteY1706" fmla="*/ 414861 h 524359"/>
                <a:gd name="connsiteX1707" fmla="*/ 70752 w 288016"/>
                <a:gd name="connsiteY1707" fmla="*/ 402176 h 524359"/>
                <a:gd name="connsiteX1708" fmla="*/ 67109 w 288016"/>
                <a:gd name="connsiteY1708" fmla="*/ 397700 h 524359"/>
                <a:gd name="connsiteX1709" fmla="*/ 65490 w 288016"/>
                <a:gd name="connsiteY1709" fmla="*/ 395461 h 524359"/>
                <a:gd name="connsiteX1710" fmla="*/ 63871 w 288016"/>
                <a:gd name="connsiteY1710" fmla="*/ 393969 h 524359"/>
                <a:gd name="connsiteX1711" fmla="*/ 62252 w 288016"/>
                <a:gd name="connsiteY1711" fmla="*/ 393223 h 524359"/>
                <a:gd name="connsiteX1712" fmla="*/ 65085 w 288016"/>
                <a:gd name="connsiteY1712" fmla="*/ 387253 h 524359"/>
                <a:gd name="connsiteX1713" fmla="*/ 66704 w 288016"/>
                <a:gd name="connsiteY1713" fmla="*/ 386507 h 524359"/>
                <a:gd name="connsiteX1714" fmla="*/ 67109 w 288016"/>
                <a:gd name="connsiteY1714" fmla="*/ 386507 h 524359"/>
                <a:gd name="connsiteX1715" fmla="*/ 68323 w 288016"/>
                <a:gd name="connsiteY1715" fmla="*/ 387253 h 524359"/>
                <a:gd name="connsiteX1716" fmla="*/ 70347 w 288016"/>
                <a:gd name="connsiteY1716" fmla="*/ 390238 h 524359"/>
                <a:gd name="connsiteX1717" fmla="*/ 71156 w 288016"/>
                <a:gd name="connsiteY1717" fmla="*/ 390984 h 524359"/>
                <a:gd name="connsiteX1718" fmla="*/ 72775 w 288016"/>
                <a:gd name="connsiteY1718" fmla="*/ 393969 h 524359"/>
                <a:gd name="connsiteX1719" fmla="*/ 76013 w 288016"/>
                <a:gd name="connsiteY1719" fmla="*/ 396953 h 524359"/>
                <a:gd name="connsiteX1720" fmla="*/ 72775 w 288016"/>
                <a:gd name="connsiteY1720" fmla="*/ 402176 h 524359"/>
                <a:gd name="connsiteX1721" fmla="*/ 70752 w 288016"/>
                <a:gd name="connsiteY1721" fmla="*/ 402176 h 524359"/>
                <a:gd name="connsiteX1722" fmla="*/ 73585 w 288016"/>
                <a:gd name="connsiteY1722" fmla="*/ 390238 h 524359"/>
                <a:gd name="connsiteX1723" fmla="*/ 70752 w 288016"/>
                <a:gd name="connsiteY1723" fmla="*/ 386507 h 524359"/>
                <a:gd name="connsiteX1724" fmla="*/ 69133 w 288016"/>
                <a:gd name="connsiteY1724" fmla="*/ 385015 h 524359"/>
                <a:gd name="connsiteX1725" fmla="*/ 67514 w 288016"/>
                <a:gd name="connsiteY1725" fmla="*/ 384269 h 524359"/>
                <a:gd name="connsiteX1726" fmla="*/ 70347 w 288016"/>
                <a:gd name="connsiteY1726" fmla="*/ 378300 h 524359"/>
                <a:gd name="connsiteX1727" fmla="*/ 72371 w 288016"/>
                <a:gd name="connsiteY1727" fmla="*/ 377553 h 524359"/>
                <a:gd name="connsiteX1728" fmla="*/ 72775 w 288016"/>
                <a:gd name="connsiteY1728" fmla="*/ 378300 h 524359"/>
                <a:gd name="connsiteX1729" fmla="*/ 73180 w 288016"/>
                <a:gd name="connsiteY1729" fmla="*/ 379046 h 524359"/>
                <a:gd name="connsiteX1730" fmla="*/ 76013 w 288016"/>
                <a:gd name="connsiteY1730" fmla="*/ 382030 h 524359"/>
                <a:gd name="connsiteX1731" fmla="*/ 76418 w 288016"/>
                <a:gd name="connsiteY1731" fmla="*/ 382776 h 524359"/>
                <a:gd name="connsiteX1732" fmla="*/ 80060 w 288016"/>
                <a:gd name="connsiteY1732" fmla="*/ 386507 h 524359"/>
                <a:gd name="connsiteX1733" fmla="*/ 80465 w 288016"/>
                <a:gd name="connsiteY1733" fmla="*/ 386507 h 524359"/>
                <a:gd name="connsiteX1734" fmla="*/ 80870 w 288016"/>
                <a:gd name="connsiteY1734" fmla="*/ 387253 h 524359"/>
                <a:gd name="connsiteX1735" fmla="*/ 80465 w 288016"/>
                <a:gd name="connsiteY1735" fmla="*/ 388746 h 524359"/>
                <a:gd name="connsiteX1736" fmla="*/ 80060 w 288016"/>
                <a:gd name="connsiteY1736" fmla="*/ 388746 h 524359"/>
                <a:gd name="connsiteX1737" fmla="*/ 76418 w 288016"/>
                <a:gd name="connsiteY1737" fmla="*/ 393223 h 524359"/>
                <a:gd name="connsiteX1738" fmla="*/ 73585 w 288016"/>
                <a:gd name="connsiteY1738" fmla="*/ 390238 h 524359"/>
                <a:gd name="connsiteX1739" fmla="*/ 81275 w 288016"/>
                <a:gd name="connsiteY1739" fmla="*/ 382776 h 524359"/>
                <a:gd name="connsiteX1740" fmla="*/ 77632 w 288016"/>
                <a:gd name="connsiteY1740" fmla="*/ 377553 h 524359"/>
                <a:gd name="connsiteX1741" fmla="*/ 74799 w 288016"/>
                <a:gd name="connsiteY1741" fmla="*/ 374569 h 524359"/>
                <a:gd name="connsiteX1742" fmla="*/ 73585 w 288016"/>
                <a:gd name="connsiteY1742" fmla="*/ 373823 h 524359"/>
                <a:gd name="connsiteX1743" fmla="*/ 73180 w 288016"/>
                <a:gd name="connsiteY1743" fmla="*/ 373823 h 524359"/>
                <a:gd name="connsiteX1744" fmla="*/ 73585 w 288016"/>
                <a:gd name="connsiteY1744" fmla="*/ 373076 h 524359"/>
                <a:gd name="connsiteX1745" fmla="*/ 77632 w 288016"/>
                <a:gd name="connsiteY1745" fmla="*/ 367853 h 524359"/>
                <a:gd name="connsiteX1746" fmla="*/ 81275 w 288016"/>
                <a:gd name="connsiteY1746" fmla="*/ 370838 h 524359"/>
                <a:gd name="connsiteX1747" fmla="*/ 81679 w 288016"/>
                <a:gd name="connsiteY1747" fmla="*/ 371584 h 524359"/>
                <a:gd name="connsiteX1748" fmla="*/ 82489 w 288016"/>
                <a:gd name="connsiteY1748" fmla="*/ 372330 h 524359"/>
                <a:gd name="connsiteX1749" fmla="*/ 82894 w 288016"/>
                <a:gd name="connsiteY1749" fmla="*/ 373076 h 524359"/>
                <a:gd name="connsiteX1750" fmla="*/ 87346 w 288016"/>
                <a:gd name="connsiteY1750" fmla="*/ 377553 h 524359"/>
                <a:gd name="connsiteX1751" fmla="*/ 82894 w 288016"/>
                <a:gd name="connsiteY1751" fmla="*/ 383523 h 524359"/>
                <a:gd name="connsiteX1752" fmla="*/ 81275 w 288016"/>
                <a:gd name="connsiteY1752" fmla="*/ 382776 h 524359"/>
                <a:gd name="connsiteX1753" fmla="*/ 82894 w 288016"/>
                <a:gd name="connsiteY1753" fmla="*/ 368600 h 524359"/>
                <a:gd name="connsiteX1754" fmla="*/ 81275 w 288016"/>
                <a:gd name="connsiteY1754" fmla="*/ 366361 h 524359"/>
                <a:gd name="connsiteX1755" fmla="*/ 80870 w 288016"/>
                <a:gd name="connsiteY1755" fmla="*/ 366361 h 524359"/>
                <a:gd name="connsiteX1756" fmla="*/ 79251 w 288016"/>
                <a:gd name="connsiteY1756" fmla="*/ 364869 h 524359"/>
                <a:gd name="connsiteX1757" fmla="*/ 78037 w 288016"/>
                <a:gd name="connsiteY1757" fmla="*/ 364123 h 524359"/>
                <a:gd name="connsiteX1758" fmla="*/ 80870 w 288016"/>
                <a:gd name="connsiteY1758" fmla="*/ 358900 h 524359"/>
                <a:gd name="connsiteX1759" fmla="*/ 81275 w 288016"/>
                <a:gd name="connsiteY1759" fmla="*/ 358900 h 524359"/>
                <a:gd name="connsiteX1760" fmla="*/ 82894 w 288016"/>
                <a:gd name="connsiteY1760" fmla="*/ 357407 h 524359"/>
                <a:gd name="connsiteX1761" fmla="*/ 87750 w 288016"/>
                <a:gd name="connsiteY1761" fmla="*/ 362630 h 524359"/>
                <a:gd name="connsiteX1762" fmla="*/ 88155 w 288016"/>
                <a:gd name="connsiteY1762" fmla="*/ 363376 h 524359"/>
                <a:gd name="connsiteX1763" fmla="*/ 88560 w 288016"/>
                <a:gd name="connsiteY1763" fmla="*/ 364123 h 524359"/>
                <a:gd name="connsiteX1764" fmla="*/ 88965 w 288016"/>
                <a:gd name="connsiteY1764" fmla="*/ 364869 h 524359"/>
                <a:gd name="connsiteX1765" fmla="*/ 90583 w 288016"/>
                <a:gd name="connsiteY1765" fmla="*/ 367107 h 524359"/>
                <a:gd name="connsiteX1766" fmla="*/ 91393 w 288016"/>
                <a:gd name="connsiteY1766" fmla="*/ 367853 h 524359"/>
                <a:gd name="connsiteX1767" fmla="*/ 92607 w 288016"/>
                <a:gd name="connsiteY1767" fmla="*/ 368600 h 524359"/>
                <a:gd name="connsiteX1768" fmla="*/ 91393 w 288016"/>
                <a:gd name="connsiteY1768" fmla="*/ 370838 h 524359"/>
                <a:gd name="connsiteX1769" fmla="*/ 90583 w 288016"/>
                <a:gd name="connsiteY1769" fmla="*/ 372330 h 524359"/>
                <a:gd name="connsiteX1770" fmla="*/ 88965 w 288016"/>
                <a:gd name="connsiteY1770" fmla="*/ 374569 h 524359"/>
                <a:gd name="connsiteX1771" fmla="*/ 88155 w 288016"/>
                <a:gd name="connsiteY1771" fmla="*/ 374569 h 524359"/>
                <a:gd name="connsiteX1772" fmla="*/ 82894 w 288016"/>
                <a:gd name="connsiteY1772" fmla="*/ 368600 h 524359"/>
                <a:gd name="connsiteX1773" fmla="*/ 91393 w 288016"/>
                <a:gd name="connsiteY1773" fmla="*/ 363376 h 524359"/>
                <a:gd name="connsiteX1774" fmla="*/ 90583 w 288016"/>
                <a:gd name="connsiteY1774" fmla="*/ 362630 h 524359"/>
                <a:gd name="connsiteX1775" fmla="*/ 88965 w 288016"/>
                <a:gd name="connsiteY1775" fmla="*/ 360392 h 524359"/>
                <a:gd name="connsiteX1776" fmla="*/ 88560 w 288016"/>
                <a:gd name="connsiteY1776" fmla="*/ 359646 h 524359"/>
                <a:gd name="connsiteX1777" fmla="*/ 88155 w 288016"/>
                <a:gd name="connsiteY1777" fmla="*/ 358900 h 524359"/>
                <a:gd name="connsiteX1778" fmla="*/ 85322 w 288016"/>
                <a:gd name="connsiteY1778" fmla="*/ 355915 h 524359"/>
                <a:gd name="connsiteX1779" fmla="*/ 84108 w 288016"/>
                <a:gd name="connsiteY1779" fmla="*/ 355169 h 524359"/>
                <a:gd name="connsiteX1780" fmla="*/ 88155 w 288016"/>
                <a:gd name="connsiteY1780" fmla="*/ 348453 h 524359"/>
                <a:gd name="connsiteX1781" fmla="*/ 88560 w 288016"/>
                <a:gd name="connsiteY1781" fmla="*/ 347707 h 524359"/>
                <a:gd name="connsiteX1782" fmla="*/ 88965 w 288016"/>
                <a:gd name="connsiteY1782" fmla="*/ 347707 h 524359"/>
                <a:gd name="connsiteX1783" fmla="*/ 90583 w 288016"/>
                <a:gd name="connsiteY1783" fmla="*/ 349200 h 524359"/>
                <a:gd name="connsiteX1784" fmla="*/ 91393 w 288016"/>
                <a:gd name="connsiteY1784" fmla="*/ 349946 h 524359"/>
                <a:gd name="connsiteX1785" fmla="*/ 93012 w 288016"/>
                <a:gd name="connsiteY1785" fmla="*/ 352184 h 524359"/>
                <a:gd name="connsiteX1786" fmla="*/ 95036 w 288016"/>
                <a:gd name="connsiteY1786" fmla="*/ 355169 h 524359"/>
                <a:gd name="connsiteX1787" fmla="*/ 97869 w 288016"/>
                <a:gd name="connsiteY1787" fmla="*/ 357407 h 524359"/>
                <a:gd name="connsiteX1788" fmla="*/ 95036 w 288016"/>
                <a:gd name="connsiteY1788" fmla="*/ 362630 h 524359"/>
                <a:gd name="connsiteX1789" fmla="*/ 91393 w 288016"/>
                <a:gd name="connsiteY1789" fmla="*/ 363376 h 524359"/>
                <a:gd name="connsiteX1790" fmla="*/ 94631 w 288016"/>
                <a:gd name="connsiteY1790" fmla="*/ 350692 h 524359"/>
                <a:gd name="connsiteX1791" fmla="*/ 90988 w 288016"/>
                <a:gd name="connsiteY1791" fmla="*/ 346215 h 524359"/>
                <a:gd name="connsiteX1792" fmla="*/ 90179 w 288016"/>
                <a:gd name="connsiteY1792" fmla="*/ 345469 h 524359"/>
                <a:gd name="connsiteX1793" fmla="*/ 88560 w 288016"/>
                <a:gd name="connsiteY1793" fmla="*/ 344723 h 524359"/>
                <a:gd name="connsiteX1794" fmla="*/ 90179 w 288016"/>
                <a:gd name="connsiteY1794" fmla="*/ 341738 h 524359"/>
                <a:gd name="connsiteX1795" fmla="*/ 90988 w 288016"/>
                <a:gd name="connsiteY1795" fmla="*/ 340246 h 524359"/>
                <a:gd name="connsiteX1796" fmla="*/ 92607 w 288016"/>
                <a:gd name="connsiteY1796" fmla="*/ 338007 h 524359"/>
                <a:gd name="connsiteX1797" fmla="*/ 94226 w 288016"/>
                <a:gd name="connsiteY1797" fmla="*/ 341738 h 524359"/>
                <a:gd name="connsiteX1798" fmla="*/ 95845 w 288016"/>
                <a:gd name="connsiteY1798" fmla="*/ 344723 h 524359"/>
                <a:gd name="connsiteX1799" fmla="*/ 97464 w 288016"/>
                <a:gd name="connsiteY1799" fmla="*/ 346961 h 524359"/>
                <a:gd name="connsiteX1800" fmla="*/ 98678 w 288016"/>
                <a:gd name="connsiteY1800" fmla="*/ 349946 h 524359"/>
                <a:gd name="connsiteX1801" fmla="*/ 100297 w 288016"/>
                <a:gd name="connsiteY1801" fmla="*/ 352184 h 524359"/>
                <a:gd name="connsiteX1802" fmla="*/ 100702 w 288016"/>
                <a:gd name="connsiteY1802" fmla="*/ 352930 h 524359"/>
                <a:gd name="connsiteX1803" fmla="*/ 100297 w 288016"/>
                <a:gd name="connsiteY1803" fmla="*/ 353677 h 524359"/>
                <a:gd name="connsiteX1804" fmla="*/ 98678 w 288016"/>
                <a:gd name="connsiteY1804" fmla="*/ 354423 h 524359"/>
                <a:gd name="connsiteX1805" fmla="*/ 94631 w 288016"/>
                <a:gd name="connsiteY1805" fmla="*/ 350692 h 524359"/>
                <a:gd name="connsiteX1806" fmla="*/ 80870 w 288016"/>
                <a:gd name="connsiteY1806" fmla="*/ 289507 h 524359"/>
                <a:gd name="connsiteX1807" fmla="*/ 80870 w 288016"/>
                <a:gd name="connsiteY1807" fmla="*/ 279807 h 524359"/>
                <a:gd name="connsiteX1808" fmla="*/ 81275 w 288016"/>
                <a:gd name="connsiteY1808" fmla="*/ 279061 h 524359"/>
                <a:gd name="connsiteX1809" fmla="*/ 82894 w 288016"/>
                <a:gd name="connsiteY1809" fmla="*/ 276077 h 524359"/>
                <a:gd name="connsiteX1810" fmla="*/ 86941 w 288016"/>
                <a:gd name="connsiteY1810" fmla="*/ 270854 h 524359"/>
                <a:gd name="connsiteX1811" fmla="*/ 86941 w 288016"/>
                <a:gd name="connsiteY1811" fmla="*/ 279807 h 524359"/>
                <a:gd name="connsiteX1812" fmla="*/ 82894 w 288016"/>
                <a:gd name="connsiteY1812" fmla="*/ 288015 h 524359"/>
                <a:gd name="connsiteX1813" fmla="*/ 81679 w 288016"/>
                <a:gd name="connsiteY1813" fmla="*/ 291746 h 524359"/>
                <a:gd name="connsiteX1814" fmla="*/ 81275 w 288016"/>
                <a:gd name="connsiteY1814" fmla="*/ 291000 h 524359"/>
                <a:gd name="connsiteX1815" fmla="*/ 80870 w 288016"/>
                <a:gd name="connsiteY1815" fmla="*/ 289507 h 524359"/>
                <a:gd name="connsiteX1816" fmla="*/ 80870 w 288016"/>
                <a:gd name="connsiteY1816" fmla="*/ 289507 h 524359"/>
                <a:gd name="connsiteX1817" fmla="*/ 80870 w 288016"/>
                <a:gd name="connsiteY1817" fmla="*/ 263392 h 524359"/>
                <a:gd name="connsiteX1818" fmla="*/ 82489 w 288016"/>
                <a:gd name="connsiteY1818" fmla="*/ 261154 h 524359"/>
                <a:gd name="connsiteX1819" fmla="*/ 86131 w 288016"/>
                <a:gd name="connsiteY1819" fmla="*/ 257423 h 524359"/>
                <a:gd name="connsiteX1820" fmla="*/ 85727 w 288016"/>
                <a:gd name="connsiteY1820" fmla="*/ 267123 h 524359"/>
                <a:gd name="connsiteX1821" fmla="*/ 82489 w 288016"/>
                <a:gd name="connsiteY1821" fmla="*/ 272346 h 524359"/>
                <a:gd name="connsiteX1822" fmla="*/ 80870 w 288016"/>
                <a:gd name="connsiteY1822" fmla="*/ 274584 h 524359"/>
                <a:gd name="connsiteX1823" fmla="*/ 80465 w 288016"/>
                <a:gd name="connsiteY1823" fmla="*/ 275330 h 524359"/>
                <a:gd name="connsiteX1824" fmla="*/ 79251 w 288016"/>
                <a:gd name="connsiteY1824" fmla="*/ 277569 h 524359"/>
                <a:gd name="connsiteX1825" fmla="*/ 79251 w 288016"/>
                <a:gd name="connsiteY1825" fmla="*/ 276823 h 524359"/>
                <a:gd name="connsiteX1826" fmla="*/ 80870 w 288016"/>
                <a:gd name="connsiteY1826" fmla="*/ 263392 h 524359"/>
                <a:gd name="connsiteX1827" fmla="*/ 80870 w 288016"/>
                <a:gd name="connsiteY1827" fmla="*/ 249961 h 524359"/>
                <a:gd name="connsiteX1828" fmla="*/ 82489 w 288016"/>
                <a:gd name="connsiteY1828" fmla="*/ 248469 h 524359"/>
                <a:gd name="connsiteX1829" fmla="*/ 86941 w 288016"/>
                <a:gd name="connsiteY1829" fmla="*/ 245484 h 524359"/>
                <a:gd name="connsiteX1830" fmla="*/ 85727 w 288016"/>
                <a:gd name="connsiteY1830" fmla="*/ 254438 h 524359"/>
                <a:gd name="connsiteX1831" fmla="*/ 82489 w 288016"/>
                <a:gd name="connsiteY1831" fmla="*/ 258915 h 524359"/>
                <a:gd name="connsiteX1832" fmla="*/ 80870 w 288016"/>
                <a:gd name="connsiteY1832" fmla="*/ 260407 h 524359"/>
                <a:gd name="connsiteX1833" fmla="*/ 80465 w 288016"/>
                <a:gd name="connsiteY1833" fmla="*/ 260407 h 524359"/>
                <a:gd name="connsiteX1834" fmla="*/ 78846 w 288016"/>
                <a:gd name="connsiteY1834" fmla="*/ 263392 h 524359"/>
                <a:gd name="connsiteX1835" fmla="*/ 78846 w 288016"/>
                <a:gd name="connsiteY1835" fmla="*/ 261900 h 524359"/>
                <a:gd name="connsiteX1836" fmla="*/ 80870 w 288016"/>
                <a:gd name="connsiteY1836" fmla="*/ 249961 h 524359"/>
                <a:gd name="connsiteX1837" fmla="*/ 65490 w 288016"/>
                <a:gd name="connsiteY1837" fmla="*/ 128338 h 524359"/>
                <a:gd name="connsiteX1838" fmla="*/ 67109 w 288016"/>
                <a:gd name="connsiteY1838" fmla="*/ 124607 h 524359"/>
                <a:gd name="connsiteX1839" fmla="*/ 67514 w 288016"/>
                <a:gd name="connsiteY1839" fmla="*/ 122369 h 524359"/>
                <a:gd name="connsiteX1840" fmla="*/ 67919 w 288016"/>
                <a:gd name="connsiteY1840" fmla="*/ 122369 h 524359"/>
                <a:gd name="connsiteX1841" fmla="*/ 70752 w 288016"/>
                <a:gd name="connsiteY1841" fmla="*/ 113415 h 524359"/>
                <a:gd name="connsiteX1842" fmla="*/ 71156 w 288016"/>
                <a:gd name="connsiteY1842" fmla="*/ 114161 h 524359"/>
                <a:gd name="connsiteX1843" fmla="*/ 73989 w 288016"/>
                <a:gd name="connsiteY1843" fmla="*/ 120131 h 524359"/>
                <a:gd name="connsiteX1844" fmla="*/ 73989 w 288016"/>
                <a:gd name="connsiteY1844" fmla="*/ 125354 h 524359"/>
                <a:gd name="connsiteX1845" fmla="*/ 71156 w 288016"/>
                <a:gd name="connsiteY1845" fmla="*/ 132069 h 524359"/>
                <a:gd name="connsiteX1846" fmla="*/ 69537 w 288016"/>
                <a:gd name="connsiteY1846" fmla="*/ 136546 h 524359"/>
                <a:gd name="connsiteX1847" fmla="*/ 69133 w 288016"/>
                <a:gd name="connsiteY1847" fmla="*/ 139531 h 524359"/>
                <a:gd name="connsiteX1848" fmla="*/ 67514 w 288016"/>
                <a:gd name="connsiteY1848" fmla="*/ 136546 h 524359"/>
                <a:gd name="connsiteX1849" fmla="*/ 65895 w 288016"/>
                <a:gd name="connsiteY1849" fmla="*/ 133561 h 524359"/>
                <a:gd name="connsiteX1850" fmla="*/ 65490 w 288016"/>
                <a:gd name="connsiteY1850" fmla="*/ 128338 h 524359"/>
                <a:gd name="connsiteX1851" fmla="*/ 64276 w 288016"/>
                <a:gd name="connsiteY1851" fmla="*/ 127592 h 524359"/>
                <a:gd name="connsiteX1852" fmla="*/ 63871 w 288016"/>
                <a:gd name="connsiteY1852" fmla="*/ 129831 h 524359"/>
                <a:gd name="connsiteX1853" fmla="*/ 62657 w 288016"/>
                <a:gd name="connsiteY1853" fmla="*/ 128338 h 524359"/>
                <a:gd name="connsiteX1854" fmla="*/ 62657 w 288016"/>
                <a:gd name="connsiteY1854" fmla="*/ 113415 h 524359"/>
                <a:gd name="connsiteX1855" fmla="*/ 65490 w 288016"/>
                <a:gd name="connsiteY1855" fmla="*/ 104461 h 524359"/>
                <a:gd name="connsiteX1856" fmla="*/ 65895 w 288016"/>
                <a:gd name="connsiteY1856" fmla="*/ 105208 h 524359"/>
                <a:gd name="connsiteX1857" fmla="*/ 67514 w 288016"/>
                <a:gd name="connsiteY1857" fmla="*/ 107446 h 524359"/>
                <a:gd name="connsiteX1858" fmla="*/ 67919 w 288016"/>
                <a:gd name="connsiteY1858" fmla="*/ 120131 h 524359"/>
                <a:gd name="connsiteX1859" fmla="*/ 67514 w 288016"/>
                <a:gd name="connsiteY1859" fmla="*/ 120877 h 524359"/>
                <a:gd name="connsiteX1860" fmla="*/ 65895 w 288016"/>
                <a:gd name="connsiteY1860" fmla="*/ 123861 h 524359"/>
                <a:gd name="connsiteX1861" fmla="*/ 64276 w 288016"/>
                <a:gd name="connsiteY1861" fmla="*/ 127592 h 524359"/>
                <a:gd name="connsiteX1862" fmla="*/ 70752 w 288016"/>
                <a:gd name="connsiteY1862" fmla="*/ 138038 h 524359"/>
                <a:gd name="connsiteX1863" fmla="*/ 70752 w 288016"/>
                <a:gd name="connsiteY1863" fmla="*/ 138038 h 524359"/>
                <a:gd name="connsiteX1864" fmla="*/ 73180 w 288016"/>
                <a:gd name="connsiteY1864" fmla="*/ 132069 h 524359"/>
                <a:gd name="connsiteX1865" fmla="*/ 73585 w 288016"/>
                <a:gd name="connsiteY1865" fmla="*/ 131323 h 524359"/>
                <a:gd name="connsiteX1866" fmla="*/ 76013 w 288016"/>
                <a:gd name="connsiteY1866" fmla="*/ 123115 h 524359"/>
                <a:gd name="connsiteX1867" fmla="*/ 77632 w 288016"/>
                <a:gd name="connsiteY1867" fmla="*/ 126100 h 524359"/>
                <a:gd name="connsiteX1868" fmla="*/ 77632 w 288016"/>
                <a:gd name="connsiteY1868" fmla="*/ 138784 h 524359"/>
                <a:gd name="connsiteX1869" fmla="*/ 74799 w 288016"/>
                <a:gd name="connsiteY1869" fmla="*/ 146246 h 524359"/>
                <a:gd name="connsiteX1870" fmla="*/ 74394 w 288016"/>
                <a:gd name="connsiteY1870" fmla="*/ 149231 h 524359"/>
                <a:gd name="connsiteX1871" fmla="*/ 73585 w 288016"/>
                <a:gd name="connsiteY1871" fmla="*/ 148484 h 524359"/>
                <a:gd name="connsiteX1872" fmla="*/ 70752 w 288016"/>
                <a:gd name="connsiteY1872" fmla="*/ 143261 h 524359"/>
                <a:gd name="connsiteX1873" fmla="*/ 70347 w 288016"/>
                <a:gd name="connsiteY1873" fmla="*/ 140277 h 524359"/>
                <a:gd name="connsiteX1874" fmla="*/ 70752 w 288016"/>
                <a:gd name="connsiteY1874" fmla="*/ 138038 h 524359"/>
                <a:gd name="connsiteX1875" fmla="*/ 76013 w 288016"/>
                <a:gd name="connsiteY1875" fmla="*/ 149231 h 524359"/>
                <a:gd name="connsiteX1876" fmla="*/ 76418 w 288016"/>
                <a:gd name="connsiteY1876" fmla="*/ 146992 h 524359"/>
                <a:gd name="connsiteX1877" fmla="*/ 77632 w 288016"/>
                <a:gd name="connsiteY1877" fmla="*/ 144007 h 524359"/>
                <a:gd name="connsiteX1878" fmla="*/ 78442 w 288016"/>
                <a:gd name="connsiteY1878" fmla="*/ 142515 h 524359"/>
                <a:gd name="connsiteX1879" fmla="*/ 81275 w 288016"/>
                <a:gd name="connsiteY1879" fmla="*/ 133561 h 524359"/>
                <a:gd name="connsiteX1880" fmla="*/ 81275 w 288016"/>
                <a:gd name="connsiteY1880" fmla="*/ 132815 h 524359"/>
                <a:gd name="connsiteX1881" fmla="*/ 81679 w 288016"/>
                <a:gd name="connsiteY1881" fmla="*/ 133561 h 524359"/>
                <a:gd name="connsiteX1882" fmla="*/ 83298 w 288016"/>
                <a:gd name="connsiteY1882" fmla="*/ 135800 h 524359"/>
                <a:gd name="connsiteX1883" fmla="*/ 83298 w 288016"/>
                <a:gd name="connsiteY1883" fmla="*/ 149231 h 524359"/>
                <a:gd name="connsiteX1884" fmla="*/ 81679 w 288016"/>
                <a:gd name="connsiteY1884" fmla="*/ 152215 h 524359"/>
                <a:gd name="connsiteX1885" fmla="*/ 81275 w 288016"/>
                <a:gd name="connsiteY1885" fmla="*/ 152961 h 524359"/>
                <a:gd name="connsiteX1886" fmla="*/ 80465 w 288016"/>
                <a:gd name="connsiteY1886" fmla="*/ 155946 h 524359"/>
                <a:gd name="connsiteX1887" fmla="*/ 80060 w 288016"/>
                <a:gd name="connsiteY1887" fmla="*/ 158931 h 524359"/>
                <a:gd name="connsiteX1888" fmla="*/ 78037 w 288016"/>
                <a:gd name="connsiteY1888" fmla="*/ 155946 h 524359"/>
                <a:gd name="connsiteX1889" fmla="*/ 76013 w 288016"/>
                <a:gd name="connsiteY1889" fmla="*/ 149231 h 524359"/>
                <a:gd name="connsiteX1890" fmla="*/ 81275 w 288016"/>
                <a:gd name="connsiteY1890" fmla="*/ 158931 h 524359"/>
                <a:gd name="connsiteX1891" fmla="*/ 81679 w 288016"/>
                <a:gd name="connsiteY1891" fmla="*/ 157438 h 524359"/>
                <a:gd name="connsiteX1892" fmla="*/ 82894 w 288016"/>
                <a:gd name="connsiteY1892" fmla="*/ 154454 h 524359"/>
                <a:gd name="connsiteX1893" fmla="*/ 83703 w 288016"/>
                <a:gd name="connsiteY1893" fmla="*/ 152215 h 524359"/>
                <a:gd name="connsiteX1894" fmla="*/ 86536 w 288016"/>
                <a:gd name="connsiteY1894" fmla="*/ 142515 h 524359"/>
                <a:gd name="connsiteX1895" fmla="*/ 87750 w 288016"/>
                <a:gd name="connsiteY1895" fmla="*/ 144754 h 524359"/>
                <a:gd name="connsiteX1896" fmla="*/ 88155 w 288016"/>
                <a:gd name="connsiteY1896" fmla="*/ 145500 h 524359"/>
                <a:gd name="connsiteX1897" fmla="*/ 88560 w 288016"/>
                <a:gd name="connsiteY1897" fmla="*/ 146246 h 524359"/>
                <a:gd name="connsiteX1898" fmla="*/ 88560 w 288016"/>
                <a:gd name="connsiteY1898" fmla="*/ 156692 h 524359"/>
                <a:gd name="connsiteX1899" fmla="*/ 88155 w 288016"/>
                <a:gd name="connsiteY1899" fmla="*/ 157438 h 524359"/>
                <a:gd name="connsiteX1900" fmla="*/ 87750 w 288016"/>
                <a:gd name="connsiteY1900" fmla="*/ 158931 h 524359"/>
                <a:gd name="connsiteX1901" fmla="*/ 85322 w 288016"/>
                <a:gd name="connsiteY1901" fmla="*/ 164900 h 524359"/>
                <a:gd name="connsiteX1902" fmla="*/ 84917 w 288016"/>
                <a:gd name="connsiteY1902" fmla="*/ 167884 h 524359"/>
                <a:gd name="connsiteX1903" fmla="*/ 82894 w 288016"/>
                <a:gd name="connsiteY1903" fmla="*/ 164900 h 524359"/>
                <a:gd name="connsiteX1904" fmla="*/ 81275 w 288016"/>
                <a:gd name="connsiteY1904" fmla="*/ 161169 h 524359"/>
                <a:gd name="connsiteX1905" fmla="*/ 81275 w 288016"/>
                <a:gd name="connsiteY1905" fmla="*/ 158931 h 524359"/>
                <a:gd name="connsiteX1906" fmla="*/ 86536 w 288016"/>
                <a:gd name="connsiteY1906" fmla="*/ 168631 h 524359"/>
                <a:gd name="connsiteX1907" fmla="*/ 86941 w 288016"/>
                <a:gd name="connsiteY1907" fmla="*/ 167138 h 524359"/>
                <a:gd name="connsiteX1908" fmla="*/ 87750 w 288016"/>
                <a:gd name="connsiteY1908" fmla="*/ 164900 h 524359"/>
                <a:gd name="connsiteX1909" fmla="*/ 88155 w 288016"/>
                <a:gd name="connsiteY1909" fmla="*/ 163407 h 524359"/>
                <a:gd name="connsiteX1910" fmla="*/ 88560 w 288016"/>
                <a:gd name="connsiteY1910" fmla="*/ 162661 h 524359"/>
                <a:gd name="connsiteX1911" fmla="*/ 88965 w 288016"/>
                <a:gd name="connsiteY1911" fmla="*/ 161915 h 524359"/>
                <a:gd name="connsiteX1912" fmla="*/ 90583 w 288016"/>
                <a:gd name="connsiteY1912" fmla="*/ 158184 h 524359"/>
                <a:gd name="connsiteX1913" fmla="*/ 91393 w 288016"/>
                <a:gd name="connsiteY1913" fmla="*/ 155200 h 524359"/>
                <a:gd name="connsiteX1914" fmla="*/ 91798 w 288016"/>
                <a:gd name="connsiteY1914" fmla="*/ 152961 h 524359"/>
                <a:gd name="connsiteX1915" fmla="*/ 94631 w 288016"/>
                <a:gd name="connsiteY1915" fmla="*/ 158931 h 524359"/>
                <a:gd name="connsiteX1916" fmla="*/ 94631 w 288016"/>
                <a:gd name="connsiteY1916" fmla="*/ 164900 h 524359"/>
                <a:gd name="connsiteX1917" fmla="*/ 90988 w 288016"/>
                <a:gd name="connsiteY1917" fmla="*/ 173854 h 524359"/>
                <a:gd name="connsiteX1918" fmla="*/ 90583 w 288016"/>
                <a:gd name="connsiteY1918" fmla="*/ 176838 h 524359"/>
                <a:gd name="connsiteX1919" fmla="*/ 90179 w 288016"/>
                <a:gd name="connsiteY1919" fmla="*/ 177584 h 524359"/>
                <a:gd name="connsiteX1920" fmla="*/ 90179 w 288016"/>
                <a:gd name="connsiteY1920" fmla="*/ 178331 h 524359"/>
                <a:gd name="connsiteX1921" fmla="*/ 88560 w 288016"/>
                <a:gd name="connsiteY1921" fmla="*/ 176092 h 524359"/>
                <a:gd name="connsiteX1922" fmla="*/ 88155 w 288016"/>
                <a:gd name="connsiteY1922" fmla="*/ 175346 h 524359"/>
                <a:gd name="connsiteX1923" fmla="*/ 87750 w 288016"/>
                <a:gd name="connsiteY1923" fmla="*/ 174600 h 524359"/>
                <a:gd name="connsiteX1924" fmla="*/ 86536 w 288016"/>
                <a:gd name="connsiteY1924" fmla="*/ 168631 h 524359"/>
                <a:gd name="connsiteX1925" fmla="*/ 91798 w 288016"/>
                <a:gd name="connsiteY1925" fmla="*/ 178331 h 524359"/>
                <a:gd name="connsiteX1926" fmla="*/ 92202 w 288016"/>
                <a:gd name="connsiteY1926" fmla="*/ 176838 h 524359"/>
                <a:gd name="connsiteX1927" fmla="*/ 94226 w 288016"/>
                <a:gd name="connsiteY1927" fmla="*/ 171615 h 524359"/>
                <a:gd name="connsiteX1928" fmla="*/ 94631 w 288016"/>
                <a:gd name="connsiteY1928" fmla="*/ 170869 h 524359"/>
                <a:gd name="connsiteX1929" fmla="*/ 97059 w 288016"/>
                <a:gd name="connsiteY1929" fmla="*/ 162661 h 524359"/>
                <a:gd name="connsiteX1930" fmla="*/ 98678 w 288016"/>
                <a:gd name="connsiteY1930" fmla="*/ 165646 h 524359"/>
                <a:gd name="connsiteX1931" fmla="*/ 100297 w 288016"/>
                <a:gd name="connsiteY1931" fmla="*/ 168631 h 524359"/>
                <a:gd name="connsiteX1932" fmla="*/ 100297 w 288016"/>
                <a:gd name="connsiteY1932" fmla="*/ 170123 h 524359"/>
                <a:gd name="connsiteX1933" fmla="*/ 99083 w 288016"/>
                <a:gd name="connsiteY1933" fmla="*/ 173107 h 524359"/>
                <a:gd name="connsiteX1934" fmla="*/ 98678 w 288016"/>
                <a:gd name="connsiteY1934" fmla="*/ 173107 h 524359"/>
                <a:gd name="connsiteX1935" fmla="*/ 94631 w 288016"/>
                <a:gd name="connsiteY1935" fmla="*/ 179823 h 524359"/>
                <a:gd name="connsiteX1936" fmla="*/ 94226 w 288016"/>
                <a:gd name="connsiteY1936" fmla="*/ 180569 h 524359"/>
                <a:gd name="connsiteX1937" fmla="*/ 93417 w 288016"/>
                <a:gd name="connsiteY1937" fmla="*/ 183554 h 524359"/>
                <a:gd name="connsiteX1938" fmla="*/ 93012 w 288016"/>
                <a:gd name="connsiteY1938" fmla="*/ 184300 h 524359"/>
                <a:gd name="connsiteX1939" fmla="*/ 91798 w 288016"/>
                <a:gd name="connsiteY1939" fmla="*/ 178331 h 524359"/>
                <a:gd name="connsiteX1940" fmla="*/ 123771 w 288016"/>
                <a:gd name="connsiteY1940" fmla="*/ 157438 h 524359"/>
                <a:gd name="connsiteX1941" fmla="*/ 126200 w 288016"/>
                <a:gd name="connsiteY1941" fmla="*/ 161915 h 524359"/>
                <a:gd name="connsiteX1942" fmla="*/ 126605 w 288016"/>
                <a:gd name="connsiteY1942" fmla="*/ 162661 h 524359"/>
                <a:gd name="connsiteX1943" fmla="*/ 126200 w 288016"/>
                <a:gd name="connsiteY1943" fmla="*/ 162661 h 524359"/>
                <a:gd name="connsiteX1944" fmla="*/ 123771 w 288016"/>
                <a:gd name="connsiteY1944" fmla="*/ 164900 h 524359"/>
                <a:gd name="connsiteX1945" fmla="*/ 121748 w 288016"/>
                <a:gd name="connsiteY1945" fmla="*/ 164900 h 524359"/>
                <a:gd name="connsiteX1946" fmla="*/ 121343 w 288016"/>
                <a:gd name="connsiteY1946" fmla="*/ 164154 h 524359"/>
                <a:gd name="connsiteX1947" fmla="*/ 119724 w 288016"/>
                <a:gd name="connsiteY1947" fmla="*/ 162661 h 524359"/>
                <a:gd name="connsiteX1948" fmla="*/ 116486 w 288016"/>
                <a:gd name="connsiteY1948" fmla="*/ 158184 h 524359"/>
                <a:gd name="connsiteX1949" fmla="*/ 114867 w 288016"/>
                <a:gd name="connsiteY1949" fmla="*/ 156692 h 524359"/>
                <a:gd name="connsiteX1950" fmla="*/ 115272 w 288016"/>
                <a:gd name="connsiteY1950" fmla="*/ 155946 h 524359"/>
                <a:gd name="connsiteX1951" fmla="*/ 116082 w 288016"/>
                <a:gd name="connsiteY1951" fmla="*/ 155200 h 524359"/>
                <a:gd name="connsiteX1952" fmla="*/ 119319 w 288016"/>
                <a:gd name="connsiteY1952" fmla="*/ 153707 h 524359"/>
                <a:gd name="connsiteX1953" fmla="*/ 120938 w 288016"/>
                <a:gd name="connsiteY1953" fmla="*/ 154454 h 524359"/>
                <a:gd name="connsiteX1954" fmla="*/ 123771 w 288016"/>
                <a:gd name="connsiteY1954" fmla="*/ 157438 h 524359"/>
                <a:gd name="connsiteX1955" fmla="*/ 122153 w 288016"/>
                <a:gd name="connsiteY1955" fmla="*/ 150723 h 524359"/>
                <a:gd name="connsiteX1956" fmla="*/ 122557 w 288016"/>
                <a:gd name="connsiteY1956" fmla="*/ 149977 h 524359"/>
                <a:gd name="connsiteX1957" fmla="*/ 123771 w 288016"/>
                <a:gd name="connsiteY1957" fmla="*/ 149231 h 524359"/>
                <a:gd name="connsiteX1958" fmla="*/ 126200 w 288016"/>
                <a:gd name="connsiteY1958" fmla="*/ 148484 h 524359"/>
                <a:gd name="connsiteX1959" fmla="*/ 129033 w 288016"/>
                <a:gd name="connsiteY1959" fmla="*/ 149231 h 524359"/>
                <a:gd name="connsiteX1960" fmla="*/ 131461 w 288016"/>
                <a:gd name="connsiteY1960" fmla="*/ 153707 h 524359"/>
                <a:gd name="connsiteX1961" fmla="*/ 133080 w 288016"/>
                <a:gd name="connsiteY1961" fmla="*/ 157438 h 524359"/>
                <a:gd name="connsiteX1962" fmla="*/ 133485 w 288016"/>
                <a:gd name="connsiteY1962" fmla="*/ 158184 h 524359"/>
                <a:gd name="connsiteX1963" fmla="*/ 133080 w 288016"/>
                <a:gd name="connsiteY1963" fmla="*/ 158931 h 524359"/>
                <a:gd name="connsiteX1964" fmla="*/ 131461 w 288016"/>
                <a:gd name="connsiteY1964" fmla="*/ 159677 h 524359"/>
                <a:gd name="connsiteX1965" fmla="*/ 129033 w 288016"/>
                <a:gd name="connsiteY1965" fmla="*/ 159677 h 524359"/>
                <a:gd name="connsiteX1966" fmla="*/ 128628 w 288016"/>
                <a:gd name="connsiteY1966" fmla="*/ 158931 h 524359"/>
                <a:gd name="connsiteX1967" fmla="*/ 126200 w 288016"/>
                <a:gd name="connsiteY1967" fmla="*/ 155946 h 524359"/>
                <a:gd name="connsiteX1968" fmla="*/ 123771 w 288016"/>
                <a:gd name="connsiteY1968" fmla="*/ 151469 h 524359"/>
                <a:gd name="connsiteX1969" fmla="*/ 122153 w 288016"/>
                <a:gd name="connsiteY1969" fmla="*/ 150723 h 524359"/>
                <a:gd name="connsiteX1970" fmla="*/ 116486 w 288016"/>
                <a:gd name="connsiteY1970" fmla="*/ 161169 h 524359"/>
                <a:gd name="connsiteX1971" fmla="*/ 119724 w 288016"/>
                <a:gd name="connsiteY1971" fmla="*/ 165646 h 524359"/>
                <a:gd name="connsiteX1972" fmla="*/ 120129 w 288016"/>
                <a:gd name="connsiteY1972" fmla="*/ 166392 h 524359"/>
                <a:gd name="connsiteX1973" fmla="*/ 119724 w 288016"/>
                <a:gd name="connsiteY1973" fmla="*/ 167138 h 524359"/>
                <a:gd name="connsiteX1974" fmla="*/ 116486 w 288016"/>
                <a:gd name="connsiteY1974" fmla="*/ 170123 h 524359"/>
                <a:gd name="connsiteX1975" fmla="*/ 115677 w 288016"/>
                <a:gd name="connsiteY1975" fmla="*/ 170123 h 524359"/>
                <a:gd name="connsiteX1976" fmla="*/ 114058 w 288016"/>
                <a:gd name="connsiteY1976" fmla="*/ 169377 h 524359"/>
                <a:gd name="connsiteX1977" fmla="*/ 110011 w 288016"/>
                <a:gd name="connsiteY1977" fmla="*/ 165646 h 524359"/>
                <a:gd name="connsiteX1978" fmla="*/ 108392 w 288016"/>
                <a:gd name="connsiteY1978" fmla="*/ 164900 h 524359"/>
                <a:gd name="connsiteX1979" fmla="*/ 108796 w 288016"/>
                <a:gd name="connsiteY1979" fmla="*/ 164154 h 524359"/>
                <a:gd name="connsiteX1980" fmla="*/ 110011 w 288016"/>
                <a:gd name="connsiteY1980" fmla="*/ 162661 h 524359"/>
                <a:gd name="connsiteX1981" fmla="*/ 114058 w 288016"/>
                <a:gd name="connsiteY1981" fmla="*/ 161169 h 524359"/>
                <a:gd name="connsiteX1982" fmla="*/ 116486 w 288016"/>
                <a:gd name="connsiteY1982" fmla="*/ 161169 h 524359"/>
                <a:gd name="connsiteX1983" fmla="*/ 109606 w 288016"/>
                <a:gd name="connsiteY1983" fmla="*/ 168631 h 524359"/>
                <a:gd name="connsiteX1984" fmla="*/ 113653 w 288016"/>
                <a:gd name="connsiteY1984" fmla="*/ 172361 h 524359"/>
                <a:gd name="connsiteX1985" fmla="*/ 109606 w 288016"/>
                <a:gd name="connsiteY1985" fmla="*/ 176838 h 524359"/>
                <a:gd name="connsiteX1986" fmla="*/ 109201 w 288016"/>
                <a:gd name="connsiteY1986" fmla="*/ 176838 h 524359"/>
                <a:gd name="connsiteX1987" fmla="*/ 106773 w 288016"/>
                <a:gd name="connsiteY1987" fmla="*/ 176092 h 524359"/>
                <a:gd name="connsiteX1988" fmla="*/ 101107 w 288016"/>
                <a:gd name="connsiteY1988" fmla="*/ 173107 h 524359"/>
                <a:gd name="connsiteX1989" fmla="*/ 101511 w 288016"/>
                <a:gd name="connsiteY1989" fmla="*/ 172361 h 524359"/>
                <a:gd name="connsiteX1990" fmla="*/ 106368 w 288016"/>
                <a:gd name="connsiteY1990" fmla="*/ 167138 h 524359"/>
                <a:gd name="connsiteX1991" fmla="*/ 109606 w 288016"/>
                <a:gd name="connsiteY1991" fmla="*/ 168631 h 524359"/>
                <a:gd name="connsiteX1992" fmla="*/ 107178 w 288016"/>
                <a:gd name="connsiteY1992" fmla="*/ 179077 h 524359"/>
                <a:gd name="connsiteX1993" fmla="*/ 108392 w 288016"/>
                <a:gd name="connsiteY1993" fmla="*/ 179823 h 524359"/>
                <a:gd name="connsiteX1994" fmla="*/ 107178 w 288016"/>
                <a:gd name="connsiteY1994" fmla="*/ 182061 h 524359"/>
                <a:gd name="connsiteX1995" fmla="*/ 103940 w 288016"/>
                <a:gd name="connsiteY1995" fmla="*/ 185046 h 524359"/>
                <a:gd name="connsiteX1996" fmla="*/ 100297 w 288016"/>
                <a:gd name="connsiteY1996" fmla="*/ 184300 h 524359"/>
                <a:gd name="connsiteX1997" fmla="*/ 98678 w 288016"/>
                <a:gd name="connsiteY1997" fmla="*/ 183554 h 524359"/>
                <a:gd name="connsiteX1998" fmla="*/ 95845 w 288016"/>
                <a:gd name="connsiteY1998" fmla="*/ 182807 h 524359"/>
                <a:gd name="connsiteX1999" fmla="*/ 96250 w 288016"/>
                <a:gd name="connsiteY1999" fmla="*/ 182061 h 524359"/>
                <a:gd name="connsiteX2000" fmla="*/ 99083 w 288016"/>
                <a:gd name="connsiteY2000" fmla="*/ 176838 h 524359"/>
                <a:gd name="connsiteX2001" fmla="*/ 100702 w 288016"/>
                <a:gd name="connsiteY2001" fmla="*/ 176092 h 524359"/>
                <a:gd name="connsiteX2002" fmla="*/ 107178 w 288016"/>
                <a:gd name="connsiteY2002" fmla="*/ 179077 h 524359"/>
                <a:gd name="connsiteX2003" fmla="*/ 95036 w 288016"/>
                <a:gd name="connsiteY2003" fmla="*/ 186538 h 524359"/>
                <a:gd name="connsiteX2004" fmla="*/ 99083 w 288016"/>
                <a:gd name="connsiteY2004" fmla="*/ 187284 h 524359"/>
                <a:gd name="connsiteX2005" fmla="*/ 100702 w 288016"/>
                <a:gd name="connsiteY2005" fmla="*/ 188030 h 524359"/>
                <a:gd name="connsiteX2006" fmla="*/ 103130 w 288016"/>
                <a:gd name="connsiteY2006" fmla="*/ 188777 h 524359"/>
                <a:gd name="connsiteX2007" fmla="*/ 100702 w 288016"/>
                <a:gd name="connsiteY2007" fmla="*/ 194000 h 524359"/>
                <a:gd name="connsiteX2008" fmla="*/ 99488 w 288016"/>
                <a:gd name="connsiteY2008" fmla="*/ 194746 h 524359"/>
                <a:gd name="connsiteX2009" fmla="*/ 99083 w 288016"/>
                <a:gd name="connsiteY2009" fmla="*/ 194746 h 524359"/>
                <a:gd name="connsiteX2010" fmla="*/ 95036 w 288016"/>
                <a:gd name="connsiteY2010" fmla="*/ 194000 h 524359"/>
                <a:gd name="connsiteX2011" fmla="*/ 91393 w 288016"/>
                <a:gd name="connsiteY2011" fmla="*/ 193254 h 524359"/>
                <a:gd name="connsiteX2012" fmla="*/ 90988 w 288016"/>
                <a:gd name="connsiteY2012" fmla="*/ 193254 h 524359"/>
                <a:gd name="connsiteX2013" fmla="*/ 91393 w 288016"/>
                <a:gd name="connsiteY2013" fmla="*/ 192507 h 524359"/>
                <a:gd name="connsiteX2014" fmla="*/ 91393 w 288016"/>
                <a:gd name="connsiteY2014" fmla="*/ 191761 h 524359"/>
                <a:gd name="connsiteX2015" fmla="*/ 95036 w 288016"/>
                <a:gd name="connsiteY2015" fmla="*/ 186538 h 524359"/>
                <a:gd name="connsiteX2016" fmla="*/ 91393 w 288016"/>
                <a:gd name="connsiteY2016" fmla="*/ 196984 h 524359"/>
                <a:gd name="connsiteX2017" fmla="*/ 95036 w 288016"/>
                <a:gd name="connsiteY2017" fmla="*/ 197731 h 524359"/>
                <a:gd name="connsiteX2018" fmla="*/ 98678 w 288016"/>
                <a:gd name="connsiteY2018" fmla="*/ 198477 h 524359"/>
                <a:gd name="connsiteX2019" fmla="*/ 95036 w 288016"/>
                <a:gd name="connsiteY2019" fmla="*/ 205192 h 524359"/>
                <a:gd name="connsiteX2020" fmla="*/ 95036 w 288016"/>
                <a:gd name="connsiteY2020" fmla="*/ 205938 h 524359"/>
                <a:gd name="connsiteX2021" fmla="*/ 91393 w 288016"/>
                <a:gd name="connsiteY2021" fmla="*/ 206684 h 524359"/>
                <a:gd name="connsiteX2022" fmla="*/ 87750 w 288016"/>
                <a:gd name="connsiteY2022" fmla="*/ 206684 h 524359"/>
                <a:gd name="connsiteX2023" fmla="*/ 86536 w 288016"/>
                <a:gd name="connsiteY2023" fmla="*/ 207430 h 524359"/>
                <a:gd name="connsiteX2024" fmla="*/ 86941 w 288016"/>
                <a:gd name="connsiteY2024" fmla="*/ 206684 h 524359"/>
                <a:gd name="connsiteX2025" fmla="*/ 87750 w 288016"/>
                <a:gd name="connsiteY2025" fmla="*/ 202954 h 524359"/>
                <a:gd name="connsiteX2026" fmla="*/ 88155 w 288016"/>
                <a:gd name="connsiteY2026" fmla="*/ 202207 h 524359"/>
                <a:gd name="connsiteX2027" fmla="*/ 88560 w 288016"/>
                <a:gd name="connsiteY2027" fmla="*/ 200715 h 524359"/>
                <a:gd name="connsiteX2028" fmla="*/ 90179 w 288016"/>
                <a:gd name="connsiteY2028" fmla="*/ 198477 h 524359"/>
                <a:gd name="connsiteX2029" fmla="*/ 91393 w 288016"/>
                <a:gd name="connsiteY2029" fmla="*/ 196984 h 524359"/>
                <a:gd name="connsiteX2030" fmla="*/ 87750 w 288016"/>
                <a:gd name="connsiteY2030" fmla="*/ 209669 h 524359"/>
                <a:gd name="connsiteX2031" fmla="*/ 88560 w 288016"/>
                <a:gd name="connsiteY2031" fmla="*/ 208923 h 524359"/>
                <a:gd name="connsiteX2032" fmla="*/ 90179 w 288016"/>
                <a:gd name="connsiteY2032" fmla="*/ 208923 h 524359"/>
                <a:gd name="connsiteX2033" fmla="*/ 90988 w 288016"/>
                <a:gd name="connsiteY2033" fmla="*/ 209669 h 524359"/>
                <a:gd name="connsiteX2034" fmla="*/ 93821 w 288016"/>
                <a:gd name="connsiteY2034" fmla="*/ 208923 h 524359"/>
                <a:gd name="connsiteX2035" fmla="*/ 90988 w 288016"/>
                <a:gd name="connsiteY2035" fmla="*/ 217130 h 524359"/>
                <a:gd name="connsiteX2036" fmla="*/ 90583 w 288016"/>
                <a:gd name="connsiteY2036" fmla="*/ 217130 h 524359"/>
                <a:gd name="connsiteX2037" fmla="*/ 89774 w 288016"/>
                <a:gd name="connsiteY2037" fmla="*/ 217877 h 524359"/>
                <a:gd name="connsiteX2038" fmla="*/ 88155 w 288016"/>
                <a:gd name="connsiteY2038" fmla="*/ 218623 h 524359"/>
                <a:gd name="connsiteX2039" fmla="*/ 87750 w 288016"/>
                <a:gd name="connsiteY2039" fmla="*/ 218623 h 524359"/>
                <a:gd name="connsiteX2040" fmla="*/ 87346 w 288016"/>
                <a:gd name="connsiteY2040" fmla="*/ 219369 h 524359"/>
                <a:gd name="connsiteX2041" fmla="*/ 82894 w 288016"/>
                <a:gd name="connsiteY2041" fmla="*/ 220861 h 524359"/>
                <a:gd name="connsiteX2042" fmla="*/ 83298 w 288016"/>
                <a:gd name="connsiteY2042" fmla="*/ 220115 h 524359"/>
                <a:gd name="connsiteX2043" fmla="*/ 87750 w 288016"/>
                <a:gd name="connsiteY2043" fmla="*/ 209669 h 524359"/>
                <a:gd name="connsiteX2044" fmla="*/ 87750 w 288016"/>
                <a:gd name="connsiteY2044" fmla="*/ 221607 h 524359"/>
                <a:gd name="connsiteX2045" fmla="*/ 88560 w 288016"/>
                <a:gd name="connsiteY2045" fmla="*/ 220861 h 524359"/>
                <a:gd name="connsiteX2046" fmla="*/ 90179 w 288016"/>
                <a:gd name="connsiteY2046" fmla="*/ 220861 h 524359"/>
                <a:gd name="connsiteX2047" fmla="*/ 90583 w 288016"/>
                <a:gd name="connsiteY2047" fmla="*/ 220115 h 524359"/>
                <a:gd name="connsiteX2048" fmla="*/ 90179 w 288016"/>
                <a:gd name="connsiteY2048" fmla="*/ 224592 h 524359"/>
                <a:gd name="connsiteX2049" fmla="*/ 88560 w 288016"/>
                <a:gd name="connsiteY2049" fmla="*/ 228323 h 524359"/>
                <a:gd name="connsiteX2050" fmla="*/ 88155 w 288016"/>
                <a:gd name="connsiteY2050" fmla="*/ 229069 h 524359"/>
                <a:gd name="connsiteX2051" fmla="*/ 87750 w 288016"/>
                <a:gd name="connsiteY2051" fmla="*/ 229815 h 524359"/>
                <a:gd name="connsiteX2052" fmla="*/ 87346 w 288016"/>
                <a:gd name="connsiteY2052" fmla="*/ 229815 h 524359"/>
                <a:gd name="connsiteX2053" fmla="*/ 82489 w 288016"/>
                <a:gd name="connsiteY2053" fmla="*/ 232800 h 524359"/>
                <a:gd name="connsiteX2054" fmla="*/ 80870 w 288016"/>
                <a:gd name="connsiteY2054" fmla="*/ 233546 h 524359"/>
                <a:gd name="connsiteX2055" fmla="*/ 80465 w 288016"/>
                <a:gd name="connsiteY2055" fmla="*/ 234292 h 524359"/>
                <a:gd name="connsiteX2056" fmla="*/ 80465 w 288016"/>
                <a:gd name="connsiteY2056" fmla="*/ 233546 h 524359"/>
                <a:gd name="connsiteX2057" fmla="*/ 80870 w 288016"/>
                <a:gd name="connsiteY2057" fmla="*/ 232054 h 524359"/>
                <a:gd name="connsiteX2058" fmla="*/ 82489 w 288016"/>
                <a:gd name="connsiteY2058" fmla="*/ 225338 h 524359"/>
                <a:gd name="connsiteX2059" fmla="*/ 87750 w 288016"/>
                <a:gd name="connsiteY2059" fmla="*/ 221607 h 524359"/>
                <a:gd name="connsiteX2060" fmla="*/ 81679 w 288016"/>
                <a:gd name="connsiteY2060" fmla="*/ 238023 h 524359"/>
                <a:gd name="connsiteX2061" fmla="*/ 83298 w 288016"/>
                <a:gd name="connsiteY2061" fmla="*/ 235784 h 524359"/>
                <a:gd name="connsiteX2062" fmla="*/ 88155 w 288016"/>
                <a:gd name="connsiteY2062" fmla="*/ 233546 h 524359"/>
                <a:gd name="connsiteX2063" fmla="*/ 88560 w 288016"/>
                <a:gd name="connsiteY2063" fmla="*/ 232800 h 524359"/>
                <a:gd name="connsiteX2064" fmla="*/ 88965 w 288016"/>
                <a:gd name="connsiteY2064" fmla="*/ 232800 h 524359"/>
                <a:gd name="connsiteX2065" fmla="*/ 88560 w 288016"/>
                <a:gd name="connsiteY2065" fmla="*/ 238023 h 524359"/>
                <a:gd name="connsiteX2066" fmla="*/ 88155 w 288016"/>
                <a:gd name="connsiteY2066" fmla="*/ 240261 h 524359"/>
                <a:gd name="connsiteX2067" fmla="*/ 87346 w 288016"/>
                <a:gd name="connsiteY2067" fmla="*/ 241754 h 524359"/>
                <a:gd name="connsiteX2068" fmla="*/ 83298 w 288016"/>
                <a:gd name="connsiteY2068" fmla="*/ 245484 h 524359"/>
                <a:gd name="connsiteX2069" fmla="*/ 81679 w 288016"/>
                <a:gd name="connsiteY2069" fmla="*/ 246230 h 524359"/>
                <a:gd name="connsiteX2070" fmla="*/ 81275 w 288016"/>
                <a:gd name="connsiteY2070" fmla="*/ 246977 h 524359"/>
                <a:gd name="connsiteX2071" fmla="*/ 79656 w 288016"/>
                <a:gd name="connsiteY2071" fmla="*/ 247723 h 524359"/>
                <a:gd name="connsiteX2072" fmla="*/ 79656 w 288016"/>
                <a:gd name="connsiteY2072" fmla="*/ 246977 h 524359"/>
                <a:gd name="connsiteX2073" fmla="*/ 81679 w 288016"/>
                <a:gd name="connsiteY2073" fmla="*/ 238023 h 524359"/>
                <a:gd name="connsiteX2074" fmla="*/ 82894 w 288016"/>
                <a:gd name="connsiteY2074" fmla="*/ 293984 h 524359"/>
                <a:gd name="connsiteX2075" fmla="*/ 87750 w 288016"/>
                <a:gd name="connsiteY2075" fmla="*/ 285030 h 524359"/>
                <a:gd name="connsiteX2076" fmla="*/ 87750 w 288016"/>
                <a:gd name="connsiteY2076" fmla="*/ 284284 h 524359"/>
                <a:gd name="connsiteX2077" fmla="*/ 88155 w 288016"/>
                <a:gd name="connsiteY2077" fmla="*/ 285777 h 524359"/>
                <a:gd name="connsiteX2078" fmla="*/ 88560 w 288016"/>
                <a:gd name="connsiteY2078" fmla="*/ 288761 h 524359"/>
                <a:gd name="connsiteX2079" fmla="*/ 88965 w 288016"/>
                <a:gd name="connsiteY2079" fmla="*/ 293984 h 524359"/>
                <a:gd name="connsiteX2080" fmla="*/ 88560 w 288016"/>
                <a:gd name="connsiteY2080" fmla="*/ 293984 h 524359"/>
                <a:gd name="connsiteX2081" fmla="*/ 88155 w 288016"/>
                <a:gd name="connsiteY2081" fmla="*/ 295477 h 524359"/>
                <a:gd name="connsiteX2082" fmla="*/ 87750 w 288016"/>
                <a:gd name="connsiteY2082" fmla="*/ 296969 h 524359"/>
                <a:gd name="connsiteX2083" fmla="*/ 84108 w 288016"/>
                <a:gd name="connsiteY2083" fmla="*/ 305923 h 524359"/>
                <a:gd name="connsiteX2084" fmla="*/ 83703 w 288016"/>
                <a:gd name="connsiteY2084" fmla="*/ 305177 h 524359"/>
                <a:gd name="connsiteX2085" fmla="*/ 82894 w 288016"/>
                <a:gd name="connsiteY2085" fmla="*/ 300700 h 524359"/>
                <a:gd name="connsiteX2086" fmla="*/ 82894 w 288016"/>
                <a:gd name="connsiteY2086" fmla="*/ 293984 h 524359"/>
                <a:gd name="connsiteX2087" fmla="*/ 87750 w 288016"/>
                <a:gd name="connsiteY2087" fmla="*/ 301446 h 524359"/>
                <a:gd name="connsiteX2088" fmla="*/ 88155 w 288016"/>
                <a:gd name="connsiteY2088" fmla="*/ 300700 h 524359"/>
                <a:gd name="connsiteX2089" fmla="*/ 88560 w 288016"/>
                <a:gd name="connsiteY2089" fmla="*/ 299953 h 524359"/>
                <a:gd name="connsiteX2090" fmla="*/ 89774 w 288016"/>
                <a:gd name="connsiteY2090" fmla="*/ 296969 h 524359"/>
                <a:gd name="connsiteX2091" fmla="*/ 90179 w 288016"/>
                <a:gd name="connsiteY2091" fmla="*/ 297715 h 524359"/>
                <a:gd name="connsiteX2092" fmla="*/ 90988 w 288016"/>
                <a:gd name="connsiteY2092" fmla="*/ 302192 h 524359"/>
                <a:gd name="connsiteX2093" fmla="*/ 91393 w 288016"/>
                <a:gd name="connsiteY2093" fmla="*/ 305177 h 524359"/>
                <a:gd name="connsiteX2094" fmla="*/ 90988 w 288016"/>
                <a:gd name="connsiteY2094" fmla="*/ 305923 h 524359"/>
                <a:gd name="connsiteX2095" fmla="*/ 90179 w 288016"/>
                <a:gd name="connsiteY2095" fmla="*/ 309653 h 524359"/>
                <a:gd name="connsiteX2096" fmla="*/ 88560 w 288016"/>
                <a:gd name="connsiteY2096" fmla="*/ 314877 h 524359"/>
                <a:gd name="connsiteX2097" fmla="*/ 88155 w 288016"/>
                <a:gd name="connsiteY2097" fmla="*/ 316369 h 524359"/>
                <a:gd name="connsiteX2098" fmla="*/ 87750 w 288016"/>
                <a:gd name="connsiteY2098" fmla="*/ 318607 h 524359"/>
                <a:gd name="connsiteX2099" fmla="*/ 87346 w 288016"/>
                <a:gd name="connsiteY2099" fmla="*/ 319353 h 524359"/>
                <a:gd name="connsiteX2100" fmla="*/ 86941 w 288016"/>
                <a:gd name="connsiteY2100" fmla="*/ 318607 h 524359"/>
                <a:gd name="connsiteX2101" fmla="*/ 86131 w 288016"/>
                <a:gd name="connsiteY2101" fmla="*/ 303684 h 524359"/>
                <a:gd name="connsiteX2102" fmla="*/ 87750 w 288016"/>
                <a:gd name="connsiteY2102" fmla="*/ 301446 h 524359"/>
                <a:gd name="connsiteX2103" fmla="*/ 90583 w 288016"/>
                <a:gd name="connsiteY2103" fmla="*/ 315623 h 524359"/>
                <a:gd name="connsiteX2104" fmla="*/ 91393 w 288016"/>
                <a:gd name="connsiteY2104" fmla="*/ 312638 h 524359"/>
                <a:gd name="connsiteX2105" fmla="*/ 93012 w 288016"/>
                <a:gd name="connsiteY2105" fmla="*/ 308161 h 524359"/>
                <a:gd name="connsiteX2106" fmla="*/ 95036 w 288016"/>
                <a:gd name="connsiteY2106" fmla="*/ 314130 h 524359"/>
                <a:gd name="connsiteX2107" fmla="*/ 95036 w 288016"/>
                <a:gd name="connsiteY2107" fmla="*/ 317861 h 524359"/>
                <a:gd name="connsiteX2108" fmla="*/ 92202 w 288016"/>
                <a:gd name="connsiteY2108" fmla="*/ 330546 h 524359"/>
                <a:gd name="connsiteX2109" fmla="*/ 91798 w 288016"/>
                <a:gd name="connsiteY2109" fmla="*/ 329800 h 524359"/>
                <a:gd name="connsiteX2110" fmla="*/ 91393 w 288016"/>
                <a:gd name="connsiteY2110" fmla="*/ 329053 h 524359"/>
                <a:gd name="connsiteX2111" fmla="*/ 90583 w 288016"/>
                <a:gd name="connsiteY2111" fmla="*/ 326815 h 524359"/>
                <a:gd name="connsiteX2112" fmla="*/ 90583 w 288016"/>
                <a:gd name="connsiteY2112" fmla="*/ 315623 h 524359"/>
                <a:gd name="connsiteX2113" fmla="*/ 96250 w 288016"/>
                <a:gd name="connsiteY2113" fmla="*/ 320100 h 524359"/>
                <a:gd name="connsiteX2114" fmla="*/ 99083 w 288016"/>
                <a:gd name="connsiteY2114" fmla="*/ 326815 h 524359"/>
                <a:gd name="connsiteX2115" fmla="*/ 99488 w 288016"/>
                <a:gd name="connsiteY2115" fmla="*/ 327561 h 524359"/>
                <a:gd name="connsiteX2116" fmla="*/ 99083 w 288016"/>
                <a:gd name="connsiteY2116" fmla="*/ 329053 h 524359"/>
                <a:gd name="connsiteX2117" fmla="*/ 97464 w 288016"/>
                <a:gd name="connsiteY2117" fmla="*/ 342484 h 524359"/>
                <a:gd name="connsiteX2118" fmla="*/ 97059 w 288016"/>
                <a:gd name="connsiteY2118" fmla="*/ 341738 h 524359"/>
                <a:gd name="connsiteX2119" fmla="*/ 95440 w 288016"/>
                <a:gd name="connsiteY2119" fmla="*/ 338007 h 524359"/>
                <a:gd name="connsiteX2120" fmla="*/ 95440 w 288016"/>
                <a:gd name="connsiteY2120" fmla="*/ 326815 h 524359"/>
                <a:gd name="connsiteX2121" fmla="*/ 96250 w 288016"/>
                <a:gd name="connsiteY2121" fmla="*/ 320100 h 524359"/>
                <a:gd name="connsiteX2122" fmla="*/ 100297 w 288016"/>
                <a:gd name="connsiteY2122" fmla="*/ 347707 h 524359"/>
                <a:gd name="connsiteX2123" fmla="*/ 98678 w 288016"/>
                <a:gd name="connsiteY2123" fmla="*/ 343230 h 524359"/>
                <a:gd name="connsiteX2124" fmla="*/ 98678 w 288016"/>
                <a:gd name="connsiteY2124" fmla="*/ 340246 h 524359"/>
                <a:gd name="connsiteX2125" fmla="*/ 100297 w 288016"/>
                <a:gd name="connsiteY2125" fmla="*/ 333530 h 524359"/>
                <a:gd name="connsiteX2126" fmla="*/ 100702 w 288016"/>
                <a:gd name="connsiteY2126" fmla="*/ 329800 h 524359"/>
                <a:gd name="connsiteX2127" fmla="*/ 103940 w 288016"/>
                <a:gd name="connsiteY2127" fmla="*/ 336515 h 524359"/>
                <a:gd name="connsiteX2128" fmla="*/ 103130 w 288016"/>
                <a:gd name="connsiteY2128" fmla="*/ 351438 h 524359"/>
                <a:gd name="connsiteX2129" fmla="*/ 102321 w 288016"/>
                <a:gd name="connsiteY2129" fmla="*/ 350692 h 524359"/>
                <a:gd name="connsiteX2130" fmla="*/ 100297 w 288016"/>
                <a:gd name="connsiteY2130" fmla="*/ 347707 h 524359"/>
                <a:gd name="connsiteX2131" fmla="*/ 139151 w 288016"/>
                <a:gd name="connsiteY2131" fmla="*/ 122369 h 524359"/>
                <a:gd name="connsiteX2132" fmla="*/ 139961 w 288016"/>
                <a:gd name="connsiteY2132" fmla="*/ 121623 h 524359"/>
                <a:gd name="connsiteX2133" fmla="*/ 146032 w 288016"/>
                <a:gd name="connsiteY2133" fmla="*/ 119384 h 524359"/>
                <a:gd name="connsiteX2134" fmla="*/ 146841 w 288016"/>
                <a:gd name="connsiteY2134" fmla="*/ 118638 h 524359"/>
                <a:gd name="connsiteX2135" fmla="*/ 148055 w 288016"/>
                <a:gd name="connsiteY2135" fmla="*/ 117892 h 524359"/>
                <a:gd name="connsiteX2136" fmla="*/ 146032 w 288016"/>
                <a:gd name="connsiteY2136" fmla="*/ 130577 h 524359"/>
                <a:gd name="connsiteX2137" fmla="*/ 142389 w 288016"/>
                <a:gd name="connsiteY2137" fmla="*/ 131323 h 524359"/>
                <a:gd name="connsiteX2138" fmla="*/ 139556 w 288016"/>
                <a:gd name="connsiteY2138" fmla="*/ 132069 h 524359"/>
                <a:gd name="connsiteX2139" fmla="*/ 138747 w 288016"/>
                <a:gd name="connsiteY2139" fmla="*/ 132815 h 524359"/>
                <a:gd name="connsiteX2140" fmla="*/ 136723 w 288016"/>
                <a:gd name="connsiteY2140" fmla="*/ 134308 h 524359"/>
                <a:gd name="connsiteX2141" fmla="*/ 139151 w 288016"/>
                <a:gd name="connsiteY2141" fmla="*/ 122369 h 524359"/>
                <a:gd name="connsiteX2142" fmla="*/ 139151 w 288016"/>
                <a:gd name="connsiteY2142" fmla="*/ 108192 h 524359"/>
                <a:gd name="connsiteX2143" fmla="*/ 139961 w 288016"/>
                <a:gd name="connsiteY2143" fmla="*/ 107446 h 524359"/>
                <a:gd name="connsiteX2144" fmla="*/ 146032 w 288016"/>
                <a:gd name="connsiteY2144" fmla="*/ 105954 h 524359"/>
                <a:gd name="connsiteX2145" fmla="*/ 146841 w 288016"/>
                <a:gd name="connsiteY2145" fmla="*/ 105208 h 524359"/>
                <a:gd name="connsiteX2146" fmla="*/ 148055 w 288016"/>
                <a:gd name="connsiteY2146" fmla="*/ 104461 h 524359"/>
                <a:gd name="connsiteX2147" fmla="*/ 146032 w 288016"/>
                <a:gd name="connsiteY2147" fmla="*/ 116400 h 524359"/>
                <a:gd name="connsiteX2148" fmla="*/ 142389 w 288016"/>
                <a:gd name="connsiteY2148" fmla="*/ 117146 h 524359"/>
                <a:gd name="connsiteX2149" fmla="*/ 139556 w 288016"/>
                <a:gd name="connsiteY2149" fmla="*/ 117892 h 524359"/>
                <a:gd name="connsiteX2150" fmla="*/ 138747 w 288016"/>
                <a:gd name="connsiteY2150" fmla="*/ 117892 h 524359"/>
                <a:gd name="connsiteX2151" fmla="*/ 136723 w 288016"/>
                <a:gd name="connsiteY2151" fmla="*/ 120131 h 524359"/>
                <a:gd name="connsiteX2152" fmla="*/ 139151 w 288016"/>
                <a:gd name="connsiteY2152" fmla="*/ 108192 h 524359"/>
                <a:gd name="connsiteX2153" fmla="*/ 139151 w 288016"/>
                <a:gd name="connsiteY2153" fmla="*/ 135800 h 524359"/>
                <a:gd name="connsiteX2154" fmla="*/ 139961 w 288016"/>
                <a:gd name="connsiteY2154" fmla="*/ 135800 h 524359"/>
                <a:gd name="connsiteX2155" fmla="*/ 146032 w 288016"/>
                <a:gd name="connsiteY2155" fmla="*/ 133561 h 524359"/>
                <a:gd name="connsiteX2156" fmla="*/ 146841 w 288016"/>
                <a:gd name="connsiteY2156" fmla="*/ 132815 h 524359"/>
                <a:gd name="connsiteX2157" fmla="*/ 148055 w 288016"/>
                <a:gd name="connsiteY2157" fmla="*/ 132069 h 524359"/>
                <a:gd name="connsiteX2158" fmla="*/ 147651 w 288016"/>
                <a:gd name="connsiteY2158" fmla="*/ 141769 h 524359"/>
                <a:gd name="connsiteX2159" fmla="*/ 145222 w 288016"/>
                <a:gd name="connsiteY2159" fmla="*/ 141769 h 524359"/>
                <a:gd name="connsiteX2160" fmla="*/ 143603 w 288016"/>
                <a:gd name="connsiteY2160" fmla="*/ 142515 h 524359"/>
                <a:gd name="connsiteX2161" fmla="*/ 139961 w 288016"/>
                <a:gd name="connsiteY2161" fmla="*/ 141769 h 524359"/>
                <a:gd name="connsiteX2162" fmla="*/ 139151 w 288016"/>
                <a:gd name="connsiteY2162" fmla="*/ 142515 h 524359"/>
                <a:gd name="connsiteX2163" fmla="*/ 137532 w 288016"/>
                <a:gd name="connsiteY2163" fmla="*/ 143261 h 524359"/>
                <a:gd name="connsiteX2164" fmla="*/ 137128 w 288016"/>
                <a:gd name="connsiteY2164" fmla="*/ 143261 h 524359"/>
                <a:gd name="connsiteX2165" fmla="*/ 139151 w 288016"/>
                <a:gd name="connsiteY2165" fmla="*/ 135800 h 524359"/>
                <a:gd name="connsiteX2166" fmla="*/ 138342 w 288016"/>
                <a:gd name="connsiteY2166" fmla="*/ 144754 h 524359"/>
                <a:gd name="connsiteX2167" fmla="*/ 139151 w 288016"/>
                <a:gd name="connsiteY2167" fmla="*/ 144007 h 524359"/>
                <a:gd name="connsiteX2168" fmla="*/ 139961 w 288016"/>
                <a:gd name="connsiteY2168" fmla="*/ 144007 h 524359"/>
                <a:gd name="connsiteX2169" fmla="*/ 146032 w 288016"/>
                <a:gd name="connsiteY2169" fmla="*/ 150723 h 524359"/>
                <a:gd name="connsiteX2170" fmla="*/ 147651 w 288016"/>
                <a:gd name="connsiteY2170" fmla="*/ 157438 h 524359"/>
                <a:gd name="connsiteX2171" fmla="*/ 145627 w 288016"/>
                <a:gd name="connsiteY2171" fmla="*/ 157438 h 524359"/>
                <a:gd name="connsiteX2172" fmla="*/ 141984 w 288016"/>
                <a:gd name="connsiteY2172" fmla="*/ 155946 h 524359"/>
                <a:gd name="connsiteX2173" fmla="*/ 139151 w 288016"/>
                <a:gd name="connsiteY2173" fmla="*/ 149231 h 524359"/>
                <a:gd name="connsiteX2174" fmla="*/ 138342 w 288016"/>
                <a:gd name="connsiteY2174" fmla="*/ 147738 h 524359"/>
                <a:gd name="connsiteX2175" fmla="*/ 136723 w 288016"/>
                <a:gd name="connsiteY2175" fmla="*/ 144754 h 524359"/>
                <a:gd name="connsiteX2176" fmla="*/ 161412 w 288016"/>
                <a:gd name="connsiteY2176" fmla="*/ 163407 h 524359"/>
                <a:gd name="connsiteX2177" fmla="*/ 158578 w 288016"/>
                <a:gd name="connsiteY2177" fmla="*/ 162661 h 524359"/>
                <a:gd name="connsiteX2178" fmla="*/ 156960 w 288016"/>
                <a:gd name="connsiteY2178" fmla="*/ 159677 h 524359"/>
                <a:gd name="connsiteX2179" fmla="*/ 154126 w 288016"/>
                <a:gd name="connsiteY2179" fmla="*/ 147738 h 524359"/>
                <a:gd name="connsiteX2180" fmla="*/ 153722 w 288016"/>
                <a:gd name="connsiteY2180" fmla="*/ 146246 h 524359"/>
                <a:gd name="connsiteX2181" fmla="*/ 154126 w 288016"/>
                <a:gd name="connsiteY2181" fmla="*/ 146246 h 524359"/>
                <a:gd name="connsiteX2182" fmla="*/ 158578 w 288016"/>
                <a:gd name="connsiteY2182" fmla="*/ 148484 h 524359"/>
                <a:gd name="connsiteX2183" fmla="*/ 161412 w 288016"/>
                <a:gd name="connsiteY2183" fmla="*/ 163407 h 524359"/>
                <a:gd name="connsiteX2184" fmla="*/ 154126 w 288016"/>
                <a:gd name="connsiteY2184" fmla="*/ 158184 h 524359"/>
                <a:gd name="connsiteX2185" fmla="*/ 154531 w 288016"/>
                <a:gd name="connsiteY2185" fmla="*/ 159677 h 524359"/>
                <a:gd name="connsiteX2186" fmla="*/ 152103 w 288016"/>
                <a:gd name="connsiteY2186" fmla="*/ 159677 h 524359"/>
                <a:gd name="connsiteX2187" fmla="*/ 149674 w 288016"/>
                <a:gd name="connsiteY2187" fmla="*/ 157438 h 524359"/>
                <a:gd name="connsiteX2188" fmla="*/ 146032 w 288016"/>
                <a:gd name="connsiteY2188" fmla="*/ 144754 h 524359"/>
                <a:gd name="connsiteX2189" fmla="*/ 145627 w 288016"/>
                <a:gd name="connsiteY2189" fmla="*/ 144007 h 524359"/>
                <a:gd name="connsiteX2190" fmla="*/ 146032 w 288016"/>
                <a:gd name="connsiteY2190" fmla="*/ 143261 h 524359"/>
                <a:gd name="connsiteX2191" fmla="*/ 146436 w 288016"/>
                <a:gd name="connsiteY2191" fmla="*/ 143261 h 524359"/>
                <a:gd name="connsiteX2192" fmla="*/ 152103 w 288016"/>
                <a:gd name="connsiteY2192" fmla="*/ 146992 h 524359"/>
                <a:gd name="connsiteX2193" fmla="*/ 154126 w 288016"/>
                <a:gd name="connsiteY2193" fmla="*/ 158184 h 524359"/>
                <a:gd name="connsiteX2194" fmla="*/ 146032 w 288016"/>
                <a:gd name="connsiteY2194" fmla="*/ 102223 h 524359"/>
                <a:gd name="connsiteX2195" fmla="*/ 142389 w 288016"/>
                <a:gd name="connsiteY2195" fmla="*/ 102969 h 524359"/>
                <a:gd name="connsiteX2196" fmla="*/ 139556 w 288016"/>
                <a:gd name="connsiteY2196" fmla="*/ 103715 h 524359"/>
                <a:gd name="connsiteX2197" fmla="*/ 138747 w 288016"/>
                <a:gd name="connsiteY2197" fmla="*/ 104461 h 524359"/>
                <a:gd name="connsiteX2198" fmla="*/ 136723 w 288016"/>
                <a:gd name="connsiteY2198" fmla="*/ 105954 h 524359"/>
                <a:gd name="connsiteX2199" fmla="*/ 138747 w 288016"/>
                <a:gd name="connsiteY2199" fmla="*/ 93269 h 524359"/>
                <a:gd name="connsiteX2200" fmla="*/ 139556 w 288016"/>
                <a:gd name="connsiteY2200" fmla="*/ 92523 h 524359"/>
                <a:gd name="connsiteX2201" fmla="*/ 145627 w 288016"/>
                <a:gd name="connsiteY2201" fmla="*/ 91031 h 524359"/>
                <a:gd name="connsiteX2202" fmla="*/ 146032 w 288016"/>
                <a:gd name="connsiteY2202" fmla="*/ 90284 h 524359"/>
                <a:gd name="connsiteX2203" fmla="*/ 147651 w 288016"/>
                <a:gd name="connsiteY2203" fmla="*/ 89538 h 524359"/>
                <a:gd name="connsiteX2204" fmla="*/ 146032 w 288016"/>
                <a:gd name="connsiteY2204" fmla="*/ 102223 h 524359"/>
                <a:gd name="connsiteX2205" fmla="*/ 139151 w 288016"/>
                <a:gd name="connsiteY2205" fmla="*/ 67154 h 524359"/>
                <a:gd name="connsiteX2206" fmla="*/ 139961 w 288016"/>
                <a:gd name="connsiteY2206" fmla="*/ 66408 h 524359"/>
                <a:gd name="connsiteX2207" fmla="*/ 146032 w 288016"/>
                <a:gd name="connsiteY2207" fmla="*/ 64915 h 524359"/>
                <a:gd name="connsiteX2208" fmla="*/ 146436 w 288016"/>
                <a:gd name="connsiteY2208" fmla="*/ 64169 h 524359"/>
                <a:gd name="connsiteX2209" fmla="*/ 148055 w 288016"/>
                <a:gd name="connsiteY2209" fmla="*/ 63423 h 524359"/>
                <a:gd name="connsiteX2210" fmla="*/ 146841 w 288016"/>
                <a:gd name="connsiteY2210" fmla="*/ 74615 h 524359"/>
                <a:gd name="connsiteX2211" fmla="*/ 146032 w 288016"/>
                <a:gd name="connsiteY2211" fmla="*/ 75361 h 524359"/>
                <a:gd name="connsiteX2212" fmla="*/ 145627 w 288016"/>
                <a:gd name="connsiteY2212" fmla="*/ 75361 h 524359"/>
                <a:gd name="connsiteX2213" fmla="*/ 142389 w 288016"/>
                <a:gd name="connsiteY2213" fmla="*/ 76108 h 524359"/>
                <a:gd name="connsiteX2214" fmla="*/ 139556 w 288016"/>
                <a:gd name="connsiteY2214" fmla="*/ 76854 h 524359"/>
                <a:gd name="connsiteX2215" fmla="*/ 138747 w 288016"/>
                <a:gd name="connsiteY2215" fmla="*/ 76854 h 524359"/>
                <a:gd name="connsiteX2216" fmla="*/ 136723 w 288016"/>
                <a:gd name="connsiteY2216" fmla="*/ 79092 h 524359"/>
                <a:gd name="connsiteX2217" fmla="*/ 139151 w 288016"/>
                <a:gd name="connsiteY2217" fmla="*/ 67154 h 524359"/>
                <a:gd name="connsiteX2218" fmla="*/ 139151 w 288016"/>
                <a:gd name="connsiteY2218" fmla="*/ 52977 h 524359"/>
                <a:gd name="connsiteX2219" fmla="*/ 139961 w 288016"/>
                <a:gd name="connsiteY2219" fmla="*/ 52977 h 524359"/>
                <a:gd name="connsiteX2220" fmla="*/ 146032 w 288016"/>
                <a:gd name="connsiteY2220" fmla="*/ 50738 h 524359"/>
                <a:gd name="connsiteX2221" fmla="*/ 146436 w 288016"/>
                <a:gd name="connsiteY2221" fmla="*/ 49992 h 524359"/>
                <a:gd name="connsiteX2222" fmla="*/ 148055 w 288016"/>
                <a:gd name="connsiteY2222" fmla="*/ 49246 h 524359"/>
                <a:gd name="connsiteX2223" fmla="*/ 146841 w 288016"/>
                <a:gd name="connsiteY2223" fmla="*/ 60438 h 524359"/>
                <a:gd name="connsiteX2224" fmla="*/ 146032 w 288016"/>
                <a:gd name="connsiteY2224" fmla="*/ 61184 h 524359"/>
                <a:gd name="connsiteX2225" fmla="*/ 145627 w 288016"/>
                <a:gd name="connsiteY2225" fmla="*/ 61184 h 524359"/>
                <a:gd name="connsiteX2226" fmla="*/ 142389 w 288016"/>
                <a:gd name="connsiteY2226" fmla="*/ 62677 h 524359"/>
                <a:gd name="connsiteX2227" fmla="*/ 139556 w 288016"/>
                <a:gd name="connsiteY2227" fmla="*/ 63423 h 524359"/>
                <a:gd name="connsiteX2228" fmla="*/ 138747 w 288016"/>
                <a:gd name="connsiteY2228" fmla="*/ 64169 h 524359"/>
                <a:gd name="connsiteX2229" fmla="*/ 136723 w 288016"/>
                <a:gd name="connsiteY2229" fmla="*/ 65661 h 524359"/>
                <a:gd name="connsiteX2230" fmla="*/ 139151 w 288016"/>
                <a:gd name="connsiteY2230" fmla="*/ 52977 h 524359"/>
                <a:gd name="connsiteX2231" fmla="*/ 139151 w 288016"/>
                <a:gd name="connsiteY2231" fmla="*/ 80584 h 524359"/>
                <a:gd name="connsiteX2232" fmla="*/ 139961 w 288016"/>
                <a:gd name="connsiteY2232" fmla="*/ 79838 h 524359"/>
                <a:gd name="connsiteX2233" fmla="*/ 146032 w 288016"/>
                <a:gd name="connsiteY2233" fmla="*/ 77600 h 524359"/>
                <a:gd name="connsiteX2234" fmla="*/ 146841 w 288016"/>
                <a:gd name="connsiteY2234" fmla="*/ 77600 h 524359"/>
                <a:gd name="connsiteX2235" fmla="*/ 148460 w 288016"/>
                <a:gd name="connsiteY2235" fmla="*/ 76108 h 524359"/>
                <a:gd name="connsiteX2236" fmla="*/ 147246 w 288016"/>
                <a:gd name="connsiteY2236" fmla="*/ 87300 h 524359"/>
                <a:gd name="connsiteX2237" fmla="*/ 146436 w 288016"/>
                <a:gd name="connsiteY2237" fmla="*/ 88046 h 524359"/>
                <a:gd name="connsiteX2238" fmla="*/ 142794 w 288016"/>
                <a:gd name="connsiteY2238" fmla="*/ 88792 h 524359"/>
                <a:gd name="connsiteX2239" fmla="*/ 139961 w 288016"/>
                <a:gd name="connsiteY2239" fmla="*/ 89538 h 524359"/>
                <a:gd name="connsiteX2240" fmla="*/ 139151 w 288016"/>
                <a:gd name="connsiteY2240" fmla="*/ 90284 h 524359"/>
                <a:gd name="connsiteX2241" fmla="*/ 137128 w 288016"/>
                <a:gd name="connsiteY2241" fmla="*/ 91777 h 524359"/>
                <a:gd name="connsiteX2242" fmla="*/ 139151 w 288016"/>
                <a:gd name="connsiteY2242" fmla="*/ 80584 h 524359"/>
                <a:gd name="connsiteX2243" fmla="*/ 146841 w 288016"/>
                <a:gd name="connsiteY2243" fmla="*/ 46261 h 524359"/>
                <a:gd name="connsiteX2244" fmla="*/ 146032 w 288016"/>
                <a:gd name="connsiteY2244" fmla="*/ 47008 h 524359"/>
                <a:gd name="connsiteX2245" fmla="*/ 145627 w 288016"/>
                <a:gd name="connsiteY2245" fmla="*/ 47008 h 524359"/>
                <a:gd name="connsiteX2246" fmla="*/ 142389 w 288016"/>
                <a:gd name="connsiteY2246" fmla="*/ 47754 h 524359"/>
                <a:gd name="connsiteX2247" fmla="*/ 139556 w 288016"/>
                <a:gd name="connsiteY2247" fmla="*/ 48500 h 524359"/>
                <a:gd name="connsiteX2248" fmla="*/ 138747 w 288016"/>
                <a:gd name="connsiteY2248" fmla="*/ 49246 h 524359"/>
                <a:gd name="connsiteX2249" fmla="*/ 136723 w 288016"/>
                <a:gd name="connsiteY2249" fmla="*/ 50738 h 524359"/>
                <a:gd name="connsiteX2250" fmla="*/ 138747 w 288016"/>
                <a:gd name="connsiteY2250" fmla="*/ 38800 h 524359"/>
                <a:gd name="connsiteX2251" fmla="*/ 139556 w 288016"/>
                <a:gd name="connsiteY2251" fmla="*/ 38054 h 524359"/>
                <a:gd name="connsiteX2252" fmla="*/ 145627 w 288016"/>
                <a:gd name="connsiteY2252" fmla="*/ 35815 h 524359"/>
                <a:gd name="connsiteX2253" fmla="*/ 146032 w 288016"/>
                <a:gd name="connsiteY2253" fmla="*/ 35815 h 524359"/>
                <a:gd name="connsiteX2254" fmla="*/ 147651 w 288016"/>
                <a:gd name="connsiteY2254" fmla="*/ 34323 h 524359"/>
                <a:gd name="connsiteX2255" fmla="*/ 146841 w 288016"/>
                <a:gd name="connsiteY2255" fmla="*/ 46261 h 524359"/>
                <a:gd name="connsiteX2256" fmla="*/ 146841 w 288016"/>
                <a:gd name="connsiteY2256" fmla="*/ 32831 h 524359"/>
                <a:gd name="connsiteX2257" fmla="*/ 146032 w 288016"/>
                <a:gd name="connsiteY2257" fmla="*/ 33577 h 524359"/>
                <a:gd name="connsiteX2258" fmla="*/ 142389 w 288016"/>
                <a:gd name="connsiteY2258" fmla="*/ 34323 h 524359"/>
                <a:gd name="connsiteX2259" fmla="*/ 139556 w 288016"/>
                <a:gd name="connsiteY2259" fmla="*/ 35069 h 524359"/>
                <a:gd name="connsiteX2260" fmla="*/ 138747 w 288016"/>
                <a:gd name="connsiteY2260" fmla="*/ 35069 h 524359"/>
                <a:gd name="connsiteX2261" fmla="*/ 136723 w 288016"/>
                <a:gd name="connsiteY2261" fmla="*/ 37308 h 524359"/>
                <a:gd name="connsiteX2262" fmla="*/ 137128 w 288016"/>
                <a:gd name="connsiteY2262" fmla="*/ 28354 h 524359"/>
                <a:gd name="connsiteX2263" fmla="*/ 138747 w 288016"/>
                <a:gd name="connsiteY2263" fmla="*/ 27608 h 524359"/>
                <a:gd name="connsiteX2264" fmla="*/ 139556 w 288016"/>
                <a:gd name="connsiteY2264" fmla="*/ 27608 h 524359"/>
                <a:gd name="connsiteX2265" fmla="*/ 144413 w 288016"/>
                <a:gd name="connsiteY2265" fmla="*/ 26115 h 524359"/>
                <a:gd name="connsiteX2266" fmla="*/ 146032 w 288016"/>
                <a:gd name="connsiteY2266" fmla="*/ 26861 h 524359"/>
                <a:gd name="connsiteX2267" fmla="*/ 148055 w 288016"/>
                <a:gd name="connsiteY2267" fmla="*/ 27608 h 524359"/>
                <a:gd name="connsiteX2268" fmla="*/ 146841 w 288016"/>
                <a:gd name="connsiteY2268" fmla="*/ 32831 h 524359"/>
                <a:gd name="connsiteX2269" fmla="*/ 139151 w 288016"/>
                <a:gd name="connsiteY2269" fmla="*/ 153707 h 524359"/>
                <a:gd name="connsiteX2270" fmla="*/ 139961 w 288016"/>
                <a:gd name="connsiteY2270" fmla="*/ 155946 h 524359"/>
                <a:gd name="connsiteX2271" fmla="*/ 140366 w 288016"/>
                <a:gd name="connsiteY2271" fmla="*/ 157438 h 524359"/>
                <a:gd name="connsiteX2272" fmla="*/ 139961 w 288016"/>
                <a:gd name="connsiteY2272" fmla="*/ 158184 h 524359"/>
                <a:gd name="connsiteX2273" fmla="*/ 139151 w 288016"/>
                <a:gd name="connsiteY2273" fmla="*/ 158184 h 524359"/>
                <a:gd name="connsiteX2274" fmla="*/ 135509 w 288016"/>
                <a:gd name="connsiteY2274" fmla="*/ 157438 h 524359"/>
                <a:gd name="connsiteX2275" fmla="*/ 132676 w 288016"/>
                <a:gd name="connsiteY2275" fmla="*/ 152215 h 524359"/>
                <a:gd name="connsiteX2276" fmla="*/ 131057 w 288016"/>
                <a:gd name="connsiteY2276" fmla="*/ 148484 h 524359"/>
                <a:gd name="connsiteX2277" fmla="*/ 129438 w 288016"/>
                <a:gd name="connsiteY2277" fmla="*/ 146246 h 524359"/>
                <a:gd name="connsiteX2278" fmla="*/ 129842 w 288016"/>
                <a:gd name="connsiteY2278" fmla="*/ 145500 h 524359"/>
                <a:gd name="connsiteX2279" fmla="*/ 130652 w 288016"/>
                <a:gd name="connsiteY2279" fmla="*/ 144754 h 524359"/>
                <a:gd name="connsiteX2280" fmla="*/ 132271 w 288016"/>
                <a:gd name="connsiteY2280" fmla="*/ 144007 h 524359"/>
                <a:gd name="connsiteX2281" fmla="*/ 139151 w 288016"/>
                <a:gd name="connsiteY2281" fmla="*/ 153707 h 524359"/>
                <a:gd name="connsiteX2282" fmla="*/ 135509 w 288016"/>
                <a:gd name="connsiteY2282" fmla="*/ 41785 h 524359"/>
                <a:gd name="connsiteX2283" fmla="*/ 135509 w 288016"/>
                <a:gd name="connsiteY2283" fmla="*/ 55961 h 524359"/>
                <a:gd name="connsiteX2284" fmla="*/ 135509 w 288016"/>
                <a:gd name="connsiteY2284" fmla="*/ 69392 h 524359"/>
                <a:gd name="connsiteX2285" fmla="*/ 135509 w 288016"/>
                <a:gd name="connsiteY2285" fmla="*/ 83569 h 524359"/>
                <a:gd name="connsiteX2286" fmla="*/ 135509 w 288016"/>
                <a:gd name="connsiteY2286" fmla="*/ 97000 h 524359"/>
                <a:gd name="connsiteX2287" fmla="*/ 135509 w 288016"/>
                <a:gd name="connsiteY2287" fmla="*/ 111177 h 524359"/>
                <a:gd name="connsiteX2288" fmla="*/ 135509 w 288016"/>
                <a:gd name="connsiteY2288" fmla="*/ 125354 h 524359"/>
                <a:gd name="connsiteX2289" fmla="*/ 135509 w 288016"/>
                <a:gd name="connsiteY2289" fmla="*/ 139531 h 524359"/>
                <a:gd name="connsiteX2290" fmla="*/ 135104 w 288016"/>
                <a:gd name="connsiteY2290" fmla="*/ 144007 h 524359"/>
                <a:gd name="connsiteX2291" fmla="*/ 133080 w 288016"/>
                <a:gd name="connsiteY2291" fmla="*/ 144007 h 524359"/>
                <a:gd name="connsiteX2292" fmla="*/ 131461 w 288016"/>
                <a:gd name="connsiteY2292" fmla="*/ 144754 h 524359"/>
                <a:gd name="connsiteX2293" fmla="*/ 129438 w 288016"/>
                <a:gd name="connsiteY2293" fmla="*/ 145500 h 524359"/>
                <a:gd name="connsiteX2294" fmla="*/ 129033 w 288016"/>
                <a:gd name="connsiteY2294" fmla="*/ 145500 h 524359"/>
                <a:gd name="connsiteX2295" fmla="*/ 127819 w 288016"/>
                <a:gd name="connsiteY2295" fmla="*/ 146246 h 524359"/>
                <a:gd name="connsiteX2296" fmla="*/ 126200 w 288016"/>
                <a:gd name="connsiteY2296" fmla="*/ 146246 h 524359"/>
                <a:gd name="connsiteX2297" fmla="*/ 123771 w 288016"/>
                <a:gd name="connsiteY2297" fmla="*/ 146992 h 524359"/>
                <a:gd name="connsiteX2298" fmla="*/ 120938 w 288016"/>
                <a:gd name="connsiteY2298" fmla="*/ 148484 h 524359"/>
                <a:gd name="connsiteX2299" fmla="*/ 120938 w 288016"/>
                <a:gd name="connsiteY2299" fmla="*/ 149231 h 524359"/>
                <a:gd name="connsiteX2300" fmla="*/ 119319 w 288016"/>
                <a:gd name="connsiteY2300" fmla="*/ 149977 h 524359"/>
                <a:gd name="connsiteX2301" fmla="*/ 118915 w 288016"/>
                <a:gd name="connsiteY2301" fmla="*/ 149977 h 524359"/>
                <a:gd name="connsiteX2302" fmla="*/ 115677 w 288016"/>
                <a:gd name="connsiteY2302" fmla="*/ 151469 h 524359"/>
                <a:gd name="connsiteX2303" fmla="*/ 112844 w 288016"/>
                <a:gd name="connsiteY2303" fmla="*/ 154454 h 524359"/>
                <a:gd name="connsiteX2304" fmla="*/ 111630 w 288016"/>
                <a:gd name="connsiteY2304" fmla="*/ 156692 h 524359"/>
                <a:gd name="connsiteX2305" fmla="*/ 108796 w 288016"/>
                <a:gd name="connsiteY2305" fmla="*/ 158184 h 524359"/>
                <a:gd name="connsiteX2306" fmla="*/ 105963 w 288016"/>
                <a:gd name="connsiteY2306" fmla="*/ 161915 h 524359"/>
                <a:gd name="connsiteX2307" fmla="*/ 105559 w 288016"/>
                <a:gd name="connsiteY2307" fmla="*/ 161915 h 524359"/>
                <a:gd name="connsiteX2308" fmla="*/ 104344 w 288016"/>
                <a:gd name="connsiteY2308" fmla="*/ 164154 h 524359"/>
                <a:gd name="connsiteX2309" fmla="*/ 100702 w 288016"/>
                <a:gd name="connsiteY2309" fmla="*/ 168631 h 524359"/>
                <a:gd name="connsiteX2310" fmla="*/ 99083 w 288016"/>
                <a:gd name="connsiteY2310" fmla="*/ 164154 h 524359"/>
                <a:gd name="connsiteX2311" fmla="*/ 97464 w 288016"/>
                <a:gd name="connsiteY2311" fmla="*/ 161915 h 524359"/>
                <a:gd name="connsiteX2312" fmla="*/ 95036 w 288016"/>
                <a:gd name="connsiteY2312" fmla="*/ 158184 h 524359"/>
                <a:gd name="connsiteX2313" fmla="*/ 93417 w 288016"/>
                <a:gd name="connsiteY2313" fmla="*/ 153707 h 524359"/>
                <a:gd name="connsiteX2314" fmla="*/ 89774 w 288016"/>
                <a:gd name="connsiteY2314" fmla="*/ 148484 h 524359"/>
                <a:gd name="connsiteX2315" fmla="*/ 88965 w 288016"/>
                <a:gd name="connsiteY2315" fmla="*/ 145500 h 524359"/>
                <a:gd name="connsiteX2316" fmla="*/ 87346 w 288016"/>
                <a:gd name="connsiteY2316" fmla="*/ 142515 h 524359"/>
                <a:gd name="connsiteX2317" fmla="*/ 86941 w 288016"/>
                <a:gd name="connsiteY2317" fmla="*/ 141769 h 524359"/>
                <a:gd name="connsiteX2318" fmla="*/ 86536 w 288016"/>
                <a:gd name="connsiteY2318" fmla="*/ 141023 h 524359"/>
                <a:gd name="connsiteX2319" fmla="*/ 84917 w 288016"/>
                <a:gd name="connsiteY2319" fmla="*/ 138784 h 524359"/>
                <a:gd name="connsiteX2320" fmla="*/ 81679 w 288016"/>
                <a:gd name="connsiteY2320" fmla="*/ 132069 h 524359"/>
                <a:gd name="connsiteX2321" fmla="*/ 80060 w 288016"/>
                <a:gd name="connsiteY2321" fmla="*/ 129084 h 524359"/>
                <a:gd name="connsiteX2322" fmla="*/ 79656 w 288016"/>
                <a:gd name="connsiteY2322" fmla="*/ 129084 h 524359"/>
                <a:gd name="connsiteX2323" fmla="*/ 79251 w 288016"/>
                <a:gd name="connsiteY2323" fmla="*/ 128338 h 524359"/>
                <a:gd name="connsiteX2324" fmla="*/ 76013 w 288016"/>
                <a:gd name="connsiteY2324" fmla="*/ 121623 h 524359"/>
                <a:gd name="connsiteX2325" fmla="*/ 73585 w 288016"/>
                <a:gd name="connsiteY2325" fmla="*/ 118638 h 524359"/>
                <a:gd name="connsiteX2326" fmla="*/ 71966 w 288016"/>
                <a:gd name="connsiteY2326" fmla="*/ 113415 h 524359"/>
                <a:gd name="connsiteX2327" fmla="*/ 69133 w 288016"/>
                <a:gd name="connsiteY2327" fmla="*/ 109684 h 524359"/>
                <a:gd name="connsiteX2328" fmla="*/ 68323 w 288016"/>
                <a:gd name="connsiteY2328" fmla="*/ 108938 h 524359"/>
                <a:gd name="connsiteX2329" fmla="*/ 65490 w 288016"/>
                <a:gd name="connsiteY2329" fmla="*/ 102223 h 524359"/>
                <a:gd name="connsiteX2330" fmla="*/ 63871 w 288016"/>
                <a:gd name="connsiteY2330" fmla="*/ 100731 h 524359"/>
                <a:gd name="connsiteX2331" fmla="*/ 63062 w 288016"/>
                <a:gd name="connsiteY2331" fmla="*/ 99238 h 524359"/>
                <a:gd name="connsiteX2332" fmla="*/ 60633 w 288016"/>
                <a:gd name="connsiteY2332" fmla="*/ 94015 h 524359"/>
                <a:gd name="connsiteX2333" fmla="*/ 57800 w 288016"/>
                <a:gd name="connsiteY2333" fmla="*/ 89538 h 524359"/>
                <a:gd name="connsiteX2334" fmla="*/ 57396 w 288016"/>
                <a:gd name="connsiteY2334" fmla="*/ 88792 h 524359"/>
                <a:gd name="connsiteX2335" fmla="*/ 56991 w 288016"/>
                <a:gd name="connsiteY2335" fmla="*/ 88046 h 524359"/>
                <a:gd name="connsiteX2336" fmla="*/ 57396 w 288016"/>
                <a:gd name="connsiteY2336" fmla="*/ 87300 h 524359"/>
                <a:gd name="connsiteX2337" fmla="*/ 60229 w 288016"/>
                <a:gd name="connsiteY2337" fmla="*/ 79092 h 524359"/>
                <a:gd name="connsiteX2338" fmla="*/ 60633 w 288016"/>
                <a:gd name="connsiteY2338" fmla="*/ 79092 h 524359"/>
                <a:gd name="connsiteX2339" fmla="*/ 63871 w 288016"/>
                <a:gd name="connsiteY2339" fmla="*/ 76854 h 524359"/>
                <a:gd name="connsiteX2340" fmla="*/ 65490 w 288016"/>
                <a:gd name="connsiteY2340" fmla="*/ 75361 h 524359"/>
                <a:gd name="connsiteX2341" fmla="*/ 69133 w 288016"/>
                <a:gd name="connsiteY2341" fmla="*/ 67900 h 524359"/>
                <a:gd name="connsiteX2342" fmla="*/ 69537 w 288016"/>
                <a:gd name="connsiteY2342" fmla="*/ 67154 h 524359"/>
                <a:gd name="connsiteX2343" fmla="*/ 71966 w 288016"/>
                <a:gd name="connsiteY2343" fmla="*/ 66408 h 524359"/>
                <a:gd name="connsiteX2344" fmla="*/ 76013 w 288016"/>
                <a:gd name="connsiteY2344" fmla="*/ 61931 h 524359"/>
                <a:gd name="connsiteX2345" fmla="*/ 79251 w 288016"/>
                <a:gd name="connsiteY2345" fmla="*/ 56708 h 524359"/>
                <a:gd name="connsiteX2346" fmla="*/ 79656 w 288016"/>
                <a:gd name="connsiteY2346" fmla="*/ 56708 h 524359"/>
                <a:gd name="connsiteX2347" fmla="*/ 81275 w 288016"/>
                <a:gd name="connsiteY2347" fmla="*/ 55961 h 524359"/>
                <a:gd name="connsiteX2348" fmla="*/ 86131 w 288016"/>
                <a:gd name="connsiteY2348" fmla="*/ 51484 h 524359"/>
                <a:gd name="connsiteX2349" fmla="*/ 86536 w 288016"/>
                <a:gd name="connsiteY2349" fmla="*/ 50738 h 524359"/>
                <a:gd name="connsiteX2350" fmla="*/ 86941 w 288016"/>
                <a:gd name="connsiteY2350" fmla="*/ 49992 h 524359"/>
                <a:gd name="connsiteX2351" fmla="*/ 88560 w 288016"/>
                <a:gd name="connsiteY2351" fmla="*/ 47008 h 524359"/>
                <a:gd name="connsiteX2352" fmla="*/ 89369 w 288016"/>
                <a:gd name="connsiteY2352" fmla="*/ 47008 h 524359"/>
                <a:gd name="connsiteX2353" fmla="*/ 93012 w 288016"/>
                <a:gd name="connsiteY2353" fmla="*/ 46261 h 524359"/>
                <a:gd name="connsiteX2354" fmla="*/ 97059 w 288016"/>
                <a:gd name="connsiteY2354" fmla="*/ 41785 h 524359"/>
                <a:gd name="connsiteX2355" fmla="*/ 98678 w 288016"/>
                <a:gd name="connsiteY2355" fmla="*/ 40292 h 524359"/>
                <a:gd name="connsiteX2356" fmla="*/ 99083 w 288016"/>
                <a:gd name="connsiteY2356" fmla="*/ 39546 h 524359"/>
                <a:gd name="connsiteX2357" fmla="*/ 105559 w 288016"/>
                <a:gd name="connsiteY2357" fmla="*/ 38054 h 524359"/>
                <a:gd name="connsiteX2358" fmla="*/ 108392 w 288016"/>
                <a:gd name="connsiteY2358" fmla="*/ 35069 h 524359"/>
                <a:gd name="connsiteX2359" fmla="*/ 110011 w 288016"/>
                <a:gd name="connsiteY2359" fmla="*/ 33577 h 524359"/>
                <a:gd name="connsiteX2360" fmla="*/ 112439 w 288016"/>
                <a:gd name="connsiteY2360" fmla="*/ 34323 h 524359"/>
                <a:gd name="connsiteX2361" fmla="*/ 115272 w 288016"/>
                <a:gd name="connsiteY2361" fmla="*/ 33577 h 524359"/>
                <a:gd name="connsiteX2362" fmla="*/ 118510 w 288016"/>
                <a:gd name="connsiteY2362" fmla="*/ 31338 h 524359"/>
                <a:gd name="connsiteX2363" fmla="*/ 120129 w 288016"/>
                <a:gd name="connsiteY2363" fmla="*/ 30592 h 524359"/>
                <a:gd name="connsiteX2364" fmla="*/ 121343 w 288016"/>
                <a:gd name="connsiteY2364" fmla="*/ 29846 h 524359"/>
                <a:gd name="connsiteX2365" fmla="*/ 122962 w 288016"/>
                <a:gd name="connsiteY2365" fmla="*/ 30592 h 524359"/>
                <a:gd name="connsiteX2366" fmla="*/ 125390 w 288016"/>
                <a:gd name="connsiteY2366" fmla="*/ 31338 h 524359"/>
                <a:gd name="connsiteX2367" fmla="*/ 128224 w 288016"/>
                <a:gd name="connsiteY2367" fmla="*/ 30592 h 524359"/>
                <a:gd name="connsiteX2368" fmla="*/ 130652 w 288016"/>
                <a:gd name="connsiteY2368" fmla="*/ 29100 h 524359"/>
                <a:gd name="connsiteX2369" fmla="*/ 132271 w 288016"/>
                <a:gd name="connsiteY2369" fmla="*/ 28354 h 524359"/>
                <a:gd name="connsiteX2370" fmla="*/ 132676 w 288016"/>
                <a:gd name="connsiteY2370" fmla="*/ 28354 h 524359"/>
                <a:gd name="connsiteX2371" fmla="*/ 134699 w 288016"/>
                <a:gd name="connsiteY2371" fmla="*/ 29100 h 524359"/>
                <a:gd name="connsiteX2372" fmla="*/ 135509 w 288016"/>
                <a:gd name="connsiteY2372" fmla="*/ 41785 h 524359"/>
                <a:gd name="connsiteX2373" fmla="*/ 59014 w 288016"/>
                <a:gd name="connsiteY2373" fmla="*/ 98492 h 524359"/>
                <a:gd name="connsiteX2374" fmla="*/ 59824 w 288016"/>
                <a:gd name="connsiteY2374" fmla="*/ 94015 h 524359"/>
                <a:gd name="connsiteX2375" fmla="*/ 62252 w 288016"/>
                <a:gd name="connsiteY2375" fmla="*/ 98492 h 524359"/>
                <a:gd name="connsiteX2376" fmla="*/ 62252 w 288016"/>
                <a:gd name="connsiteY2376" fmla="*/ 107446 h 524359"/>
                <a:gd name="connsiteX2377" fmla="*/ 59014 w 288016"/>
                <a:gd name="connsiteY2377" fmla="*/ 116400 h 524359"/>
                <a:gd name="connsiteX2378" fmla="*/ 58610 w 288016"/>
                <a:gd name="connsiteY2378" fmla="*/ 117146 h 524359"/>
                <a:gd name="connsiteX2379" fmla="*/ 58205 w 288016"/>
                <a:gd name="connsiteY2379" fmla="*/ 119384 h 524359"/>
                <a:gd name="connsiteX2380" fmla="*/ 56181 w 288016"/>
                <a:gd name="connsiteY2380" fmla="*/ 116400 h 524359"/>
                <a:gd name="connsiteX2381" fmla="*/ 56181 w 288016"/>
                <a:gd name="connsiteY2381" fmla="*/ 105208 h 524359"/>
                <a:gd name="connsiteX2382" fmla="*/ 56991 w 288016"/>
                <a:gd name="connsiteY2382" fmla="*/ 102969 h 524359"/>
                <a:gd name="connsiteX2383" fmla="*/ 58205 w 288016"/>
                <a:gd name="connsiteY2383" fmla="*/ 99984 h 524359"/>
                <a:gd name="connsiteX2384" fmla="*/ 59014 w 288016"/>
                <a:gd name="connsiteY2384" fmla="*/ 98492 h 524359"/>
                <a:gd name="connsiteX2385" fmla="*/ 56181 w 288016"/>
                <a:gd name="connsiteY2385" fmla="*/ 99984 h 524359"/>
                <a:gd name="connsiteX2386" fmla="*/ 54562 w 288016"/>
                <a:gd name="connsiteY2386" fmla="*/ 103715 h 524359"/>
                <a:gd name="connsiteX2387" fmla="*/ 53348 w 288016"/>
                <a:gd name="connsiteY2387" fmla="*/ 108192 h 524359"/>
                <a:gd name="connsiteX2388" fmla="*/ 52943 w 288016"/>
                <a:gd name="connsiteY2388" fmla="*/ 110431 h 524359"/>
                <a:gd name="connsiteX2389" fmla="*/ 50110 w 288016"/>
                <a:gd name="connsiteY2389" fmla="*/ 105208 h 524359"/>
                <a:gd name="connsiteX2390" fmla="*/ 49706 w 288016"/>
                <a:gd name="connsiteY2390" fmla="*/ 102969 h 524359"/>
                <a:gd name="connsiteX2391" fmla="*/ 50515 w 288016"/>
                <a:gd name="connsiteY2391" fmla="*/ 102223 h 524359"/>
                <a:gd name="connsiteX2392" fmla="*/ 54158 w 288016"/>
                <a:gd name="connsiteY2392" fmla="*/ 92523 h 524359"/>
                <a:gd name="connsiteX2393" fmla="*/ 54562 w 288016"/>
                <a:gd name="connsiteY2393" fmla="*/ 91777 h 524359"/>
                <a:gd name="connsiteX2394" fmla="*/ 56181 w 288016"/>
                <a:gd name="connsiteY2394" fmla="*/ 90284 h 524359"/>
                <a:gd name="connsiteX2395" fmla="*/ 57396 w 288016"/>
                <a:gd name="connsiteY2395" fmla="*/ 89538 h 524359"/>
                <a:gd name="connsiteX2396" fmla="*/ 56181 w 288016"/>
                <a:gd name="connsiteY2396" fmla="*/ 99984 h 524359"/>
                <a:gd name="connsiteX2397" fmla="*/ 78037 w 288016"/>
                <a:gd name="connsiteY2397" fmla="*/ 263392 h 524359"/>
                <a:gd name="connsiteX2398" fmla="*/ 78442 w 288016"/>
                <a:gd name="connsiteY2398" fmla="*/ 266377 h 524359"/>
                <a:gd name="connsiteX2399" fmla="*/ 78037 w 288016"/>
                <a:gd name="connsiteY2399" fmla="*/ 271600 h 524359"/>
                <a:gd name="connsiteX2400" fmla="*/ 77632 w 288016"/>
                <a:gd name="connsiteY2400" fmla="*/ 270854 h 524359"/>
                <a:gd name="connsiteX2401" fmla="*/ 75204 w 288016"/>
                <a:gd name="connsiteY2401" fmla="*/ 268615 h 524359"/>
                <a:gd name="connsiteX2402" fmla="*/ 74799 w 288016"/>
                <a:gd name="connsiteY2402" fmla="*/ 267123 h 524359"/>
                <a:gd name="connsiteX2403" fmla="*/ 74394 w 288016"/>
                <a:gd name="connsiteY2403" fmla="*/ 260407 h 524359"/>
                <a:gd name="connsiteX2404" fmla="*/ 73989 w 288016"/>
                <a:gd name="connsiteY2404" fmla="*/ 255184 h 524359"/>
                <a:gd name="connsiteX2405" fmla="*/ 73180 w 288016"/>
                <a:gd name="connsiteY2405" fmla="*/ 249961 h 524359"/>
                <a:gd name="connsiteX2406" fmla="*/ 73989 w 288016"/>
                <a:gd name="connsiteY2406" fmla="*/ 249961 h 524359"/>
                <a:gd name="connsiteX2407" fmla="*/ 78037 w 288016"/>
                <a:gd name="connsiteY2407" fmla="*/ 250707 h 524359"/>
                <a:gd name="connsiteX2408" fmla="*/ 78442 w 288016"/>
                <a:gd name="connsiteY2408" fmla="*/ 251454 h 524359"/>
                <a:gd name="connsiteX2409" fmla="*/ 78037 w 288016"/>
                <a:gd name="connsiteY2409" fmla="*/ 263392 h 524359"/>
                <a:gd name="connsiteX2410" fmla="*/ 58610 w 288016"/>
                <a:gd name="connsiteY2410" fmla="*/ 252946 h 524359"/>
                <a:gd name="connsiteX2411" fmla="*/ 58205 w 288016"/>
                <a:gd name="connsiteY2411" fmla="*/ 250707 h 524359"/>
                <a:gd name="connsiteX2412" fmla="*/ 58610 w 288016"/>
                <a:gd name="connsiteY2412" fmla="*/ 250707 h 524359"/>
                <a:gd name="connsiteX2413" fmla="*/ 59419 w 288016"/>
                <a:gd name="connsiteY2413" fmla="*/ 249961 h 524359"/>
                <a:gd name="connsiteX2414" fmla="*/ 62657 w 288016"/>
                <a:gd name="connsiteY2414" fmla="*/ 250707 h 524359"/>
                <a:gd name="connsiteX2415" fmla="*/ 65895 w 288016"/>
                <a:gd name="connsiteY2415" fmla="*/ 267869 h 524359"/>
                <a:gd name="connsiteX2416" fmla="*/ 66704 w 288016"/>
                <a:gd name="connsiteY2416" fmla="*/ 270854 h 524359"/>
                <a:gd name="connsiteX2417" fmla="*/ 65895 w 288016"/>
                <a:gd name="connsiteY2417" fmla="*/ 270854 h 524359"/>
                <a:gd name="connsiteX2418" fmla="*/ 62657 w 288016"/>
                <a:gd name="connsiteY2418" fmla="*/ 270854 h 524359"/>
                <a:gd name="connsiteX2419" fmla="*/ 60229 w 288016"/>
                <a:gd name="connsiteY2419" fmla="*/ 268615 h 524359"/>
                <a:gd name="connsiteX2420" fmla="*/ 59824 w 288016"/>
                <a:gd name="connsiteY2420" fmla="*/ 267123 h 524359"/>
                <a:gd name="connsiteX2421" fmla="*/ 59419 w 288016"/>
                <a:gd name="connsiteY2421" fmla="*/ 260407 h 524359"/>
                <a:gd name="connsiteX2422" fmla="*/ 59419 w 288016"/>
                <a:gd name="connsiteY2422" fmla="*/ 258915 h 524359"/>
                <a:gd name="connsiteX2423" fmla="*/ 43230 w 288016"/>
                <a:gd name="connsiteY2423" fmla="*/ 252946 h 524359"/>
                <a:gd name="connsiteX2424" fmla="*/ 42825 w 288016"/>
                <a:gd name="connsiteY2424" fmla="*/ 250707 h 524359"/>
                <a:gd name="connsiteX2425" fmla="*/ 43230 w 288016"/>
                <a:gd name="connsiteY2425" fmla="*/ 250707 h 524359"/>
                <a:gd name="connsiteX2426" fmla="*/ 44444 w 288016"/>
                <a:gd name="connsiteY2426" fmla="*/ 249961 h 524359"/>
                <a:gd name="connsiteX2427" fmla="*/ 50515 w 288016"/>
                <a:gd name="connsiteY2427" fmla="*/ 265630 h 524359"/>
                <a:gd name="connsiteX2428" fmla="*/ 50920 w 288016"/>
                <a:gd name="connsiteY2428" fmla="*/ 268615 h 524359"/>
                <a:gd name="connsiteX2429" fmla="*/ 51325 w 288016"/>
                <a:gd name="connsiteY2429" fmla="*/ 271600 h 524359"/>
                <a:gd name="connsiteX2430" fmla="*/ 50515 w 288016"/>
                <a:gd name="connsiteY2430" fmla="*/ 271600 h 524359"/>
                <a:gd name="connsiteX2431" fmla="*/ 45254 w 288016"/>
                <a:gd name="connsiteY2431" fmla="*/ 269361 h 524359"/>
                <a:gd name="connsiteX2432" fmla="*/ 44849 w 288016"/>
                <a:gd name="connsiteY2432" fmla="*/ 267869 h 524359"/>
                <a:gd name="connsiteX2433" fmla="*/ 44444 w 288016"/>
                <a:gd name="connsiteY2433" fmla="*/ 263392 h 524359"/>
                <a:gd name="connsiteX2434" fmla="*/ 44444 w 288016"/>
                <a:gd name="connsiteY2434" fmla="*/ 261154 h 524359"/>
                <a:gd name="connsiteX2435" fmla="*/ 43230 w 288016"/>
                <a:gd name="connsiteY2435" fmla="*/ 252946 h 524359"/>
                <a:gd name="connsiteX2436" fmla="*/ 20970 w 288016"/>
                <a:gd name="connsiteY2436" fmla="*/ 252946 h 524359"/>
                <a:gd name="connsiteX2437" fmla="*/ 20565 w 288016"/>
                <a:gd name="connsiteY2437" fmla="*/ 250707 h 524359"/>
                <a:gd name="connsiteX2438" fmla="*/ 20970 w 288016"/>
                <a:gd name="connsiteY2438" fmla="*/ 250707 h 524359"/>
                <a:gd name="connsiteX2439" fmla="*/ 22184 w 288016"/>
                <a:gd name="connsiteY2439" fmla="*/ 249961 h 524359"/>
                <a:gd name="connsiteX2440" fmla="*/ 27445 w 288016"/>
                <a:gd name="connsiteY2440" fmla="*/ 256677 h 524359"/>
                <a:gd name="connsiteX2441" fmla="*/ 28660 w 288016"/>
                <a:gd name="connsiteY2441" fmla="*/ 267869 h 524359"/>
                <a:gd name="connsiteX2442" fmla="*/ 28660 w 288016"/>
                <a:gd name="connsiteY2442" fmla="*/ 268615 h 524359"/>
                <a:gd name="connsiteX2443" fmla="*/ 29064 w 288016"/>
                <a:gd name="connsiteY2443" fmla="*/ 270854 h 524359"/>
                <a:gd name="connsiteX2444" fmla="*/ 27445 w 288016"/>
                <a:gd name="connsiteY2444" fmla="*/ 270854 h 524359"/>
                <a:gd name="connsiteX2445" fmla="*/ 22184 w 288016"/>
                <a:gd name="connsiteY2445" fmla="*/ 261900 h 524359"/>
                <a:gd name="connsiteX2446" fmla="*/ 22184 w 288016"/>
                <a:gd name="connsiteY2446" fmla="*/ 261154 h 524359"/>
                <a:gd name="connsiteX2447" fmla="*/ 20970 w 288016"/>
                <a:gd name="connsiteY2447" fmla="*/ 252946 h 524359"/>
                <a:gd name="connsiteX2448" fmla="*/ 28660 w 288016"/>
                <a:gd name="connsiteY2448" fmla="*/ 252946 h 524359"/>
                <a:gd name="connsiteX2449" fmla="*/ 28255 w 288016"/>
                <a:gd name="connsiteY2449" fmla="*/ 250707 h 524359"/>
                <a:gd name="connsiteX2450" fmla="*/ 28660 w 288016"/>
                <a:gd name="connsiteY2450" fmla="*/ 250707 h 524359"/>
                <a:gd name="connsiteX2451" fmla="*/ 32302 w 288016"/>
                <a:gd name="connsiteY2451" fmla="*/ 251454 h 524359"/>
                <a:gd name="connsiteX2452" fmla="*/ 33921 w 288016"/>
                <a:gd name="connsiteY2452" fmla="*/ 252946 h 524359"/>
                <a:gd name="connsiteX2453" fmla="*/ 35945 w 288016"/>
                <a:gd name="connsiteY2453" fmla="*/ 268615 h 524359"/>
                <a:gd name="connsiteX2454" fmla="*/ 35945 w 288016"/>
                <a:gd name="connsiteY2454" fmla="*/ 269361 h 524359"/>
                <a:gd name="connsiteX2455" fmla="*/ 36349 w 288016"/>
                <a:gd name="connsiteY2455" fmla="*/ 271600 h 524359"/>
                <a:gd name="connsiteX2456" fmla="*/ 35945 w 288016"/>
                <a:gd name="connsiteY2456" fmla="*/ 271600 h 524359"/>
                <a:gd name="connsiteX2457" fmla="*/ 33921 w 288016"/>
                <a:gd name="connsiteY2457" fmla="*/ 272346 h 524359"/>
                <a:gd name="connsiteX2458" fmla="*/ 32302 w 288016"/>
                <a:gd name="connsiteY2458" fmla="*/ 271600 h 524359"/>
                <a:gd name="connsiteX2459" fmla="*/ 29469 w 288016"/>
                <a:gd name="connsiteY2459" fmla="*/ 261154 h 524359"/>
                <a:gd name="connsiteX2460" fmla="*/ 28660 w 288016"/>
                <a:gd name="connsiteY2460" fmla="*/ 252946 h 524359"/>
                <a:gd name="connsiteX2461" fmla="*/ 35945 w 288016"/>
                <a:gd name="connsiteY2461" fmla="*/ 252946 h 524359"/>
                <a:gd name="connsiteX2462" fmla="*/ 35540 w 288016"/>
                <a:gd name="connsiteY2462" fmla="*/ 250707 h 524359"/>
                <a:gd name="connsiteX2463" fmla="*/ 35945 w 288016"/>
                <a:gd name="connsiteY2463" fmla="*/ 250707 h 524359"/>
                <a:gd name="connsiteX2464" fmla="*/ 39587 w 288016"/>
                <a:gd name="connsiteY2464" fmla="*/ 251454 h 524359"/>
                <a:gd name="connsiteX2465" fmla="*/ 41206 w 288016"/>
                <a:gd name="connsiteY2465" fmla="*/ 252200 h 524359"/>
                <a:gd name="connsiteX2466" fmla="*/ 42016 w 288016"/>
                <a:gd name="connsiteY2466" fmla="*/ 255184 h 524359"/>
                <a:gd name="connsiteX2467" fmla="*/ 43230 w 288016"/>
                <a:gd name="connsiteY2467" fmla="*/ 268615 h 524359"/>
                <a:gd name="connsiteX2468" fmla="*/ 44039 w 288016"/>
                <a:gd name="connsiteY2468" fmla="*/ 271600 h 524359"/>
                <a:gd name="connsiteX2469" fmla="*/ 43230 w 288016"/>
                <a:gd name="connsiteY2469" fmla="*/ 271600 h 524359"/>
                <a:gd name="connsiteX2470" fmla="*/ 42016 w 288016"/>
                <a:gd name="connsiteY2470" fmla="*/ 272346 h 524359"/>
                <a:gd name="connsiteX2471" fmla="*/ 41206 w 288016"/>
                <a:gd name="connsiteY2471" fmla="*/ 272346 h 524359"/>
                <a:gd name="connsiteX2472" fmla="*/ 39587 w 288016"/>
                <a:gd name="connsiteY2472" fmla="*/ 271600 h 524359"/>
                <a:gd name="connsiteX2473" fmla="*/ 36754 w 288016"/>
                <a:gd name="connsiteY2473" fmla="*/ 261154 h 524359"/>
                <a:gd name="connsiteX2474" fmla="*/ 35945 w 288016"/>
                <a:gd name="connsiteY2474" fmla="*/ 252946 h 524359"/>
                <a:gd name="connsiteX2475" fmla="*/ 50515 w 288016"/>
                <a:gd name="connsiteY2475" fmla="*/ 250707 h 524359"/>
                <a:gd name="connsiteX2476" fmla="*/ 54562 w 288016"/>
                <a:gd name="connsiteY2476" fmla="*/ 250707 h 524359"/>
                <a:gd name="connsiteX2477" fmla="*/ 56181 w 288016"/>
                <a:gd name="connsiteY2477" fmla="*/ 252946 h 524359"/>
                <a:gd name="connsiteX2478" fmla="*/ 58205 w 288016"/>
                <a:gd name="connsiteY2478" fmla="*/ 267869 h 524359"/>
                <a:gd name="connsiteX2479" fmla="*/ 58610 w 288016"/>
                <a:gd name="connsiteY2479" fmla="*/ 270854 h 524359"/>
                <a:gd name="connsiteX2480" fmla="*/ 58205 w 288016"/>
                <a:gd name="connsiteY2480" fmla="*/ 270854 h 524359"/>
                <a:gd name="connsiteX2481" fmla="*/ 56181 w 288016"/>
                <a:gd name="connsiteY2481" fmla="*/ 271600 h 524359"/>
                <a:gd name="connsiteX2482" fmla="*/ 54562 w 288016"/>
                <a:gd name="connsiteY2482" fmla="*/ 270854 h 524359"/>
                <a:gd name="connsiteX2483" fmla="*/ 52943 w 288016"/>
                <a:gd name="connsiteY2483" fmla="*/ 268615 h 524359"/>
                <a:gd name="connsiteX2484" fmla="*/ 52539 w 288016"/>
                <a:gd name="connsiteY2484" fmla="*/ 267123 h 524359"/>
                <a:gd name="connsiteX2485" fmla="*/ 52134 w 288016"/>
                <a:gd name="connsiteY2485" fmla="*/ 260407 h 524359"/>
                <a:gd name="connsiteX2486" fmla="*/ 50515 w 288016"/>
                <a:gd name="connsiteY2486" fmla="*/ 250707 h 524359"/>
                <a:gd name="connsiteX2487" fmla="*/ 65895 w 288016"/>
                <a:gd name="connsiteY2487" fmla="*/ 252946 h 524359"/>
                <a:gd name="connsiteX2488" fmla="*/ 65490 w 288016"/>
                <a:gd name="connsiteY2488" fmla="*/ 250707 h 524359"/>
                <a:gd name="connsiteX2489" fmla="*/ 65895 w 288016"/>
                <a:gd name="connsiteY2489" fmla="*/ 250707 h 524359"/>
                <a:gd name="connsiteX2490" fmla="*/ 67514 w 288016"/>
                <a:gd name="connsiteY2490" fmla="*/ 249961 h 524359"/>
                <a:gd name="connsiteX2491" fmla="*/ 71156 w 288016"/>
                <a:gd name="connsiteY2491" fmla="*/ 252946 h 524359"/>
                <a:gd name="connsiteX2492" fmla="*/ 73585 w 288016"/>
                <a:gd name="connsiteY2492" fmla="*/ 268615 h 524359"/>
                <a:gd name="connsiteX2493" fmla="*/ 73989 w 288016"/>
                <a:gd name="connsiteY2493" fmla="*/ 270854 h 524359"/>
                <a:gd name="connsiteX2494" fmla="*/ 74394 w 288016"/>
                <a:gd name="connsiteY2494" fmla="*/ 271600 h 524359"/>
                <a:gd name="connsiteX2495" fmla="*/ 73989 w 288016"/>
                <a:gd name="connsiteY2495" fmla="*/ 271600 h 524359"/>
                <a:gd name="connsiteX2496" fmla="*/ 71156 w 288016"/>
                <a:gd name="connsiteY2496" fmla="*/ 272346 h 524359"/>
                <a:gd name="connsiteX2497" fmla="*/ 67919 w 288016"/>
                <a:gd name="connsiteY2497" fmla="*/ 269361 h 524359"/>
                <a:gd name="connsiteX2498" fmla="*/ 67514 w 288016"/>
                <a:gd name="connsiteY2498" fmla="*/ 267869 h 524359"/>
                <a:gd name="connsiteX2499" fmla="*/ 67109 w 288016"/>
                <a:gd name="connsiteY2499" fmla="*/ 264884 h 524359"/>
                <a:gd name="connsiteX2500" fmla="*/ 66704 w 288016"/>
                <a:gd name="connsiteY2500" fmla="*/ 261900 h 524359"/>
                <a:gd name="connsiteX2501" fmla="*/ 65895 w 288016"/>
                <a:gd name="connsiteY2501" fmla="*/ 252946 h 524359"/>
                <a:gd name="connsiteX2502" fmla="*/ 16518 w 288016"/>
                <a:gd name="connsiteY2502" fmla="*/ 250707 h 524359"/>
                <a:gd name="connsiteX2503" fmla="*/ 16922 w 288016"/>
                <a:gd name="connsiteY2503" fmla="*/ 250707 h 524359"/>
                <a:gd name="connsiteX2504" fmla="*/ 19351 w 288016"/>
                <a:gd name="connsiteY2504" fmla="*/ 254438 h 524359"/>
                <a:gd name="connsiteX2505" fmla="*/ 20970 w 288016"/>
                <a:gd name="connsiteY2505" fmla="*/ 268615 h 524359"/>
                <a:gd name="connsiteX2506" fmla="*/ 21374 w 288016"/>
                <a:gd name="connsiteY2506" fmla="*/ 269361 h 524359"/>
                <a:gd name="connsiteX2507" fmla="*/ 21779 w 288016"/>
                <a:gd name="connsiteY2507" fmla="*/ 271600 h 524359"/>
                <a:gd name="connsiteX2508" fmla="*/ 20970 w 288016"/>
                <a:gd name="connsiteY2508" fmla="*/ 271600 h 524359"/>
                <a:gd name="connsiteX2509" fmla="*/ 19351 w 288016"/>
                <a:gd name="connsiteY2509" fmla="*/ 272346 h 524359"/>
                <a:gd name="connsiteX2510" fmla="*/ 16922 w 288016"/>
                <a:gd name="connsiteY2510" fmla="*/ 271600 h 524359"/>
                <a:gd name="connsiteX2511" fmla="*/ 16518 w 288016"/>
                <a:gd name="connsiteY2511" fmla="*/ 271600 h 524359"/>
                <a:gd name="connsiteX2512" fmla="*/ 15303 w 288016"/>
                <a:gd name="connsiteY2512" fmla="*/ 257423 h 524359"/>
                <a:gd name="connsiteX2513" fmla="*/ 16518 w 288016"/>
                <a:gd name="connsiteY2513" fmla="*/ 250707 h 524359"/>
                <a:gd name="connsiteX2514" fmla="*/ 65490 w 288016"/>
                <a:gd name="connsiteY2514" fmla="*/ 464107 h 524359"/>
                <a:gd name="connsiteX2515" fmla="*/ 65490 w 288016"/>
                <a:gd name="connsiteY2515" fmla="*/ 476046 h 524359"/>
                <a:gd name="connsiteX2516" fmla="*/ 65085 w 288016"/>
                <a:gd name="connsiteY2516" fmla="*/ 476046 h 524359"/>
                <a:gd name="connsiteX2517" fmla="*/ 62252 w 288016"/>
                <a:gd name="connsiteY2517" fmla="*/ 473061 h 524359"/>
                <a:gd name="connsiteX2518" fmla="*/ 59014 w 288016"/>
                <a:gd name="connsiteY2518" fmla="*/ 466346 h 524359"/>
                <a:gd name="connsiteX2519" fmla="*/ 59014 w 288016"/>
                <a:gd name="connsiteY2519" fmla="*/ 453661 h 524359"/>
                <a:gd name="connsiteX2520" fmla="*/ 59419 w 288016"/>
                <a:gd name="connsiteY2520" fmla="*/ 443961 h 524359"/>
                <a:gd name="connsiteX2521" fmla="*/ 62252 w 288016"/>
                <a:gd name="connsiteY2521" fmla="*/ 446946 h 524359"/>
                <a:gd name="connsiteX2522" fmla="*/ 65490 w 288016"/>
                <a:gd name="connsiteY2522" fmla="*/ 453661 h 524359"/>
                <a:gd name="connsiteX2523" fmla="*/ 65490 w 288016"/>
                <a:gd name="connsiteY2523" fmla="*/ 454407 h 524359"/>
                <a:gd name="connsiteX2524" fmla="*/ 65490 w 288016"/>
                <a:gd name="connsiteY2524" fmla="*/ 464107 h 524359"/>
                <a:gd name="connsiteX2525" fmla="*/ 76013 w 288016"/>
                <a:gd name="connsiteY2525" fmla="*/ 487238 h 524359"/>
                <a:gd name="connsiteX2526" fmla="*/ 73585 w 288016"/>
                <a:gd name="connsiteY2526" fmla="*/ 485746 h 524359"/>
                <a:gd name="connsiteX2527" fmla="*/ 70752 w 288016"/>
                <a:gd name="connsiteY2527" fmla="*/ 482761 h 524359"/>
                <a:gd name="connsiteX2528" fmla="*/ 68728 w 288016"/>
                <a:gd name="connsiteY2528" fmla="*/ 455899 h 524359"/>
                <a:gd name="connsiteX2529" fmla="*/ 70752 w 288016"/>
                <a:gd name="connsiteY2529" fmla="*/ 458138 h 524359"/>
                <a:gd name="connsiteX2530" fmla="*/ 73585 w 288016"/>
                <a:gd name="connsiteY2530" fmla="*/ 461123 h 524359"/>
                <a:gd name="connsiteX2531" fmla="*/ 75204 w 288016"/>
                <a:gd name="connsiteY2531" fmla="*/ 464107 h 524359"/>
                <a:gd name="connsiteX2532" fmla="*/ 76013 w 288016"/>
                <a:gd name="connsiteY2532" fmla="*/ 487238 h 524359"/>
                <a:gd name="connsiteX2533" fmla="*/ 86536 w 288016"/>
                <a:gd name="connsiteY2533" fmla="*/ 496938 h 524359"/>
                <a:gd name="connsiteX2534" fmla="*/ 82894 w 288016"/>
                <a:gd name="connsiteY2534" fmla="*/ 493953 h 524359"/>
                <a:gd name="connsiteX2535" fmla="*/ 81275 w 288016"/>
                <a:gd name="connsiteY2535" fmla="*/ 492461 h 524359"/>
                <a:gd name="connsiteX2536" fmla="*/ 80870 w 288016"/>
                <a:gd name="connsiteY2536" fmla="*/ 491715 h 524359"/>
                <a:gd name="connsiteX2537" fmla="*/ 78037 w 288016"/>
                <a:gd name="connsiteY2537" fmla="*/ 466346 h 524359"/>
                <a:gd name="connsiteX2538" fmla="*/ 80870 w 288016"/>
                <a:gd name="connsiteY2538" fmla="*/ 468584 h 524359"/>
                <a:gd name="connsiteX2539" fmla="*/ 81275 w 288016"/>
                <a:gd name="connsiteY2539" fmla="*/ 468584 h 524359"/>
                <a:gd name="connsiteX2540" fmla="*/ 82894 w 288016"/>
                <a:gd name="connsiteY2540" fmla="*/ 470076 h 524359"/>
                <a:gd name="connsiteX2541" fmla="*/ 84917 w 288016"/>
                <a:gd name="connsiteY2541" fmla="*/ 473807 h 524359"/>
                <a:gd name="connsiteX2542" fmla="*/ 86536 w 288016"/>
                <a:gd name="connsiteY2542" fmla="*/ 496938 h 524359"/>
                <a:gd name="connsiteX2543" fmla="*/ 87750 w 288016"/>
                <a:gd name="connsiteY2543" fmla="*/ 471569 h 524359"/>
                <a:gd name="connsiteX2544" fmla="*/ 86941 w 288016"/>
                <a:gd name="connsiteY2544" fmla="*/ 471569 h 524359"/>
                <a:gd name="connsiteX2545" fmla="*/ 82894 w 288016"/>
                <a:gd name="connsiteY2545" fmla="*/ 464853 h 524359"/>
                <a:gd name="connsiteX2546" fmla="*/ 81275 w 288016"/>
                <a:gd name="connsiteY2546" fmla="*/ 464107 h 524359"/>
                <a:gd name="connsiteX2547" fmla="*/ 80870 w 288016"/>
                <a:gd name="connsiteY2547" fmla="*/ 464107 h 524359"/>
                <a:gd name="connsiteX2548" fmla="*/ 77227 w 288016"/>
                <a:gd name="connsiteY2548" fmla="*/ 461869 h 524359"/>
                <a:gd name="connsiteX2549" fmla="*/ 76823 w 288016"/>
                <a:gd name="connsiteY2549" fmla="*/ 461869 h 524359"/>
                <a:gd name="connsiteX2550" fmla="*/ 73180 w 288016"/>
                <a:gd name="connsiteY2550" fmla="*/ 455153 h 524359"/>
                <a:gd name="connsiteX2551" fmla="*/ 70347 w 288016"/>
                <a:gd name="connsiteY2551" fmla="*/ 452915 h 524359"/>
                <a:gd name="connsiteX2552" fmla="*/ 67514 w 288016"/>
                <a:gd name="connsiteY2552" fmla="*/ 450676 h 524359"/>
                <a:gd name="connsiteX2553" fmla="*/ 66704 w 288016"/>
                <a:gd name="connsiteY2553" fmla="*/ 447692 h 524359"/>
                <a:gd name="connsiteX2554" fmla="*/ 65085 w 288016"/>
                <a:gd name="connsiteY2554" fmla="*/ 444707 h 524359"/>
                <a:gd name="connsiteX2555" fmla="*/ 61848 w 288016"/>
                <a:gd name="connsiteY2555" fmla="*/ 440230 h 524359"/>
                <a:gd name="connsiteX2556" fmla="*/ 58610 w 288016"/>
                <a:gd name="connsiteY2556" fmla="*/ 437246 h 524359"/>
                <a:gd name="connsiteX2557" fmla="*/ 58610 w 288016"/>
                <a:gd name="connsiteY2557" fmla="*/ 436500 h 524359"/>
                <a:gd name="connsiteX2558" fmla="*/ 57800 w 288016"/>
                <a:gd name="connsiteY2558" fmla="*/ 433515 h 524359"/>
                <a:gd name="connsiteX2559" fmla="*/ 58610 w 288016"/>
                <a:gd name="connsiteY2559" fmla="*/ 432769 h 524359"/>
                <a:gd name="connsiteX2560" fmla="*/ 61848 w 288016"/>
                <a:gd name="connsiteY2560" fmla="*/ 426053 h 524359"/>
                <a:gd name="connsiteX2561" fmla="*/ 62657 w 288016"/>
                <a:gd name="connsiteY2561" fmla="*/ 424561 h 524359"/>
                <a:gd name="connsiteX2562" fmla="*/ 65085 w 288016"/>
                <a:gd name="connsiteY2562" fmla="*/ 420830 h 524359"/>
                <a:gd name="connsiteX2563" fmla="*/ 66704 w 288016"/>
                <a:gd name="connsiteY2563" fmla="*/ 418592 h 524359"/>
                <a:gd name="connsiteX2564" fmla="*/ 68323 w 288016"/>
                <a:gd name="connsiteY2564" fmla="*/ 414861 h 524359"/>
                <a:gd name="connsiteX2565" fmla="*/ 70752 w 288016"/>
                <a:gd name="connsiteY2565" fmla="*/ 411130 h 524359"/>
                <a:gd name="connsiteX2566" fmla="*/ 73585 w 288016"/>
                <a:gd name="connsiteY2566" fmla="*/ 405161 h 524359"/>
                <a:gd name="connsiteX2567" fmla="*/ 73989 w 288016"/>
                <a:gd name="connsiteY2567" fmla="*/ 404415 h 524359"/>
                <a:gd name="connsiteX2568" fmla="*/ 77632 w 288016"/>
                <a:gd name="connsiteY2568" fmla="*/ 398446 h 524359"/>
                <a:gd name="connsiteX2569" fmla="*/ 79251 w 288016"/>
                <a:gd name="connsiteY2569" fmla="*/ 394715 h 524359"/>
                <a:gd name="connsiteX2570" fmla="*/ 81275 w 288016"/>
                <a:gd name="connsiteY2570" fmla="*/ 392476 h 524359"/>
                <a:gd name="connsiteX2571" fmla="*/ 81679 w 288016"/>
                <a:gd name="connsiteY2571" fmla="*/ 391730 h 524359"/>
                <a:gd name="connsiteX2572" fmla="*/ 83298 w 288016"/>
                <a:gd name="connsiteY2572" fmla="*/ 388746 h 524359"/>
                <a:gd name="connsiteX2573" fmla="*/ 84917 w 288016"/>
                <a:gd name="connsiteY2573" fmla="*/ 385015 h 524359"/>
                <a:gd name="connsiteX2574" fmla="*/ 88155 w 288016"/>
                <a:gd name="connsiteY2574" fmla="*/ 380538 h 524359"/>
                <a:gd name="connsiteX2575" fmla="*/ 88560 w 288016"/>
                <a:gd name="connsiteY2575" fmla="*/ 379792 h 524359"/>
                <a:gd name="connsiteX2576" fmla="*/ 88965 w 288016"/>
                <a:gd name="connsiteY2576" fmla="*/ 378300 h 524359"/>
                <a:gd name="connsiteX2577" fmla="*/ 90179 w 288016"/>
                <a:gd name="connsiteY2577" fmla="*/ 376061 h 524359"/>
                <a:gd name="connsiteX2578" fmla="*/ 90583 w 288016"/>
                <a:gd name="connsiteY2578" fmla="*/ 375315 h 524359"/>
                <a:gd name="connsiteX2579" fmla="*/ 91393 w 288016"/>
                <a:gd name="connsiteY2579" fmla="*/ 373823 h 524359"/>
                <a:gd name="connsiteX2580" fmla="*/ 95036 w 288016"/>
                <a:gd name="connsiteY2580" fmla="*/ 367107 h 524359"/>
                <a:gd name="connsiteX2581" fmla="*/ 95036 w 288016"/>
                <a:gd name="connsiteY2581" fmla="*/ 366361 h 524359"/>
                <a:gd name="connsiteX2582" fmla="*/ 95440 w 288016"/>
                <a:gd name="connsiteY2582" fmla="*/ 366361 h 524359"/>
                <a:gd name="connsiteX2583" fmla="*/ 99083 w 288016"/>
                <a:gd name="connsiteY2583" fmla="*/ 359646 h 524359"/>
                <a:gd name="connsiteX2584" fmla="*/ 100702 w 288016"/>
                <a:gd name="connsiteY2584" fmla="*/ 356661 h 524359"/>
                <a:gd name="connsiteX2585" fmla="*/ 102321 w 288016"/>
                <a:gd name="connsiteY2585" fmla="*/ 353677 h 524359"/>
                <a:gd name="connsiteX2586" fmla="*/ 102725 w 288016"/>
                <a:gd name="connsiteY2586" fmla="*/ 354423 h 524359"/>
                <a:gd name="connsiteX2587" fmla="*/ 104344 w 288016"/>
                <a:gd name="connsiteY2587" fmla="*/ 355915 h 524359"/>
                <a:gd name="connsiteX2588" fmla="*/ 107582 w 288016"/>
                <a:gd name="connsiteY2588" fmla="*/ 361138 h 524359"/>
                <a:gd name="connsiteX2589" fmla="*/ 109606 w 288016"/>
                <a:gd name="connsiteY2589" fmla="*/ 363376 h 524359"/>
                <a:gd name="connsiteX2590" fmla="*/ 110011 w 288016"/>
                <a:gd name="connsiteY2590" fmla="*/ 364123 h 524359"/>
                <a:gd name="connsiteX2591" fmla="*/ 110820 w 288016"/>
                <a:gd name="connsiteY2591" fmla="*/ 364869 h 524359"/>
                <a:gd name="connsiteX2592" fmla="*/ 114058 w 288016"/>
                <a:gd name="connsiteY2592" fmla="*/ 369346 h 524359"/>
                <a:gd name="connsiteX2593" fmla="*/ 116891 w 288016"/>
                <a:gd name="connsiteY2593" fmla="*/ 370838 h 524359"/>
                <a:gd name="connsiteX2594" fmla="*/ 118510 w 288016"/>
                <a:gd name="connsiteY2594" fmla="*/ 371584 h 524359"/>
                <a:gd name="connsiteX2595" fmla="*/ 120129 w 288016"/>
                <a:gd name="connsiteY2595" fmla="*/ 373823 h 524359"/>
                <a:gd name="connsiteX2596" fmla="*/ 121748 w 288016"/>
                <a:gd name="connsiteY2596" fmla="*/ 374569 h 524359"/>
                <a:gd name="connsiteX2597" fmla="*/ 124581 w 288016"/>
                <a:gd name="connsiteY2597" fmla="*/ 376061 h 524359"/>
                <a:gd name="connsiteX2598" fmla="*/ 126200 w 288016"/>
                <a:gd name="connsiteY2598" fmla="*/ 376061 h 524359"/>
                <a:gd name="connsiteX2599" fmla="*/ 126605 w 288016"/>
                <a:gd name="connsiteY2599" fmla="*/ 376807 h 524359"/>
                <a:gd name="connsiteX2600" fmla="*/ 129438 w 288016"/>
                <a:gd name="connsiteY2600" fmla="*/ 378300 h 524359"/>
                <a:gd name="connsiteX2601" fmla="*/ 131866 w 288016"/>
                <a:gd name="connsiteY2601" fmla="*/ 379046 h 524359"/>
                <a:gd name="connsiteX2602" fmla="*/ 134295 w 288016"/>
                <a:gd name="connsiteY2602" fmla="*/ 379046 h 524359"/>
                <a:gd name="connsiteX2603" fmla="*/ 136318 w 288016"/>
                <a:gd name="connsiteY2603" fmla="*/ 379792 h 524359"/>
                <a:gd name="connsiteX2604" fmla="*/ 136318 w 288016"/>
                <a:gd name="connsiteY2604" fmla="*/ 393223 h 524359"/>
                <a:gd name="connsiteX2605" fmla="*/ 136318 w 288016"/>
                <a:gd name="connsiteY2605" fmla="*/ 407400 h 524359"/>
                <a:gd name="connsiteX2606" fmla="*/ 136318 w 288016"/>
                <a:gd name="connsiteY2606" fmla="*/ 421576 h 524359"/>
                <a:gd name="connsiteX2607" fmla="*/ 136318 w 288016"/>
                <a:gd name="connsiteY2607" fmla="*/ 435007 h 524359"/>
                <a:gd name="connsiteX2608" fmla="*/ 136318 w 288016"/>
                <a:gd name="connsiteY2608" fmla="*/ 449184 h 524359"/>
                <a:gd name="connsiteX2609" fmla="*/ 136318 w 288016"/>
                <a:gd name="connsiteY2609" fmla="*/ 463361 h 524359"/>
                <a:gd name="connsiteX2610" fmla="*/ 136318 w 288016"/>
                <a:gd name="connsiteY2610" fmla="*/ 476792 h 524359"/>
                <a:gd name="connsiteX2611" fmla="*/ 136318 w 288016"/>
                <a:gd name="connsiteY2611" fmla="*/ 490969 h 524359"/>
                <a:gd name="connsiteX2612" fmla="*/ 135913 w 288016"/>
                <a:gd name="connsiteY2612" fmla="*/ 493953 h 524359"/>
                <a:gd name="connsiteX2613" fmla="*/ 133485 w 288016"/>
                <a:gd name="connsiteY2613" fmla="*/ 493953 h 524359"/>
                <a:gd name="connsiteX2614" fmla="*/ 129842 w 288016"/>
                <a:gd name="connsiteY2614" fmla="*/ 494699 h 524359"/>
                <a:gd name="connsiteX2615" fmla="*/ 129438 w 288016"/>
                <a:gd name="connsiteY2615" fmla="*/ 493953 h 524359"/>
                <a:gd name="connsiteX2616" fmla="*/ 126605 w 288016"/>
                <a:gd name="connsiteY2616" fmla="*/ 492461 h 524359"/>
                <a:gd name="connsiteX2617" fmla="*/ 124176 w 288016"/>
                <a:gd name="connsiteY2617" fmla="*/ 491715 h 524359"/>
                <a:gd name="connsiteX2618" fmla="*/ 119724 w 288016"/>
                <a:gd name="connsiteY2618" fmla="*/ 491715 h 524359"/>
                <a:gd name="connsiteX2619" fmla="*/ 118915 w 288016"/>
                <a:gd name="connsiteY2619" fmla="*/ 492461 h 524359"/>
                <a:gd name="connsiteX2620" fmla="*/ 116486 w 288016"/>
                <a:gd name="connsiteY2620" fmla="*/ 489476 h 524359"/>
                <a:gd name="connsiteX2621" fmla="*/ 113653 w 288016"/>
                <a:gd name="connsiteY2621" fmla="*/ 487984 h 524359"/>
                <a:gd name="connsiteX2622" fmla="*/ 109606 w 288016"/>
                <a:gd name="connsiteY2622" fmla="*/ 487238 h 524359"/>
                <a:gd name="connsiteX2623" fmla="*/ 107582 w 288016"/>
                <a:gd name="connsiteY2623" fmla="*/ 487238 h 524359"/>
                <a:gd name="connsiteX2624" fmla="*/ 107178 w 288016"/>
                <a:gd name="connsiteY2624" fmla="*/ 485746 h 524359"/>
                <a:gd name="connsiteX2625" fmla="*/ 100297 w 288016"/>
                <a:gd name="connsiteY2625" fmla="*/ 481269 h 524359"/>
                <a:gd name="connsiteX2626" fmla="*/ 98678 w 288016"/>
                <a:gd name="connsiteY2626" fmla="*/ 480523 h 524359"/>
                <a:gd name="connsiteX2627" fmla="*/ 97059 w 288016"/>
                <a:gd name="connsiteY2627" fmla="*/ 480523 h 524359"/>
                <a:gd name="connsiteX2628" fmla="*/ 94631 w 288016"/>
                <a:gd name="connsiteY2628" fmla="*/ 476792 h 524359"/>
                <a:gd name="connsiteX2629" fmla="*/ 90988 w 288016"/>
                <a:gd name="connsiteY2629" fmla="*/ 473807 h 524359"/>
                <a:gd name="connsiteX2630" fmla="*/ 90179 w 288016"/>
                <a:gd name="connsiteY2630" fmla="*/ 473061 h 524359"/>
                <a:gd name="connsiteX2631" fmla="*/ 88560 w 288016"/>
                <a:gd name="connsiteY2631" fmla="*/ 472315 h 524359"/>
                <a:gd name="connsiteX2632" fmla="*/ 87750 w 288016"/>
                <a:gd name="connsiteY2632" fmla="*/ 471569 h 524359"/>
                <a:gd name="connsiteX2633" fmla="*/ 87750 w 288016"/>
                <a:gd name="connsiteY2633" fmla="*/ 471569 h 524359"/>
                <a:gd name="connsiteX2634" fmla="*/ 97869 w 288016"/>
                <a:gd name="connsiteY2634" fmla="*/ 505146 h 524359"/>
                <a:gd name="connsiteX2635" fmla="*/ 94631 w 288016"/>
                <a:gd name="connsiteY2635" fmla="*/ 503653 h 524359"/>
                <a:gd name="connsiteX2636" fmla="*/ 90988 w 288016"/>
                <a:gd name="connsiteY2636" fmla="*/ 499923 h 524359"/>
                <a:gd name="connsiteX2637" fmla="*/ 90179 w 288016"/>
                <a:gd name="connsiteY2637" fmla="*/ 498430 h 524359"/>
                <a:gd name="connsiteX2638" fmla="*/ 88560 w 288016"/>
                <a:gd name="connsiteY2638" fmla="*/ 481269 h 524359"/>
                <a:gd name="connsiteX2639" fmla="*/ 88155 w 288016"/>
                <a:gd name="connsiteY2639" fmla="*/ 476792 h 524359"/>
                <a:gd name="connsiteX2640" fmla="*/ 88560 w 288016"/>
                <a:gd name="connsiteY2640" fmla="*/ 476792 h 524359"/>
                <a:gd name="connsiteX2641" fmla="*/ 90179 w 288016"/>
                <a:gd name="connsiteY2641" fmla="*/ 477538 h 524359"/>
                <a:gd name="connsiteX2642" fmla="*/ 90988 w 288016"/>
                <a:gd name="connsiteY2642" fmla="*/ 478284 h 524359"/>
                <a:gd name="connsiteX2643" fmla="*/ 94631 w 288016"/>
                <a:gd name="connsiteY2643" fmla="*/ 482015 h 524359"/>
                <a:gd name="connsiteX2644" fmla="*/ 95036 w 288016"/>
                <a:gd name="connsiteY2644" fmla="*/ 482761 h 524359"/>
                <a:gd name="connsiteX2645" fmla="*/ 97869 w 288016"/>
                <a:gd name="connsiteY2645" fmla="*/ 505146 h 524359"/>
                <a:gd name="connsiteX2646" fmla="*/ 110011 w 288016"/>
                <a:gd name="connsiteY2646" fmla="*/ 511861 h 524359"/>
                <a:gd name="connsiteX2647" fmla="*/ 109606 w 288016"/>
                <a:gd name="connsiteY2647" fmla="*/ 511861 h 524359"/>
                <a:gd name="connsiteX2648" fmla="*/ 106773 w 288016"/>
                <a:gd name="connsiteY2648" fmla="*/ 511115 h 524359"/>
                <a:gd name="connsiteX2649" fmla="*/ 99892 w 288016"/>
                <a:gd name="connsiteY2649" fmla="*/ 499176 h 524359"/>
                <a:gd name="connsiteX2650" fmla="*/ 98678 w 288016"/>
                <a:gd name="connsiteY2650" fmla="*/ 486492 h 524359"/>
                <a:gd name="connsiteX2651" fmla="*/ 98273 w 288016"/>
                <a:gd name="connsiteY2651" fmla="*/ 484999 h 524359"/>
                <a:gd name="connsiteX2652" fmla="*/ 98678 w 288016"/>
                <a:gd name="connsiteY2652" fmla="*/ 485746 h 524359"/>
                <a:gd name="connsiteX2653" fmla="*/ 100297 w 288016"/>
                <a:gd name="connsiteY2653" fmla="*/ 485746 h 524359"/>
                <a:gd name="connsiteX2654" fmla="*/ 105963 w 288016"/>
                <a:gd name="connsiteY2654" fmla="*/ 490969 h 524359"/>
                <a:gd name="connsiteX2655" fmla="*/ 107178 w 288016"/>
                <a:gd name="connsiteY2655" fmla="*/ 494699 h 524359"/>
                <a:gd name="connsiteX2656" fmla="*/ 110011 w 288016"/>
                <a:gd name="connsiteY2656" fmla="*/ 511115 h 524359"/>
                <a:gd name="connsiteX2657" fmla="*/ 110011 w 288016"/>
                <a:gd name="connsiteY2657" fmla="*/ 511861 h 524359"/>
                <a:gd name="connsiteX2658" fmla="*/ 109606 w 288016"/>
                <a:gd name="connsiteY2658" fmla="*/ 511115 h 524359"/>
                <a:gd name="connsiteX2659" fmla="*/ 122153 w 288016"/>
                <a:gd name="connsiteY2659" fmla="*/ 515592 h 524359"/>
                <a:gd name="connsiteX2660" fmla="*/ 121748 w 288016"/>
                <a:gd name="connsiteY2660" fmla="*/ 515592 h 524359"/>
                <a:gd name="connsiteX2661" fmla="*/ 120129 w 288016"/>
                <a:gd name="connsiteY2661" fmla="*/ 514846 h 524359"/>
                <a:gd name="connsiteX2662" fmla="*/ 116891 w 288016"/>
                <a:gd name="connsiteY2662" fmla="*/ 514099 h 524359"/>
                <a:gd name="connsiteX2663" fmla="*/ 114058 w 288016"/>
                <a:gd name="connsiteY2663" fmla="*/ 511115 h 524359"/>
                <a:gd name="connsiteX2664" fmla="*/ 110011 w 288016"/>
                <a:gd name="connsiteY2664" fmla="*/ 490969 h 524359"/>
                <a:gd name="connsiteX2665" fmla="*/ 109606 w 288016"/>
                <a:gd name="connsiteY2665" fmla="*/ 490223 h 524359"/>
                <a:gd name="connsiteX2666" fmla="*/ 110011 w 288016"/>
                <a:gd name="connsiteY2666" fmla="*/ 490223 h 524359"/>
                <a:gd name="connsiteX2667" fmla="*/ 114058 w 288016"/>
                <a:gd name="connsiteY2667" fmla="*/ 490969 h 524359"/>
                <a:gd name="connsiteX2668" fmla="*/ 116891 w 288016"/>
                <a:gd name="connsiteY2668" fmla="*/ 493207 h 524359"/>
                <a:gd name="connsiteX2669" fmla="*/ 117296 w 288016"/>
                <a:gd name="connsiteY2669" fmla="*/ 493953 h 524359"/>
                <a:gd name="connsiteX2670" fmla="*/ 120129 w 288016"/>
                <a:gd name="connsiteY2670" fmla="*/ 504399 h 524359"/>
                <a:gd name="connsiteX2671" fmla="*/ 121748 w 288016"/>
                <a:gd name="connsiteY2671" fmla="*/ 511861 h 524359"/>
                <a:gd name="connsiteX2672" fmla="*/ 122153 w 288016"/>
                <a:gd name="connsiteY2672" fmla="*/ 515592 h 524359"/>
                <a:gd name="connsiteX2673" fmla="*/ 134295 w 288016"/>
                <a:gd name="connsiteY2673" fmla="*/ 517830 h 524359"/>
                <a:gd name="connsiteX2674" fmla="*/ 131461 w 288016"/>
                <a:gd name="connsiteY2674" fmla="*/ 517830 h 524359"/>
                <a:gd name="connsiteX2675" fmla="*/ 129033 w 288016"/>
                <a:gd name="connsiteY2675" fmla="*/ 517084 h 524359"/>
                <a:gd name="connsiteX2676" fmla="*/ 126200 w 288016"/>
                <a:gd name="connsiteY2676" fmla="*/ 515592 h 524359"/>
                <a:gd name="connsiteX2677" fmla="*/ 123771 w 288016"/>
                <a:gd name="connsiteY2677" fmla="*/ 510369 h 524359"/>
                <a:gd name="connsiteX2678" fmla="*/ 120938 w 288016"/>
                <a:gd name="connsiteY2678" fmla="*/ 496938 h 524359"/>
                <a:gd name="connsiteX2679" fmla="*/ 120129 w 288016"/>
                <a:gd name="connsiteY2679" fmla="*/ 493953 h 524359"/>
                <a:gd name="connsiteX2680" fmla="*/ 120938 w 288016"/>
                <a:gd name="connsiteY2680" fmla="*/ 493953 h 524359"/>
                <a:gd name="connsiteX2681" fmla="*/ 123771 w 288016"/>
                <a:gd name="connsiteY2681" fmla="*/ 494699 h 524359"/>
                <a:gd name="connsiteX2682" fmla="*/ 126200 w 288016"/>
                <a:gd name="connsiteY2682" fmla="*/ 495446 h 524359"/>
                <a:gd name="connsiteX2683" fmla="*/ 127819 w 288016"/>
                <a:gd name="connsiteY2683" fmla="*/ 497684 h 524359"/>
                <a:gd name="connsiteX2684" fmla="*/ 128628 w 288016"/>
                <a:gd name="connsiteY2684" fmla="*/ 499176 h 524359"/>
                <a:gd name="connsiteX2685" fmla="*/ 130247 w 288016"/>
                <a:gd name="connsiteY2685" fmla="*/ 507384 h 524359"/>
                <a:gd name="connsiteX2686" fmla="*/ 131866 w 288016"/>
                <a:gd name="connsiteY2686" fmla="*/ 514099 h 524359"/>
                <a:gd name="connsiteX2687" fmla="*/ 134295 w 288016"/>
                <a:gd name="connsiteY2687" fmla="*/ 517830 h 524359"/>
                <a:gd name="connsiteX2688" fmla="*/ 146436 w 288016"/>
                <a:gd name="connsiteY2688" fmla="*/ 518576 h 524359"/>
                <a:gd name="connsiteX2689" fmla="*/ 140366 w 288016"/>
                <a:gd name="connsiteY2689" fmla="*/ 518576 h 524359"/>
                <a:gd name="connsiteX2690" fmla="*/ 139556 w 288016"/>
                <a:gd name="connsiteY2690" fmla="*/ 517830 h 524359"/>
                <a:gd name="connsiteX2691" fmla="*/ 133485 w 288016"/>
                <a:gd name="connsiteY2691" fmla="*/ 501415 h 524359"/>
                <a:gd name="connsiteX2692" fmla="*/ 131866 w 288016"/>
                <a:gd name="connsiteY2692" fmla="*/ 497684 h 524359"/>
                <a:gd name="connsiteX2693" fmla="*/ 133485 w 288016"/>
                <a:gd name="connsiteY2693" fmla="*/ 497684 h 524359"/>
                <a:gd name="connsiteX2694" fmla="*/ 139556 w 288016"/>
                <a:gd name="connsiteY2694" fmla="*/ 499176 h 524359"/>
                <a:gd name="connsiteX2695" fmla="*/ 139961 w 288016"/>
                <a:gd name="connsiteY2695" fmla="*/ 499176 h 524359"/>
                <a:gd name="connsiteX2696" fmla="*/ 140366 w 288016"/>
                <a:gd name="connsiteY2696" fmla="*/ 499923 h 524359"/>
                <a:gd name="connsiteX2697" fmla="*/ 146436 w 288016"/>
                <a:gd name="connsiteY2697" fmla="*/ 517084 h 524359"/>
                <a:gd name="connsiteX2698" fmla="*/ 158578 w 288016"/>
                <a:gd name="connsiteY2698" fmla="*/ 517084 h 524359"/>
                <a:gd name="connsiteX2699" fmla="*/ 154531 w 288016"/>
                <a:gd name="connsiteY2699" fmla="*/ 517830 h 524359"/>
                <a:gd name="connsiteX2700" fmla="*/ 152507 w 288016"/>
                <a:gd name="connsiteY2700" fmla="*/ 517830 h 524359"/>
                <a:gd name="connsiteX2701" fmla="*/ 146032 w 288016"/>
                <a:gd name="connsiteY2701" fmla="*/ 508130 h 524359"/>
                <a:gd name="connsiteX2702" fmla="*/ 142794 w 288016"/>
                <a:gd name="connsiteY2702" fmla="*/ 498430 h 524359"/>
                <a:gd name="connsiteX2703" fmla="*/ 146032 w 288016"/>
                <a:gd name="connsiteY2703" fmla="*/ 497684 h 524359"/>
                <a:gd name="connsiteX2704" fmla="*/ 150889 w 288016"/>
                <a:gd name="connsiteY2704" fmla="*/ 499176 h 524359"/>
                <a:gd name="connsiteX2705" fmla="*/ 152507 w 288016"/>
                <a:gd name="connsiteY2705" fmla="*/ 502161 h 524359"/>
                <a:gd name="connsiteX2706" fmla="*/ 154531 w 288016"/>
                <a:gd name="connsiteY2706" fmla="*/ 506638 h 524359"/>
                <a:gd name="connsiteX2707" fmla="*/ 158578 w 288016"/>
                <a:gd name="connsiteY2707" fmla="*/ 517084 h 524359"/>
                <a:gd name="connsiteX2708" fmla="*/ 170720 w 288016"/>
                <a:gd name="connsiteY2708" fmla="*/ 513353 h 524359"/>
                <a:gd name="connsiteX2709" fmla="*/ 165864 w 288016"/>
                <a:gd name="connsiteY2709" fmla="*/ 515592 h 524359"/>
                <a:gd name="connsiteX2710" fmla="*/ 163435 w 288016"/>
                <a:gd name="connsiteY2710" fmla="*/ 515592 h 524359"/>
                <a:gd name="connsiteX2711" fmla="*/ 161007 w 288016"/>
                <a:gd name="connsiteY2711" fmla="*/ 514846 h 524359"/>
                <a:gd name="connsiteX2712" fmla="*/ 158174 w 288016"/>
                <a:gd name="connsiteY2712" fmla="*/ 509622 h 524359"/>
                <a:gd name="connsiteX2713" fmla="*/ 153722 w 288016"/>
                <a:gd name="connsiteY2713" fmla="*/ 497684 h 524359"/>
                <a:gd name="connsiteX2714" fmla="*/ 158174 w 288016"/>
                <a:gd name="connsiteY2714" fmla="*/ 496192 h 524359"/>
                <a:gd name="connsiteX2715" fmla="*/ 161007 w 288016"/>
                <a:gd name="connsiteY2715" fmla="*/ 496938 h 524359"/>
                <a:gd name="connsiteX2716" fmla="*/ 161412 w 288016"/>
                <a:gd name="connsiteY2716" fmla="*/ 497684 h 524359"/>
                <a:gd name="connsiteX2717" fmla="*/ 163435 w 288016"/>
                <a:gd name="connsiteY2717" fmla="*/ 500669 h 524359"/>
                <a:gd name="connsiteX2718" fmla="*/ 165054 w 288016"/>
                <a:gd name="connsiteY2718" fmla="*/ 503653 h 524359"/>
                <a:gd name="connsiteX2719" fmla="*/ 170720 w 288016"/>
                <a:gd name="connsiteY2719" fmla="*/ 513353 h 524359"/>
                <a:gd name="connsiteX2720" fmla="*/ 182862 w 288016"/>
                <a:gd name="connsiteY2720" fmla="*/ 508130 h 524359"/>
                <a:gd name="connsiteX2721" fmla="*/ 178815 w 288016"/>
                <a:gd name="connsiteY2721" fmla="*/ 511115 h 524359"/>
                <a:gd name="connsiteX2722" fmla="*/ 175982 w 288016"/>
                <a:gd name="connsiteY2722" fmla="*/ 511861 h 524359"/>
                <a:gd name="connsiteX2723" fmla="*/ 172339 w 288016"/>
                <a:gd name="connsiteY2723" fmla="*/ 508876 h 524359"/>
                <a:gd name="connsiteX2724" fmla="*/ 166673 w 288016"/>
                <a:gd name="connsiteY2724" fmla="*/ 496192 h 524359"/>
                <a:gd name="connsiteX2725" fmla="*/ 166268 w 288016"/>
                <a:gd name="connsiteY2725" fmla="*/ 495446 h 524359"/>
                <a:gd name="connsiteX2726" fmla="*/ 166673 w 288016"/>
                <a:gd name="connsiteY2726" fmla="*/ 494699 h 524359"/>
                <a:gd name="connsiteX2727" fmla="*/ 172339 w 288016"/>
                <a:gd name="connsiteY2727" fmla="*/ 492461 h 524359"/>
                <a:gd name="connsiteX2728" fmla="*/ 173958 w 288016"/>
                <a:gd name="connsiteY2728" fmla="*/ 493207 h 524359"/>
                <a:gd name="connsiteX2729" fmla="*/ 176387 w 288016"/>
                <a:gd name="connsiteY2729" fmla="*/ 496192 h 524359"/>
                <a:gd name="connsiteX2730" fmla="*/ 179220 w 288016"/>
                <a:gd name="connsiteY2730" fmla="*/ 501415 h 524359"/>
                <a:gd name="connsiteX2731" fmla="*/ 182862 w 288016"/>
                <a:gd name="connsiteY2731" fmla="*/ 508876 h 524359"/>
                <a:gd name="connsiteX2732" fmla="*/ 193385 w 288016"/>
                <a:gd name="connsiteY2732" fmla="*/ 500669 h 524359"/>
                <a:gd name="connsiteX2733" fmla="*/ 191766 w 288016"/>
                <a:gd name="connsiteY2733" fmla="*/ 502161 h 524359"/>
                <a:gd name="connsiteX2734" fmla="*/ 190957 w 288016"/>
                <a:gd name="connsiteY2734" fmla="*/ 502907 h 524359"/>
                <a:gd name="connsiteX2735" fmla="*/ 188933 w 288016"/>
                <a:gd name="connsiteY2735" fmla="*/ 504399 h 524359"/>
                <a:gd name="connsiteX2736" fmla="*/ 186100 w 288016"/>
                <a:gd name="connsiteY2736" fmla="*/ 504399 h 524359"/>
                <a:gd name="connsiteX2737" fmla="*/ 184481 w 288016"/>
                <a:gd name="connsiteY2737" fmla="*/ 503653 h 524359"/>
                <a:gd name="connsiteX2738" fmla="*/ 177601 w 288016"/>
                <a:gd name="connsiteY2738" fmla="*/ 493207 h 524359"/>
                <a:gd name="connsiteX2739" fmla="*/ 175577 w 288016"/>
                <a:gd name="connsiteY2739" fmla="*/ 490223 h 524359"/>
                <a:gd name="connsiteX2740" fmla="*/ 177601 w 288016"/>
                <a:gd name="connsiteY2740" fmla="*/ 487984 h 524359"/>
                <a:gd name="connsiteX2741" fmla="*/ 183267 w 288016"/>
                <a:gd name="connsiteY2741" fmla="*/ 486492 h 524359"/>
                <a:gd name="connsiteX2742" fmla="*/ 184481 w 288016"/>
                <a:gd name="connsiteY2742" fmla="*/ 487238 h 524359"/>
                <a:gd name="connsiteX2743" fmla="*/ 186100 w 288016"/>
                <a:gd name="connsiteY2743" fmla="*/ 488730 h 524359"/>
                <a:gd name="connsiteX2744" fmla="*/ 188933 w 288016"/>
                <a:gd name="connsiteY2744" fmla="*/ 493207 h 524359"/>
                <a:gd name="connsiteX2745" fmla="*/ 190957 w 288016"/>
                <a:gd name="connsiteY2745" fmla="*/ 496192 h 524359"/>
                <a:gd name="connsiteX2746" fmla="*/ 191766 w 288016"/>
                <a:gd name="connsiteY2746" fmla="*/ 496938 h 524359"/>
                <a:gd name="connsiteX2747" fmla="*/ 193385 w 288016"/>
                <a:gd name="connsiteY2747" fmla="*/ 500669 h 524359"/>
                <a:gd name="connsiteX2748" fmla="*/ 204718 w 288016"/>
                <a:gd name="connsiteY2748" fmla="*/ 491715 h 524359"/>
                <a:gd name="connsiteX2749" fmla="*/ 203908 w 288016"/>
                <a:gd name="connsiteY2749" fmla="*/ 492461 h 524359"/>
                <a:gd name="connsiteX2750" fmla="*/ 201885 w 288016"/>
                <a:gd name="connsiteY2750" fmla="*/ 494699 h 524359"/>
                <a:gd name="connsiteX2751" fmla="*/ 198647 w 288016"/>
                <a:gd name="connsiteY2751" fmla="*/ 496192 h 524359"/>
                <a:gd name="connsiteX2752" fmla="*/ 197028 w 288016"/>
                <a:gd name="connsiteY2752" fmla="*/ 496192 h 524359"/>
                <a:gd name="connsiteX2753" fmla="*/ 194600 w 288016"/>
                <a:gd name="connsiteY2753" fmla="*/ 495446 h 524359"/>
                <a:gd name="connsiteX2754" fmla="*/ 193385 w 288016"/>
                <a:gd name="connsiteY2754" fmla="*/ 494699 h 524359"/>
                <a:gd name="connsiteX2755" fmla="*/ 191362 w 288016"/>
                <a:gd name="connsiteY2755" fmla="*/ 491715 h 524359"/>
                <a:gd name="connsiteX2756" fmla="*/ 190552 w 288016"/>
                <a:gd name="connsiteY2756" fmla="*/ 490969 h 524359"/>
                <a:gd name="connsiteX2757" fmla="*/ 188529 w 288016"/>
                <a:gd name="connsiteY2757" fmla="*/ 487238 h 524359"/>
                <a:gd name="connsiteX2758" fmla="*/ 186505 w 288016"/>
                <a:gd name="connsiteY2758" fmla="*/ 484999 h 524359"/>
                <a:gd name="connsiteX2759" fmla="*/ 188529 w 288016"/>
                <a:gd name="connsiteY2759" fmla="*/ 482761 h 524359"/>
                <a:gd name="connsiteX2760" fmla="*/ 190552 w 288016"/>
                <a:gd name="connsiteY2760" fmla="*/ 481269 h 524359"/>
                <a:gd name="connsiteX2761" fmla="*/ 191362 w 288016"/>
                <a:gd name="connsiteY2761" fmla="*/ 480523 h 524359"/>
                <a:gd name="connsiteX2762" fmla="*/ 193385 w 288016"/>
                <a:gd name="connsiteY2762" fmla="*/ 479776 h 524359"/>
                <a:gd name="connsiteX2763" fmla="*/ 193790 w 288016"/>
                <a:gd name="connsiteY2763" fmla="*/ 480523 h 524359"/>
                <a:gd name="connsiteX2764" fmla="*/ 194195 w 288016"/>
                <a:gd name="connsiteY2764" fmla="*/ 480523 h 524359"/>
                <a:gd name="connsiteX2765" fmla="*/ 196623 w 288016"/>
                <a:gd name="connsiteY2765" fmla="*/ 483507 h 524359"/>
                <a:gd name="connsiteX2766" fmla="*/ 198242 w 288016"/>
                <a:gd name="connsiteY2766" fmla="*/ 484999 h 524359"/>
                <a:gd name="connsiteX2767" fmla="*/ 201480 w 288016"/>
                <a:gd name="connsiteY2767" fmla="*/ 488730 h 524359"/>
                <a:gd name="connsiteX2768" fmla="*/ 203504 w 288016"/>
                <a:gd name="connsiteY2768" fmla="*/ 490969 h 524359"/>
                <a:gd name="connsiteX2769" fmla="*/ 204718 w 288016"/>
                <a:gd name="connsiteY2769" fmla="*/ 491715 h 524359"/>
                <a:gd name="connsiteX2770" fmla="*/ 215241 w 288016"/>
                <a:gd name="connsiteY2770" fmla="*/ 480523 h 524359"/>
                <a:gd name="connsiteX2771" fmla="*/ 212812 w 288016"/>
                <a:gd name="connsiteY2771" fmla="*/ 484253 h 524359"/>
                <a:gd name="connsiteX2772" fmla="*/ 211598 w 288016"/>
                <a:gd name="connsiteY2772" fmla="*/ 484999 h 524359"/>
                <a:gd name="connsiteX2773" fmla="*/ 206742 w 288016"/>
                <a:gd name="connsiteY2773" fmla="*/ 486492 h 524359"/>
                <a:gd name="connsiteX2774" fmla="*/ 204718 w 288016"/>
                <a:gd name="connsiteY2774" fmla="*/ 485746 h 524359"/>
                <a:gd name="connsiteX2775" fmla="*/ 203504 w 288016"/>
                <a:gd name="connsiteY2775" fmla="*/ 484253 h 524359"/>
                <a:gd name="connsiteX2776" fmla="*/ 201480 w 288016"/>
                <a:gd name="connsiteY2776" fmla="*/ 482015 h 524359"/>
                <a:gd name="connsiteX2777" fmla="*/ 198242 w 288016"/>
                <a:gd name="connsiteY2777" fmla="*/ 477538 h 524359"/>
                <a:gd name="connsiteX2778" fmla="*/ 196623 w 288016"/>
                <a:gd name="connsiteY2778" fmla="*/ 476046 h 524359"/>
                <a:gd name="connsiteX2779" fmla="*/ 198242 w 288016"/>
                <a:gd name="connsiteY2779" fmla="*/ 473807 h 524359"/>
                <a:gd name="connsiteX2780" fmla="*/ 201480 w 288016"/>
                <a:gd name="connsiteY2780" fmla="*/ 470823 h 524359"/>
                <a:gd name="connsiteX2781" fmla="*/ 203504 w 288016"/>
                <a:gd name="connsiteY2781" fmla="*/ 470076 h 524359"/>
                <a:gd name="connsiteX2782" fmla="*/ 203908 w 288016"/>
                <a:gd name="connsiteY2782" fmla="*/ 470076 h 524359"/>
                <a:gd name="connsiteX2783" fmla="*/ 204718 w 288016"/>
                <a:gd name="connsiteY2783" fmla="*/ 470823 h 524359"/>
                <a:gd name="connsiteX2784" fmla="*/ 206742 w 288016"/>
                <a:gd name="connsiteY2784" fmla="*/ 472315 h 524359"/>
                <a:gd name="connsiteX2785" fmla="*/ 211598 w 288016"/>
                <a:gd name="connsiteY2785" fmla="*/ 477538 h 524359"/>
                <a:gd name="connsiteX2786" fmla="*/ 212812 w 288016"/>
                <a:gd name="connsiteY2786" fmla="*/ 478284 h 524359"/>
                <a:gd name="connsiteX2787" fmla="*/ 215241 w 288016"/>
                <a:gd name="connsiteY2787" fmla="*/ 480523 h 524359"/>
                <a:gd name="connsiteX2788" fmla="*/ 225764 w 288016"/>
                <a:gd name="connsiteY2788" fmla="*/ 467838 h 524359"/>
                <a:gd name="connsiteX2789" fmla="*/ 225764 w 288016"/>
                <a:gd name="connsiteY2789" fmla="*/ 467838 h 524359"/>
                <a:gd name="connsiteX2790" fmla="*/ 222931 w 288016"/>
                <a:gd name="connsiteY2790" fmla="*/ 473061 h 524359"/>
                <a:gd name="connsiteX2791" fmla="*/ 219693 w 288016"/>
                <a:gd name="connsiteY2791" fmla="*/ 476046 h 524359"/>
                <a:gd name="connsiteX2792" fmla="*/ 218074 w 288016"/>
                <a:gd name="connsiteY2792" fmla="*/ 476046 h 524359"/>
                <a:gd name="connsiteX2793" fmla="*/ 213217 w 288016"/>
                <a:gd name="connsiteY2793" fmla="*/ 473061 h 524359"/>
                <a:gd name="connsiteX2794" fmla="*/ 212003 w 288016"/>
                <a:gd name="connsiteY2794" fmla="*/ 471569 h 524359"/>
                <a:gd name="connsiteX2795" fmla="*/ 207146 w 288016"/>
                <a:gd name="connsiteY2795" fmla="*/ 467092 h 524359"/>
                <a:gd name="connsiteX2796" fmla="*/ 212003 w 288016"/>
                <a:gd name="connsiteY2796" fmla="*/ 461123 h 524359"/>
                <a:gd name="connsiteX2797" fmla="*/ 213217 w 288016"/>
                <a:gd name="connsiteY2797" fmla="*/ 460376 h 524359"/>
                <a:gd name="connsiteX2798" fmla="*/ 214431 w 288016"/>
                <a:gd name="connsiteY2798" fmla="*/ 459630 h 524359"/>
                <a:gd name="connsiteX2799" fmla="*/ 218074 w 288016"/>
                <a:gd name="connsiteY2799" fmla="*/ 461869 h 524359"/>
                <a:gd name="connsiteX2800" fmla="*/ 219693 w 288016"/>
                <a:gd name="connsiteY2800" fmla="*/ 462615 h 524359"/>
                <a:gd name="connsiteX2801" fmla="*/ 222931 w 288016"/>
                <a:gd name="connsiteY2801" fmla="*/ 465599 h 524359"/>
                <a:gd name="connsiteX2802" fmla="*/ 225764 w 288016"/>
                <a:gd name="connsiteY2802" fmla="*/ 467838 h 524359"/>
                <a:gd name="connsiteX2803" fmla="*/ 235073 w 288016"/>
                <a:gd name="connsiteY2803" fmla="*/ 453661 h 524359"/>
                <a:gd name="connsiteX2804" fmla="*/ 234668 w 288016"/>
                <a:gd name="connsiteY2804" fmla="*/ 454407 h 524359"/>
                <a:gd name="connsiteX2805" fmla="*/ 231835 w 288016"/>
                <a:gd name="connsiteY2805" fmla="*/ 458884 h 524359"/>
                <a:gd name="connsiteX2806" fmla="*/ 228192 w 288016"/>
                <a:gd name="connsiteY2806" fmla="*/ 461869 h 524359"/>
                <a:gd name="connsiteX2807" fmla="*/ 225359 w 288016"/>
                <a:gd name="connsiteY2807" fmla="*/ 461869 h 524359"/>
                <a:gd name="connsiteX2808" fmla="*/ 224954 w 288016"/>
                <a:gd name="connsiteY2808" fmla="*/ 461123 h 524359"/>
                <a:gd name="connsiteX2809" fmla="*/ 222121 w 288016"/>
                <a:gd name="connsiteY2809" fmla="*/ 458884 h 524359"/>
                <a:gd name="connsiteX2810" fmla="*/ 218883 w 288016"/>
                <a:gd name="connsiteY2810" fmla="*/ 455899 h 524359"/>
                <a:gd name="connsiteX2811" fmla="*/ 217265 w 288016"/>
                <a:gd name="connsiteY2811" fmla="*/ 455153 h 524359"/>
                <a:gd name="connsiteX2812" fmla="*/ 216050 w 288016"/>
                <a:gd name="connsiteY2812" fmla="*/ 454407 h 524359"/>
                <a:gd name="connsiteX2813" fmla="*/ 217265 w 288016"/>
                <a:gd name="connsiteY2813" fmla="*/ 452169 h 524359"/>
                <a:gd name="connsiteX2814" fmla="*/ 218883 w 288016"/>
                <a:gd name="connsiteY2814" fmla="*/ 449930 h 524359"/>
                <a:gd name="connsiteX2815" fmla="*/ 222121 w 288016"/>
                <a:gd name="connsiteY2815" fmla="*/ 446946 h 524359"/>
                <a:gd name="connsiteX2816" fmla="*/ 222526 w 288016"/>
                <a:gd name="connsiteY2816" fmla="*/ 446946 h 524359"/>
                <a:gd name="connsiteX2817" fmla="*/ 224550 w 288016"/>
                <a:gd name="connsiteY2817" fmla="*/ 447692 h 524359"/>
                <a:gd name="connsiteX2818" fmla="*/ 224954 w 288016"/>
                <a:gd name="connsiteY2818" fmla="*/ 447692 h 524359"/>
                <a:gd name="connsiteX2819" fmla="*/ 225764 w 288016"/>
                <a:gd name="connsiteY2819" fmla="*/ 448438 h 524359"/>
                <a:gd name="connsiteX2820" fmla="*/ 227383 w 288016"/>
                <a:gd name="connsiteY2820" fmla="*/ 449184 h 524359"/>
                <a:gd name="connsiteX2821" fmla="*/ 231025 w 288016"/>
                <a:gd name="connsiteY2821" fmla="*/ 451423 h 524359"/>
                <a:gd name="connsiteX2822" fmla="*/ 233859 w 288016"/>
                <a:gd name="connsiteY2822" fmla="*/ 452169 h 524359"/>
                <a:gd name="connsiteX2823" fmla="*/ 235073 w 288016"/>
                <a:gd name="connsiteY2823" fmla="*/ 453661 h 524359"/>
                <a:gd name="connsiteX2824" fmla="*/ 243977 w 288016"/>
                <a:gd name="connsiteY2824" fmla="*/ 438738 h 524359"/>
                <a:gd name="connsiteX2825" fmla="*/ 241953 w 288016"/>
                <a:gd name="connsiteY2825" fmla="*/ 443961 h 524359"/>
                <a:gd name="connsiteX2826" fmla="*/ 240334 w 288016"/>
                <a:gd name="connsiteY2826" fmla="*/ 445453 h 524359"/>
                <a:gd name="connsiteX2827" fmla="*/ 239525 w 288016"/>
                <a:gd name="connsiteY2827" fmla="*/ 446946 h 524359"/>
                <a:gd name="connsiteX2828" fmla="*/ 234668 w 288016"/>
                <a:gd name="connsiteY2828" fmla="*/ 448438 h 524359"/>
                <a:gd name="connsiteX2829" fmla="*/ 231835 w 288016"/>
                <a:gd name="connsiteY2829" fmla="*/ 446946 h 524359"/>
                <a:gd name="connsiteX2830" fmla="*/ 228192 w 288016"/>
                <a:gd name="connsiteY2830" fmla="*/ 443961 h 524359"/>
                <a:gd name="connsiteX2831" fmla="*/ 226573 w 288016"/>
                <a:gd name="connsiteY2831" fmla="*/ 443215 h 524359"/>
                <a:gd name="connsiteX2832" fmla="*/ 225359 w 288016"/>
                <a:gd name="connsiteY2832" fmla="*/ 443215 h 524359"/>
                <a:gd name="connsiteX2833" fmla="*/ 225764 w 288016"/>
                <a:gd name="connsiteY2833" fmla="*/ 442469 h 524359"/>
                <a:gd name="connsiteX2834" fmla="*/ 226573 w 288016"/>
                <a:gd name="connsiteY2834" fmla="*/ 440976 h 524359"/>
                <a:gd name="connsiteX2835" fmla="*/ 228192 w 288016"/>
                <a:gd name="connsiteY2835" fmla="*/ 437992 h 524359"/>
                <a:gd name="connsiteX2836" fmla="*/ 231835 w 288016"/>
                <a:gd name="connsiteY2836" fmla="*/ 434261 h 524359"/>
                <a:gd name="connsiteX2837" fmla="*/ 234668 w 288016"/>
                <a:gd name="connsiteY2837" fmla="*/ 435007 h 524359"/>
                <a:gd name="connsiteX2838" fmla="*/ 239525 w 288016"/>
                <a:gd name="connsiteY2838" fmla="*/ 437246 h 524359"/>
                <a:gd name="connsiteX2839" fmla="*/ 240334 w 288016"/>
                <a:gd name="connsiteY2839" fmla="*/ 437992 h 524359"/>
                <a:gd name="connsiteX2840" fmla="*/ 241953 w 288016"/>
                <a:gd name="connsiteY2840" fmla="*/ 438738 h 524359"/>
                <a:gd name="connsiteX2841" fmla="*/ 243977 w 288016"/>
                <a:gd name="connsiteY2841" fmla="*/ 438738 h 524359"/>
                <a:gd name="connsiteX2842" fmla="*/ 251667 w 288016"/>
                <a:gd name="connsiteY2842" fmla="*/ 421576 h 524359"/>
                <a:gd name="connsiteX2843" fmla="*/ 251262 w 288016"/>
                <a:gd name="connsiteY2843" fmla="*/ 423815 h 524359"/>
                <a:gd name="connsiteX2844" fmla="*/ 249238 w 288016"/>
                <a:gd name="connsiteY2844" fmla="*/ 429038 h 524359"/>
                <a:gd name="connsiteX2845" fmla="*/ 248024 w 288016"/>
                <a:gd name="connsiteY2845" fmla="*/ 430530 h 524359"/>
                <a:gd name="connsiteX2846" fmla="*/ 243977 w 288016"/>
                <a:gd name="connsiteY2846" fmla="*/ 432769 h 524359"/>
                <a:gd name="connsiteX2847" fmla="*/ 241953 w 288016"/>
                <a:gd name="connsiteY2847" fmla="*/ 432023 h 524359"/>
                <a:gd name="connsiteX2848" fmla="*/ 240334 w 288016"/>
                <a:gd name="connsiteY2848" fmla="*/ 431276 h 524359"/>
                <a:gd name="connsiteX2849" fmla="*/ 239525 w 288016"/>
                <a:gd name="connsiteY2849" fmla="*/ 430530 h 524359"/>
                <a:gd name="connsiteX2850" fmla="*/ 234668 w 288016"/>
                <a:gd name="connsiteY2850" fmla="*/ 428292 h 524359"/>
                <a:gd name="connsiteX2851" fmla="*/ 234263 w 288016"/>
                <a:gd name="connsiteY2851" fmla="*/ 428292 h 524359"/>
                <a:gd name="connsiteX2852" fmla="*/ 234668 w 288016"/>
                <a:gd name="connsiteY2852" fmla="*/ 426053 h 524359"/>
                <a:gd name="connsiteX2853" fmla="*/ 239525 w 288016"/>
                <a:gd name="connsiteY2853" fmla="*/ 417846 h 524359"/>
                <a:gd name="connsiteX2854" fmla="*/ 241953 w 288016"/>
                <a:gd name="connsiteY2854" fmla="*/ 417846 h 524359"/>
                <a:gd name="connsiteX2855" fmla="*/ 243977 w 288016"/>
                <a:gd name="connsiteY2855" fmla="*/ 418592 h 524359"/>
                <a:gd name="connsiteX2856" fmla="*/ 248024 w 288016"/>
                <a:gd name="connsiteY2856" fmla="*/ 419338 h 524359"/>
                <a:gd name="connsiteX2857" fmla="*/ 249238 w 288016"/>
                <a:gd name="connsiteY2857" fmla="*/ 420084 h 524359"/>
                <a:gd name="connsiteX2858" fmla="*/ 258952 w 288016"/>
                <a:gd name="connsiteY2858" fmla="*/ 402923 h 524359"/>
                <a:gd name="connsiteX2859" fmla="*/ 257738 w 288016"/>
                <a:gd name="connsiteY2859" fmla="*/ 407400 h 524359"/>
                <a:gd name="connsiteX2860" fmla="*/ 256524 w 288016"/>
                <a:gd name="connsiteY2860" fmla="*/ 410384 h 524359"/>
                <a:gd name="connsiteX2861" fmla="*/ 254905 w 288016"/>
                <a:gd name="connsiteY2861" fmla="*/ 413369 h 524359"/>
                <a:gd name="connsiteX2862" fmla="*/ 251262 w 288016"/>
                <a:gd name="connsiteY2862" fmla="*/ 415607 h 524359"/>
                <a:gd name="connsiteX2863" fmla="*/ 249238 w 288016"/>
                <a:gd name="connsiteY2863" fmla="*/ 414861 h 524359"/>
                <a:gd name="connsiteX2864" fmla="*/ 248024 w 288016"/>
                <a:gd name="connsiteY2864" fmla="*/ 414115 h 524359"/>
                <a:gd name="connsiteX2865" fmla="*/ 243977 w 288016"/>
                <a:gd name="connsiteY2865" fmla="*/ 412623 h 524359"/>
                <a:gd name="connsiteX2866" fmla="*/ 241548 w 288016"/>
                <a:gd name="connsiteY2866" fmla="*/ 412623 h 524359"/>
                <a:gd name="connsiteX2867" fmla="*/ 241953 w 288016"/>
                <a:gd name="connsiteY2867" fmla="*/ 411876 h 524359"/>
                <a:gd name="connsiteX2868" fmla="*/ 243977 w 288016"/>
                <a:gd name="connsiteY2868" fmla="*/ 405907 h 524359"/>
                <a:gd name="connsiteX2869" fmla="*/ 246810 w 288016"/>
                <a:gd name="connsiteY2869" fmla="*/ 402176 h 524359"/>
                <a:gd name="connsiteX2870" fmla="*/ 248024 w 288016"/>
                <a:gd name="connsiteY2870" fmla="*/ 401430 h 524359"/>
                <a:gd name="connsiteX2871" fmla="*/ 251262 w 288016"/>
                <a:gd name="connsiteY2871" fmla="*/ 401430 h 524359"/>
                <a:gd name="connsiteX2872" fmla="*/ 254905 w 288016"/>
                <a:gd name="connsiteY2872" fmla="*/ 402176 h 524359"/>
                <a:gd name="connsiteX2873" fmla="*/ 256524 w 288016"/>
                <a:gd name="connsiteY2873" fmla="*/ 402923 h 524359"/>
                <a:gd name="connsiteX2874" fmla="*/ 257738 w 288016"/>
                <a:gd name="connsiteY2874" fmla="*/ 402923 h 524359"/>
                <a:gd name="connsiteX2875" fmla="*/ 258952 w 288016"/>
                <a:gd name="connsiteY2875" fmla="*/ 402923 h 524359"/>
                <a:gd name="connsiteX2876" fmla="*/ 265428 w 288016"/>
                <a:gd name="connsiteY2876" fmla="*/ 383523 h 524359"/>
                <a:gd name="connsiteX2877" fmla="*/ 264618 w 288016"/>
                <a:gd name="connsiteY2877" fmla="*/ 388746 h 524359"/>
                <a:gd name="connsiteX2878" fmla="*/ 263404 w 288016"/>
                <a:gd name="connsiteY2878" fmla="*/ 391730 h 524359"/>
                <a:gd name="connsiteX2879" fmla="*/ 258142 w 288016"/>
                <a:gd name="connsiteY2879" fmla="*/ 396953 h 524359"/>
                <a:gd name="connsiteX2880" fmla="*/ 255309 w 288016"/>
                <a:gd name="connsiteY2880" fmla="*/ 396953 h 524359"/>
                <a:gd name="connsiteX2881" fmla="*/ 251667 w 288016"/>
                <a:gd name="connsiteY2881" fmla="*/ 396207 h 524359"/>
                <a:gd name="connsiteX2882" fmla="*/ 248834 w 288016"/>
                <a:gd name="connsiteY2882" fmla="*/ 396207 h 524359"/>
                <a:gd name="connsiteX2883" fmla="*/ 249643 w 288016"/>
                <a:gd name="connsiteY2883" fmla="*/ 392476 h 524359"/>
                <a:gd name="connsiteX2884" fmla="*/ 251667 w 288016"/>
                <a:gd name="connsiteY2884" fmla="*/ 387253 h 524359"/>
                <a:gd name="connsiteX2885" fmla="*/ 253286 w 288016"/>
                <a:gd name="connsiteY2885" fmla="*/ 385015 h 524359"/>
                <a:gd name="connsiteX2886" fmla="*/ 255309 w 288016"/>
                <a:gd name="connsiteY2886" fmla="*/ 384269 h 524359"/>
                <a:gd name="connsiteX2887" fmla="*/ 263404 w 288016"/>
                <a:gd name="connsiteY2887" fmla="*/ 384269 h 524359"/>
                <a:gd name="connsiteX2888" fmla="*/ 264618 w 288016"/>
                <a:gd name="connsiteY2888" fmla="*/ 383523 h 524359"/>
                <a:gd name="connsiteX2889" fmla="*/ 265428 w 288016"/>
                <a:gd name="connsiteY2889" fmla="*/ 383523 h 524359"/>
                <a:gd name="connsiteX2890" fmla="*/ 270689 w 288016"/>
                <a:gd name="connsiteY2890" fmla="*/ 364123 h 524359"/>
                <a:gd name="connsiteX2891" fmla="*/ 268665 w 288016"/>
                <a:gd name="connsiteY2891" fmla="*/ 373076 h 524359"/>
                <a:gd name="connsiteX2892" fmla="*/ 265832 w 288016"/>
                <a:gd name="connsiteY2892" fmla="*/ 378300 h 524359"/>
                <a:gd name="connsiteX2893" fmla="*/ 264213 w 288016"/>
                <a:gd name="connsiteY2893" fmla="*/ 379046 h 524359"/>
                <a:gd name="connsiteX2894" fmla="*/ 262999 w 288016"/>
                <a:gd name="connsiteY2894" fmla="*/ 379792 h 524359"/>
                <a:gd name="connsiteX2895" fmla="*/ 254905 w 288016"/>
                <a:gd name="connsiteY2895" fmla="*/ 379792 h 524359"/>
                <a:gd name="connsiteX2896" fmla="*/ 254500 w 288016"/>
                <a:gd name="connsiteY2896" fmla="*/ 380538 h 524359"/>
                <a:gd name="connsiteX2897" fmla="*/ 254905 w 288016"/>
                <a:gd name="connsiteY2897" fmla="*/ 377553 h 524359"/>
                <a:gd name="connsiteX2898" fmla="*/ 256524 w 288016"/>
                <a:gd name="connsiteY2898" fmla="*/ 370838 h 524359"/>
                <a:gd name="connsiteX2899" fmla="*/ 257738 w 288016"/>
                <a:gd name="connsiteY2899" fmla="*/ 369346 h 524359"/>
                <a:gd name="connsiteX2900" fmla="*/ 258142 w 288016"/>
                <a:gd name="connsiteY2900" fmla="*/ 368600 h 524359"/>
                <a:gd name="connsiteX2901" fmla="*/ 262999 w 288016"/>
                <a:gd name="connsiteY2901" fmla="*/ 366361 h 524359"/>
                <a:gd name="connsiteX2902" fmla="*/ 265832 w 288016"/>
                <a:gd name="connsiteY2902" fmla="*/ 366361 h 524359"/>
                <a:gd name="connsiteX2903" fmla="*/ 268665 w 288016"/>
                <a:gd name="connsiteY2903" fmla="*/ 365615 h 524359"/>
                <a:gd name="connsiteX2904" fmla="*/ 270689 w 288016"/>
                <a:gd name="connsiteY2904" fmla="*/ 364123 h 524359"/>
                <a:gd name="connsiteX2905" fmla="*/ 275141 w 288016"/>
                <a:gd name="connsiteY2905" fmla="*/ 343230 h 524359"/>
                <a:gd name="connsiteX2906" fmla="*/ 274332 w 288016"/>
                <a:gd name="connsiteY2906" fmla="*/ 349946 h 524359"/>
                <a:gd name="connsiteX2907" fmla="*/ 268665 w 288016"/>
                <a:gd name="connsiteY2907" fmla="*/ 359646 h 524359"/>
                <a:gd name="connsiteX2908" fmla="*/ 265832 w 288016"/>
                <a:gd name="connsiteY2908" fmla="*/ 360392 h 524359"/>
                <a:gd name="connsiteX2909" fmla="*/ 262999 w 288016"/>
                <a:gd name="connsiteY2909" fmla="*/ 360392 h 524359"/>
                <a:gd name="connsiteX2910" fmla="*/ 259357 w 288016"/>
                <a:gd name="connsiteY2910" fmla="*/ 361138 h 524359"/>
                <a:gd name="connsiteX2911" fmla="*/ 262999 w 288016"/>
                <a:gd name="connsiteY2911" fmla="*/ 348453 h 524359"/>
                <a:gd name="connsiteX2912" fmla="*/ 264213 w 288016"/>
                <a:gd name="connsiteY2912" fmla="*/ 347707 h 524359"/>
                <a:gd name="connsiteX2913" fmla="*/ 265832 w 288016"/>
                <a:gd name="connsiteY2913" fmla="*/ 346961 h 524359"/>
                <a:gd name="connsiteX2914" fmla="*/ 268665 w 288016"/>
                <a:gd name="connsiteY2914" fmla="*/ 346215 h 524359"/>
                <a:gd name="connsiteX2915" fmla="*/ 274332 w 288016"/>
                <a:gd name="connsiteY2915" fmla="*/ 343977 h 524359"/>
                <a:gd name="connsiteX2916" fmla="*/ 275141 w 288016"/>
                <a:gd name="connsiteY2916" fmla="*/ 343230 h 524359"/>
                <a:gd name="connsiteX2917" fmla="*/ 278379 w 288016"/>
                <a:gd name="connsiteY2917" fmla="*/ 320846 h 524359"/>
                <a:gd name="connsiteX2918" fmla="*/ 274332 w 288016"/>
                <a:gd name="connsiteY2918" fmla="*/ 337261 h 524359"/>
                <a:gd name="connsiteX2919" fmla="*/ 268665 w 288016"/>
                <a:gd name="connsiteY2919" fmla="*/ 340246 h 524359"/>
                <a:gd name="connsiteX2920" fmla="*/ 265832 w 288016"/>
                <a:gd name="connsiteY2920" fmla="*/ 340992 h 524359"/>
                <a:gd name="connsiteX2921" fmla="*/ 264213 w 288016"/>
                <a:gd name="connsiteY2921" fmla="*/ 341738 h 524359"/>
                <a:gd name="connsiteX2922" fmla="*/ 263809 w 288016"/>
                <a:gd name="connsiteY2922" fmla="*/ 342484 h 524359"/>
                <a:gd name="connsiteX2923" fmla="*/ 264213 w 288016"/>
                <a:gd name="connsiteY2923" fmla="*/ 338007 h 524359"/>
                <a:gd name="connsiteX2924" fmla="*/ 265832 w 288016"/>
                <a:gd name="connsiteY2924" fmla="*/ 330546 h 524359"/>
                <a:gd name="connsiteX2925" fmla="*/ 266642 w 288016"/>
                <a:gd name="connsiteY2925" fmla="*/ 329053 h 524359"/>
                <a:gd name="connsiteX2926" fmla="*/ 268665 w 288016"/>
                <a:gd name="connsiteY2926" fmla="*/ 326815 h 524359"/>
                <a:gd name="connsiteX2927" fmla="*/ 274332 w 288016"/>
                <a:gd name="connsiteY2927" fmla="*/ 323830 h 524359"/>
                <a:gd name="connsiteX2928" fmla="*/ 278379 w 288016"/>
                <a:gd name="connsiteY2928" fmla="*/ 320846 h 524359"/>
                <a:gd name="connsiteX2929" fmla="*/ 274332 w 288016"/>
                <a:gd name="connsiteY2929" fmla="*/ 317861 h 524359"/>
                <a:gd name="connsiteX2930" fmla="*/ 268665 w 288016"/>
                <a:gd name="connsiteY2930" fmla="*/ 320100 h 524359"/>
                <a:gd name="connsiteX2931" fmla="*/ 267047 w 288016"/>
                <a:gd name="connsiteY2931" fmla="*/ 321592 h 524359"/>
                <a:gd name="connsiteX2932" fmla="*/ 268665 w 288016"/>
                <a:gd name="connsiteY2932" fmla="*/ 308907 h 524359"/>
                <a:gd name="connsiteX2933" fmla="*/ 269475 w 288016"/>
                <a:gd name="connsiteY2933" fmla="*/ 307415 h 524359"/>
                <a:gd name="connsiteX2934" fmla="*/ 274332 w 288016"/>
                <a:gd name="connsiteY2934" fmla="*/ 302938 h 524359"/>
                <a:gd name="connsiteX2935" fmla="*/ 280807 w 288016"/>
                <a:gd name="connsiteY2935" fmla="*/ 297715 h 524359"/>
                <a:gd name="connsiteX2936" fmla="*/ 280807 w 288016"/>
                <a:gd name="connsiteY2936" fmla="*/ 299207 h 524359"/>
                <a:gd name="connsiteX2937" fmla="*/ 281212 w 288016"/>
                <a:gd name="connsiteY2937" fmla="*/ 298461 h 524359"/>
                <a:gd name="connsiteX2938" fmla="*/ 274332 w 288016"/>
                <a:gd name="connsiteY2938" fmla="*/ 317861 h 524359"/>
                <a:gd name="connsiteX2939" fmla="*/ 281212 w 288016"/>
                <a:gd name="connsiteY2939" fmla="*/ 290253 h 524359"/>
                <a:gd name="connsiteX2940" fmla="*/ 274332 w 288016"/>
                <a:gd name="connsiteY2940" fmla="*/ 297715 h 524359"/>
                <a:gd name="connsiteX2941" fmla="*/ 269475 w 288016"/>
                <a:gd name="connsiteY2941" fmla="*/ 300700 h 524359"/>
                <a:gd name="connsiteX2942" fmla="*/ 271094 w 288016"/>
                <a:gd name="connsiteY2942" fmla="*/ 286523 h 524359"/>
                <a:gd name="connsiteX2943" fmla="*/ 273927 w 288016"/>
                <a:gd name="connsiteY2943" fmla="*/ 282792 h 524359"/>
                <a:gd name="connsiteX2944" fmla="*/ 280807 w 288016"/>
                <a:gd name="connsiteY2944" fmla="*/ 276823 h 524359"/>
                <a:gd name="connsiteX2945" fmla="*/ 282022 w 288016"/>
                <a:gd name="connsiteY2945" fmla="*/ 275330 h 524359"/>
                <a:gd name="connsiteX2946" fmla="*/ 282022 w 288016"/>
                <a:gd name="connsiteY2946" fmla="*/ 276823 h 524359"/>
                <a:gd name="connsiteX2947" fmla="*/ 281212 w 288016"/>
                <a:gd name="connsiteY2947" fmla="*/ 290253 h 524359"/>
                <a:gd name="connsiteX2948" fmla="*/ 281212 w 288016"/>
                <a:gd name="connsiteY2948" fmla="*/ 270854 h 524359"/>
                <a:gd name="connsiteX2949" fmla="*/ 274332 w 288016"/>
                <a:gd name="connsiteY2949" fmla="*/ 277569 h 524359"/>
                <a:gd name="connsiteX2950" fmla="*/ 271094 w 288016"/>
                <a:gd name="connsiteY2950" fmla="*/ 280553 h 524359"/>
                <a:gd name="connsiteX2951" fmla="*/ 271903 w 288016"/>
                <a:gd name="connsiteY2951" fmla="*/ 266377 h 524359"/>
                <a:gd name="connsiteX2952" fmla="*/ 274332 w 288016"/>
                <a:gd name="connsiteY2952" fmla="*/ 262646 h 524359"/>
                <a:gd name="connsiteX2953" fmla="*/ 281212 w 288016"/>
                <a:gd name="connsiteY2953" fmla="*/ 255184 h 524359"/>
                <a:gd name="connsiteX2954" fmla="*/ 282426 w 288016"/>
                <a:gd name="connsiteY2954" fmla="*/ 252946 h 524359"/>
                <a:gd name="connsiteX2955" fmla="*/ 282831 w 288016"/>
                <a:gd name="connsiteY2955" fmla="*/ 253692 h 524359"/>
                <a:gd name="connsiteX2956" fmla="*/ 281212 w 288016"/>
                <a:gd name="connsiteY2956" fmla="*/ 270854 h 524359"/>
                <a:gd name="connsiteX2957" fmla="*/ 281212 w 288016"/>
                <a:gd name="connsiteY2957" fmla="*/ 232054 h 524359"/>
                <a:gd name="connsiteX2958" fmla="*/ 281617 w 288016"/>
                <a:gd name="connsiteY2958" fmla="*/ 231307 h 524359"/>
                <a:gd name="connsiteX2959" fmla="*/ 282022 w 288016"/>
                <a:gd name="connsiteY2959" fmla="*/ 232054 h 524359"/>
                <a:gd name="connsiteX2960" fmla="*/ 281617 w 288016"/>
                <a:gd name="connsiteY2960" fmla="*/ 249215 h 524359"/>
                <a:gd name="connsiteX2961" fmla="*/ 274736 w 288016"/>
                <a:gd name="connsiteY2961" fmla="*/ 257423 h 524359"/>
                <a:gd name="connsiteX2962" fmla="*/ 271903 w 288016"/>
                <a:gd name="connsiteY2962" fmla="*/ 260407 h 524359"/>
                <a:gd name="connsiteX2963" fmla="*/ 272308 w 288016"/>
                <a:gd name="connsiteY2963" fmla="*/ 246230 h 524359"/>
                <a:gd name="connsiteX2964" fmla="*/ 274736 w 288016"/>
                <a:gd name="connsiteY2964" fmla="*/ 241007 h 524359"/>
                <a:gd name="connsiteX2965" fmla="*/ 281212 w 288016"/>
                <a:gd name="connsiteY2965" fmla="*/ 232054 h 524359"/>
                <a:gd name="connsiteX2966" fmla="*/ 279593 w 288016"/>
                <a:gd name="connsiteY2966" fmla="*/ 208923 h 524359"/>
                <a:gd name="connsiteX2967" fmla="*/ 279593 w 288016"/>
                <a:gd name="connsiteY2967" fmla="*/ 209669 h 524359"/>
                <a:gd name="connsiteX2968" fmla="*/ 274332 w 288016"/>
                <a:gd name="connsiteY2968" fmla="*/ 235038 h 524359"/>
                <a:gd name="connsiteX2969" fmla="*/ 271094 w 288016"/>
                <a:gd name="connsiteY2969" fmla="*/ 240261 h 524359"/>
                <a:gd name="connsiteX2970" fmla="*/ 270689 w 288016"/>
                <a:gd name="connsiteY2970" fmla="*/ 226084 h 524359"/>
                <a:gd name="connsiteX2971" fmla="*/ 274332 w 288016"/>
                <a:gd name="connsiteY2971" fmla="*/ 219369 h 524359"/>
                <a:gd name="connsiteX2972" fmla="*/ 279593 w 288016"/>
                <a:gd name="connsiteY2972" fmla="*/ 208923 h 524359"/>
                <a:gd name="connsiteX2973" fmla="*/ 276760 w 288016"/>
                <a:gd name="connsiteY2973" fmla="*/ 187284 h 524359"/>
                <a:gd name="connsiteX2974" fmla="*/ 274332 w 288016"/>
                <a:gd name="connsiteY2974" fmla="*/ 211161 h 524359"/>
                <a:gd name="connsiteX2975" fmla="*/ 269475 w 288016"/>
                <a:gd name="connsiteY2975" fmla="*/ 218623 h 524359"/>
                <a:gd name="connsiteX2976" fmla="*/ 268665 w 288016"/>
                <a:gd name="connsiteY2976" fmla="*/ 214892 h 524359"/>
                <a:gd name="connsiteX2977" fmla="*/ 268261 w 288016"/>
                <a:gd name="connsiteY2977" fmla="*/ 205192 h 524359"/>
                <a:gd name="connsiteX2978" fmla="*/ 268665 w 288016"/>
                <a:gd name="connsiteY2978" fmla="*/ 204446 h 524359"/>
                <a:gd name="connsiteX2979" fmla="*/ 274332 w 288016"/>
                <a:gd name="connsiteY2979" fmla="*/ 193254 h 524359"/>
                <a:gd name="connsiteX2980" fmla="*/ 276760 w 288016"/>
                <a:gd name="connsiteY2980" fmla="*/ 187284 h 524359"/>
                <a:gd name="connsiteX2981" fmla="*/ 272713 w 288016"/>
                <a:gd name="connsiteY2981" fmla="*/ 166392 h 524359"/>
                <a:gd name="connsiteX2982" fmla="*/ 274332 w 288016"/>
                <a:gd name="connsiteY2982" fmla="*/ 171615 h 524359"/>
                <a:gd name="connsiteX2983" fmla="*/ 274332 w 288016"/>
                <a:gd name="connsiteY2983" fmla="*/ 183554 h 524359"/>
                <a:gd name="connsiteX2984" fmla="*/ 268665 w 288016"/>
                <a:gd name="connsiteY2984" fmla="*/ 194746 h 524359"/>
                <a:gd name="connsiteX2985" fmla="*/ 267047 w 288016"/>
                <a:gd name="connsiteY2985" fmla="*/ 199223 h 524359"/>
                <a:gd name="connsiteX2986" fmla="*/ 265832 w 288016"/>
                <a:gd name="connsiteY2986" fmla="*/ 194000 h 524359"/>
                <a:gd name="connsiteX2987" fmla="*/ 265428 w 288016"/>
                <a:gd name="connsiteY2987" fmla="*/ 185046 h 524359"/>
                <a:gd name="connsiteX2988" fmla="*/ 265832 w 288016"/>
                <a:gd name="connsiteY2988" fmla="*/ 182807 h 524359"/>
                <a:gd name="connsiteX2989" fmla="*/ 268665 w 288016"/>
                <a:gd name="connsiteY2989" fmla="*/ 175346 h 524359"/>
                <a:gd name="connsiteX2990" fmla="*/ 272713 w 288016"/>
                <a:gd name="connsiteY2990" fmla="*/ 166392 h 524359"/>
                <a:gd name="connsiteX2991" fmla="*/ 267451 w 288016"/>
                <a:gd name="connsiteY2991" fmla="*/ 145500 h 524359"/>
                <a:gd name="connsiteX2992" fmla="*/ 268665 w 288016"/>
                <a:gd name="connsiteY2992" fmla="*/ 148484 h 524359"/>
                <a:gd name="connsiteX2993" fmla="*/ 268665 w 288016"/>
                <a:gd name="connsiteY2993" fmla="*/ 167138 h 524359"/>
                <a:gd name="connsiteX2994" fmla="*/ 265832 w 288016"/>
                <a:gd name="connsiteY2994" fmla="*/ 173854 h 524359"/>
                <a:gd name="connsiteX2995" fmla="*/ 264213 w 288016"/>
                <a:gd name="connsiteY2995" fmla="*/ 177584 h 524359"/>
                <a:gd name="connsiteX2996" fmla="*/ 263809 w 288016"/>
                <a:gd name="connsiteY2996" fmla="*/ 179077 h 524359"/>
                <a:gd name="connsiteX2997" fmla="*/ 263404 w 288016"/>
                <a:gd name="connsiteY2997" fmla="*/ 177584 h 524359"/>
                <a:gd name="connsiteX2998" fmla="*/ 261380 w 288016"/>
                <a:gd name="connsiteY2998" fmla="*/ 164900 h 524359"/>
                <a:gd name="connsiteX2999" fmla="*/ 263404 w 288016"/>
                <a:gd name="connsiteY2999" fmla="*/ 158184 h 524359"/>
                <a:gd name="connsiteX3000" fmla="*/ 264618 w 288016"/>
                <a:gd name="connsiteY3000" fmla="*/ 155200 h 524359"/>
                <a:gd name="connsiteX3001" fmla="*/ 266237 w 288016"/>
                <a:gd name="connsiteY3001" fmla="*/ 150723 h 524359"/>
                <a:gd name="connsiteX3002" fmla="*/ 267451 w 288016"/>
                <a:gd name="connsiteY3002" fmla="*/ 145500 h 524359"/>
                <a:gd name="connsiteX3003" fmla="*/ 261785 w 288016"/>
                <a:gd name="connsiteY3003" fmla="*/ 126100 h 524359"/>
                <a:gd name="connsiteX3004" fmla="*/ 263404 w 288016"/>
                <a:gd name="connsiteY3004" fmla="*/ 129084 h 524359"/>
                <a:gd name="connsiteX3005" fmla="*/ 264618 w 288016"/>
                <a:gd name="connsiteY3005" fmla="*/ 132069 h 524359"/>
                <a:gd name="connsiteX3006" fmla="*/ 264618 w 288016"/>
                <a:gd name="connsiteY3006" fmla="*/ 146246 h 524359"/>
                <a:gd name="connsiteX3007" fmla="*/ 263404 w 288016"/>
                <a:gd name="connsiteY3007" fmla="*/ 149231 h 524359"/>
                <a:gd name="connsiteX3008" fmla="*/ 259761 w 288016"/>
                <a:gd name="connsiteY3008" fmla="*/ 159677 h 524359"/>
                <a:gd name="connsiteX3009" fmla="*/ 258142 w 288016"/>
                <a:gd name="connsiteY3009" fmla="*/ 155946 h 524359"/>
                <a:gd name="connsiteX3010" fmla="*/ 256928 w 288016"/>
                <a:gd name="connsiteY3010" fmla="*/ 151469 h 524359"/>
                <a:gd name="connsiteX3011" fmla="*/ 256119 w 288016"/>
                <a:gd name="connsiteY3011" fmla="*/ 146246 h 524359"/>
                <a:gd name="connsiteX3012" fmla="*/ 256524 w 288016"/>
                <a:gd name="connsiteY3012" fmla="*/ 143261 h 524359"/>
                <a:gd name="connsiteX3013" fmla="*/ 257738 w 288016"/>
                <a:gd name="connsiteY3013" fmla="*/ 138038 h 524359"/>
                <a:gd name="connsiteX3014" fmla="*/ 261785 w 288016"/>
                <a:gd name="connsiteY3014" fmla="*/ 126100 h 524359"/>
                <a:gd name="connsiteX3015" fmla="*/ 254905 w 288016"/>
                <a:gd name="connsiteY3015" fmla="*/ 107446 h 524359"/>
                <a:gd name="connsiteX3016" fmla="*/ 256524 w 288016"/>
                <a:gd name="connsiteY3016" fmla="*/ 110431 h 524359"/>
                <a:gd name="connsiteX3017" fmla="*/ 257738 w 288016"/>
                <a:gd name="connsiteY3017" fmla="*/ 113415 h 524359"/>
                <a:gd name="connsiteX3018" fmla="*/ 257738 w 288016"/>
                <a:gd name="connsiteY3018" fmla="*/ 128338 h 524359"/>
                <a:gd name="connsiteX3019" fmla="*/ 256524 w 288016"/>
                <a:gd name="connsiteY3019" fmla="*/ 131323 h 524359"/>
                <a:gd name="connsiteX3020" fmla="*/ 254905 w 288016"/>
                <a:gd name="connsiteY3020" fmla="*/ 136546 h 524359"/>
                <a:gd name="connsiteX3021" fmla="*/ 254095 w 288016"/>
                <a:gd name="connsiteY3021" fmla="*/ 140277 h 524359"/>
                <a:gd name="connsiteX3022" fmla="*/ 251262 w 288016"/>
                <a:gd name="connsiteY3022" fmla="*/ 133561 h 524359"/>
                <a:gd name="connsiteX3023" fmla="*/ 250453 w 288016"/>
                <a:gd name="connsiteY3023" fmla="*/ 127592 h 524359"/>
                <a:gd name="connsiteX3024" fmla="*/ 251262 w 288016"/>
                <a:gd name="connsiteY3024" fmla="*/ 122369 h 524359"/>
                <a:gd name="connsiteX3025" fmla="*/ 254905 w 288016"/>
                <a:gd name="connsiteY3025" fmla="*/ 107446 h 524359"/>
                <a:gd name="connsiteX3026" fmla="*/ 247215 w 288016"/>
                <a:gd name="connsiteY3026" fmla="*/ 89538 h 524359"/>
                <a:gd name="connsiteX3027" fmla="*/ 248024 w 288016"/>
                <a:gd name="connsiteY3027" fmla="*/ 90284 h 524359"/>
                <a:gd name="connsiteX3028" fmla="*/ 249238 w 288016"/>
                <a:gd name="connsiteY3028" fmla="*/ 92523 h 524359"/>
                <a:gd name="connsiteX3029" fmla="*/ 251262 w 288016"/>
                <a:gd name="connsiteY3029" fmla="*/ 97746 h 524359"/>
                <a:gd name="connsiteX3030" fmla="*/ 251262 w 288016"/>
                <a:gd name="connsiteY3030" fmla="*/ 110431 h 524359"/>
                <a:gd name="connsiteX3031" fmla="*/ 249238 w 288016"/>
                <a:gd name="connsiteY3031" fmla="*/ 117146 h 524359"/>
                <a:gd name="connsiteX3032" fmla="*/ 248024 w 288016"/>
                <a:gd name="connsiteY3032" fmla="*/ 123861 h 524359"/>
                <a:gd name="connsiteX3033" fmla="*/ 248024 w 288016"/>
                <a:gd name="connsiteY3033" fmla="*/ 123115 h 524359"/>
                <a:gd name="connsiteX3034" fmla="*/ 243977 w 288016"/>
                <a:gd name="connsiteY3034" fmla="*/ 113415 h 524359"/>
                <a:gd name="connsiteX3035" fmla="*/ 243572 w 288016"/>
                <a:gd name="connsiteY3035" fmla="*/ 111177 h 524359"/>
                <a:gd name="connsiteX3036" fmla="*/ 243977 w 288016"/>
                <a:gd name="connsiteY3036" fmla="*/ 108192 h 524359"/>
                <a:gd name="connsiteX3037" fmla="*/ 247215 w 288016"/>
                <a:gd name="connsiteY3037" fmla="*/ 89538 h 524359"/>
                <a:gd name="connsiteX3038" fmla="*/ 238715 w 288016"/>
                <a:gd name="connsiteY3038" fmla="*/ 73869 h 524359"/>
                <a:gd name="connsiteX3039" fmla="*/ 239525 w 288016"/>
                <a:gd name="connsiteY3039" fmla="*/ 74615 h 524359"/>
                <a:gd name="connsiteX3040" fmla="*/ 240334 w 288016"/>
                <a:gd name="connsiteY3040" fmla="*/ 76108 h 524359"/>
                <a:gd name="connsiteX3041" fmla="*/ 241953 w 288016"/>
                <a:gd name="connsiteY3041" fmla="*/ 78346 h 524359"/>
                <a:gd name="connsiteX3042" fmla="*/ 243977 w 288016"/>
                <a:gd name="connsiteY3042" fmla="*/ 85061 h 524359"/>
                <a:gd name="connsiteX3043" fmla="*/ 243977 w 288016"/>
                <a:gd name="connsiteY3043" fmla="*/ 91777 h 524359"/>
                <a:gd name="connsiteX3044" fmla="*/ 241953 w 288016"/>
                <a:gd name="connsiteY3044" fmla="*/ 102223 h 524359"/>
                <a:gd name="connsiteX3045" fmla="*/ 241548 w 288016"/>
                <a:gd name="connsiteY3045" fmla="*/ 107446 h 524359"/>
                <a:gd name="connsiteX3046" fmla="*/ 240739 w 288016"/>
                <a:gd name="connsiteY3046" fmla="*/ 106700 h 524359"/>
                <a:gd name="connsiteX3047" fmla="*/ 239525 w 288016"/>
                <a:gd name="connsiteY3047" fmla="*/ 105208 h 524359"/>
                <a:gd name="connsiteX3048" fmla="*/ 236287 w 288016"/>
                <a:gd name="connsiteY3048" fmla="*/ 96254 h 524359"/>
                <a:gd name="connsiteX3049" fmla="*/ 238715 w 288016"/>
                <a:gd name="connsiteY3049" fmla="*/ 73869 h 524359"/>
                <a:gd name="connsiteX3050" fmla="*/ 236692 w 288016"/>
                <a:gd name="connsiteY3050" fmla="*/ 105954 h 524359"/>
                <a:gd name="connsiteX3051" fmla="*/ 239525 w 288016"/>
                <a:gd name="connsiteY3051" fmla="*/ 111177 h 524359"/>
                <a:gd name="connsiteX3052" fmla="*/ 240334 w 288016"/>
                <a:gd name="connsiteY3052" fmla="*/ 111923 h 524359"/>
                <a:gd name="connsiteX3053" fmla="*/ 241144 w 288016"/>
                <a:gd name="connsiteY3053" fmla="*/ 112669 h 524359"/>
                <a:gd name="connsiteX3054" fmla="*/ 241548 w 288016"/>
                <a:gd name="connsiteY3054" fmla="*/ 115654 h 524359"/>
                <a:gd name="connsiteX3055" fmla="*/ 243572 w 288016"/>
                <a:gd name="connsiteY3055" fmla="*/ 122369 h 524359"/>
                <a:gd name="connsiteX3056" fmla="*/ 247215 w 288016"/>
                <a:gd name="connsiteY3056" fmla="*/ 129084 h 524359"/>
                <a:gd name="connsiteX3057" fmla="*/ 247619 w 288016"/>
                <a:gd name="connsiteY3057" fmla="*/ 129831 h 524359"/>
                <a:gd name="connsiteX3058" fmla="*/ 248834 w 288016"/>
                <a:gd name="connsiteY3058" fmla="*/ 136546 h 524359"/>
                <a:gd name="connsiteX3059" fmla="*/ 250857 w 288016"/>
                <a:gd name="connsiteY3059" fmla="*/ 141769 h 524359"/>
                <a:gd name="connsiteX3060" fmla="*/ 253286 w 288016"/>
                <a:gd name="connsiteY3060" fmla="*/ 146992 h 524359"/>
                <a:gd name="connsiteX3061" fmla="*/ 254905 w 288016"/>
                <a:gd name="connsiteY3061" fmla="*/ 155946 h 524359"/>
                <a:gd name="connsiteX3062" fmla="*/ 256524 w 288016"/>
                <a:gd name="connsiteY3062" fmla="*/ 161169 h 524359"/>
                <a:gd name="connsiteX3063" fmla="*/ 257738 w 288016"/>
                <a:gd name="connsiteY3063" fmla="*/ 164154 h 524359"/>
                <a:gd name="connsiteX3064" fmla="*/ 258142 w 288016"/>
                <a:gd name="connsiteY3064" fmla="*/ 165646 h 524359"/>
                <a:gd name="connsiteX3065" fmla="*/ 262190 w 288016"/>
                <a:gd name="connsiteY3065" fmla="*/ 184300 h 524359"/>
                <a:gd name="connsiteX3066" fmla="*/ 262594 w 288016"/>
                <a:gd name="connsiteY3066" fmla="*/ 193254 h 524359"/>
                <a:gd name="connsiteX3067" fmla="*/ 263809 w 288016"/>
                <a:gd name="connsiteY3067" fmla="*/ 198477 h 524359"/>
                <a:gd name="connsiteX3068" fmla="*/ 265428 w 288016"/>
                <a:gd name="connsiteY3068" fmla="*/ 203700 h 524359"/>
                <a:gd name="connsiteX3069" fmla="*/ 265428 w 288016"/>
                <a:gd name="connsiteY3069" fmla="*/ 204446 h 524359"/>
                <a:gd name="connsiteX3070" fmla="*/ 265428 w 288016"/>
                <a:gd name="connsiteY3070" fmla="*/ 212654 h 524359"/>
                <a:gd name="connsiteX3071" fmla="*/ 267856 w 288016"/>
                <a:gd name="connsiteY3071" fmla="*/ 223846 h 524359"/>
                <a:gd name="connsiteX3072" fmla="*/ 268261 w 288016"/>
                <a:gd name="connsiteY3072" fmla="*/ 241007 h 524359"/>
                <a:gd name="connsiteX3073" fmla="*/ 268665 w 288016"/>
                <a:gd name="connsiteY3073" fmla="*/ 243992 h 524359"/>
                <a:gd name="connsiteX3074" fmla="*/ 268261 w 288016"/>
                <a:gd name="connsiteY3074" fmla="*/ 247723 h 524359"/>
                <a:gd name="connsiteX3075" fmla="*/ 265832 w 288016"/>
                <a:gd name="connsiteY3075" fmla="*/ 246977 h 524359"/>
                <a:gd name="connsiteX3076" fmla="*/ 262999 w 288016"/>
                <a:gd name="connsiteY3076" fmla="*/ 246977 h 524359"/>
                <a:gd name="connsiteX3077" fmla="*/ 261380 w 288016"/>
                <a:gd name="connsiteY3077" fmla="*/ 247723 h 524359"/>
                <a:gd name="connsiteX3078" fmla="*/ 258142 w 288016"/>
                <a:gd name="connsiteY3078" fmla="*/ 246977 h 524359"/>
                <a:gd name="connsiteX3079" fmla="*/ 256928 w 288016"/>
                <a:gd name="connsiteY3079" fmla="*/ 246977 h 524359"/>
                <a:gd name="connsiteX3080" fmla="*/ 255309 w 288016"/>
                <a:gd name="connsiteY3080" fmla="*/ 247723 h 524359"/>
                <a:gd name="connsiteX3081" fmla="*/ 254095 w 288016"/>
                <a:gd name="connsiteY3081" fmla="*/ 247723 h 524359"/>
                <a:gd name="connsiteX3082" fmla="*/ 251262 w 288016"/>
                <a:gd name="connsiteY3082" fmla="*/ 246977 h 524359"/>
                <a:gd name="connsiteX3083" fmla="*/ 248024 w 288016"/>
                <a:gd name="connsiteY3083" fmla="*/ 246977 h 524359"/>
                <a:gd name="connsiteX3084" fmla="*/ 246405 w 288016"/>
                <a:gd name="connsiteY3084" fmla="*/ 247723 h 524359"/>
                <a:gd name="connsiteX3085" fmla="*/ 243977 w 288016"/>
                <a:gd name="connsiteY3085" fmla="*/ 246977 h 524359"/>
                <a:gd name="connsiteX3086" fmla="*/ 240334 w 288016"/>
                <a:gd name="connsiteY3086" fmla="*/ 246977 h 524359"/>
                <a:gd name="connsiteX3087" fmla="*/ 239525 w 288016"/>
                <a:gd name="connsiteY3087" fmla="*/ 247723 h 524359"/>
                <a:gd name="connsiteX3088" fmla="*/ 239120 w 288016"/>
                <a:gd name="connsiteY3088" fmla="*/ 247723 h 524359"/>
                <a:gd name="connsiteX3089" fmla="*/ 234668 w 288016"/>
                <a:gd name="connsiteY3089" fmla="*/ 246977 h 524359"/>
                <a:gd name="connsiteX3090" fmla="*/ 231835 w 288016"/>
                <a:gd name="connsiteY3090" fmla="*/ 247723 h 524359"/>
                <a:gd name="connsiteX3091" fmla="*/ 228597 w 288016"/>
                <a:gd name="connsiteY3091" fmla="*/ 246977 h 524359"/>
                <a:gd name="connsiteX3092" fmla="*/ 225359 w 288016"/>
                <a:gd name="connsiteY3092" fmla="*/ 246977 h 524359"/>
                <a:gd name="connsiteX3093" fmla="*/ 224145 w 288016"/>
                <a:gd name="connsiteY3093" fmla="*/ 247723 h 524359"/>
                <a:gd name="connsiteX3094" fmla="*/ 222526 w 288016"/>
                <a:gd name="connsiteY3094" fmla="*/ 246977 h 524359"/>
                <a:gd name="connsiteX3095" fmla="*/ 219288 w 288016"/>
                <a:gd name="connsiteY3095" fmla="*/ 246977 h 524359"/>
                <a:gd name="connsiteX3096" fmla="*/ 217669 w 288016"/>
                <a:gd name="connsiteY3096" fmla="*/ 246977 h 524359"/>
                <a:gd name="connsiteX3097" fmla="*/ 216050 w 288016"/>
                <a:gd name="connsiteY3097" fmla="*/ 247723 h 524359"/>
                <a:gd name="connsiteX3098" fmla="*/ 213217 w 288016"/>
                <a:gd name="connsiteY3098" fmla="*/ 246977 h 524359"/>
                <a:gd name="connsiteX3099" fmla="*/ 212003 w 288016"/>
                <a:gd name="connsiteY3099" fmla="*/ 246977 h 524359"/>
                <a:gd name="connsiteX3100" fmla="*/ 209170 w 288016"/>
                <a:gd name="connsiteY3100" fmla="*/ 247723 h 524359"/>
                <a:gd name="connsiteX3101" fmla="*/ 207551 w 288016"/>
                <a:gd name="connsiteY3101" fmla="*/ 246977 h 524359"/>
                <a:gd name="connsiteX3102" fmla="*/ 207146 w 288016"/>
                <a:gd name="connsiteY3102" fmla="*/ 243246 h 524359"/>
                <a:gd name="connsiteX3103" fmla="*/ 206742 w 288016"/>
                <a:gd name="connsiteY3103" fmla="*/ 240261 h 524359"/>
                <a:gd name="connsiteX3104" fmla="*/ 205527 w 288016"/>
                <a:gd name="connsiteY3104" fmla="*/ 229815 h 524359"/>
                <a:gd name="connsiteX3105" fmla="*/ 205527 w 288016"/>
                <a:gd name="connsiteY3105" fmla="*/ 229069 h 524359"/>
                <a:gd name="connsiteX3106" fmla="*/ 204718 w 288016"/>
                <a:gd name="connsiteY3106" fmla="*/ 226084 h 524359"/>
                <a:gd name="connsiteX3107" fmla="*/ 204313 w 288016"/>
                <a:gd name="connsiteY3107" fmla="*/ 220861 h 524359"/>
                <a:gd name="connsiteX3108" fmla="*/ 202694 w 288016"/>
                <a:gd name="connsiteY3108" fmla="*/ 214146 h 524359"/>
                <a:gd name="connsiteX3109" fmla="*/ 202289 w 288016"/>
                <a:gd name="connsiteY3109" fmla="*/ 213400 h 524359"/>
                <a:gd name="connsiteX3110" fmla="*/ 201885 w 288016"/>
                <a:gd name="connsiteY3110" fmla="*/ 211907 h 524359"/>
                <a:gd name="connsiteX3111" fmla="*/ 199052 w 288016"/>
                <a:gd name="connsiteY3111" fmla="*/ 201461 h 524359"/>
                <a:gd name="connsiteX3112" fmla="*/ 197837 w 288016"/>
                <a:gd name="connsiteY3112" fmla="*/ 199223 h 524359"/>
                <a:gd name="connsiteX3113" fmla="*/ 197433 w 288016"/>
                <a:gd name="connsiteY3113" fmla="*/ 196984 h 524359"/>
                <a:gd name="connsiteX3114" fmla="*/ 195004 w 288016"/>
                <a:gd name="connsiteY3114" fmla="*/ 190269 h 524359"/>
                <a:gd name="connsiteX3115" fmla="*/ 194600 w 288016"/>
                <a:gd name="connsiteY3115" fmla="*/ 189523 h 524359"/>
                <a:gd name="connsiteX3116" fmla="*/ 194195 w 288016"/>
                <a:gd name="connsiteY3116" fmla="*/ 188777 h 524359"/>
                <a:gd name="connsiteX3117" fmla="*/ 193385 w 288016"/>
                <a:gd name="connsiteY3117" fmla="*/ 187284 h 524359"/>
                <a:gd name="connsiteX3118" fmla="*/ 193385 w 288016"/>
                <a:gd name="connsiteY3118" fmla="*/ 186538 h 524359"/>
                <a:gd name="connsiteX3119" fmla="*/ 194195 w 288016"/>
                <a:gd name="connsiteY3119" fmla="*/ 185792 h 524359"/>
                <a:gd name="connsiteX3120" fmla="*/ 195409 w 288016"/>
                <a:gd name="connsiteY3120" fmla="*/ 185046 h 524359"/>
                <a:gd name="connsiteX3121" fmla="*/ 197837 w 288016"/>
                <a:gd name="connsiteY3121" fmla="*/ 179823 h 524359"/>
                <a:gd name="connsiteX3122" fmla="*/ 198647 w 288016"/>
                <a:gd name="connsiteY3122" fmla="*/ 176838 h 524359"/>
                <a:gd name="connsiteX3123" fmla="*/ 199052 w 288016"/>
                <a:gd name="connsiteY3123" fmla="*/ 176092 h 524359"/>
                <a:gd name="connsiteX3124" fmla="*/ 202289 w 288016"/>
                <a:gd name="connsiteY3124" fmla="*/ 170869 h 524359"/>
                <a:gd name="connsiteX3125" fmla="*/ 203908 w 288016"/>
                <a:gd name="connsiteY3125" fmla="*/ 167138 h 524359"/>
                <a:gd name="connsiteX3126" fmla="*/ 204313 w 288016"/>
                <a:gd name="connsiteY3126" fmla="*/ 166392 h 524359"/>
                <a:gd name="connsiteX3127" fmla="*/ 205527 w 288016"/>
                <a:gd name="connsiteY3127" fmla="*/ 164900 h 524359"/>
                <a:gd name="connsiteX3128" fmla="*/ 207551 w 288016"/>
                <a:gd name="connsiteY3128" fmla="*/ 161169 h 524359"/>
                <a:gd name="connsiteX3129" fmla="*/ 209170 w 288016"/>
                <a:gd name="connsiteY3129" fmla="*/ 157438 h 524359"/>
                <a:gd name="connsiteX3130" fmla="*/ 212003 w 288016"/>
                <a:gd name="connsiteY3130" fmla="*/ 152961 h 524359"/>
                <a:gd name="connsiteX3131" fmla="*/ 213217 w 288016"/>
                <a:gd name="connsiteY3131" fmla="*/ 149977 h 524359"/>
                <a:gd name="connsiteX3132" fmla="*/ 214431 w 288016"/>
                <a:gd name="connsiteY3132" fmla="*/ 146992 h 524359"/>
                <a:gd name="connsiteX3133" fmla="*/ 218074 w 288016"/>
                <a:gd name="connsiteY3133" fmla="*/ 141023 h 524359"/>
                <a:gd name="connsiteX3134" fmla="*/ 219693 w 288016"/>
                <a:gd name="connsiteY3134" fmla="*/ 137292 h 524359"/>
                <a:gd name="connsiteX3135" fmla="*/ 222931 w 288016"/>
                <a:gd name="connsiteY3135" fmla="*/ 132069 h 524359"/>
                <a:gd name="connsiteX3136" fmla="*/ 224954 w 288016"/>
                <a:gd name="connsiteY3136" fmla="*/ 126846 h 524359"/>
                <a:gd name="connsiteX3137" fmla="*/ 225359 w 288016"/>
                <a:gd name="connsiteY3137" fmla="*/ 126100 h 524359"/>
                <a:gd name="connsiteX3138" fmla="*/ 225764 w 288016"/>
                <a:gd name="connsiteY3138" fmla="*/ 125354 h 524359"/>
                <a:gd name="connsiteX3139" fmla="*/ 226573 w 288016"/>
                <a:gd name="connsiteY3139" fmla="*/ 123861 h 524359"/>
                <a:gd name="connsiteX3140" fmla="*/ 228192 w 288016"/>
                <a:gd name="connsiteY3140" fmla="*/ 120877 h 524359"/>
                <a:gd name="connsiteX3141" fmla="*/ 229811 w 288016"/>
                <a:gd name="connsiteY3141" fmla="*/ 116400 h 524359"/>
                <a:gd name="connsiteX3142" fmla="*/ 231835 w 288016"/>
                <a:gd name="connsiteY3142" fmla="*/ 114161 h 524359"/>
                <a:gd name="connsiteX3143" fmla="*/ 234668 w 288016"/>
                <a:gd name="connsiteY3143" fmla="*/ 108938 h 524359"/>
                <a:gd name="connsiteX3144" fmla="*/ 235073 w 288016"/>
                <a:gd name="connsiteY3144" fmla="*/ 106700 h 524359"/>
                <a:gd name="connsiteX3145" fmla="*/ 236692 w 288016"/>
                <a:gd name="connsiteY3145" fmla="*/ 105954 h 524359"/>
                <a:gd name="connsiteX3146" fmla="*/ 228597 w 288016"/>
                <a:gd name="connsiteY3146" fmla="*/ 72377 h 524359"/>
                <a:gd name="connsiteX3147" fmla="*/ 229406 w 288016"/>
                <a:gd name="connsiteY3147" fmla="*/ 58200 h 524359"/>
                <a:gd name="connsiteX3148" fmla="*/ 229811 w 288016"/>
                <a:gd name="connsiteY3148" fmla="*/ 58946 h 524359"/>
                <a:gd name="connsiteX3149" fmla="*/ 232240 w 288016"/>
                <a:gd name="connsiteY3149" fmla="*/ 61931 h 524359"/>
                <a:gd name="connsiteX3150" fmla="*/ 235073 w 288016"/>
                <a:gd name="connsiteY3150" fmla="*/ 67154 h 524359"/>
                <a:gd name="connsiteX3151" fmla="*/ 235073 w 288016"/>
                <a:gd name="connsiteY3151" fmla="*/ 83569 h 524359"/>
                <a:gd name="connsiteX3152" fmla="*/ 233859 w 288016"/>
                <a:gd name="connsiteY3152" fmla="*/ 92523 h 524359"/>
                <a:gd name="connsiteX3153" fmla="*/ 232240 w 288016"/>
                <a:gd name="connsiteY3153" fmla="*/ 91031 h 524359"/>
                <a:gd name="connsiteX3154" fmla="*/ 228597 w 288016"/>
                <a:gd name="connsiteY3154" fmla="*/ 83569 h 524359"/>
                <a:gd name="connsiteX3155" fmla="*/ 228192 w 288016"/>
                <a:gd name="connsiteY3155" fmla="*/ 82823 h 524359"/>
                <a:gd name="connsiteX3156" fmla="*/ 228597 w 288016"/>
                <a:gd name="connsiteY3156" fmla="*/ 72377 h 524359"/>
                <a:gd name="connsiteX3157" fmla="*/ 227788 w 288016"/>
                <a:gd name="connsiteY3157" fmla="*/ 89538 h 524359"/>
                <a:gd name="connsiteX3158" fmla="*/ 228192 w 288016"/>
                <a:gd name="connsiteY3158" fmla="*/ 90284 h 524359"/>
                <a:gd name="connsiteX3159" fmla="*/ 231835 w 288016"/>
                <a:gd name="connsiteY3159" fmla="*/ 95508 h 524359"/>
                <a:gd name="connsiteX3160" fmla="*/ 233454 w 288016"/>
                <a:gd name="connsiteY3160" fmla="*/ 97746 h 524359"/>
                <a:gd name="connsiteX3161" fmla="*/ 234263 w 288016"/>
                <a:gd name="connsiteY3161" fmla="*/ 101477 h 524359"/>
                <a:gd name="connsiteX3162" fmla="*/ 235073 w 288016"/>
                <a:gd name="connsiteY3162" fmla="*/ 104461 h 524359"/>
                <a:gd name="connsiteX3163" fmla="*/ 234263 w 288016"/>
                <a:gd name="connsiteY3163" fmla="*/ 105208 h 524359"/>
                <a:gd name="connsiteX3164" fmla="*/ 231430 w 288016"/>
                <a:gd name="connsiteY3164" fmla="*/ 105208 h 524359"/>
                <a:gd name="connsiteX3165" fmla="*/ 227788 w 288016"/>
                <a:gd name="connsiteY3165" fmla="*/ 100731 h 524359"/>
                <a:gd name="connsiteX3166" fmla="*/ 226169 w 288016"/>
                <a:gd name="connsiteY3166" fmla="*/ 98492 h 524359"/>
                <a:gd name="connsiteX3167" fmla="*/ 225359 w 288016"/>
                <a:gd name="connsiteY3167" fmla="*/ 97746 h 524359"/>
                <a:gd name="connsiteX3168" fmla="*/ 224954 w 288016"/>
                <a:gd name="connsiteY3168" fmla="*/ 97746 h 524359"/>
                <a:gd name="connsiteX3169" fmla="*/ 224954 w 288016"/>
                <a:gd name="connsiteY3169" fmla="*/ 97000 h 524359"/>
                <a:gd name="connsiteX3170" fmla="*/ 223740 w 288016"/>
                <a:gd name="connsiteY3170" fmla="*/ 96254 h 524359"/>
                <a:gd name="connsiteX3171" fmla="*/ 224954 w 288016"/>
                <a:gd name="connsiteY3171" fmla="*/ 93269 h 524359"/>
                <a:gd name="connsiteX3172" fmla="*/ 225359 w 288016"/>
                <a:gd name="connsiteY3172" fmla="*/ 92523 h 524359"/>
                <a:gd name="connsiteX3173" fmla="*/ 226169 w 288016"/>
                <a:gd name="connsiteY3173" fmla="*/ 91031 h 524359"/>
                <a:gd name="connsiteX3174" fmla="*/ 227788 w 288016"/>
                <a:gd name="connsiteY3174" fmla="*/ 89538 h 524359"/>
                <a:gd name="connsiteX3175" fmla="*/ 219288 w 288016"/>
                <a:gd name="connsiteY3175" fmla="*/ 56708 h 524359"/>
                <a:gd name="connsiteX3176" fmla="*/ 219288 w 288016"/>
                <a:gd name="connsiteY3176" fmla="*/ 45515 h 524359"/>
                <a:gd name="connsiteX3177" fmla="*/ 219693 w 288016"/>
                <a:gd name="connsiteY3177" fmla="*/ 45515 h 524359"/>
                <a:gd name="connsiteX3178" fmla="*/ 222526 w 288016"/>
                <a:gd name="connsiteY3178" fmla="*/ 48500 h 524359"/>
                <a:gd name="connsiteX3179" fmla="*/ 225359 w 288016"/>
                <a:gd name="connsiteY3179" fmla="*/ 52977 h 524359"/>
                <a:gd name="connsiteX3180" fmla="*/ 225764 w 288016"/>
                <a:gd name="connsiteY3180" fmla="*/ 55215 h 524359"/>
                <a:gd name="connsiteX3181" fmla="*/ 225764 w 288016"/>
                <a:gd name="connsiteY3181" fmla="*/ 68646 h 524359"/>
                <a:gd name="connsiteX3182" fmla="*/ 225359 w 288016"/>
                <a:gd name="connsiteY3182" fmla="*/ 73123 h 524359"/>
                <a:gd name="connsiteX3183" fmla="*/ 225359 w 288016"/>
                <a:gd name="connsiteY3183" fmla="*/ 78346 h 524359"/>
                <a:gd name="connsiteX3184" fmla="*/ 222526 w 288016"/>
                <a:gd name="connsiteY3184" fmla="*/ 75361 h 524359"/>
                <a:gd name="connsiteX3185" fmla="*/ 219288 w 288016"/>
                <a:gd name="connsiteY3185" fmla="*/ 68646 h 524359"/>
                <a:gd name="connsiteX3186" fmla="*/ 219288 w 288016"/>
                <a:gd name="connsiteY3186" fmla="*/ 56708 h 524359"/>
                <a:gd name="connsiteX3187" fmla="*/ 209170 w 288016"/>
                <a:gd name="connsiteY3187" fmla="*/ 34323 h 524359"/>
                <a:gd name="connsiteX3188" fmla="*/ 212003 w 288016"/>
                <a:gd name="connsiteY3188" fmla="*/ 35815 h 524359"/>
                <a:gd name="connsiteX3189" fmla="*/ 213217 w 288016"/>
                <a:gd name="connsiteY3189" fmla="*/ 36561 h 524359"/>
                <a:gd name="connsiteX3190" fmla="*/ 216455 w 288016"/>
                <a:gd name="connsiteY3190" fmla="*/ 64915 h 524359"/>
                <a:gd name="connsiteX3191" fmla="*/ 213217 w 288016"/>
                <a:gd name="connsiteY3191" fmla="*/ 61931 h 524359"/>
                <a:gd name="connsiteX3192" fmla="*/ 212003 w 288016"/>
                <a:gd name="connsiteY3192" fmla="*/ 60438 h 524359"/>
                <a:gd name="connsiteX3193" fmla="*/ 210384 w 288016"/>
                <a:gd name="connsiteY3193" fmla="*/ 56708 h 524359"/>
                <a:gd name="connsiteX3194" fmla="*/ 209170 w 288016"/>
                <a:gd name="connsiteY3194" fmla="*/ 34323 h 524359"/>
                <a:gd name="connsiteX3195" fmla="*/ 198242 w 288016"/>
                <a:gd name="connsiteY3195" fmla="*/ 24623 h 524359"/>
                <a:gd name="connsiteX3196" fmla="*/ 198242 w 288016"/>
                <a:gd name="connsiteY3196" fmla="*/ 24623 h 524359"/>
                <a:gd name="connsiteX3197" fmla="*/ 201885 w 288016"/>
                <a:gd name="connsiteY3197" fmla="*/ 27608 h 524359"/>
                <a:gd name="connsiteX3198" fmla="*/ 203908 w 288016"/>
                <a:gd name="connsiteY3198" fmla="*/ 29846 h 524359"/>
                <a:gd name="connsiteX3199" fmla="*/ 205123 w 288016"/>
                <a:gd name="connsiteY3199" fmla="*/ 32085 h 524359"/>
                <a:gd name="connsiteX3200" fmla="*/ 206742 w 288016"/>
                <a:gd name="connsiteY3200" fmla="*/ 55215 h 524359"/>
                <a:gd name="connsiteX3201" fmla="*/ 205123 w 288016"/>
                <a:gd name="connsiteY3201" fmla="*/ 54469 h 524359"/>
                <a:gd name="connsiteX3202" fmla="*/ 203908 w 288016"/>
                <a:gd name="connsiteY3202" fmla="*/ 53723 h 524359"/>
                <a:gd name="connsiteX3203" fmla="*/ 201885 w 288016"/>
                <a:gd name="connsiteY3203" fmla="*/ 51484 h 524359"/>
                <a:gd name="connsiteX3204" fmla="*/ 200266 w 288016"/>
                <a:gd name="connsiteY3204" fmla="*/ 47754 h 524359"/>
                <a:gd name="connsiteX3205" fmla="*/ 199052 w 288016"/>
                <a:gd name="connsiteY3205" fmla="*/ 31338 h 524359"/>
                <a:gd name="connsiteX3206" fmla="*/ 198242 w 288016"/>
                <a:gd name="connsiteY3206" fmla="*/ 24623 h 524359"/>
                <a:gd name="connsiteX3207" fmla="*/ 198242 w 288016"/>
                <a:gd name="connsiteY3207" fmla="*/ 49992 h 524359"/>
                <a:gd name="connsiteX3208" fmla="*/ 198647 w 288016"/>
                <a:gd name="connsiteY3208" fmla="*/ 51484 h 524359"/>
                <a:gd name="connsiteX3209" fmla="*/ 201885 w 288016"/>
                <a:gd name="connsiteY3209" fmla="*/ 55961 h 524359"/>
                <a:gd name="connsiteX3210" fmla="*/ 203908 w 288016"/>
                <a:gd name="connsiteY3210" fmla="*/ 57454 h 524359"/>
                <a:gd name="connsiteX3211" fmla="*/ 205123 w 288016"/>
                <a:gd name="connsiteY3211" fmla="*/ 58200 h 524359"/>
                <a:gd name="connsiteX3212" fmla="*/ 207146 w 288016"/>
                <a:gd name="connsiteY3212" fmla="*/ 58946 h 524359"/>
                <a:gd name="connsiteX3213" fmla="*/ 207551 w 288016"/>
                <a:gd name="connsiteY3213" fmla="*/ 58946 h 524359"/>
                <a:gd name="connsiteX3214" fmla="*/ 211598 w 288016"/>
                <a:gd name="connsiteY3214" fmla="*/ 66408 h 524359"/>
                <a:gd name="connsiteX3215" fmla="*/ 212812 w 288016"/>
                <a:gd name="connsiteY3215" fmla="*/ 67154 h 524359"/>
                <a:gd name="connsiteX3216" fmla="*/ 216860 w 288016"/>
                <a:gd name="connsiteY3216" fmla="*/ 70138 h 524359"/>
                <a:gd name="connsiteX3217" fmla="*/ 217669 w 288016"/>
                <a:gd name="connsiteY3217" fmla="*/ 73123 h 524359"/>
                <a:gd name="connsiteX3218" fmla="*/ 219288 w 288016"/>
                <a:gd name="connsiteY3218" fmla="*/ 76108 h 524359"/>
                <a:gd name="connsiteX3219" fmla="*/ 222526 w 288016"/>
                <a:gd name="connsiteY3219" fmla="*/ 80584 h 524359"/>
                <a:gd name="connsiteX3220" fmla="*/ 225359 w 288016"/>
                <a:gd name="connsiteY3220" fmla="*/ 82823 h 524359"/>
                <a:gd name="connsiteX3221" fmla="*/ 225764 w 288016"/>
                <a:gd name="connsiteY3221" fmla="*/ 83569 h 524359"/>
                <a:gd name="connsiteX3222" fmla="*/ 225764 w 288016"/>
                <a:gd name="connsiteY3222" fmla="*/ 84315 h 524359"/>
                <a:gd name="connsiteX3223" fmla="*/ 226573 w 288016"/>
                <a:gd name="connsiteY3223" fmla="*/ 86554 h 524359"/>
                <a:gd name="connsiteX3224" fmla="*/ 225764 w 288016"/>
                <a:gd name="connsiteY3224" fmla="*/ 87300 h 524359"/>
                <a:gd name="connsiteX3225" fmla="*/ 225359 w 288016"/>
                <a:gd name="connsiteY3225" fmla="*/ 88046 h 524359"/>
                <a:gd name="connsiteX3226" fmla="*/ 222526 w 288016"/>
                <a:gd name="connsiteY3226" fmla="*/ 94015 h 524359"/>
                <a:gd name="connsiteX3227" fmla="*/ 221717 w 288016"/>
                <a:gd name="connsiteY3227" fmla="*/ 96254 h 524359"/>
                <a:gd name="connsiteX3228" fmla="*/ 219288 w 288016"/>
                <a:gd name="connsiteY3228" fmla="*/ 99238 h 524359"/>
                <a:gd name="connsiteX3229" fmla="*/ 217669 w 288016"/>
                <a:gd name="connsiteY3229" fmla="*/ 102223 h 524359"/>
                <a:gd name="connsiteX3230" fmla="*/ 216050 w 288016"/>
                <a:gd name="connsiteY3230" fmla="*/ 105208 h 524359"/>
                <a:gd name="connsiteX3231" fmla="*/ 212408 w 288016"/>
                <a:gd name="connsiteY3231" fmla="*/ 110431 h 524359"/>
                <a:gd name="connsiteX3232" fmla="*/ 211194 w 288016"/>
                <a:gd name="connsiteY3232" fmla="*/ 113415 h 524359"/>
                <a:gd name="connsiteX3233" fmla="*/ 210789 w 288016"/>
                <a:gd name="connsiteY3233" fmla="*/ 114907 h 524359"/>
                <a:gd name="connsiteX3234" fmla="*/ 206742 w 288016"/>
                <a:gd name="connsiteY3234" fmla="*/ 121623 h 524359"/>
                <a:gd name="connsiteX3235" fmla="*/ 205527 w 288016"/>
                <a:gd name="connsiteY3235" fmla="*/ 124607 h 524359"/>
                <a:gd name="connsiteX3236" fmla="*/ 204718 w 288016"/>
                <a:gd name="connsiteY3236" fmla="*/ 125354 h 524359"/>
                <a:gd name="connsiteX3237" fmla="*/ 203504 w 288016"/>
                <a:gd name="connsiteY3237" fmla="*/ 126846 h 524359"/>
                <a:gd name="connsiteX3238" fmla="*/ 201480 w 288016"/>
                <a:gd name="connsiteY3238" fmla="*/ 130577 h 524359"/>
                <a:gd name="connsiteX3239" fmla="*/ 200266 w 288016"/>
                <a:gd name="connsiteY3239" fmla="*/ 133561 h 524359"/>
                <a:gd name="connsiteX3240" fmla="*/ 198242 w 288016"/>
                <a:gd name="connsiteY3240" fmla="*/ 136546 h 524359"/>
                <a:gd name="connsiteX3241" fmla="*/ 196623 w 288016"/>
                <a:gd name="connsiteY3241" fmla="*/ 139531 h 524359"/>
                <a:gd name="connsiteX3242" fmla="*/ 194600 w 288016"/>
                <a:gd name="connsiteY3242" fmla="*/ 144754 h 524359"/>
                <a:gd name="connsiteX3243" fmla="*/ 193385 w 288016"/>
                <a:gd name="connsiteY3243" fmla="*/ 146246 h 524359"/>
                <a:gd name="connsiteX3244" fmla="*/ 191362 w 288016"/>
                <a:gd name="connsiteY3244" fmla="*/ 149977 h 524359"/>
                <a:gd name="connsiteX3245" fmla="*/ 190552 w 288016"/>
                <a:gd name="connsiteY3245" fmla="*/ 151469 h 524359"/>
                <a:gd name="connsiteX3246" fmla="*/ 189743 w 288016"/>
                <a:gd name="connsiteY3246" fmla="*/ 154454 h 524359"/>
                <a:gd name="connsiteX3247" fmla="*/ 188529 w 288016"/>
                <a:gd name="connsiteY3247" fmla="*/ 155200 h 524359"/>
                <a:gd name="connsiteX3248" fmla="*/ 185695 w 288016"/>
                <a:gd name="connsiteY3248" fmla="*/ 160423 h 524359"/>
                <a:gd name="connsiteX3249" fmla="*/ 184077 w 288016"/>
                <a:gd name="connsiteY3249" fmla="*/ 164154 h 524359"/>
                <a:gd name="connsiteX3250" fmla="*/ 182053 w 288016"/>
                <a:gd name="connsiteY3250" fmla="*/ 167138 h 524359"/>
                <a:gd name="connsiteX3251" fmla="*/ 180434 w 288016"/>
                <a:gd name="connsiteY3251" fmla="*/ 165646 h 524359"/>
                <a:gd name="connsiteX3252" fmla="*/ 177196 w 288016"/>
                <a:gd name="connsiteY3252" fmla="*/ 160423 h 524359"/>
                <a:gd name="connsiteX3253" fmla="*/ 175577 w 288016"/>
                <a:gd name="connsiteY3253" fmla="*/ 158184 h 524359"/>
                <a:gd name="connsiteX3254" fmla="*/ 174363 w 288016"/>
                <a:gd name="connsiteY3254" fmla="*/ 157438 h 524359"/>
                <a:gd name="connsiteX3255" fmla="*/ 173958 w 288016"/>
                <a:gd name="connsiteY3255" fmla="*/ 156692 h 524359"/>
                <a:gd name="connsiteX3256" fmla="*/ 170720 w 288016"/>
                <a:gd name="connsiteY3256" fmla="*/ 152215 h 524359"/>
                <a:gd name="connsiteX3257" fmla="*/ 168292 w 288016"/>
                <a:gd name="connsiteY3257" fmla="*/ 150723 h 524359"/>
                <a:gd name="connsiteX3258" fmla="*/ 166673 w 288016"/>
                <a:gd name="connsiteY3258" fmla="*/ 149977 h 524359"/>
                <a:gd name="connsiteX3259" fmla="*/ 165054 w 288016"/>
                <a:gd name="connsiteY3259" fmla="*/ 147738 h 524359"/>
                <a:gd name="connsiteX3260" fmla="*/ 163435 w 288016"/>
                <a:gd name="connsiteY3260" fmla="*/ 146246 h 524359"/>
                <a:gd name="connsiteX3261" fmla="*/ 161007 w 288016"/>
                <a:gd name="connsiteY3261" fmla="*/ 145500 h 524359"/>
                <a:gd name="connsiteX3262" fmla="*/ 161007 w 288016"/>
                <a:gd name="connsiteY3262" fmla="*/ 144754 h 524359"/>
                <a:gd name="connsiteX3263" fmla="*/ 159388 w 288016"/>
                <a:gd name="connsiteY3263" fmla="*/ 144754 h 524359"/>
                <a:gd name="connsiteX3264" fmla="*/ 158174 w 288016"/>
                <a:gd name="connsiteY3264" fmla="*/ 144007 h 524359"/>
                <a:gd name="connsiteX3265" fmla="*/ 153722 w 288016"/>
                <a:gd name="connsiteY3265" fmla="*/ 141769 h 524359"/>
                <a:gd name="connsiteX3266" fmla="*/ 151293 w 288016"/>
                <a:gd name="connsiteY3266" fmla="*/ 141769 h 524359"/>
                <a:gd name="connsiteX3267" fmla="*/ 148865 w 288016"/>
                <a:gd name="connsiteY3267" fmla="*/ 141023 h 524359"/>
                <a:gd name="connsiteX3268" fmla="*/ 148865 w 288016"/>
                <a:gd name="connsiteY3268" fmla="*/ 127592 h 524359"/>
                <a:gd name="connsiteX3269" fmla="*/ 148865 w 288016"/>
                <a:gd name="connsiteY3269" fmla="*/ 113415 h 524359"/>
                <a:gd name="connsiteX3270" fmla="*/ 148865 w 288016"/>
                <a:gd name="connsiteY3270" fmla="*/ 99238 h 524359"/>
                <a:gd name="connsiteX3271" fmla="*/ 148865 w 288016"/>
                <a:gd name="connsiteY3271" fmla="*/ 85808 h 524359"/>
                <a:gd name="connsiteX3272" fmla="*/ 148865 w 288016"/>
                <a:gd name="connsiteY3272" fmla="*/ 71631 h 524359"/>
                <a:gd name="connsiteX3273" fmla="*/ 148865 w 288016"/>
                <a:gd name="connsiteY3273" fmla="*/ 58200 h 524359"/>
                <a:gd name="connsiteX3274" fmla="*/ 148865 w 288016"/>
                <a:gd name="connsiteY3274" fmla="*/ 44023 h 524359"/>
                <a:gd name="connsiteX3275" fmla="*/ 148865 w 288016"/>
                <a:gd name="connsiteY3275" fmla="*/ 29846 h 524359"/>
                <a:gd name="connsiteX3276" fmla="*/ 149270 w 288016"/>
                <a:gd name="connsiteY3276" fmla="*/ 26861 h 524359"/>
                <a:gd name="connsiteX3277" fmla="*/ 151698 w 288016"/>
                <a:gd name="connsiteY3277" fmla="*/ 26861 h 524359"/>
                <a:gd name="connsiteX3278" fmla="*/ 153722 w 288016"/>
                <a:gd name="connsiteY3278" fmla="*/ 26115 h 524359"/>
                <a:gd name="connsiteX3279" fmla="*/ 155341 w 288016"/>
                <a:gd name="connsiteY3279" fmla="*/ 25369 h 524359"/>
                <a:gd name="connsiteX3280" fmla="*/ 158174 w 288016"/>
                <a:gd name="connsiteY3280" fmla="*/ 28354 h 524359"/>
                <a:gd name="connsiteX3281" fmla="*/ 161007 w 288016"/>
                <a:gd name="connsiteY3281" fmla="*/ 29100 h 524359"/>
                <a:gd name="connsiteX3282" fmla="*/ 165054 w 288016"/>
                <a:gd name="connsiteY3282" fmla="*/ 29100 h 524359"/>
                <a:gd name="connsiteX3283" fmla="*/ 165864 w 288016"/>
                <a:gd name="connsiteY3283" fmla="*/ 28354 h 524359"/>
                <a:gd name="connsiteX3284" fmla="*/ 170720 w 288016"/>
                <a:gd name="connsiteY3284" fmla="*/ 32831 h 524359"/>
                <a:gd name="connsiteX3285" fmla="*/ 174363 w 288016"/>
                <a:gd name="connsiteY3285" fmla="*/ 33577 h 524359"/>
                <a:gd name="connsiteX3286" fmla="*/ 176387 w 288016"/>
                <a:gd name="connsiteY3286" fmla="*/ 33577 h 524359"/>
                <a:gd name="connsiteX3287" fmla="*/ 177196 w 288016"/>
                <a:gd name="connsiteY3287" fmla="*/ 35069 h 524359"/>
                <a:gd name="connsiteX3288" fmla="*/ 184077 w 288016"/>
                <a:gd name="connsiteY3288" fmla="*/ 39546 h 524359"/>
                <a:gd name="connsiteX3289" fmla="*/ 185695 w 288016"/>
                <a:gd name="connsiteY3289" fmla="*/ 40292 h 524359"/>
                <a:gd name="connsiteX3290" fmla="*/ 187314 w 288016"/>
                <a:gd name="connsiteY3290" fmla="*/ 40292 h 524359"/>
                <a:gd name="connsiteX3291" fmla="*/ 188124 w 288016"/>
                <a:gd name="connsiteY3291" fmla="*/ 42531 h 524359"/>
                <a:gd name="connsiteX3292" fmla="*/ 190147 w 288016"/>
                <a:gd name="connsiteY3292" fmla="*/ 45515 h 524359"/>
                <a:gd name="connsiteX3293" fmla="*/ 190957 w 288016"/>
                <a:gd name="connsiteY3293" fmla="*/ 46261 h 524359"/>
                <a:gd name="connsiteX3294" fmla="*/ 192981 w 288016"/>
                <a:gd name="connsiteY3294" fmla="*/ 47008 h 524359"/>
                <a:gd name="connsiteX3295" fmla="*/ 194195 w 288016"/>
                <a:gd name="connsiteY3295" fmla="*/ 47754 h 524359"/>
                <a:gd name="connsiteX3296" fmla="*/ 196623 w 288016"/>
                <a:gd name="connsiteY3296" fmla="*/ 48500 h 524359"/>
                <a:gd name="connsiteX3297" fmla="*/ 187314 w 288016"/>
                <a:gd name="connsiteY3297" fmla="*/ 16415 h 524359"/>
                <a:gd name="connsiteX3298" fmla="*/ 188933 w 288016"/>
                <a:gd name="connsiteY3298" fmla="*/ 17161 h 524359"/>
                <a:gd name="connsiteX3299" fmla="*/ 190957 w 288016"/>
                <a:gd name="connsiteY3299" fmla="*/ 18654 h 524359"/>
                <a:gd name="connsiteX3300" fmla="*/ 191766 w 288016"/>
                <a:gd name="connsiteY3300" fmla="*/ 19400 h 524359"/>
                <a:gd name="connsiteX3301" fmla="*/ 193790 w 288016"/>
                <a:gd name="connsiteY3301" fmla="*/ 22385 h 524359"/>
                <a:gd name="connsiteX3302" fmla="*/ 195004 w 288016"/>
                <a:gd name="connsiteY3302" fmla="*/ 25369 h 524359"/>
                <a:gd name="connsiteX3303" fmla="*/ 196623 w 288016"/>
                <a:gd name="connsiteY3303" fmla="*/ 46261 h 524359"/>
                <a:gd name="connsiteX3304" fmla="*/ 195004 w 288016"/>
                <a:gd name="connsiteY3304" fmla="*/ 45515 h 524359"/>
                <a:gd name="connsiteX3305" fmla="*/ 193790 w 288016"/>
                <a:gd name="connsiteY3305" fmla="*/ 44769 h 524359"/>
                <a:gd name="connsiteX3306" fmla="*/ 191766 w 288016"/>
                <a:gd name="connsiteY3306" fmla="*/ 42531 h 524359"/>
                <a:gd name="connsiteX3307" fmla="*/ 190957 w 288016"/>
                <a:gd name="connsiteY3307" fmla="*/ 41785 h 524359"/>
                <a:gd name="connsiteX3308" fmla="*/ 189743 w 288016"/>
                <a:gd name="connsiteY3308" fmla="*/ 39546 h 524359"/>
                <a:gd name="connsiteX3309" fmla="*/ 188933 w 288016"/>
                <a:gd name="connsiteY3309" fmla="*/ 35069 h 524359"/>
                <a:gd name="connsiteX3310" fmla="*/ 186505 w 288016"/>
                <a:gd name="connsiteY3310" fmla="*/ 17161 h 524359"/>
                <a:gd name="connsiteX3311" fmla="*/ 187314 w 288016"/>
                <a:gd name="connsiteY3311" fmla="*/ 17161 h 524359"/>
                <a:gd name="connsiteX3312" fmla="*/ 175172 w 288016"/>
                <a:gd name="connsiteY3312" fmla="*/ 10446 h 524359"/>
                <a:gd name="connsiteX3313" fmla="*/ 178006 w 288016"/>
                <a:gd name="connsiteY3313" fmla="*/ 11192 h 524359"/>
                <a:gd name="connsiteX3314" fmla="*/ 184886 w 288016"/>
                <a:gd name="connsiteY3314" fmla="*/ 23131 h 524359"/>
                <a:gd name="connsiteX3315" fmla="*/ 186505 w 288016"/>
                <a:gd name="connsiteY3315" fmla="*/ 37308 h 524359"/>
                <a:gd name="connsiteX3316" fmla="*/ 186910 w 288016"/>
                <a:gd name="connsiteY3316" fmla="*/ 38054 h 524359"/>
                <a:gd name="connsiteX3317" fmla="*/ 186505 w 288016"/>
                <a:gd name="connsiteY3317" fmla="*/ 38054 h 524359"/>
                <a:gd name="connsiteX3318" fmla="*/ 184886 w 288016"/>
                <a:gd name="connsiteY3318" fmla="*/ 37308 h 524359"/>
                <a:gd name="connsiteX3319" fmla="*/ 179220 w 288016"/>
                <a:gd name="connsiteY3319" fmla="*/ 32831 h 524359"/>
                <a:gd name="connsiteX3320" fmla="*/ 178006 w 288016"/>
                <a:gd name="connsiteY3320" fmla="*/ 29100 h 524359"/>
                <a:gd name="connsiteX3321" fmla="*/ 175172 w 288016"/>
                <a:gd name="connsiteY3321" fmla="*/ 12685 h 524359"/>
                <a:gd name="connsiteX3322" fmla="*/ 175172 w 288016"/>
                <a:gd name="connsiteY3322" fmla="*/ 10446 h 524359"/>
                <a:gd name="connsiteX3323" fmla="*/ 163030 w 288016"/>
                <a:gd name="connsiteY3323" fmla="*/ 5969 h 524359"/>
                <a:gd name="connsiteX3324" fmla="*/ 163435 w 288016"/>
                <a:gd name="connsiteY3324" fmla="*/ 5969 h 524359"/>
                <a:gd name="connsiteX3325" fmla="*/ 165054 w 288016"/>
                <a:gd name="connsiteY3325" fmla="*/ 5969 h 524359"/>
                <a:gd name="connsiteX3326" fmla="*/ 170720 w 288016"/>
                <a:gd name="connsiteY3326" fmla="*/ 10446 h 524359"/>
                <a:gd name="connsiteX3327" fmla="*/ 174363 w 288016"/>
                <a:gd name="connsiteY3327" fmla="*/ 29846 h 524359"/>
                <a:gd name="connsiteX3328" fmla="*/ 174768 w 288016"/>
                <a:gd name="connsiteY3328" fmla="*/ 30592 h 524359"/>
                <a:gd name="connsiteX3329" fmla="*/ 175172 w 288016"/>
                <a:gd name="connsiteY3329" fmla="*/ 30592 h 524359"/>
                <a:gd name="connsiteX3330" fmla="*/ 171530 w 288016"/>
                <a:gd name="connsiteY3330" fmla="*/ 29846 h 524359"/>
                <a:gd name="connsiteX3331" fmla="*/ 168292 w 288016"/>
                <a:gd name="connsiteY3331" fmla="*/ 26861 h 524359"/>
                <a:gd name="connsiteX3332" fmla="*/ 165459 w 288016"/>
                <a:gd name="connsiteY3332" fmla="*/ 16415 h 524359"/>
                <a:gd name="connsiteX3333" fmla="*/ 163840 w 288016"/>
                <a:gd name="connsiteY3333" fmla="*/ 8954 h 524359"/>
                <a:gd name="connsiteX3334" fmla="*/ 163030 w 288016"/>
                <a:gd name="connsiteY3334" fmla="*/ 5969 h 524359"/>
                <a:gd name="connsiteX3335" fmla="*/ 150889 w 288016"/>
                <a:gd name="connsiteY3335" fmla="*/ 2985 h 524359"/>
                <a:gd name="connsiteX3336" fmla="*/ 153722 w 288016"/>
                <a:gd name="connsiteY3336" fmla="*/ 2985 h 524359"/>
                <a:gd name="connsiteX3337" fmla="*/ 158174 w 288016"/>
                <a:gd name="connsiteY3337" fmla="*/ 5223 h 524359"/>
                <a:gd name="connsiteX3338" fmla="*/ 161007 w 288016"/>
                <a:gd name="connsiteY3338" fmla="*/ 10446 h 524359"/>
                <a:gd name="connsiteX3339" fmla="*/ 163435 w 288016"/>
                <a:gd name="connsiteY3339" fmla="*/ 23131 h 524359"/>
                <a:gd name="connsiteX3340" fmla="*/ 164245 w 288016"/>
                <a:gd name="connsiteY3340" fmla="*/ 26115 h 524359"/>
                <a:gd name="connsiteX3341" fmla="*/ 161007 w 288016"/>
                <a:gd name="connsiteY3341" fmla="*/ 26115 h 524359"/>
                <a:gd name="connsiteX3342" fmla="*/ 158174 w 288016"/>
                <a:gd name="connsiteY3342" fmla="*/ 25369 h 524359"/>
                <a:gd name="connsiteX3343" fmla="*/ 156555 w 288016"/>
                <a:gd name="connsiteY3343" fmla="*/ 23131 h 524359"/>
                <a:gd name="connsiteX3344" fmla="*/ 153722 w 288016"/>
                <a:gd name="connsiteY3344" fmla="*/ 14923 h 524359"/>
                <a:gd name="connsiteX3345" fmla="*/ 151698 w 288016"/>
                <a:gd name="connsiteY3345" fmla="*/ 7461 h 524359"/>
                <a:gd name="connsiteX3346" fmla="*/ 150889 w 288016"/>
                <a:gd name="connsiteY3346" fmla="*/ 2985 h 524359"/>
                <a:gd name="connsiteX3347" fmla="*/ 138747 w 288016"/>
                <a:gd name="connsiteY3347" fmla="*/ 2985 h 524359"/>
                <a:gd name="connsiteX3348" fmla="*/ 139556 w 288016"/>
                <a:gd name="connsiteY3348" fmla="*/ 2238 h 524359"/>
                <a:gd name="connsiteX3349" fmla="*/ 145627 w 288016"/>
                <a:gd name="connsiteY3349" fmla="*/ 2985 h 524359"/>
                <a:gd name="connsiteX3350" fmla="*/ 151698 w 288016"/>
                <a:gd name="connsiteY3350" fmla="*/ 19400 h 524359"/>
                <a:gd name="connsiteX3351" fmla="*/ 153317 w 288016"/>
                <a:gd name="connsiteY3351" fmla="*/ 23131 h 524359"/>
                <a:gd name="connsiteX3352" fmla="*/ 151698 w 288016"/>
                <a:gd name="connsiteY3352" fmla="*/ 23131 h 524359"/>
                <a:gd name="connsiteX3353" fmla="*/ 145627 w 288016"/>
                <a:gd name="connsiteY3353" fmla="*/ 21638 h 524359"/>
                <a:gd name="connsiteX3354" fmla="*/ 145222 w 288016"/>
                <a:gd name="connsiteY3354" fmla="*/ 21638 h 524359"/>
                <a:gd name="connsiteX3355" fmla="*/ 139556 w 288016"/>
                <a:gd name="connsiteY3355" fmla="*/ 5223 h 524359"/>
                <a:gd name="connsiteX3356" fmla="*/ 138747 w 288016"/>
                <a:gd name="connsiteY3356" fmla="*/ 2985 h 524359"/>
                <a:gd name="connsiteX3357" fmla="*/ 126605 w 288016"/>
                <a:gd name="connsiteY3357" fmla="*/ 4477 h 524359"/>
                <a:gd name="connsiteX3358" fmla="*/ 128628 w 288016"/>
                <a:gd name="connsiteY3358" fmla="*/ 3731 h 524359"/>
                <a:gd name="connsiteX3359" fmla="*/ 131057 w 288016"/>
                <a:gd name="connsiteY3359" fmla="*/ 2985 h 524359"/>
                <a:gd name="connsiteX3360" fmla="*/ 132676 w 288016"/>
                <a:gd name="connsiteY3360" fmla="*/ 2985 h 524359"/>
                <a:gd name="connsiteX3361" fmla="*/ 138747 w 288016"/>
                <a:gd name="connsiteY3361" fmla="*/ 13431 h 524359"/>
                <a:gd name="connsiteX3362" fmla="*/ 139556 w 288016"/>
                <a:gd name="connsiteY3362" fmla="*/ 15669 h 524359"/>
                <a:gd name="connsiteX3363" fmla="*/ 141984 w 288016"/>
                <a:gd name="connsiteY3363" fmla="*/ 22385 h 524359"/>
                <a:gd name="connsiteX3364" fmla="*/ 139556 w 288016"/>
                <a:gd name="connsiteY3364" fmla="*/ 23131 h 524359"/>
                <a:gd name="connsiteX3365" fmla="*/ 138747 w 288016"/>
                <a:gd name="connsiteY3365" fmla="*/ 23131 h 524359"/>
                <a:gd name="connsiteX3366" fmla="*/ 133890 w 288016"/>
                <a:gd name="connsiteY3366" fmla="*/ 21638 h 524359"/>
                <a:gd name="connsiteX3367" fmla="*/ 132271 w 288016"/>
                <a:gd name="connsiteY3367" fmla="*/ 18654 h 524359"/>
                <a:gd name="connsiteX3368" fmla="*/ 130652 w 288016"/>
                <a:gd name="connsiteY3368" fmla="*/ 14923 h 524359"/>
                <a:gd name="connsiteX3369" fmla="*/ 128224 w 288016"/>
                <a:gd name="connsiteY3369" fmla="*/ 8208 h 524359"/>
                <a:gd name="connsiteX3370" fmla="*/ 126605 w 288016"/>
                <a:gd name="connsiteY3370" fmla="*/ 4477 h 524359"/>
                <a:gd name="connsiteX3371" fmla="*/ 114463 w 288016"/>
                <a:gd name="connsiteY3371" fmla="*/ 8208 h 524359"/>
                <a:gd name="connsiteX3372" fmla="*/ 116082 w 288016"/>
                <a:gd name="connsiteY3372" fmla="*/ 7461 h 524359"/>
                <a:gd name="connsiteX3373" fmla="*/ 119319 w 288016"/>
                <a:gd name="connsiteY3373" fmla="*/ 6715 h 524359"/>
                <a:gd name="connsiteX3374" fmla="*/ 120938 w 288016"/>
                <a:gd name="connsiteY3374" fmla="*/ 6715 h 524359"/>
                <a:gd name="connsiteX3375" fmla="*/ 123771 w 288016"/>
                <a:gd name="connsiteY3375" fmla="*/ 8208 h 524359"/>
                <a:gd name="connsiteX3376" fmla="*/ 126200 w 288016"/>
                <a:gd name="connsiteY3376" fmla="*/ 12685 h 524359"/>
                <a:gd name="connsiteX3377" fmla="*/ 129033 w 288016"/>
                <a:gd name="connsiteY3377" fmla="*/ 19400 h 524359"/>
                <a:gd name="connsiteX3378" fmla="*/ 131461 w 288016"/>
                <a:gd name="connsiteY3378" fmla="*/ 23877 h 524359"/>
                <a:gd name="connsiteX3379" fmla="*/ 129033 w 288016"/>
                <a:gd name="connsiteY3379" fmla="*/ 24623 h 524359"/>
                <a:gd name="connsiteX3380" fmla="*/ 126200 w 288016"/>
                <a:gd name="connsiteY3380" fmla="*/ 25369 h 524359"/>
                <a:gd name="connsiteX3381" fmla="*/ 123771 w 288016"/>
                <a:gd name="connsiteY3381" fmla="*/ 24623 h 524359"/>
                <a:gd name="connsiteX3382" fmla="*/ 123367 w 288016"/>
                <a:gd name="connsiteY3382" fmla="*/ 24623 h 524359"/>
                <a:gd name="connsiteX3383" fmla="*/ 121343 w 288016"/>
                <a:gd name="connsiteY3383" fmla="*/ 21638 h 524359"/>
                <a:gd name="connsiteX3384" fmla="*/ 119724 w 288016"/>
                <a:gd name="connsiteY3384" fmla="*/ 18654 h 524359"/>
                <a:gd name="connsiteX3385" fmla="*/ 116486 w 288016"/>
                <a:gd name="connsiteY3385" fmla="*/ 11938 h 524359"/>
                <a:gd name="connsiteX3386" fmla="*/ 102321 w 288016"/>
                <a:gd name="connsiteY3386" fmla="*/ 13431 h 524359"/>
                <a:gd name="connsiteX3387" fmla="*/ 106368 w 288016"/>
                <a:gd name="connsiteY3387" fmla="*/ 10446 h 524359"/>
                <a:gd name="connsiteX3388" fmla="*/ 109201 w 288016"/>
                <a:gd name="connsiteY3388" fmla="*/ 9700 h 524359"/>
                <a:gd name="connsiteX3389" fmla="*/ 113248 w 288016"/>
                <a:gd name="connsiteY3389" fmla="*/ 12685 h 524359"/>
                <a:gd name="connsiteX3390" fmla="*/ 116082 w 288016"/>
                <a:gd name="connsiteY3390" fmla="*/ 18654 h 524359"/>
                <a:gd name="connsiteX3391" fmla="*/ 119319 w 288016"/>
                <a:gd name="connsiteY3391" fmla="*/ 25369 h 524359"/>
                <a:gd name="connsiteX3392" fmla="*/ 119724 w 288016"/>
                <a:gd name="connsiteY3392" fmla="*/ 26115 h 524359"/>
                <a:gd name="connsiteX3393" fmla="*/ 119319 w 288016"/>
                <a:gd name="connsiteY3393" fmla="*/ 26861 h 524359"/>
                <a:gd name="connsiteX3394" fmla="*/ 116082 w 288016"/>
                <a:gd name="connsiteY3394" fmla="*/ 28354 h 524359"/>
                <a:gd name="connsiteX3395" fmla="*/ 113248 w 288016"/>
                <a:gd name="connsiteY3395" fmla="*/ 29100 h 524359"/>
                <a:gd name="connsiteX3396" fmla="*/ 111630 w 288016"/>
                <a:gd name="connsiteY3396" fmla="*/ 28354 h 524359"/>
                <a:gd name="connsiteX3397" fmla="*/ 108796 w 288016"/>
                <a:gd name="connsiteY3397" fmla="*/ 25369 h 524359"/>
                <a:gd name="connsiteX3398" fmla="*/ 106368 w 288016"/>
                <a:gd name="connsiteY3398" fmla="*/ 20146 h 524359"/>
                <a:gd name="connsiteX3399" fmla="*/ 102321 w 288016"/>
                <a:gd name="connsiteY3399" fmla="*/ 13431 h 524359"/>
                <a:gd name="connsiteX3400" fmla="*/ 90583 w 288016"/>
                <a:gd name="connsiteY3400" fmla="*/ 20146 h 524359"/>
                <a:gd name="connsiteX3401" fmla="*/ 94226 w 288016"/>
                <a:gd name="connsiteY3401" fmla="*/ 17161 h 524359"/>
                <a:gd name="connsiteX3402" fmla="*/ 98273 w 288016"/>
                <a:gd name="connsiteY3402" fmla="*/ 16415 h 524359"/>
                <a:gd name="connsiteX3403" fmla="*/ 99892 w 288016"/>
                <a:gd name="connsiteY3403" fmla="*/ 17161 h 524359"/>
                <a:gd name="connsiteX3404" fmla="*/ 106773 w 288016"/>
                <a:gd name="connsiteY3404" fmla="*/ 27608 h 524359"/>
                <a:gd name="connsiteX3405" fmla="*/ 108796 w 288016"/>
                <a:gd name="connsiteY3405" fmla="*/ 30592 h 524359"/>
                <a:gd name="connsiteX3406" fmla="*/ 106773 w 288016"/>
                <a:gd name="connsiteY3406" fmla="*/ 32085 h 524359"/>
                <a:gd name="connsiteX3407" fmla="*/ 101107 w 288016"/>
                <a:gd name="connsiteY3407" fmla="*/ 33577 h 524359"/>
                <a:gd name="connsiteX3408" fmla="*/ 100297 w 288016"/>
                <a:gd name="connsiteY3408" fmla="*/ 32831 h 524359"/>
                <a:gd name="connsiteX3409" fmla="*/ 98678 w 288016"/>
                <a:gd name="connsiteY3409" fmla="*/ 31338 h 524359"/>
                <a:gd name="connsiteX3410" fmla="*/ 94631 w 288016"/>
                <a:gd name="connsiteY3410" fmla="*/ 24623 h 524359"/>
                <a:gd name="connsiteX3411" fmla="*/ 90583 w 288016"/>
                <a:gd name="connsiteY3411" fmla="*/ 20146 h 524359"/>
                <a:gd name="connsiteX3412" fmla="*/ 90988 w 288016"/>
                <a:gd name="connsiteY3412" fmla="*/ 20146 h 524359"/>
                <a:gd name="connsiteX3413" fmla="*/ 79656 w 288016"/>
                <a:gd name="connsiteY3413" fmla="*/ 29846 h 524359"/>
                <a:gd name="connsiteX3414" fmla="*/ 80465 w 288016"/>
                <a:gd name="connsiteY3414" fmla="*/ 28354 h 524359"/>
                <a:gd name="connsiteX3415" fmla="*/ 80870 w 288016"/>
                <a:gd name="connsiteY3415" fmla="*/ 28354 h 524359"/>
                <a:gd name="connsiteX3416" fmla="*/ 82489 w 288016"/>
                <a:gd name="connsiteY3416" fmla="*/ 26861 h 524359"/>
                <a:gd name="connsiteX3417" fmla="*/ 87346 w 288016"/>
                <a:gd name="connsiteY3417" fmla="*/ 24623 h 524359"/>
                <a:gd name="connsiteX3418" fmla="*/ 88155 w 288016"/>
                <a:gd name="connsiteY3418" fmla="*/ 24623 h 524359"/>
                <a:gd name="connsiteX3419" fmla="*/ 89774 w 288016"/>
                <a:gd name="connsiteY3419" fmla="*/ 25369 h 524359"/>
                <a:gd name="connsiteX3420" fmla="*/ 90583 w 288016"/>
                <a:gd name="connsiteY3420" fmla="*/ 26115 h 524359"/>
                <a:gd name="connsiteX3421" fmla="*/ 94226 w 288016"/>
                <a:gd name="connsiteY3421" fmla="*/ 31338 h 524359"/>
                <a:gd name="connsiteX3422" fmla="*/ 97869 w 288016"/>
                <a:gd name="connsiteY3422" fmla="*/ 35815 h 524359"/>
                <a:gd name="connsiteX3423" fmla="*/ 94226 w 288016"/>
                <a:gd name="connsiteY3423" fmla="*/ 39546 h 524359"/>
                <a:gd name="connsiteX3424" fmla="*/ 90583 w 288016"/>
                <a:gd name="connsiteY3424" fmla="*/ 40292 h 524359"/>
                <a:gd name="connsiteX3425" fmla="*/ 90179 w 288016"/>
                <a:gd name="connsiteY3425" fmla="*/ 40292 h 524359"/>
                <a:gd name="connsiteX3426" fmla="*/ 89774 w 288016"/>
                <a:gd name="connsiteY3426" fmla="*/ 39546 h 524359"/>
                <a:gd name="connsiteX3427" fmla="*/ 88155 w 288016"/>
                <a:gd name="connsiteY3427" fmla="*/ 38800 h 524359"/>
                <a:gd name="connsiteX3428" fmla="*/ 87750 w 288016"/>
                <a:gd name="connsiteY3428" fmla="*/ 38054 h 524359"/>
                <a:gd name="connsiteX3429" fmla="*/ 87346 w 288016"/>
                <a:gd name="connsiteY3429" fmla="*/ 37308 h 524359"/>
                <a:gd name="connsiteX3430" fmla="*/ 82489 w 288016"/>
                <a:gd name="connsiteY3430" fmla="*/ 30592 h 524359"/>
                <a:gd name="connsiteX3431" fmla="*/ 80870 w 288016"/>
                <a:gd name="connsiteY3431" fmla="*/ 29100 h 524359"/>
                <a:gd name="connsiteX3432" fmla="*/ 80465 w 288016"/>
                <a:gd name="connsiteY3432" fmla="*/ 29100 h 524359"/>
                <a:gd name="connsiteX3433" fmla="*/ 79656 w 288016"/>
                <a:gd name="connsiteY3433" fmla="*/ 29846 h 524359"/>
                <a:gd name="connsiteX3434" fmla="*/ 69133 w 288016"/>
                <a:gd name="connsiteY3434" fmla="*/ 41038 h 524359"/>
                <a:gd name="connsiteX3435" fmla="*/ 70347 w 288016"/>
                <a:gd name="connsiteY3435" fmla="*/ 38800 h 524359"/>
                <a:gd name="connsiteX3436" fmla="*/ 73180 w 288016"/>
                <a:gd name="connsiteY3436" fmla="*/ 35815 h 524359"/>
                <a:gd name="connsiteX3437" fmla="*/ 77227 w 288016"/>
                <a:gd name="connsiteY3437" fmla="*/ 35069 h 524359"/>
                <a:gd name="connsiteX3438" fmla="*/ 80870 w 288016"/>
                <a:gd name="connsiteY3438" fmla="*/ 38054 h 524359"/>
                <a:gd name="connsiteX3439" fmla="*/ 81275 w 288016"/>
                <a:gd name="connsiteY3439" fmla="*/ 38054 h 524359"/>
                <a:gd name="connsiteX3440" fmla="*/ 82894 w 288016"/>
                <a:gd name="connsiteY3440" fmla="*/ 40292 h 524359"/>
                <a:gd name="connsiteX3441" fmla="*/ 88560 w 288016"/>
                <a:gd name="connsiteY3441" fmla="*/ 46261 h 524359"/>
                <a:gd name="connsiteX3442" fmla="*/ 83703 w 288016"/>
                <a:gd name="connsiteY3442" fmla="*/ 50738 h 524359"/>
                <a:gd name="connsiteX3443" fmla="*/ 82084 w 288016"/>
                <a:gd name="connsiteY3443" fmla="*/ 51484 h 524359"/>
                <a:gd name="connsiteX3444" fmla="*/ 81275 w 288016"/>
                <a:gd name="connsiteY3444" fmla="*/ 51484 h 524359"/>
                <a:gd name="connsiteX3445" fmla="*/ 78442 w 288016"/>
                <a:gd name="connsiteY3445" fmla="*/ 49246 h 524359"/>
                <a:gd name="connsiteX3446" fmla="*/ 74394 w 288016"/>
                <a:gd name="connsiteY3446" fmla="*/ 44769 h 524359"/>
                <a:gd name="connsiteX3447" fmla="*/ 71561 w 288016"/>
                <a:gd name="connsiteY3447" fmla="*/ 41785 h 524359"/>
                <a:gd name="connsiteX3448" fmla="*/ 69133 w 288016"/>
                <a:gd name="connsiteY3448" fmla="*/ 41038 h 524359"/>
                <a:gd name="connsiteX3449" fmla="*/ 59419 w 288016"/>
                <a:gd name="connsiteY3449" fmla="*/ 52977 h 524359"/>
                <a:gd name="connsiteX3450" fmla="*/ 62252 w 288016"/>
                <a:gd name="connsiteY3450" fmla="*/ 48500 h 524359"/>
                <a:gd name="connsiteX3451" fmla="*/ 65490 w 288016"/>
                <a:gd name="connsiteY3451" fmla="*/ 45515 h 524359"/>
                <a:gd name="connsiteX3452" fmla="*/ 67109 w 288016"/>
                <a:gd name="connsiteY3452" fmla="*/ 45515 h 524359"/>
                <a:gd name="connsiteX3453" fmla="*/ 70752 w 288016"/>
                <a:gd name="connsiteY3453" fmla="*/ 47754 h 524359"/>
                <a:gd name="connsiteX3454" fmla="*/ 73585 w 288016"/>
                <a:gd name="connsiteY3454" fmla="*/ 50738 h 524359"/>
                <a:gd name="connsiteX3455" fmla="*/ 77632 w 288016"/>
                <a:gd name="connsiteY3455" fmla="*/ 54469 h 524359"/>
                <a:gd name="connsiteX3456" fmla="*/ 78037 w 288016"/>
                <a:gd name="connsiteY3456" fmla="*/ 54469 h 524359"/>
                <a:gd name="connsiteX3457" fmla="*/ 77632 w 288016"/>
                <a:gd name="connsiteY3457" fmla="*/ 55215 h 524359"/>
                <a:gd name="connsiteX3458" fmla="*/ 73585 w 288016"/>
                <a:gd name="connsiteY3458" fmla="*/ 60438 h 524359"/>
                <a:gd name="connsiteX3459" fmla="*/ 70752 w 288016"/>
                <a:gd name="connsiteY3459" fmla="*/ 61931 h 524359"/>
                <a:gd name="connsiteX3460" fmla="*/ 67109 w 288016"/>
                <a:gd name="connsiteY3460" fmla="*/ 59692 h 524359"/>
                <a:gd name="connsiteX3461" fmla="*/ 65490 w 288016"/>
                <a:gd name="connsiteY3461" fmla="*/ 58946 h 524359"/>
                <a:gd name="connsiteX3462" fmla="*/ 62252 w 288016"/>
                <a:gd name="connsiteY3462" fmla="*/ 55961 h 524359"/>
                <a:gd name="connsiteX3463" fmla="*/ 59419 w 288016"/>
                <a:gd name="connsiteY3463" fmla="*/ 52977 h 524359"/>
                <a:gd name="connsiteX3464" fmla="*/ 49706 w 288016"/>
                <a:gd name="connsiteY3464" fmla="*/ 67154 h 524359"/>
                <a:gd name="connsiteX3465" fmla="*/ 50110 w 288016"/>
                <a:gd name="connsiteY3465" fmla="*/ 66408 h 524359"/>
                <a:gd name="connsiteX3466" fmla="*/ 54158 w 288016"/>
                <a:gd name="connsiteY3466" fmla="*/ 59692 h 524359"/>
                <a:gd name="connsiteX3467" fmla="*/ 55777 w 288016"/>
                <a:gd name="connsiteY3467" fmla="*/ 58946 h 524359"/>
                <a:gd name="connsiteX3468" fmla="*/ 57800 w 288016"/>
                <a:gd name="connsiteY3468" fmla="*/ 58200 h 524359"/>
                <a:gd name="connsiteX3469" fmla="*/ 58610 w 288016"/>
                <a:gd name="connsiteY3469" fmla="*/ 58946 h 524359"/>
                <a:gd name="connsiteX3470" fmla="*/ 61848 w 288016"/>
                <a:gd name="connsiteY3470" fmla="*/ 61184 h 524359"/>
                <a:gd name="connsiteX3471" fmla="*/ 65085 w 288016"/>
                <a:gd name="connsiteY3471" fmla="*/ 64169 h 524359"/>
                <a:gd name="connsiteX3472" fmla="*/ 66704 w 288016"/>
                <a:gd name="connsiteY3472" fmla="*/ 64915 h 524359"/>
                <a:gd name="connsiteX3473" fmla="*/ 67919 w 288016"/>
                <a:gd name="connsiteY3473" fmla="*/ 65661 h 524359"/>
                <a:gd name="connsiteX3474" fmla="*/ 66704 w 288016"/>
                <a:gd name="connsiteY3474" fmla="*/ 68646 h 524359"/>
                <a:gd name="connsiteX3475" fmla="*/ 65085 w 288016"/>
                <a:gd name="connsiteY3475" fmla="*/ 70138 h 524359"/>
                <a:gd name="connsiteX3476" fmla="*/ 61848 w 288016"/>
                <a:gd name="connsiteY3476" fmla="*/ 73123 h 524359"/>
                <a:gd name="connsiteX3477" fmla="*/ 61443 w 288016"/>
                <a:gd name="connsiteY3477" fmla="*/ 73869 h 524359"/>
                <a:gd name="connsiteX3478" fmla="*/ 58610 w 288016"/>
                <a:gd name="connsiteY3478" fmla="*/ 73123 h 524359"/>
                <a:gd name="connsiteX3479" fmla="*/ 57800 w 288016"/>
                <a:gd name="connsiteY3479" fmla="*/ 72377 h 524359"/>
                <a:gd name="connsiteX3480" fmla="*/ 55777 w 288016"/>
                <a:gd name="connsiteY3480" fmla="*/ 71631 h 524359"/>
                <a:gd name="connsiteX3481" fmla="*/ 54158 w 288016"/>
                <a:gd name="connsiteY3481" fmla="*/ 70884 h 524359"/>
                <a:gd name="connsiteX3482" fmla="*/ 50110 w 288016"/>
                <a:gd name="connsiteY3482" fmla="*/ 68646 h 524359"/>
                <a:gd name="connsiteX3483" fmla="*/ 49706 w 288016"/>
                <a:gd name="connsiteY3483" fmla="*/ 67154 h 524359"/>
                <a:gd name="connsiteX3484" fmla="*/ 41206 w 288016"/>
                <a:gd name="connsiteY3484" fmla="*/ 82823 h 524359"/>
                <a:gd name="connsiteX3485" fmla="*/ 42016 w 288016"/>
                <a:gd name="connsiteY3485" fmla="*/ 81331 h 524359"/>
                <a:gd name="connsiteX3486" fmla="*/ 43230 w 288016"/>
                <a:gd name="connsiteY3486" fmla="*/ 78346 h 524359"/>
                <a:gd name="connsiteX3487" fmla="*/ 44444 w 288016"/>
                <a:gd name="connsiteY3487" fmla="*/ 76854 h 524359"/>
                <a:gd name="connsiteX3488" fmla="*/ 50515 w 288016"/>
                <a:gd name="connsiteY3488" fmla="*/ 73869 h 524359"/>
                <a:gd name="connsiteX3489" fmla="*/ 54562 w 288016"/>
                <a:gd name="connsiteY3489" fmla="*/ 76854 h 524359"/>
                <a:gd name="connsiteX3490" fmla="*/ 56181 w 288016"/>
                <a:gd name="connsiteY3490" fmla="*/ 78346 h 524359"/>
                <a:gd name="connsiteX3491" fmla="*/ 58205 w 288016"/>
                <a:gd name="connsiteY3491" fmla="*/ 79092 h 524359"/>
                <a:gd name="connsiteX3492" fmla="*/ 59419 w 288016"/>
                <a:gd name="connsiteY3492" fmla="*/ 79092 h 524359"/>
                <a:gd name="connsiteX3493" fmla="*/ 59014 w 288016"/>
                <a:gd name="connsiteY3493" fmla="*/ 79838 h 524359"/>
                <a:gd name="connsiteX3494" fmla="*/ 58205 w 288016"/>
                <a:gd name="connsiteY3494" fmla="*/ 81331 h 524359"/>
                <a:gd name="connsiteX3495" fmla="*/ 56181 w 288016"/>
                <a:gd name="connsiteY3495" fmla="*/ 85061 h 524359"/>
                <a:gd name="connsiteX3496" fmla="*/ 54562 w 288016"/>
                <a:gd name="connsiteY3496" fmla="*/ 87300 h 524359"/>
                <a:gd name="connsiteX3497" fmla="*/ 53348 w 288016"/>
                <a:gd name="connsiteY3497" fmla="*/ 88046 h 524359"/>
                <a:gd name="connsiteX3498" fmla="*/ 50515 w 288016"/>
                <a:gd name="connsiteY3498" fmla="*/ 87300 h 524359"/>
                <a:gd name="connsiteX3499" fmla="*/ 44444 w 288016"/>
                <a:gd name="connsiteY3499" fmla="*/ 84315 h 524359"/>
                <a:gd name="connsiteX3500" fmla="*/ 43230 w 288016"/>
                <a:gd name="connsiteY3500" fmla="*/ 83569 h 524359"/>
                <a:gd name="connsiteX3501" fmla="*/ 41206 w 288016"/>
                <a:gd name="connsiteY3501" fmla="*/ 83569 h 524359"/>
                <a:gd name="connsiteX3502" fmla="*/ 33112 w 288016"/>
                <a:gd name="connsiteY3502" fmla="*/ 99984 h 524359"/>
                <a:gd name="connsiteX3503" fmla="*/ 33516 w 288016"/>
                <a:gd name="connsiteY3503" fmla="*/ 97746 h 524359"/>
                <a:gd name="connsiteX3504" fmla="*/ 35540 w 288016"/>
                <a:gd name="connsiteY3504" fmla="*/ 92523 h 524359"/>
                <a:gd name="connsiteX3505" fmla="*/ 39183 w 288016"/>
                <a:gd name="connsiteY3505" fmla="*/ 88792 h 524359"/>
                <a:gd name="connsiteX3506" fmla="*/ 40801 w 288016"/>
                <a:gd name="connsiteY3506" fmla="*/ 88046 h 524359"/>
                <a:gd name="connsiteX3507" fmla="*/ 41611 w 288016"/>
                <a:gd name="connsiteY3507" fmla="*/ 88046 h 524359"/>
                <a:gd name="connsiteX3508" fmla="*/ 42825 w 288016"/>
                <a:gd name="connsiteY3508" fmla="*/ 88792 h 524359"/>
                <a:gd name="connsiteX3509" fmla="*/ 44039 w 288016"/>
                <a:gd name="connsiteY3509" fmla="*/ 89538 h 524359"/>
                <a:gd name="connsiteX3510" fmla="*/ 50110 w 288016"/>
                <a:gd name="connsiteY3510" fmla="*/ 92523 h 524359"/>
                <a:gd name="connsiteX3511" fmla="*/ 50515 w 288016"/>
                <a:gd name="connsiteY3511" fmla="*/ 93269 h 524359"/>
                <a:gd name="connsiteX3512" fmla="*/ 50110 w 288016"/>
                <a:gd name="connsiteY3512" fmla="*/ 95508 h 524359"/>
                <a:gd name="connsiteX3513" fmla="*/ 45254 w 288016"/>
                <a:gd name="connsiteY3513" fmla="*/ 102969 h 524359"/>
                <a:gd name="connsiteX3514" fmla="*/ 41611 w 288016"/>
                <a:gd name="connsiteY3514" fmla="*/ 102969 h 524359"/>
                <a:gd name="connsiteX3515" fmla="*/ 40801 w 288016"/>
                <a:gd name="connsiteY3515" fmla="*/ 102223 h 524359"/>
                <a:gd name="connsiteX3516" fmla="*/ 39183 w 288016"/>
                <a:gd name="connsiteY3516" fmla="*/ 102223 h 524359"/>
                <a:gd name="connsiteX3517" fmla="*/ 35540 w 288016"/>
                <a:gd name="connsiteY3517" fmla="*/ 100731 h 524359"/>
                <a:gd name="connsiteX3518" fmla="*/ 25826 w 288016"/>
                <a:gd name="connsiteY3518" fmla="*/ 118638 h 524359"/>
                <a:gd name="connsiteX3519" fmla="*/ 27041 w 288016"/>
                <a:gd name="connsiteY3519" fmla="*/ 114161 h 524359"/>
                <a:gd name="connsiteX3520" fmla="*/ 28255 w 288016"/>
                <a:gd name="connsiteY3520" fmla="*/ 111177 h 524359"/>
                <a:gd name="connsiteX3521" fmla="*/ 31897 w 288016"/>
                <a:gd name="connsiteY3521" fmla="*/ 105954 h 524359"/>
                <a:gd name="connsiteX3522" fmla="*/ 33516 w 288016"/>
                <a:gd name="connsiteY3522" fmla="*/ 105954 h 524359"/>
                <a:gd name="connsiteX3523" fmla="*/ 35540 w 288016"/>
                <a:gd name="connsiteY3523" fmla="*/ 105954 h 524359"/>
                <a:gd name="connsiteX3524" fmla="*/ 39183 w 288016"/>
                <a:gd name="connsiteY3524" fmla="*/ 107446 h 524359"/>
                <a:gd name="connsiteX3525" fmla="*/ 40801 w 288016"/>
                <a:gd name="connsiteY3525" fmla="*/ 108192 h 524359"/>
                <a:gd name="connsiteX3526" fmla="*/ 43230 w 288016"/>
                <a:gd name="connsiteY3526" fmla="*/ 108192 h 524359"/>
                <a:gd name="connsiteX3527" fmla="*/ 42825 w 288016"/>
                <a:gd name="connsiteY3527" fmla="*/ 108938 h 524359"/>
                <a:gd name="connsiteX3528" fmla="*/ 41611 w 288016"/>
                <a:gd name="connsiteY3528" fmla="*/ 112669 h 524359"/>
                <a:gd name="connsiteX3529" fmla="*/ 40801 w 288016"/>
                <a:gd name="connsiteY3529" fmla="*/ 114907 h 524359"/>
                <a:gd name="connsiteX3530" fmla="*/ 39183 w 288016"/>
                <a:gd name="connsiteY3530" fmla="*/ 117892 h 524359"/>
                <a:gd name="connsiteX3531" fmla="*/ 37564 w 288016"/>
                <a:gd name="connsiteY3531" fmla="*/ 118638 h 524359"/>
                <a:gd name="connsiteX3532" fmla="*/ 35135 w 288016"/>
                <a:gd name="connsiteY3532" fmla="*/ 119384 h 524359"/>
                <a:gd name="connsiteX3533" fmla="*/ 33112 w 288016"/>
                <a:gd name="connsiteY3533" fmla="*/ 119384 h 524359"/>
                <a:gd name="connsiteX3534" fmla="*/ 31493 w 288016"/>
                <a:gd name="connsiteY3534" fmla="*/ 118638 h 524359"/>
                <a:gd name="connsiteX3535" fmla="*/ 27850 w 288016"/>
                <a:gd name="connsiteY3535" fmla="*/ 117892 h 524359"/>
                <a:gd name="connsiteX3536" fmla="*/ 26636 w 288016"/>
                <a:gd name="connsiteY3536" fmla="*/ 117892 h 524359"/>
                <a:gd name="connsiteX3537" fmla="*/ 25826 w 288016"/>
                <a:gd name="connsiteY3537" fmla="*/ 118638 h 524359"/>
                <a:gd name="connsiteX3538" fmla="*/ 19755 w 288016"/>
                <a:gd name="connsiteY3538" fmla="*/ 137292 h 524359"/>
                <a:gd name="connsiteX3539" fmla="*/ 20970 w 288016"/>
                <a:gd name="connsiteY3539" fmla="*/ 132069 h 524359"/>
                <a:gd name="connsiteX3540" fmla="*/ 22184 w 288016"/>
                <a:gd name="connsiteY3540" fmla="*/ 129084 h 524359"/>
                <a:gd name="connsiteX3541" fmla="*/ 27445 w 288016"/>
                <a:gd name="connsiteY3541" fmla="*/ 123115 h 524359"/>
                <a:gd name="connsiteX3542" fmla="*/ 28660 w 288016"/>
                <a:gd name="connsiteY3542" fmla="*/ 123115 h 524359"/>
                <a:gd name="connsiteX3543" fmla="*/ 32302 w 288016"/>
                <a:gd name="connsiteY3543" fmla="*/ 123861 h 524359"/>
                <a:gd name="connsiteX3544" fmla="*/ 33921 w 288016"/>
                <a:gd name="connsiteY3544" fmla="*/ 124607 h 524359"/>
                <a:gd name="connsiteX3545" fmla="*/ 36754 w 288016"/>
                <a:gd name="connsiteY3545" fmla="*/ 124607 h 524359"/>
                <a:gd name="connsiteX3546" fmla="*/ 35945 w 288016"/>
                <a:gd name="connsiteY3546" fmla="*/ 127592 h 524359"/>
                <a:gd name="connsiteX3547" fmla="*/ 33921 w 288016"/>
                <a:gd name="connsiteY3547" fmla="*/ 133561 h 524359"/>
                <a:gd name="connsiteX3548" fmla="*/ 32302 w 288016"/>
                <a:gd name="connsiteY3548" fmla="*/ 135800 h 524359"/>
                <a:gd name="connsiteX3549" fmla="*/ 28660 w 288016"/>
                <a:gd name="connsiteY3549" fmla="*/ 136546 h 524359"/>
                <a:gd name="connsiteX3550" fmla="*/ 27445 w 288016"/>
                <a:gd name="connsiteY3550" fmla="*/ 136546 h 524359"/>
                <a:gd name="connsiteX3551" fmla="*/ 22184 w 288016"/>
                <a:gd name="connsiteY3551" fmla="*/ 137292 h 524359"/>
                <a:gd name="connsiteX3552" fmla="*/ 20970 w 288016"/>
                <a:gd name="connsiteY3552" fmla="*/ 137292 h 524359"/>
                <a:gd name="connsiteX3553" fmla="*/ 19755 w 288016"/>
                <a:gd name="connsiteY3553" fmla="*/ 137292 h 524359"/>
                <a:gd name="connsiteX3554" fmla="*/ 14494 w 288016"/>
                <a:gd name="connsiteY3554" fmla="*/ 157438 h 524359"/>
                <a:gd name="connsiteX3555" fmla="*/ 16922 w 288016"/>
                <a:gd name="connsiteY3555" fmla="*/ 146992 h 524359"/>
                <a:gd name="connsiteX3556" fmla="*/ 19351 w 288016"/>
                <a:gd name="connsiteY3556" fmla="*/ 144007 h 524359"/>
                <a:gd name="connsiteX3557" fmla="*/ 20970 w 288016"/>
                <a:gd name="connsiteY3557" fmla="*/ 143261 h 524359"/>
                <a:gd name="connsiteX3558" fmla="*/ 21779 w 288016"/>
                <a:gd name="connsiteY3558" fmla="*/ 142515 h 524359"/>
                <a:gd name="connsiteX3559" fmla="*/ 27041 w 288016"/>
                <a:gd name="connsiteY3559" fmla="*/ 142515 h 524359"/>
                <a:gd name="connsiteX3560" fmla="*/ 28255 w 288016"/>
                <a:gd name="connsiteY3560" fmla="*/ 142515 h 524359"/>
                <a:gd name="connsiteX3561" fmla="*/ 30683 w 288016"/>
                <a:gd name="connsiteY3561" fmla="*/ 141769 h 524359"/>
                <a:gd name="connsiteX3562" fmla="*/ 28255 w 288016"/>
                <a:gd name="connsiteY3562" fmla="*/ 151469 h 524359"/>
                <a:gd name="connsiteX3563" fmla="*/ 27041 w 288016"/>
                <a:gd name="connsiteY3563" fmla="*/ 153707 h 524359"/>
                <a:gd name="connsiteX3564" fmla="*/ 26636 w 288016"/>
                <a:gd name="connsiteY3564" fmla="*/ 154454 h 524359"/>
                <a:gd name="connsiteX3565" fmla="*/ 22184 w 288016"/>
                <a:gd name="connsiteY3565" fmla="*/ 156692 h 524359"/>
                <a:gd name="connsiteX3566" fmla="*/ 20970 w 288016"/>
                <a:gd name="connsiteY3566" fmla="*/ 156692 h 524359"/>
                <a:gd name="connsiteX3567" fmla="*/ 19351 w 288016"/>
                <a:gd name="connsiteY3567" fmla="*/ 157438 h 524359"/>
                <a:gd name="connsiteX3568" fmla="*/ 16922 w 288016"/>
                <a:gd name="connsiteY3568" fmla="*/ 157438 h 524359"/>
                <a:gd name="connsiteX3569" fmla="*/ 14494 w 288016"/>
                <a:gd name="connsiteY3569" fmla="*/ 158931 h 524359"/>
                <a:gd name="connsiteX3570" fmla="*/ 10042 w 288016"/>
                <a:gd name="connsiteY3570" fmla="*/ 178331 h 524359"/>
                <a:gd name="connsiteX3571" fmla="*/ 10851 w 288016"/>
                <a:gd name="connsiteY3571" fmla="*/ 172361 h 524359"/>
                <a:gd name="connsiteX3572" fmla="*/ 16922 w 288016"/>
                <a:gd name="connsiteY3572" fmla="*/ 162661 h 524359"/>
                <a:gd name="connsiteX3573" fmla="*/ 19351 w 288016"/>
                <a:gd name="connsiteY3573" fmla="*/ 161915 h 524359"/>
                <a:gd name="connsiteX3574" fmla="*/ 21779 w 288016"/>
                <a:gd name="connsiteY3574" fmla="*/ 161915 h 524359"/>
                <a:gd name="connsiteX3575" fmla="*/ 25422 w 288016"/>
                <a:gd name="connsiteY3575" fmla="*/ 161169 h 524359"/>
                <a:gd name="connsiteX3576" fmla="*/ 21779 w 288016"/>
                <a:gd name="connsiteY3576" fmla="*/ 173854 h 524359"/>
                <a:gd name="connsiteX3577" fmla="*/ 20565 w 288016"/>
                <a:gd name="connsiteY3577" fmla="*/ 174600 h 524359"/>
                <a:gd name="connsiteX3578" fmla="*/ 18946 w 288016"/>
                <a:gd name="connsiteY3578" fmla="*/ 175346 h 524359"/>
                <a:gd name="connsiteX3579" fmla="*/ 16518 w 288016"/>
                <a:gd name="connsiteY3579" fmla="*/ 176092 h 524359"/>
                <a:gd name="connsiteX3580" fmla="*/ 10447 w 288016"/>
                <a:gd name="connsiteY3580" fmla="*/ 178331 h 524359"/>
                <a:gd name="connsiteX3581" fmla="*/ 9637 w 288016"/>
                <a:gd name="connsiteY3581" fmla="*/ 179077 h 524359"/>
                <a:gd name="connsiteX3582" fmla="*/ 8423 w 288016"/>
                <a:gd name="connsiteY3582" fmla="*/ 187284 h 524359"/>
                <a:gd name="connsiteX3583" fmla="*/ 10851 w 288016"/>
                <a:gd name="connsiteY3583" fmla="*/ 184300 h 524359"/>
                <a:gd name="connsiteX3584" fmla="*/ 16922 w 288016"/>
                <a:gd name="connsiteY3584" fmla="*/ 181315 h 524359"/>
                <a:gd name="connsiteX3585" fmla="*/ 19351 w 288016"/>
                <a:gd name="connsiteY3585" fmla="*/ 180569 h 524359"/>
                <a:gd name="connsiteX3586" fmla="*/ 20970 w 288016"/>
                <a:gd name="connsiteY3586" fmla="*/ 179823 h 524359"/>
                <a:gd name="connsiteX3587" fmla="*/ 21374 w 288016"/>
                <a:gd name="connsiteY3587" fmla="*/ 179077 h 524359"/>
                <a:gd name="connsiteX3588" fmla="*/ 20970 w 288016"/>
                <a:gd name="connsiteY3588" fmla="*/ 183554 h 524359"/>
                <a:gd name="connsiteX3589" fmla="*/ 19351 w 288016"/>
                <a:gd name="connsiteY3589" fmla="*/ 191015 h 524359"/>
                <a:gd name="connsiteX3590" fmla="*/ 18541 w 288016"/>
                <a:gd name="connsiteY3590" fmla="*/ 192507 h 524359"/>
                <a:gd name="connsiteX3591" fmla="*/ 16922 w 288016"/>
                <a:gd name="connsiteY3591" fmla="*/ 194000 h 524359"/>
                <a:gd name="connsiteX3592" fmla="*/ 10851 w 288016"/>
                <a:gd name="connsiteY3592" fmla="*/ 196984 h 524359"/>
                <a:gd name="connsiteX3593" fmla="*/ 8423 w 288016"/>
                <a:gd name="connsiteY3593" fmla="*/ 198477 h 524359"/>
                <a:gd name="connsiteX3594" fmla="*/ 6804 w 288016"/>
                <a:gd name="connsiteY3594" fmla="*/ 199969 h 524359"/>
                <a:gd name="connsiteX3595" fmla="*/ 6804 w 288016"/>
                <a:gd name="connsiteY3595" fmla="*/ 199223 h 524359"/>
                <a:gd name="connsiteX3596" fmla="*/ 6399 w 288016"/>
                <a:gd name="connsiteY3596" fmla="*/ 199223 h 524359"/>
                <a:gd name="connsiteX3597" fmla="*/ 8423 w 288016"/>
                <a:gd name="connsiteY3597" fmla="*/ 187284 h 524359"/>
                <a:gd name="connsiteX3598" fmla="*/ 8423 w 288016"/>
                <a:gd name="connsiteY3598" fmla="*/ 204446 h 524359"/>
                <a:gd name="connsiteX3599" fmla="*/ 10851 w 288016"/>
                <a:gd name="connsiteY3599" fmla="*/ 202954 h 524359"/>
                <a:gd name="connsiteX3600" fmla="*/ 16922 w 288016"/>
                <a:gd name="connsiteY3600" fmla="*/ 199969 h 524359"/>
                <a:gd name="connsiteX3601" fmla="*/ 17732 w 288016"/>
                <a:gd name="connsiteY3601" fmla="*/ 199223 h 524359"/>
                <a:gd name="connsiteX3602" fmla="*/ 16922 w 288016"/>
                <a:gd name="connsiteY3602" fmla="*/ 209669 h 524359"/>
                <a:gd name="connsiteX3603" fmla="*/ 15303 w 288016"/>
                <a:gd name="connsiteY3603" fmla="*/ 213400 h 524359"/>
                <a:gd name="connsiteX3604" fmla="*/ 10851 w 288016"/>
                <a:gd name="connsiteY3604" fmla="*/ 217877 h 524359"/>
                <a:gd name="connsiteX3605" fmla="*/ 8423 w 288016"/>
                <a:gd name="connsiteY3605" fmla="*/ 219369 h 524359"/>
                <a:gd name="connsiteX3606" fmla="*/ 4376 w 288016"/>
                <a:gd name="connsiteY3606" fmla="*/ 223100 h 524359"/>
                <a:gd name="connsiteX3607" fmla="*/ 4376 w 288016"/>
                <a:gd name="connsiteY3607" fmla="*/ 222354 h 524359"/>
                <a:gd name="connsiteX3608" fmla="*/ 3971 w 288016"/>
                <a:gd name="connsiteY3608" fmla="*/ 222354 h 524359"/>
                <a:gd name="connsiteX3609" fmla="*/ 8423 w 288016"/>
                <a:gd name="connsiteY3609" fmla="*/ 204446 h 524359"/>
                <a:gd name="connsiteX3610" fmla="*/ 3566 w 288016"/>
                <a:gd name="connsiteY3610" fmla="*/ 232054 h 524359"/>
                <a:gd name="connsiteX3611" fmla="*/ 8423 w 288016"/>
                <a:gd name="connsiteY3611" fmla="*/ 224592 h 524359"/>
                <a:gd name="connsiteX3612" fmla="*/ 10851 w 288016"/>
                <a:gd name="connsiteY3612" fmla="*/ 223846 h 524359"/>
                <a:gd name="connsiteX3613" fmla="*/ 15303 w 288016"/>
                <a:gd name="connsiteY3613" fmla="*/ 220115 h 524359"/>
                <a:gd name="connsiteX3614" fmla="*/ 13684 w 288016"/>
                <a:gd name="connsiteY3614" fmla="*/ 234292 h 524359"/>
                <a:gd name="connsiteX3615" fmla="*/ 10851 w 288016"/>
                <a:gd name="connsiteY3615" fmla="*/ 238023 h 524359"/>
                <a:gd name="connsiteX3616" fmla="*/ 8423 w 288016"/>
                <a:gd name="connsiteY3616" fmla="*/ 239515 h 524359"/>
                <a:gd name="connsiteX3617" fmla="*/ 3566 w 288016"/>
                <a:gd name="connsiteY3617" fmla="*/ 244738 h 524359"/>
                <a:gd name="connsiteX3618" fmla="*/ 3161 w 288016"/>
                <a:gd name="connsiteY3618" fmla="*/ 245484 h 524359"/>
                <a:gd name="connsiteX3619" fmla="*/ 3161 w 288016"/>
                <a:gd name="connsiteY3619" fmla="*/ 244738 h 524359"/>
                <a:gd name="connsiteX3620" fmla="*/ 3566 w 288016"/>
                <a:gd name="connsiteY3620" fmla="*/ 232054 h 524359"/>
                <a:gd name="connsiteX3621" fmla="*/ 3566 w 288016"/>
                <a:gd name="connsiteY3621" fmla="*/ 252200 h 524359"/>
                <a:gd name="connsiteX3622" fmla="*/ 8423 w 288016"/>
                <a:gd name="connsiteY3622" fmla="*/ 245484 h 524359"/>
                <a:gd name="connsiteX3623" fmla="*/ 10851 w 288016"/>
                <a:gd name="connsiteY3623" fmla="*/ 243992 h 524359"/>
                <a:gd name="connsiteX3624" fmla="*/ 14089 w 288016"/>
                <a:gd name="connsiteY3624" fmla="*/ 240261 h 524359"/>
                <a:gd name="connsiteX3625" fmla="*/ 13280 w 288016"/>
                <a:gd name="connsiteY3625" fmla="*/ 254438 h 524359"/>
                <a:gd name="connsiteX3626" fmla="*/ 10851 w 288016"/>
                <a:gd name="connsiteY3626" fmla="*/ 257423 h 524359"/>
                <a:gd name="connsiteX3627" fmla="*/ 8423 w 288016"/>
                <a:gd name="connsiteY3627" fmla="*/ 260407 h 524359"/>
                <a:gd name="connsiteX3628" fmla="*/ 3566 w 288016"/>
                <a:gd name="connsiteY3628" fmla="*/ 266377 h 524359"/>
                <a:gd name="connsiteX3629" fmla="*/ 3161 w 288016"/>
                <a:gd name="connsiteY3629" fmla="*/ 267123 h 524359"/>
                <a:gd name="connsiteX3630" fmla="*/ 2757 w 288016"/>
                <a:gd name="connsiteY3630" fmla="*/ 266377 h 524359"/>
                <a:gd name="connsiteX3631" fmla="*/ 3566 w 288016"/>
                <a:gd name="connsiteY3631" fmla="*/ 252200 h 524359"/>
                <a:gd name="connsiteX3632" fmla="*/ 3566 w 288016"/>
                <a:gd name="connsiteY3632" fmla="*/ 289507 h 524359"/>
                <a:gd name="connsiteX3633" fmla="*/ 3566 w 288016"/>
                <a:gd name="connsiteY3633" fmla="*/ 274584 h 524359"/>
                <a:gd name="connsiteX3634" fmla="*/ 8423 w 288016"/>
                <a:gd name="connsiteY3634" fmla="*/ 266377 h 524359"/>
                <a:gd name="connsiteX3635" fmla="*/ 10851 w 288016"/>
                <a:gd name="connsiteY3635" fmla="*/ 264138 h 524359"/>
                <a:gd name="connsiteX3636" fmla="*/ 13280 w 288016"/>
                <a:gd name="connsiteY3636" fmla="*/ 261154 h 524359"/>
                <a:gd name="connsiteX3637" fmla="*/ 13280 w 288016"/>
                <a:gd name="connsiteY3637" fmla="*/ 276077 h 524359"/>
                <a:gd name="connsiteX3638" fmla="*/ 10851 w 288016"/>
                <a:gd name="connsiteY3638" fmla="*/ 280553 h 524359"/>
                <a:gd name="connsiteX3639" fmla="*/ 8423 w 288016"/>
                <a:gd name="connsiteY3639" fmla="*/ 283538 h 524359"/>
                <a:gd name="connsiteX3640" fmla="*/ 3971 w 288016"/>
                <a:gd name="connsiteY3640" fmla="*/ 291000 h 524359"/>
                <a:gd name="connsiteX3641" fmla="*/ 5590 w 288016"/>
                <a:gd name="connsiteY3641" fmla="*/ 311892 h 524359"/>
                <a:gd name="connsiteX3642" fmla="*/ 8423 w 288016"/>
                <a:gd name="connsiteY3642" fmla="*/ 288761 h 524359"/>
                <a:gd name="connsiteX3643" fmla="*/ 10851 w 288016"/>
                <a:gd name="connsiteY3643" fmla="*/ 285777 h 524359"/>
                <a:gd name="connsiteX3644" fmla="*/ 14089 w 288016"/>
                <a:gd name="connsiteY3644" fmla="*/ 280553 h 524359"/>
                <a:gd name="connsiteX3645" fmla="*/ 14494 w 288016"/>
                <a:gd name="connsiteY3645" fmla="*/ 294730 h 524359"/>
                <a:gd name="connsiteX3646" fmla="*/ 10851 w 288016"/>
                <a:gd name="connsiteY3646" fmla="*/ 301446 h 524359"/>
                <a:gd name="connsiteX3647" fmla="*/ 8423 w 288016"/>
                <a:gd name="connsiteY3647" fmla="*/ 305177 h 524359"/>
                <a:gd name="connsiteX3648" fmla="*/ 5590 w 288016"/>
                <a:gd name="connsiteY3648" fmla="*/ 311892 h 524359"/>
                <a:gd name="connsiteX3649" fmla="*/ 8423 w 288016"/>
                <a:gd name="connsiteY3649" fmla="*/ 313384 h 524359"/>
                <a:gd name="connsiteX3650" fmla="*/ 10851 w 288016"/>
                <a:gd name="connsiteY3650" fmla="*/ 309653 h 524359"/>
                <a:gd name="connsiteX3651" fmla="*/ 15303 w 288016"/>
                <a:gd name="connsiteY3651" fmla="*/ 302192 h 524359"/>
                <a:gd name="connsiteX3652" fmla="*/ 16922 w 288016"/>
                <a:gd name="connsiteY3652" fmla="*/ 311146 h 524359"/>
                <a:gd name="connsiteX3653" fmla="*/ 16922 w 288016"/>
                <a:gd name="connsiteY3653" fmla="*/ 314130 h 524359"/>
                <a:gd name="connsiteX3654" fmla="*/ 16518 w 288016"/>
                <a:gd name="connsiteY3654" fmla="*/ 316369 h 524359"/>
                <a:gd name="connsiteX3655" fmla="*/ 10851 w 288016"/>
                <a:gd name="connsiteY3655" fmla="*/ 329053 h 524359"/>
                <a:gd name="connsiteX3656" fmla="*/ 8423 w 288016"/>
                <a:gd name="connsiteY3656" fmla="*/ 334276 h 524359"/>
                <a:gd name="connsiteX3657" fmla="*/ 8423 w 288016"/>
                <a:gd name="connsiteY3657" fmla="*/ 333530 h 524359"/>
                <a:gd name="connsiteX3658" fmla="*/ 8423 w 288016"/>
                <a:gd name="connsiteY3658" fmla="*/ 313384 h 524359"/>
                <a:gd name="connsiteX3659" fmla="*/ 12470 w 288016"/>
                <a:gd name="connsiteY3659" fmla="*/ 354423 h 524359"/>
                <a:gd name="connsiteX3660" fmla="*/ 10851 w 288016"/>
                <a:gd name="connsiteY3660" fmla="*/ 349200 h 524359"/>
                <a:gd name="connsiteX3661" fmla="*/ 10851 w 288016"/>
                <a:gd name="connsiteY3661" fmla="*/ 337261 h 524359"/>
                <a:gd name="connsiteX3662" fmla="*/ 16922 w 288016"/>
                <a:gd name="connsiteY3662" fmla="*/ 324577 h 524359"/>
                <a:gd name="connsiteX3663" fmla="*/ 18137 w 288016"/>
                <a:gd name="connsiteY3663" fmla="*/ 321592 h 524359"/>
                <a:gd name="connsiteX3664" fmla="*/ 19351 w 288016"/>
                <a:gd name="connsiteY3664" fmla="*/ 326815 h 524359"/>
                <a:gd name="connsiteX3665" fmla="*/ 19755 w 288016"/>
                <a:gd name="connsiteY3665" fmla="*/ 335769 h 524359"/>
                <a:gd name="connsiteX3666" fmla="*/ 19351 w 288016"/>
                <a:gd name="connsiteY3666" fmla="*/ 337261 h 524359"/>
                <a:gd name="connsiteX3667" fmla="*/ 16922 w 288016"/>
                <a:gd name="connsiteY3667" fmla="*/ 343230 h 524359"/>
                <a:gd name="connsiteX3668" fmla="*/ 12470 w 288016"/>
                <a:gd name="connsiteY3668" fmla="*/ 354423 h 524359"/>
                <a:gd name="connsiteX3669" fmla="*/ 17732 w 288016"/>
                <a:gd name="connsiteY3669" fmla="*/ 375315 h 524359"/>
                <a:gd name="connsiteX3670" fmla="*/ 17327 w 288016"/>
                <a:gd name="connsiteY3670" fmla="*/ 374569 h 524359"/>
                <a:gd name="connsiteX3671" fmla="*/ 17327 w 288016"/>
                <a:gd name="connsiteY3671" fmla="*/ 352184 h 524359"/>
                <a:gd name="connsiteX3672" fmla="*/ 19755 w 288016"/>
                <a:gd name="connsiteY3672" fmla="*/ 347707 h 524359"/>
                <a:gd name="connsiteX3673" fmla="*/ 21374 w 288016"/>
                <a:gd name="connsiteY3673" fmla="*/ 343230 h 524359"/>
                <a:gd name="connsiteX3674" fmla="*/ 21779 w 288016"/>
                <a:gd name="connsiteY3674" fmla="*/ 341738 h 524359"/>
                <a:gd name="connsiteX3675" fmla="*/ 22184 w 288016"/>
                <a:gd name="connsiteY3675" fmla="*/ 343230 h 524359"/>
                <a:gd name="connsiteX3676" fmla="*/ 24207 w 288016"/>
                <a:gd name="connsiteY3676" fmla="*/ 355915 h 524359"/>
                <a:gd name="connsiteX3677" fmla="*/ 22184 w 288016"/>
                <a:gd name="connsiteY3677" fmla="*/ 362630 h 524359"/>
                <a:gd name="connsiteX3678" fmla="*/ 20970 w 288016"/>
                <a:gd name="connsiteY3678" fmla="*/ 365615 h 524359"/>
                <a:gd name="connsiteX3679" fmla="*/ 19351 w 288016"/>
                <a:gd name="connsiteY3679" fmla="*/ 370092 h 524359"/>
                <a:gd name="connsiteX3680" fmla="*/ 17732 w 288016"/>
                <a:gd name="connsiteY3680" fmla="*/ 375315 h 524359"/>
                <a:gd name="connsiteX3681" fmla="*/ 21779 w 288016"/>
                <a:gd name="connsiteY3681" fmla="*/ 391730 h 524359"/>
                <a:gd name="connsiteX3682" fmla="*/ 20565 w 288016"/>
                <a:gd name="connsiteY3682" fmla="*/ 388746 h 524359"/>
                <a:gd name="connsiteX3683" fmla="*/ 20565 w 288016"/>
                <a:gd name="connsiteY3683" fmla="*/ 374569 h 524359"/>
                <a:gd name="connsiteX3684" fmla="*/ 21779 w 288016"/>
                <a:gd name="connsiteY3684" fmla="*/ 371584 h 524359"/>
                <a:gd name="connsiteX3685" fmla="*/ 25422 w 288016"/>
                <a:gd name="connsiteY3685" fmla="*/ 361138 h 524359"/>
                <a:gd name="connsiteX3686" fmla="*/ 27041 w 288016"/>
                <a:gd name="connsiteY3686" fmla="*/ 364869 h 524359"/>
                <a:gd name="connsiteX3687" fmla="*/ 28255 w 288016"/>
                <a:gd name="connsiteY3687" fmla="*/ 369346 h 524359"/>
                <a:gd name="connsiteX3688" fmla="*/ 28660 w 288016"/>
                <a:gd name="connsiteY3688" fmla="*/ 374569 h 524359"/>
                <a:gd name="connsiteX3689" fmla="*/ 28255 w 288016"/>
                <a:gd name="connsiteY3689" fmla="*/ 376807 h 524359"/>
                <a:gd name="connsiteX3690" fmla="*/ 27041 w 288016"/>
                <a:gd name="connsiteY3690" fmla="*/ 382030 h 524359"/>
                <a:gd name="connsiteX3691" fmla="*/ 23398 w 288016"/>
                <a:gd name="connsiteY3691" fmla="*/ 395461 h 524359"/>
                <a:gd name="connsiteX3692" fmla="*/ 23398 w 288016"/>
                <a:gd name="connsiteY3692" fmla="*/ 394715 h 524359"/>
                <a:gd name="connsiteX3693" fmla="*/ 32302 w 288016"/>
                <a:gd name="connsiteY3693" fmla="*/ 404415 h 524359"/>
                <a:gd name="connsiteX3694" fmla="*/ 30683 w 288016"/>
                <a:gd name="connsiteY3694" fmla="*/ 413369 h 524359"/>
                <a:gd name="connsiteX3695" fmla="*/ 30278 w 288016"/>
                <a:gd name="connsiteY3695" fmla="*/ 412623 h 524359"/>
                <a:gd name="connsiteX3696" fmla="*/ 28660 w 288016"/>
                <a:gd name="connsiteY3696" fmla="*/ 409638 h 524359"/>
                <a:gd name="connsiteX3697" fmla="*/ 27445 w 288016"/>
                <a:gd name="connsiteY3697" fmla="*/ 406653 h 524359"/>
                <a:gd name="connsiteX3698" fmla="*/ 27445 w 288016"/>
                <a:gd name="connsiteY3698" fmla="*/ 391730 h 524359"/>
                <a:gd name="connsiteX3699" fmla="*/ 28660 w 288016"/>
                <a:gd name="connsiteY3699" fmla="*/ 388746 h 524359"/>
                <a:gd name="connsiteX3700" fmla="*/ 31088 w 288016"/>
                <a:gd name="connsiteY3700" fmla="*/ 379792 h 524359"/>
                <a:gd name="connsiteX3701" fmla="*/ 32302 w 288016"/>
                <a:gd name="connsiteY3701" fmla="*/ 382776 h 524359"/>
                <a:gd name="connsiteX3702" fmla="*/ 33921 w 288016"/>
                <a:gd name="connsiteY3702" fmla="*/ 387253 h 524359"/>
                <a:gd name="connsiteX3703" fmla="*/ 34731 w 288016"/>
                <a:gd name="connsiteY3703" fmla="*/ 393223 h 524359"/>
                <a:gd name="connsiteX3704" fmla="*/ 33921 w 288016"/>
                <a:gd name="connsiteY3704" fmla="*/ 398446 h 524359"/>
                <a:gd name="connsiteX3705" fmla="*/ 32302 w 288016"/>
                <a:gd name="connsiteY3705" fmla="*/ 404415 h 524359"/>
                <a:gd name="connsiteX3706" fmla="*/ 37968 w 288016"/>
                <a:gd name="connsiteY3706" fmla="*/ 431276 h 524359"/>
                <a:gd name="connsiteX3707" fmla="*/ 35945 w 288016"/>
                <a:gd name="connsiteY3707" fmla="*/ 428292 h 524359"/>
                <a:gd name="connsiteX3708" fmla="*/ 33921 w 288016"/>
                <a:gd name="connsiteY3708" fmla="*/ 423069 h 524359"/>
                <a:gd name="connsiteX3709" fmla="*/ 33921 w 288016"/>
                <a:gd name="connsiteY3709" fmla="*/ 410384 h 524359"/>
                <a:gd name="connsiteX3710" fmla="*/ 35945 w 288016"/>
                <a:gd name="connsiteY3710" fmla="*/ 402923 h 524359"/>
                <a:gd name="connsiteX3711" fmla="*/ 37159 w 288016"/>
                <a:gd name="connsiteY3711" fmla="*/ 397700 h 524359"/>
                <a:gd name="connsiteX3712" fmla="*/ 39992 w 288016"/>
                <a:gd name="connsiteY3712" fmla="*/ 402923 h 524359"/>
                <a:gd name="connsiteX3713" fmla="*/ 41611 w 288016"/>
                <a:gd name="connsiteY3713" fmla="*/ 408146 h 524359"/>
                <a:gd name="connsiteX3714" fmla="*/ 41611 w 288016"/>
                <a:gd name="connsiteY3714" fmla="*/ 413369 h 524359"/>
                <a:gd name="connsiteX3715" fmla="*/ 39992 w 288016"/>
                <a:gd name="connsiteY3715" fmla="*/ 422323 h 524359"/>
                <a:gd name="connsiteX3716" fmla="*/ 37968 w 288016"/>
                <a:gd name="connsiteY3716" fmla="*/ 431276 h 524359"/>
                <a:gd name="connsiteX3717" fmla="*/ 46468 w 288016"/>
                <a:gd name="connsiteY3717" fmla="*/ 446946 h 524359"/>
                <a:gd name="connsiteX3718" fmla="*/ 44444 w 288016"/>
                <a:gd name="connsiteY3718" fmla="*/ 443961 h 524359"/>
                <a:gd name="connsiteX3719" fmla="*/ 43230 w 288016"/>
                <a:gd name="connsiteY3719" fmla="*/ 442469 h 524359"/>
                <a:gd name="connsiteX3720" fmla="*/ 42016 w 288016"/>
                <a:gd name="connsiteY3720" fmla="*/ 439484 h 524359"/>
                <a:gd name="connsiteX3721" fmla="*/ 41206 w 288016"/>
                <a:gd name="connsiteY3721" fmla="*/ 435753 h 524359"/>
                <a:gd name="connsiteX3722" fmla="*/ 41206 w 288016"/>
                <a:gd name="connsiteY3722" fmla="*/ 429038 h 524359"/>
                <a:gd name="connsiteX3723" fmla="*/ 42016 w 288016"/>
                <a:gd name="connsiteY3723" fmla="*/ 423815 h 524359"/>
                <a:gd name="connsiteX3724" fmla="*/ 43230 w 288016"/>
                <a:gd name="connsiteY3724" fmla="*/ 417100 h 524359"/>
                <a:gd name="connsiteX3725" fmla="*/ 43635 w 288016"/>
                <a:gd name="connsiteY3725" fmla="*/ 412623 h 524359"/>
                <a:gd name="connsiteX3726" fmla="*/ 44039 w 288016"/>
                <a:gd name="connsiteY3726" fmla="*/ 413369 h 524359"/>
                <a:gd name="connsiteX3727" fmla="*/ 48491 w 288016"/>
                <a:gd name="connsiteY3727" fmla="*/ 423815 h 524359"/>
                <a:gd name="connsiteX3728" fmla="*/ 46468 w 288016"/>
                <a:gd name="connsiteY3728" fmla="*/ 446946 h 524359"/>
                <a:gd name="connsiteX3729" fmla="*/ 50515 w 288016"/>
                <a:gd name="connsiteY3729" fmla="*/ 454407 h 524359"/>
                <a:gd name="connsiteX3730" fmla="*/ 50515 w 288016"/>
                <a:gd name="connsiteY3730" fmla="*/ 437992 h 524359"/>
                <a:gd name="connsiteX3731" fmla="*/ 51325 w 288016"/>
                <a:gd name="connsiteY3731" fmla="*/ 429038 h 524359"/>
                <a:gd name="connsiteX3732" fmla="*/ 54562 w 288016"/>
                <a:gd name="connsiteY3732" fmla="*/ 433515 h 524359"/>
                <a:gd name="connsiteX3733" fmla="*/ 56181 w 288016"/>
                <a:gd name="connsiteY3733" fmla="*/ 437246 h 524359"/>
                <a:gd name="connsiteX3734" fmla="*/ 56586 w 288016"/>
                <a:gd name="connsiteY3734" fmla="*/ 439484 h 524359"/>
                <a:gd name="connsiteX3735" fmla="*/ 56181 w 288016"/>
                <a:gd name="connsiteY3735" fmla="*/ 450676 h 524359"/>
                <a:gd name="connsiteX3736" fmla="*/ 55777 w 288016"/>
                <a:gd name="connsiteY3736" fmla="*/ 462615 h 524359"/>
                <a:gd name="connsiteX3737" fmla="*/ 55372 w 288016"/>
                <a:gd name="connsiteY3737" fmla="*/ 461869 h 524359"/>
                <a:gd name="connsiteX3738" fmla="*/ 54562 w 288016"/>
                <a:gd name="connsiteY3738" fmla="*/ 461123 h 524359"/>
                <a:gd name="connsiteX3739" fmla="*/ 50515 w 288016"/>
                <a:gd name="connsiteY3739" fmla="*/ 454407 h 52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</a:cxnLst>
              <a:rect l="l" t="t" r="r" b="b"/>
              <a:pathLst>
                <a:path w="288016" h="524359">
                  <a:moveTo>
                    <a:pt x="55372" y="467838"/>
                  </a:moveTo>
                  <a:cubicBezTo>
                    <a:pt x="55777" y="467838"/>
                    <a:pt x="55777" y="468584"/>
                    <a:pt x="56181" y="468584"/>
                  </a:cubicBezTo>
                  <a:lnTo>
                    <a:pt x="56586" y="469330"/>
                  </a:lnTo>
                  <a:cubicBezTo>
                    <a:pt x="56991" y="470076"/>
                    <a:pt x="57396" y="472315"/>
                    <a:pt x="58205" y="473061"/>
                  </a:cubicBezTo>
                  <a:lnTo>
                    <a:pt x="59014" y="474553"/>
                  </a:lnTo>
                  <a:cubicBezTo>
                    <a:pt x="59824" y="476046"/>
                    <a:pt x="61038" y="477538"/>
                    <a:pt x="62252" y="478284"/>
                  </a:cubicBezTo>
                  <a:cubicBezTo>
                    <a:pt x="63062" y="479030"/>
                    <a:pt x="64276" y="480523"/>
                    <a:pt x="65085" y="481269"/>
                  </a:cubicBezTo>
                  <a:lnTo>
                    <a:pt x="65490" y="482015"/>
                  </a:lnTo>
                  <a:cubicBezTo>
                    <a:pt x="65895" y="482015"/>
                    <a:pt x="66300" y="482761"/>
                    <a:pt x="66704" y="482761"/>
                  </a:cubicBezTo>
                  <a:lnTo>
                    <a:pt x="67109" y="483507"/>
                  </a:lnTo>
                  <a:cubicBezTo>
                    <a:pt x="67919" y="485746"/>
                    <a:pt x="69537" y="487984"/>
                    <a:pt x="70752" y="489476"/>
                  </a:cubicBezTo>
                  <a:cubicBezTo>
                    <a:pt x="71561" y="490223"/>
                    <a:pt x="72371" y="490969"/>
                    <a:pt x="73585" y="492461"/>
                  </a:cubicBezTo>
                  <a:lnTo>
                    <a:pt x="76418" y="493953"/>
                  </a:lnTo>
                  <a:cubicBezTo>
                    <a:pt x="76823" y="493953"/>
                    <a:pt x="77227" y="494699"/>
                    <a:pt x="78037" y="494699"/>
                  </a:cubicBezTo>
                  <a:cubicBezTo>
                    <a:pt x="78846" y="496938"/>
                    <a:pt x="80060" y="498430"/>
                    <a:pt x="81679" y="499923"/>
                  </a:cubicBezTo>
                  <a:lnTo>
                    <a:pt x="82084" y="499923"/>
                  </a:lnTo>
                  <a:cubicBezTo>
                    <a:pt x="82489" y="500669"/>
                    <a:pt x="82894" y="500669"/>
                    <a:pt x="83703" y="500669"/>
                  </a:cubicBezTo>
                  <a:cubicBezTo>
                    <a:pt x="84917" y="502161"/>
                    <a:pt x="86536" y="502907"/>
                    <a:pt x="88155" y="503653"/>
                  </a:cubicBezTo>
                  <a:lnTo>
                    <a:pt x="88560" y="503653"/>
                  </a:lnTo>
                  <a:lnTo>
                    <a:pt x="88965" y="504399"/>
                  </a:lnTo>
                  <a:lnTo>
                    <a:pt x="89774" y="504399"/>
                  </a:lnTo>
                  <a:cubicBezTo>
                    <a:pt x="90179" y="505146"/>
                    <a:pt x="90583" y="505892"/>
                    <a:pt x="91393" y="506638"/>
                  </a:cubicBezTo>
                  <a:cubicBezTo>
                    <a:pt x="91798" y="507384"/>
                    <a:pt x="91798" y="507384"/>
                    <a:pt x="92202" y="507384"/>
                  </a:cubicBezTo>
                  <a:cubicBezTo>
                    <a:pt x="93417" y="508876"/>
                    <a:pt x="94631" y="509622"/>
                    <a:pt x="95845" y="510369"/>
                  </a:cubicBezTo>
                  <a:cubicBezTo>
                    <a:pt x="97059" y="511115"/>
                    <a:pt x="98678" y="511115"/>
                    <a:pt x="99892" y="511861"/>
                  </a:cubicBezTo>
                  <a:lnTo>
                    <a:pt x="101511" y="511861"/>
                  </a:lnTo>
                  <a:cubicBezTo>
                    <a:pt x="103130" y="514846"/>
                    <a:pt x="105559" y="517084"/>
                    <a:pt x="107987" y="517084"/>
                  </a:cubicBezTo>
                  <a:cubicBezTo>
                    <a:pt x="108796" y="517084"/>
                    <a:pt x="109606" y="517830"/>
                    <a:pt x="110820" y="517830"/>
                  </a:cubicBezTo>
                  <a:lnTo>
                    <a:pt x="113653" y="517830"/>
                  </a:lnTo>
                  <a:cubicBezTo>
                    <a:pt x="114058" y="518576"/>
                    <a:pt x="114463" y="519322"/>
                    <a:pt x="114867" y="519322"/>
                  </a:cubicBezTo>
                  <a:lnTo>
                    <a:pt x="117701" y="520815"/>
                  </a:lnTo>
                  <a:cubicBezTo>
                    <a:pt x="118915" y="521561"/>
                    <a:pt x="119724" y="521561"/>
                    <a:pt x="120938" y="521561"/>
                  </a:cubicBezTo>
                  <a:lnTo>
                    <a:pt x="125390" y="521561"/>
                  </a:lnTo>
                  <a:cubicBezTo>
                    <a:pt x="125795" y="521561"/>
                    <a:pt x="125795" y="521561"/>
                    <a:pt x="125795" y="520815"/>
                  </a:cubicBezTo>
                  <a:cubicBezTo>
                    <a:pt x="126200" y="521561"/>
                    <a:pt x="127009" y="521561"/>
                    <a:pt x="127414" y="522307"/>
                  </a:cubicBezTo>
                  <a:cubicBezTo>
                    <a:pt x="128224" y="523053"/>
                    <a:pt x="129033" y="523053"/>
                    <a:pt x="130247" y="523053"/>
                  </a:cubicBezTo>
                  <a:cubicBezTo>
                    <a:pt x="130652" y="523053"/>
                    <a:pt x="131866" y="523799"/>
                    <a:pt x="132676" y="523799"/>
                  </a:cubicBezTo>
                  <a:lnTo>
                    <a:pt x="134295" y="523799"/>
                  </a:lnTo>
                  <a:cubicBezTo>
                    <a:pt x="135104" y="523053"/>
                    <a:pt x="135913" y="523053"/>
                    <a:pt x="136723" y="523053"/>
                  </a:cubicBezTo>
                  <a:cubicBezTo>
                    <a:pt x="137128" y="523053"/>
                    <a:pt x="137937" y="522307"/>
                    <a:pt x="138342" y="522307"/>
                  </a:cubicBezTo>
                  <a:cubicBezTo>
                    <a:pt x="139151" y="523053"/>
                    <a:pt x="139556" y="523799"/>
                    <a:pt x="140366" y="523799"/>
                  </a:cubicBezTo>
                  <a:lnTo>
                    <a:pt x="141175" y="523799"/>
                  </a:lnTo>
                  <a:cubicBezTo>
                    <a:pt x="143199" y="524546"/>
                    <a:pt x="145222" y="524546"/>
                    <a:pt x="147246" y="523799"/>
                  </a:cubicBezTo>
                  <a:cubicBezTo>
                    <a:pt x="147651" y="523799"/>
                    <a:pt x="148460" y="523799"/>
                    <a:pt x="148865" y="523053"/>
                  </a:cubicBezTo>
                  <a:cubicBezTo>
                    <a:pt x="149270" y="523053"/>
                    <a:pt x="149674" y="522307"/>
                    <a:pt x="150484" y="522307"/>
                  </a:cubicBezTo>
                  <a:cubicBezTo>
                    <a:pt x="151293" y="523053"/>
                    <a:pt x="152507" y="523053"/>
                    <a:pt x="153317" y="523053"/>
                  </a:cubicBezTo>
                  <a:lnTo>
                    <a:pt x="155341" y="523053"/>
                  </a:lnTo>
                  <a:cubicBezTo>
                    <a:pt x="156960" y="523053"/>
                    <a:pt x="158174" y="522307"/>
                    <a:pt x="159793" y="521561"/>
                  </a:cubicBezTo>
                  <a:cubicBezTo>
                    <a:pt x="160197" y="521561"/>
                    <a:pt x="160602" y="521561"/>
                    <a:pt x="161412" y="520815"/>
                  </a:cubicBezTo>
                  <a:cubicBezTo>
                    <a:pt x="161816" y="520815"/>
                    <a:pt x="162221" y="520069"/>
                    <a:pt x="163030" y="520069"/>
                  </a:cubicBezTo>
                  <a:cubicBezTo>
                    <a:pt x="163840" y="520815"/>
                    <a:pt x="164649" y="520815"/>
                    <a:pt x="165459" y="520815"/>
                  </a:cubicBezTo>
                  <a:lnTo>
                    <a:pt x="167078" y="520815"/>
                  </a:lnTo>
                  <a:cubicBezTo>
                    <a:pt x="169101" y="520069"/>
                    <a:pt x="171125" y="519322"/>
                    <a:pt x="172744" y="517830"/>
                  </a:cubicBezTo>
                  <a:cubicBezTo>
                    <a:pt x="173149" y="517084"/>
                    <a:pt x="173149" y="517084"/>
                    <a:pt x="173553" y="517084"/>
                  </a:cubicBezTo>
                  <a:cubicBezTo>
                    <a:pt x="173958" y="516338"/>
                    <a:pt x="174363" y="515592"/>
                    <a:pt x="175172" y="515592"/>
                  </a:cubicBezTo>
                  <a:lnTo>
                    <a:pt x="176791" y="515592"/>
                  </a:lnTo>
                  <a:cubicBezTo>
                    <a:pt x="177601" y="515592"/>
                    <a:pt x="178815" y="515592"/>
                    <a:pt x="179624" y="514846"/>
                  </a:cubicBezTo>
                  <a:cubicBezTo>
                    <a:pt x="181648" y="514099"/>
                    <a:pt x="183672" y="512607"/>
                    <a:pt x="185695" y="510369"/>
                  </a:cubicBezTo>
                  <a:lnTo>
                    <a:pt x="186100" y="509622"/>
                  </a:lnTo>
                  <a:cubicBezTo>
                    <a:pt x="186505" y="508876"/>
                    <a:pt x="186505" y="508876"/>
                    <a:pt x="186910" y="508876"/>
                  </a:cubicBezTo>
                  <a:lnTo>
                    <a:pt x="187314" y="508876"/>
                  </a:lnTo>
                  <a:cubicBezTo>
                    <a:pt x="188124" y="509622"/>
                    <a:pt x="188933" y="508876"/>
                    <a:pt x="190147" y="508130"/>
                  </a:cubicBezTo>
                  <a:cubicBezTo>
                    <a:pt x="190957" y="508130"/>
                    <a:pt x="191362" y="507384"/>
                    <a:pt x="192171" y="507384"/>
                  </a:cubicBezTo>
                  <a:cubicBezTo>
                    <a:pt x="192576" y="507384"/>
                    <a:pt x="192981" y="507384"/>
                    <a:pt x="192981" y="506638"/>
                  </a:cubicBezTo>
                  <a:cubicBezTo>
                    <a:pt x="193385" y="505892"/>
                    <a:pt x="194600" y="505892"/>
                    <a:pt x="195004" y="505146"/>
                  </a:cubicBezTo>
                  <a:cubicBezTo>
                    <a:pt x="195409" y="504399"/>
                    <a:pt x="195814" y="504399"/>
                    <a:pt x="196218" y="504399"/>
                  </a:cubicBezTo>
                  <a:cubicBezTo>
                    <a:pt x="196623" y="504399"/>
                    <a:pt x="196623" y="503653"/>
                    <a:pt x="197028" y="503653"/>
                  </a:cubicBezTo>
                  <a:cubicBezTo>
                    <a:pt x="197433" y="502907"/>
                    <a:pt x="197837" y="502161"/>
                    <a:pt x="198647" y="502161"/>
                  </a:cubicBezTo>
                  <a:cubicBezTo>
                    <a:pt x="199052" y="502161"/>
                    <a:pt x="199456" y="502161"/>
                    <a:pt x="200266" y="501415"/>
                  </a:cubicBezTo>
                  <a:cubicBezTo>
                    <a:pt x="201480" y="501415"/>
                    <a:pt x="202289" y="500669"/>
                    <a:pt x="203504" y="499923"/>
                  </a:cubicBezTo>
                  <a:cubicBezTo>
                    <a:pt x="204313" y="499176"/>
                    <a:pt x="204718" y="498430"/>
                    <a:pt x="205527" y="497684"/>
                  </a:cubicBezTo>
                  <a:cubicBezTo>
                    <a:pt x="205932" y="497684"/>
                    <a:pt x="206337" y="496938"/>
                    <a:pt x="206742" y="496938"/>
                  </a:cubicBezTo>
                  <a:cubicBezTo>
                    <a:pt x="207146" y="496192"/>
                    <a:pt x="208360" y="495446"/>
                    <a:pt x="208765" y="493953"/>
                  </a:cubicBezTo>
                  <a:cubicBezTo>
                    <a:pt x="209170" y="492461"/>
                    <a:pt x="209575" y="493207"/>
                    <a:pt x="209979" y="492461"/>
                  </a:cubicBezTo>
                  <a:lnTo>
                    <a:pt x="213622" y="490223"/>
                  </a:lnTo>
                  <a:cubicBezTo>
                    <a:pt x="214027" y="490223"/>
                    <a:pt x="214027" y="489476"/>
                    <a:pt x="214836" y="489476"/>
                  </a:cubicBezTo>
                  <a:lnTo>
                    <a:pt x="219693" y="482761"/>
                  </a:lnTo>
                  <a:lnTo>
                    <a:pt x="220907" y="480523"/>
                  </a:lnTo>
                  <a:lnTo>
                    <a:pt x="221312" y="480523"/>
                  </a:lnTo>
                  <a:cubicBezTo>
                    <a:pt x="222526" y="479776"/>
                    <a:pt x="223336" y="479030"/>
                    <a:pt x="224550" y="478284"/>
                  </a:cubicBezTo>
                  <a:cubicBezTo>
                    <a:pt x="225359" y="477538"/>
                    <a:pt x="226573" y="476046"/>
                    <a:pt x="227383" y="474553"/>
                  </a:cubicBezTo>
                  <a:lnTo>
                    <a:pt x="227788" y="473807"/>
                  </a:lnTo>
                  <a:lnTo>
                    <a:pt x="228597" y="472315"/>
                  </a:lnTo>
                  <a:cubicBezTo>
                    <a:pt x="229002" y="471569"/>
                    <a:pt x="229406" y="470823"/>
                    <a:pt x="230216" y="470076"/>
                  </a:cubicBezTo>
                  <a:cubicBezTo>
                    <a:pt x="230216" y="470076"/>
                    <a:pt x="230216" y="469330"/>
                    <a:pt x="230621" y="469330"/>
                  </a:cubicBezTo>
                  <a:cubicBezTo>
                    <a:pt x="231025" y="468584"/>
                    <a:pt x="231025" y="468584"/>
                    <a:pt x="231025" y="467838"/>
                  </a:cubicBezTo>
                  <a:cubicBezTo>
                    <a:pt x="232240" y="467092"/>
                    <a:pt x="233049" y="466346"/>
                    <a:pt x="233859" y="465599"/>
                  </a:cubicBezTo>
                  <a:cubicBezTo>
                    <a:pt x="234668" y="464853"/>
                    <a:pt x="235882" y="463361"/>
                    <a:pt x="236692" y="461869"/>
                  </a:cubicBezTo>
                  <a:cubicBezTo>
                    <a:pt x="237501" y="459630"/>
                    <a:pt x="238715" y="458138"/>
                    <a:pt x="239930" y="455153"/>
                  </a:cubicBezTo>
                  <a:cubicBezTo>
                    <a:pt x="239930" y="454407"/>
                    <a:pt x="240334" y="453661"/>
                    <a:pt x="240739" y="452169"/>
                  </a:cubicBezTo>
                  <a:cubicBezTo>
                    <a:pt x="241144" y="452169"/>
                    <a:pt x="241548" y="452169"/>
                    <a:pt x="241548" y="451423"/>
                  </a:cubicBezTo>
                  <a:cubicBezTo>
                    <a:pt x="241953" y="451423"/>
                    <a:pt x="241953" y="450676"/>
                    <a:pt x="242358" y="450676"/>
                  </a:cubicBezTo>
                  <a:cubicBezTo>
                    <a:pt x="242763" y="450676"/>
                    <a:pt x="243167" y="449930"/>
                    <a:pt x="243977" y="449184"/>
                  </a:cubicBezTo>
                  <a:cubicBezTo>
                    <a:pt x="244786" y="447692"/>
                    <a:pt x="245596" y="446199"/>
                    <a:pt x="246000" y="444707"/>
                  </a:cubicBezTo>
                  <a:cubicBezTo>
                    <a:pt x="246810" y="443215"/>
                    <a:pt x="248024" y="440976"/>
                    <a:pt x="248834" y="438738"/>
                  </a:cubicBezTo>
                  <a:cubicBezTo>
                    <a:pt x="248834" y="437992"/>
                    <a:pt x="249238" y="437246"/>
                    <a:pt x="249643" y="435753"/>
                  </a:cubicBezTo>
                  <a:cubicBezTo>
                    <a:pt x="250048" y="435753"/>
                    <a:pt x="250048" y="435753"/>
                    <a:pt x="250048" y="435007"/>
                  </a:cubicBezTo>
                  <a:cubicBezTo>
                    <a:pt x="250453" y="434261"/>
                    <a:pt x="250857" y="434261"/>
                    <a:pt x="251262" y="433515"/>
                  </a:cubicBezTo>
                  <a:cubicBezTo>
                    <a:pt x="251667" y="432769"/>
                    <a:pt x="252881" y="431276"/>
                    <a:pt x="253286" y="430530"/>
                  </a:cubicBezTo>
                  <a:cubicBezTo>
                    <a:pt x="254500" y="427546"/>
                    <a:pt x="255714" y="424561"/>
                    <a:pt x="256928" y="420830"/>
                  </a:cubicBezTo>
                  <a:cubicBezTo>
                    <a:pt x="256928" y="420084"/>
                    <a:pt x="256928" y="420084"/>
                    <a:pt x="257333" y="420084"/>
                  </a:cubicBezTo>
                  <a:cubicBezTo>
                    <a:pt x="257333" y="419338"/>
                    <a:pt x="257333" y="419338"/>
                    <a:pt x="257738" y="419338"/>
                  </a:cubicBezTo>
                  <a:cubicBezTo>
                    <a:pt x="258142" y="418592"/>
                    <a:pt x="258952" y="417846"/>
                    <a:pt x="259357" y="417100"/>
                  </a:cubicBezTo>
                  <a:lnTo>
                    <a:pt x="260571" y="414861"/>
                  </a:lnTo>
                  <a:cubicBezTo>
                    <a:pt x="262190" y="411130"/>
                    <a:pt x="263404" y="407400"/>
                    <a:pt x="264213" y="402923"/>
                  </a:cubicBezTo>
                  <a:cubicBezTo>
                    <a:pt x="264213" y="402176"/>
                    <a:pt x="264618" y="401430"/>
                    <a:pt x="264618" y="399938"/>
                  </a:cubicBezTo>
                  <a:cubicBezTo>
                    <a:pt x="265023" y="399192"/>
                    <a:pt x="265023" y="399192"/>
                    <a:pt x="265428" y="399192"/>
                  </a:cubicBezTo>
                  <a:cubicBezTo>
                    <a:pt x="265832" y="399192"/>
                    <a:pt x="265832" y="397700"/>
                    <a:pt x="266642" y="396953"/>
                  </a:cubicBezTo>
                  <a:cubicBezTo>
                    <a:pt x="267047" y="395461"/>
                    <a:pt x="267451" y="393969"/>
                    <a:pt x="268261" y="392476"/>
                  </a:cubicBezTo>
                  <a:cubicBezTo>
                    <a:pt x="269070" y="389492"/>
                    <a:pt x="269880" y="385761"/>
                    <a:pt x="270689" y="382776"/>
                  </a:cubicBezTo>
                  <a:cubicBezTo>
                    <a:pt x="270689" y="382030"/>
                    <a:pt x="271094" y="381284"/>
                    <a:pt x="271094" y="379792"/>
                  </a:cubicBezTo>
                  <a:cubicBezTo>
                    <a:pt x="271094" y="379792"/>
                    <a:pt x="271499" y="379792"/>
                    <a:pt x="271499" y="379046"/>
                  </a:cubicBezTo>
                  <a:cubicBezTo>
                    <a:pt x="273927" y="374569"/>
                    <a:pt x="275546" y="368600"/>
                    <a:pt x="276355" y="361884"/>
                  </a:cubicBezTo>
                  <a:cubicBezTo>
                    <a:pt x="276355" y="361138"/>
                    <a:pt x="276760" y="359646"/>
                    <a:pt x="276760" y="358900"/>
                  </a:cubicBezTo>
                  <a:cubicBezTo>
                    <a:pt x="277165" y="358900"/>
                    <a:pt x="277165" y="358153"/>
                    <a:pt x="277165" y="358153"/>
                  </a:cubicBezTo>
                  <a:cubicBezTo>
                    <a:pt x="279188" y="352930"/>
                    <a:pt x="280403" y="346961"/>
                    <a:pt x="280807" y="340992"/>
                  </a:cubicBezTo>
                  <a:lnTo>
                    <a:pt x="280807" y="338007"/>
                  </a:lnTo>
                  <a:cubicBezTo>
                    <a:pt x="282831" y="333530"/>
                    <a:pt x="283641" y="327561"/>
                    <a:pt x="284045" y="321592"/>
                  </a:cubicBezTo>
                  <a:lnTo>
                    <a:pt x="284045" y="314877"/>
                  </a:lnTo>
                  <a:cubicBezTo>
                    <a:pt x="286069" y="308907"/>
                    <a:pt x="286878" y="302192"/>
                    <a:pt x="286474" y="295477"/>
                  </a:cubicBezTo>
                  <a:cubicBezTo>
                    <a:pt x="286474" y="294730"/>
                    <a:pt x="286069" y="293984"/>
                    <a:pt x="286069" y="292492"/>
                  </a:cubicBezTo>
                  <a:cubicBezTo>
                    <a:pt x="286474" y="291746"/>
                    <a:pt x="286474" y="291746"/>
                    <a:pt x="286474" y="291000"/>
                  </a:cubicBezTo>
                  <a:cubicBezTo>
                    <a:pt x="287688" y="285030"/>
                    <a:pt x="288093" y="279061"/>
                    <a:pt x="287283" y="273092"/>
                  </a:cubicBezTo>
                  <a:cubicBezTo>
                    <a:pt x="287283" y="272346"/>
                    <a:pt x="286878" y="270854"/>
                    <a:pt x="286878" y="270107"/>
                  </a:cubicBezTo>
                  <a:cubicBezTo>
                    <a:pt x="288093" y="263392"/>
                    <a:pt x="288497" y="256677"/>
                    <a:pt x="287283" y="249961"/>
                  </a:cubicBezTo>
                  <a:cubicBezTo>
                    <a:pt x="287283" y="249215"/>
                    <a:pt x="286878" y="248469"/>
                    <a:pt x="286878" y="246977"/>
                  </a:cubicBezTo>
                  <a:cubicBezTo>
                    <a:pt x="287688" y="240261"/>
                    <a:pt x="287688" y="233546"/>
                    <a:pt x="286474" y="227577"/>
                  </a:cubicBezTo>
                  <a:lnTo>
                    <a:pt x="286474" y="226830"/>
                  </a:lnTo>
                  <a:cubicBezTo>
                    <a:pt x="286069" y="226084"/>
                    <a:pt x="286069" y="225338"/>
                    <a:pt x="286069" y="223846"/>
                  </a:cubicBezTo>
                  <a:cubicBezTo>
                    <a:pt x="286474" y="217130"/>
                    <a:pt x="286069" y="210415"/>
                    <a:pt x="284450" y="203700"/>
                  </a:cubicBezTo>
                  <a:cubicBezTo>
                    <a:pt x="284450" y="202954"/>
                    <a:pt x="284045" y="202207"/>
                    <a:pt x="284045" y="201461"/>
                  </a:cubicBezTo>
                  <a:cubicBezTo>
                    <a:pt x="284045" y="201461"/>
                    <a:pt x="284045" y="200715"/>
                    <a:pt x="283641" y="200715"/>
                  </a:cubicBezTo>
                  <a:lnTo>
                    <a:pt x="284045" y="199969"/>
                  </a:lnTo>
                  <a:lnTo>
                    <a:pt x="284045" y="194746"/>
                  </a:lnTo>
                  <a:cubicBezTo>
                    <a:pt x="283641" y="189523"/>
                    <a:pt x="282831" y="185046"/>
                    <a:pt x="281212" y="180569"/>
                  </a:cubicBezTo>
                  <a:cubicBezTo>
                    <a:pt x="281212" y="179823"/>
                    <a:pt x="280807" y="179077"/>
                    <a:pt x="280403" y="177584"/>
                  </a:cubicBezTo>
                  <a:cubicBezTo>
                    <a:pt x="280403" y="170869"/>
                    <a:pt x="279188" y="164154"/>
                    <a:pt x="277165" y="158931"/>
                  </a:cubicBezTo>
                  <a:cubicBezTo>
                    <a:pt x="276760" y="158184"/>
                    <a:pt x="276355" y="157438"/>
                    <a:pt x="276355" y="155946"/>
                  </a:cubicBezTo>
                  <a:cubicBezTo>
                    <a:pt x="275951" y="149231"/>
                    <a:pt x="274332" y="142515"/>
                    <a:pt x="271903" y="137292"/>
                  </a:cubicBezTo>
                  <a:cubicBezTo>
                    <a:pt x="271903" y="137292"/>
                    <a:pt x="271499" y="137292"/>
                    <a:pt x="271499" y="136546"/>
                  </a:cubicBezTo>
                  <a:lnTo>
                    <a:pt x="270689" y="135054"/>
                  </a:lnTo>
                  <a:cubicBezTo>
                    <a:pt x="270689" y="131323"/>
                    <a:pt x="269880" y="127592"/>
                    <a:pt x="268665" y="124607"/>
                  </a:cubicBezTo>
                  <a:cubicBezTo>
                    <a:pt x="268261" y="123115"/>
                    <a:pt x="267856" y="121623"/>
                    <a:pt x="267047" y="120877"/>
                  </a:cubicBezTo>
                  <a:cubicBezTo>
                    <a:pt x="266642" y="120131"/>
                    <a:pt x="266237" y="119384"/>
                    <a:pt x="265832" y="117892"/>
                  </a:cubicBezTo>
                  <a:cubicBezTo>
                    <a:pt x="265832" y="117892"/>
                    <a:pt x="265428" y="117892"/>
                    <a:pt x="265428" y="117146"/>
                  </a:cubicBezTo>
                  <a:cubicBezTo>
                    <a:pt x="265023" y="117146"/>
                    <a:pt x="265023" y="116400"/>
                    <a:pt x="264213" y="114907"/>
                  </a:cubicBezTo>
                  <a:cubicBezTo>
                    <a:pt x="263404" y="109684"/>
                    <a:pt x="262190" y="105954"/>
                    <a:pt x="260571" y="102223"/>
                  </a:cubicBezTo>
                  <a:lnTo>
                    <a:pt x="259357" y="99984"/>
                  </a:lnTo>
                  <a:lnTo>
                    <a:pt x="258547" y="98492"/>
                  </a:lnTo>
                  <a:cubicBezTo>
                    <a:pt x="258142" y="98492"/>
                    <a:pt x="258142" y="97746"/>
                    <a:pt x="257738" y="97000"/>
                  </a:cubicBezTo>
                  <a:lnTo>
                    <a:pt x="257333" y="97000"/>
                  </a:lnTo>
                  <a:cubicBezTo>
                    <a:pt x="256524" y="93269"/>
                    <a:pt x="255309" y="89538"/>
                    <a:pt x="253690" y="86554"/>
                  </a:cubicBezTo>
                  <a:cubicBezTo>
                    <a:pt x="253286" y="85061"/>
                    <a:pt x="252476" y="83569"/>
                    <a:pt x="251667" y="82823"/>
                  </a:cubicBezTo>
                  <a:cubicBezTo>
                    <a:pt x="251262" y="82077"/>
                    <a:pt x="250857" y="82077"/>
                    <a:pt x="250453" y="80584"/>
                  </a:cubicBezTo>
                  <a:cubicBezTo>
                    <a:pt x="250048" y="79092"/>
                    <a:pt x="249643" y="79838"/>
                    <a:pt x="248834" y="79092"/>
                  </a:cubicBezTo>
                  <a:cubicBezTo>
                    <a:pt x="248429" y="76108"/>
                    <a:pt x="247215" y="73869"/>
                    <a:pt x="246000" y="71631"/>
                  </a:cubicBezTo>
                  <a:lnTo>
                    <a:pt x="243977" y="67900"/>
                  </a:lnTo>
                  <a:cubicBezTo>
                    <a:pt x="243572" y="67154"/>
                    <a:pt x="243167" y="67154"/>
                    <a:pt x="242358" y="66408"/>
                  </a:cubicBezTo>
                  <a:cubicBezTo>
                    <a:pt x="241548" y="65661"/>
                    <a:pt x="241953" y="65661"/>
                    <a:pt x="241548" y="65661"/>
                  </a:cubicBezTo>
                  <a:lnTo>
                    <a:pt x="241144" y="64915"/>
                  </a:lnTo>
                  <a:cubicBezTo>
                    <a:pt x="240739" y="64915"/>
                    <a:pt x="240334" y="64169"/>
                    <a:pt x="239525" y="63423"/>
                  </a:cubicBezTo>
                  <a:cubicBezTo>
                    <a:pt x="238715" y="60438"/>
                    <a:pt x="237501" y="58200"/>
                    <a:pt x="236287" y="55961"/>
                  </a:cubicBezTo>
                  <a:lnTo>
                    <a:pt x="231835" y="56708"/>
                  </a:lnTo>
                  <a:lnTo>
                    <a:pt x="229406" y="53723"/>
                  </a:lnTo>
                  <a:lnTo>
                    <a:pt x="228597" y="52977"/>
                  </a:lnTo>
                  <a:lnTo>
                    <a:pt x="228192" y="52977"/>
                  </a:lnTo>
                  <a:cubicBezTo>
                    <a:pt x="227788" y="51484"/>
                    <a:pt x="227383" y="49992"/>
                    <a:pt x="226573" y="49246"/>
                  </a:cubicBezTo>
                  <a:lnTo>
                    <a:pt x="225764" y="47754"/>
                  </a:lnTo>
                  <a:lnTo>
                    <a:pt x="225359" y="47008"/>
                  </a:lnTo>
                  <a:cubicBezTo>
                    <a:pt x="224550" y="45515"/>
                    <a:pt x="223740" y="44769"/>
                    <a:pt x="222526" y="44023"/>
                  </a:cubicBezTo>
                  <a:cubicBezTo>
                    <a:pt x="221717" y="43277"/>
                    <a:pt x="220502" y="41785"/>
                    <a:pt x="219693" y="41038"/>
                  </a:cubicBezTo>
                  <a:cubicBezTo>
                    <a:pt x="219288" y="41038"/>
                    <a:pt x="219288" y="41038"/>
                    <a:pt x="219288" y="40292"/>
                  </a:cubicBezTo>
                  <a:cubicBezTo>
                    <a:pt x="219288" y="39546"/>
                    <a:pt x="218479" y="39546"/>
                    <a:pt x="218074" y="39546"/>
                  </a:cubicBezTo>
                  <a:cubicBezTo>
                    <a:pt x="217669" y="39546"/>
                    <a:pt x="217669" y="38800"/>
                    <a:pt x="217669" y="38800"/>
                  </a:cubicBezTo>
                  <a:cubicBezTo>
                    <a:pt x="216050" y="35815"/>
                    <a:pt x="214431" y="34323"/>
                    <a:pt x="212812" y="32085"/>
                  </a:cubicBezTo>
                  <a:cubicBezTo>
                    <a:pt x="212408" y="31338"/>
                    <a:pt x="212003" y="31338"/>
                    <a:pt x="211598" y="31338"/>
                  </a:cubicBezTo>
                  <a:cubicBezTo>
                    <a:pt x="210789" y="30592"/>
                    <a:pt x="209575" y="29846"/>
                    <a:pt x="208765" y="29100"/>
                  </a:cubicBezTo>
                  <a:cubicBezTo>
                    <a:pt x="208360" y="29100"/>
                    <a:pt x="207956" y="28354"/>
                    <a:pt x="207146" y="28354"/>
                  </a:cubicBezTo>
                  <a:cubicBezTo>
                    <a:pt x="207146" y="28354"/>
                    <a:pt x="207146" y="27608"/>
                    <a:pt x="206742" y="27608"/>
                  </a:cubicBezTo>
                  <a:cubicBezTo>
                    <a:pt x="205932" y="26115"/>
                    <a:pt x="205527" y="25369"/>
                    <a:pt x="204718" y="24623"/>
                  </a:cubicBezTo>
                  <a:cubicBezTo>
                    <a:pt x="204313" y="23877"/>
                    <a:pt x="203908" y="23877"/>
                    <a:pt x="203504" y="23877"/>
                  </a:cubicBezTo>
                  <a:cubicBezTo>
                    <a:pt x="203099" y="23131"/>
                    <a:pt x="202289" y="22385"/>
                    <a:pt x="201480" y="22385"/>
                  </a:cubicBezTo>
                  <a:cubicBezTo>
                    <a:pt x="200671" y="21638"/>
                    <a:pt x="199456" y="20892"/>
                    <a:pt x="198242" y="20146"/>
                  </a:cubicBezTo>
                  <a:cubicBezTo>
                    <a:pt x="197837" y="20146"/>
                    <a:pt x="197837" y="19400"/>
                    <a:pt x="197433" y="19400"/>
                  </a:cubicBezTo>
                  <a:lnTo>
                    <a:pt x="197028" y="19400"/>
                  </a:lnTo>
                  <a:cubicBezTo>
                    <a:pt x="196623" y="19400"/>
                    <a:pt x="196623" y="18654"/>
                    <a:pt x="195814" y="18654"/>
                  </a:cubicBezTo>
                  <a:lnTo>
                    <a:pt x="194600" y="16415"/>
                  </a:lnTo>
                  <a:cubicBezTo>
                    <a:pt x="194195" y="16415"/>
                    <a:pt x="194195" y="15669"/>
                    <a:pt x="193385" y="15669"/>
                  </a:cubicBezTo>
                  <a:cubicBezTo>
                    <a:pt x="192576" y="14923"/>
                    <a:pt x="192171" y="14177"/>
                    <a:pt x="191362" y="14177"/>
                  </a:cubicBezTo>
                  <a:cubicBezTo>
                    <a:pt x="190957" y="13431"/>
                    <a:pt x="190957" y="13431"/>
                    <a:pt x="190552" y="13431"/>
                  </a:cubicBezTo>
                  <a:cubicBezTo>
                    <a:pt x="189743" y="12685"/>
                    <a:pt x="189338" y="12685"/>
                    <a:pt x="188529" y="12685"/>
                  </a:cubicBezTo>
                  <a:cubicBezTo>
                    <a:pt x="187719" y="11938"/>
                    <a:pt x="186910" y="11938"/>
                    <a:pt x="185695" y="11938"/>
                  </a:cubicBezTo>
                  <a:lnTo>
                    <a:pt x="184077" y="11938"/>
                  </a:lnTo>
                  <a:cubicBezTo>
                    <a:pt x="182458" y="8954"/>
                    <a:pt x="180029" y="7461"/>
                    <a:pt x="177601" y="7461"/>
                  </a:cubicBezTo>
                  <a:cubicBezTo>
                    <a:pt x="176791" y="6715"/>
                    <a:pt x="175982" y="6715"/>
                    <a:pt x="174768" y="6715"/>
                  </a:cubicBezTo>
                  <a:lnTo>
                    <a:pt x="171935" y="6715"/>
                  </a:lnTo>
                  <a:cubicBezTo>
                    <a:pt x="171530" y="5969"/>
                    <a:pt x="171125" y="5223"/>
                    <a:pt x="170720" y="5223"/>
                  </a:cubicBezTo>
                  <a:cubicBezTo>
                    <a:pt x="168697" y="3731"/>
                    <a:pt x="167078" y="2985"/>
                    <a:pt x="165054" y="2985"/>
                  </a:cubicBezTo>
                  <a:cubicBezTo>
                    <a:pt x="164649" y="2238"/>
                    <a:pt x="163840" y="2238"/>
                    <a:pt x="163435" y="2238"/>
                  </a:cubicBezTo>
                  <a:lnTo>
                    <a:pt x="161007" y="2238"/>
                  </a:lnTo>
                  <a:cubicBezTo>
                    <a:pt x="160602" y="2238"/>
                    <a:pt x="160602" y="2985"/>
                    <a:pt x="160197" y="2985"/>
                  </a:cubicBezTo>
                  <a:cubicBezTo>
                    <a:pt x="159388" y="2238"/>
                    <a:pt x="158983" y="1492"/>
                    <a:pt x="158174" y="1492"/>
                  </a:cubicBezTo>
                  <a:cubicBezTo>
                    <a:pt x="156960" y="746"/>
                    <a:pt x="155341" y="0"/>
                    <a:pt x="153722" y="0"/>
                  </a:cubicBezTo>
                  <a:cubicBezTo>
                    <a:pt x="152912" y="0"/>
                    <a:pt x="152507" y="0"/>
                    <a:pt x="151698" y="746"/>
                  </a:cubicBezTo>
                  <a:lnTo>
                    <a:pt x="149270" y="746"/>
                  </a:lnTo>
                  <a:cubicBezTo>
                    <a:pt x="148865" y="746"/>
                    <a:pt x="148055" y="1492"/>
                    <a:pt x="147651" y="1492"/>
                  </a:cubicBezTo>
                  <a:cubicBezTo>
                    <a:pt x="146841" y="746"/>
                    <a:pt x="146436" y="746"/>
                    <a:pt x="145627" y="746"/>
                  </a:cubicBezTo>
                  <a:cubicBezTo>
                    <a:pt x="143603" y="0"/>
                    <a:pt x="141580" y="0"/>
                    <a:pt x="139556" y="746"/>
                  </a:cubicBezTo>
                  <a:lnTo>
                    <a:pt x="138747" y="746"/>
                  </a:lnTo>
                  <a:cubicBezTo>
                    <a:pt x="138342" y="746"/>
                    <a:pt x="137532" y="1492"/>
                    <a:pt x="137128" y="1492"/>
                  </a:cubicBezTo>
                  <a:cubicBezTo>
                    <a:pt x="136723" y="1492"/>
                    <a:pt x="136318" y="2238"/>
                    <a:pt x="135509" y="2238"/>
                  </a:cubicBezTo>
                  <a:cubicBezTo>
                    <a:pt x="134699" y="1492"/>
                    <a:pt x="133485" y="1492"/>
                    <a:pt x="132676" y="1492"/>
                  </a:cubicBezTo>
                  <a:lnTo>
                    <a:pt x="131057" y="1492"/>
                  </a:lnTo>
                  <a:cubicBezTo>
                    <a:pt x="130247" y="1492"/>
                    <a:pt x="129438" y="2238"/>
                    <a:pt x="128628" y="2238"/>
                  </a:cubicBezTo>
                  <a:cubicBezTo>
                    <a:pt x="127819" y="2238"/>
                    <a:pt x="127009" y="2985"/>
                    <a:pt x="125795" y="2985"/>
                  </a:cubicBezTo>
                  <a:cubicBezTo>
                    <a:pt x="125795" y="746"/>
                    <a:pt x="125390" y="746"/>
                    <a:pt x="124986" y="746"/>
                  </a:cubicBezTo>
                  <a:cubicBezTo>
                    <a:pt x="124581" y="1492"/>
                    <a:pt x="124581" y="1492"/>
                    <a:pt x="123771" y="1492"/>
                  </a:cubicBezTo>
                  <a:lnTo>
                    <a:pt x="123367" y="1492"/>
                  </a:lnTo>
                  <a:cubicBezTo>
                    <a:pt x="122557" y="746"/>
                    <a:pt x="121748" y="746"/>
                    <a:pt x="120938" y="746"/>
                  </a:cubicBezTo>
                  <a:lnTo>
                    <a:pt x="119319" y="746"/>
                  </a:lnTo>
                  <a:cubicBezTo>
                    <a:pt x="118510" y="1492"/>
                    <a:pt x="117296" y="1492"/>
                    <a:pt x="116082" y="1492"/>
                  </a:cubicBezTo>
                  <a:cubicBezTo>
                    <a:pt x="115272" y="2238"/>
                    <a:pt x="114463" y="2985"/>
                    <a:pt x="113248" y="2985"/>
                  </a:cubicBezTo>
                  <a:cubicBezTo>
                    <a:pt x="112844" y="3731"/>
                    <a:pt x="112844" y="3731"/>
                    <a:pt x="112439" y="3731"/>
                  </a:cubicBezTo>
                  <a:cubicBezTo>
                    <a:pt x="112034" y="3731"/>
                    <a:pt x="111630" y="4477"/>
                    <a:pt x="110820" y="4477"/>
                  </a:cubicBezTo>
                  <a:cubicBezTo>
                    <a:pt x="110415" y="3731"/>
                    <a:pt x="109606" y="3731"/>
                    <a:pt x="109201" y="3731"/>
                  </a:cubicBezTo>
                  <a:cubicBezTo>
                    <a:pt x="108392" y="3731"/>
                    <a:pt x="107582" y="3731"/>
                    <a:pt x="106368" y="4477"/>
                  </a:cubicBezTo>
                  <a:cubicBezTo>
                    <a:pt x="104344" y="5969"/>
                    <a:pt x="102321" y="6715"/>
                    <a:pt x="100297" y="8954"/>
                  </a:cubicBezTo>
                  <a:cubicBezTo>
                    <a:pt x="99892" y="8954"/>
                    <a:pt x="99892" y="9700"/>
                    <a:pt x="99892" y="9700"/>
                  </a:cubicBezTo>
                  <a:cubicBezTo>
                    <a:pt x="99892" y="9700"/>
                    <a:pt x="99488" y="10446"/>
                    <a:pt x="99083" y="10446"/>
                  </a:cubicBezTo>
                  <a:lnTo>
                    <a:pt x="98678" y="10446"/>
                  </a:lnTo>
                  <a:cubicBezTo>
                    <a:pt x="97464" y="10446"/>
                    <a:pt x="95845" y="10446"/>
                    <a:pt x="94631" y="11192"/>
                  </a:cubicBezTo>
                  <a:cubicBezTo>
                    <a:pt x="93417" y="11938"/>
                    <a:pt x="92202" y="12685"/>
                    <a:pt x="90988" y="14177"/>
                  </a:cubicBezTo>
                  <a:cubicBezTo>
                    <a:pt x="90583" y="14923"/>
                    <a:pt x="90583" y="14923"/>
                    <a:pt x="90179" y="14923"/>
                  </a:cubicBezTo>
                  <a:cubicBezTo>
                    <a:pt x="89774" y="15669"/>
                    <a:pt x="89369" y="15669"/>
                    <a:pt x="88965" y="16415"/>
                  </a:cubicBezTo>
                  <a:lnTo>
                    <a:pt x="88560" y="16415"/>
                  </a:lnTo>
                  <a:cubicBezTo>
                    <a:pt x="88560" y="17161"/>
                    <a:pt x="88155" y="17161"/>
                    <a:pt x="88155" y="17161"/>
                  </a:cubicBezTo>
                  <a:lnTo>
                    <a:pt x="87750" y="17161"/>
                  </a:lnTo>
                  <a:cubicBezTo>
                    <a:pt x="86131" y="17908"/>
                    <a:pt x="84513" y="18654"/>
                    <a:pt x="82894" y="20146"/>
                  </a:cubicBezTo>
                  <a:cubicBezTo>
                    <a:pt x="82084" y="22385"/>
                    <a:pt x="82084" y="23131"/>
                    <a:pt x="81275" y="23131"/>
                  </a:cubicBezTo>
                  <a:cubicBezTo>
                    <a:pt x="81275" y="23131"/>
                    <a:pt x="81275" y="23877"/>
                    <a:pt x="80870" y="23877"/>
                  </a:cubicBezTo>
                  <a:cubicBezTo>
                    <a:pt x="80060" y="24623"/>
                    <a:pt x="78846" y="26115"/>
                    <a:pt x="77632" y="27608"/>
                  </a:cubicBezTo>
                  <a:lnTo>
                    <a:pt x="77227" y="28354"/>
                  </a:lnTo>
                  <a:lnTo>
                    <a:pt x="76418" y="29846"/>
                  </a:lnTo>
                  <a:cubicBezTo>
                    <a:pt x="75204" y="29846"/>
                    <a:pt x="74394" y="30592"/>
                    <a:pt x="73180" y="30592"/>
                  </a:cubicBezTo>
                  <a:cubicBezTo>
                    <a:pt x="72775" y="31338"/>
                    <a:pt x="71561" y="32085"/>
                    <a:pt x="70347" y="33577"/>
                  </a:cubicBezTo>
                  <a:cubicBezTo>
                    <a:pt x="69133" y="35069"/>
                    <a:pt x="67919" y="36561"/>
                    <a:pt x="66704" y="38800"/>
                  </a:cubicBezTo>
                  <a:lnTo>
                    <a:pt x="66704" y="39546"/>
                  </a:lnTo>
                  <a:cubicBezTo>
                    <a:pt x="66300" y="39546"/>
                    <a:pt x="65895" y="40292"/>
                    <a:pt x="65490" y="41038"/>
                  </a:cubicBezTo>
                  <a:lnTo>
                    <a:pt x="65085" y="41038"/>
                  </a:lnTo>
                  <a:cubicBezTo>
                    <a:pt x="63871" y="41785"/>
                    <a:pt x="63062" y="42531"/>
                    <a:pt x="61848" y="43277"/>
                  </a:cubicBezTo>
                  <a:cubicBezTo>
                    <a:pt x="60633" y="44769"/>
                    <a:pt x="59824" y="46261"/>
                    <a:pt x="58610" y="47754"/>
                  </a:cubicBezTo>
                  <a:lnTo>
                    <a:pt x="57800" y="49246"/>
                  </a:lnTo>
                  <a:cubicBezTo>
                    <a:pt x="57396" y="49992"/>
                    <a:pt x="56991" y="50738"/>
                    <a:pt x="56181" y="51484"/>
                  </a:cubicBezTo>
                  <a:cubicBezTo>
                    <a:pt x="55372" y="52231"/>
                    <a:pt x="55777" y="52231"/>
                    <a:pt x="55777" y="52231"/>
                  </a:cubicBezTo>
                  <a:cubicBezTo>
                    <a:pt x="55777" y="52977"/>
                    <a:pt x="55372" y="52977"/>
                    <a:pt x="55372" y="52977"/>
                  </a:cubicBezTo>
                  <a:cubicBezTo>
                    <a:pt x="54967" y="53723"/>
                    <a:pt x="54967" y="53723"/>
                    <a:pt x="54158" y="53723"/>
                  </a:cubicBezTo>
                  <a:cubicBezTo>
                    <a:pt x="52539" y="55215"/>
                    <a:pt x="51325" y="56708"/>
                    <a:pt x="50110" y="58946"/>
                  </a:cubicBezTo>
                  <a:cubicBezTo>
                    <a:pt x="48896" y="60438"/>
                    <a:pt x="48087" y="62677"/>
                    <a:pt x="46872" y="64915"/>
                  </a:cubicBezTo>
                  <a:cubicBezTo>
                    <a:pt x="46872" y="65661"/>
                    <a:pt x="46468" y="66408"/>
                    <a:pt x="46063" y="67900"/>
                  </a:cubicBezTo>
                  <a:cubicBezTo>
                    <a:pt x="45254" y="68646"/>
                    <a:pt x="44849" y="69392"/>
                    <a:pt x="44039" y="69392"/>
                  </a:cubicBezTo>
                  <a:cubicBezTo>
                    <a:pt x="43635" y="70138"/>
                    <a:pt x="43230" y="70884"/>
                    <a:pt x="42825" y="70884"/>
                  </a:cubicBezTo>
                  <a:lnTo>
                    <a:pt x="41611" y="73123"/>
                  </a:lnTo>
                  <a:cubicBezTo>
                    <a:pt x="41206" y="73869"/>
                    <a:pt x="40801" y="74615"/>
                    <a:pt x="40801" y="75361"/>
                  </a:cubicBezTo>
                  <a:lnTo>
                    <a:pt x="39183" y="78346"/>
                  </a:lnTo>
                  <a:cubicBezTo>
                    <a:pt x="38778" y="79092"/>
                    <a:pt x="38373" y="79838"/>
                    <a:pt x="37968" y="81331"/>
                  </a:cubicBezTo>
                  <a:cubicBezTo>
                    <a:pt x="37968" y="82077"/>
                    <a:pt x="37564" y="82823"/>
                    <a:pt x="37159" y="84315"/>
                  </a:cubicBezTo>
                  <a:cubicBezTo>
                    <a:pt x="36349" y="85061"/>
                    <a:pt x="35945" y="85808"/>
                    <a:pt x="35540" y="86554"/>
                  </a:cubicBezTo>
                  <a:cubicBezTo>
                    <a:pt x="34731" y="87300"/>
                    <a:pt x="33921" y="88792"/>
                    <a:pt x="33516" y="90284"/>
                  </a:cubicBezTo>
                  <a:cubicBezTo>
                    <a:pt x="32707" y="91777"/>
                    <a:pt x="32302" y="92523"/>
                    <a:pt x="31897" y="94015"/>
                  </a:cubicBezTo>
                  <a:cubicBezTo>
                    <a:pt x="31088" y="95508"/>
                    <a:pt x="30683" y="97746"/>
                    <a:pt x="30278" y="99238"/>
                  </a:cubicBezTo>
                  <a:cubicBezTo>
                    <a:pt x="30278" y="99984"/>
                    <a:pt x="29874" y="100731"/>
                    <a:pt x="29874" y="102223"/>
                  </a:cubicBezTo>
                  <a:cubicBezTo>
                    <a:pt x="29469" y="102223"/>
                    <a:pt x="29064" y="102969"/>
                    <a:pt x="28255" y="103715"/>
                  </a:cubicBezTo>
                  <a:lnTo>
                    <a:pt x="27041" y="105954"/>
                  </a:lnTo>
                  <a:cubicBezTo>
                    <a:pt x="25422" y="109684"/>
                    <a:pt x="24207" y="113415"/>
                    <a:pt x="23398" y="117892"/>
                  </a:cubicBezTo>
                  <a:cubicBezTo>
                    <a:pt x="23398" y="118638"/>
                    <a:pt x="22993" y="119384"/>
                    <a:pt x="22993" y="120877"/>
                  </a:cubicBezTo>
                  <a:lnTo>
                    <a:pt x="22184" y="122369"/>
                  </a:lnTo>
                  <a:cubicBezTo>
                    <a:pt x="21779" y="123115"/>
                    <a:pt x="21374" y="123861"/>
                    <a:pt x="20970" y="123861"/>
                  </a:cubicBezTo>
                  <a:cubicBezTo>
                    <a:pt x="20565" y="125354"/>
                    <a:pt x="19755" y="126846"/>
                    <a:pt x="19351" y="128338"/>
                  </a:cubicBezTo>
                  <a:cubicBezTo>
                    <a:pt x="18541" y="131323"/>
                    <a:pt x="17732" y="135054"/>
                    <a:pt x="16922" y="138038"/>
                  </a:cubicBezTo>
                  <a:lnTo>
                    <a:pt x="16922" y="138784"/>
                  </a:lnTo>
                  <a:cubicBezTo>
                    <a:pt x="16922" y="139531"/>
                    <a:pt x="16518" y="140277"/>
                    <a:pt x="16518" y="141023"/>
                  </a:cubicBezTo>
                  <a:cubicBezTo>
                    <a:pt x="13684" y="145500"/>
                    <a:pt x="12066" y="152215"/>
                    <a:pt x="11661" y="158931"/>
                  </a:cubicBezTo>
                  <a:cubicBezTo>
                    <a:pt x="11661" y="159677"/>
                    <a:pt x="11256" y="161169"/>
                    <a:pt x="11256" y="161915"/>
                  </a:cubicBezTo>
                  <a:cubicBezTo>
                    <a:pt x="11256" y="162661"/>
                    <a:pt x="10851" y="162661"/>
                    <a:pt x="10851" y="162661"/>
                  </a:cubicBezTo>
                  <a:cubicBezTo>
                    <a:pt x="10042" y="164900"/>
                    <a:pt x="9232" y="167138"/>
                    <a:pt x="8423" y="170123"/>
                  </a:cubicBezTo>
                  <a:cubicBezTo>
                    <a:pt x="8018" y="173107"/>
                    <a:pt x="7613" y="176092"/>
                    <a:pt x="7209" y="179823"/>
                  </a:cubicBezTo>
                  <a:lnTo>
                    <a:pt x="7209" y="182807"/>
                  </a:lnTo>
                  <a:cubicBezTo>
                    <a:pt x="4780" y="188030"/>
                    <a:pt x="3971" y="194746"/>
                    <a:pt x="3971" y="201461"/>
                  </a:cubicBezTo>
                  <a:lnTo>
                    <a:pt x="3971" y="204446"/>
                  </a:lnTo>
                  <a:cubicBezTo>
                    <a:pt x="3566" y="204446"/>
                    <a:pt x="3566" y="205192"/>
                    <a:pt x="3566" y="205192"/>
                  </a:cubicBezTo>
                  <a:cubicBezTo>
                    <a:pt x="2352" y="211161"/>
                    <a:pt x="1543" y="217130"/>
                    <a:pt x="1947" y="223100"/>
                  </a:cubicBezTo>
                  <a:cubicBezTo>
                    <a:pt x="1947" y="223846"/>
                    <a:pt x="1947" y="225338"/>
                    <a:pt x="2352" y="226084"/>
                  </a:cubicBezTo>
                  <a:cubicBezTo>
                    <a:pt x="733" y="232054"/>
                    <a:pt x="328" y="238769"/>
                    <a:pt x="733" y="245484"/>
                  </a:cubicBezTo>
                  <a:cubicBezTo>
                    <a:pt x="733" y="246230"/>
                    <a:pt x="1138" y="247723"/>
                    <a:pt x="1138" y="248469"/>
                  </a:cubicBezTo>
                  <a:cubicBezTo>
                    <a:pt x="-76" y="255184"/>
                    <a:pt x="-481" y="261900"/>
                    <a:pt x="733" y="268615"/>
                  </a:cubicBezTo>
                  <a:cubicBezTo>
                    <a:pt x="733" y="269361"/>
                    <a:pt x="1138" y="270107"/>
                    <a:pt x="1138" y="271600"/>
                  </a:cubicBezTo>
                  <a:cubicBezTo>
                    <a:pt x="328" y="278315"/>
                    <a:pt x="328" y="285030"/>
                    <a:pt x="1543" y="291746"/>
                  </a:cubicBezTo>
                  <a:cubicBezTo>
                    <a:pt x="1543" y="292492"/>
                    <a:pt x="1947" y="293238"/>
                    <a:pt x="1947" y="294730"/>
                  </a:cubicBezTo>
                  <a:cubicBezTo>
                    <a:pt x="1543" y="301446"/>
                    <a:pt x="1947" y="308161"/>
                    <a:pt x="3566" y="314877"/>
                  </a:cubicBezTo>
                  <a:cubicBezTo>
                    <a:pt x="3971" y="315623"/>
                    <a:pt x="4376" y="316369"/>
                    <a:pt x="4376" y="317861"/>
                  </a:cubicBezTo>
                  <a:cubicBezTo>
                    <a:pt x="3971" y="324577"/>
                    <a:pt x="4780" y="331292"/>
                    <a:pt x="6804" y="337261"/>
                  </a:cubicBezTo>
                  <a:cubicBezTo>
                    <a:pt x="6804" y="338007"/>
                    <a:pt x="7209" y="338753"/>
                    <a:pt x="7613" y="340246"/>
                  </a:cubicBezTo>
                  <a:cubicBezTo>
                    <a:pt x="7209" y="343977"/>
                    <a:pt x="7613" y="347707"/>
                    <a:pt x="8423" y="350692"/>
                  </a:cubicBezTo>
                  <a:cubicBezTo>
                    <a:pt x="8828" y="353677"/>
                    <a:pt x="10042" y="355915"/>
                    <a:pt x="10851" y="358900"/>
                  </a:cubicBezTo>
                  <a:cubicBezTo>
                    <a:pt x="11256" y="359646"/>
                    <a:pt x="11661" y="360392"/>
                    <a:pt x="11661" y="361884"/>
                  </a:cubicBezTo>
                  <a:cubicBezTo>
                    <a:pt x="12066" y="368600"/>
                    <a:pt x="13684" y="375315"/>
                    <a:pt x="16113" y="379792"/>
                  </a:cubicBezTo>
                  <a:cubicBezTo>
                    <a:pt x="16518" y="380538"/>
                    <a:pt x="16922" y="381284"/>
                    <a:pt x="16922" y="382030"/>
                  </a:cubicBezTo>
                  <a:cubicBezTo>
                    <a:pt x="17327" y="385761"/>
                    <a:pt x="18137" y="389492"/>
                    <a:pt x="19351" y="392476"/>
                  </a:cubicBezTo>
                  <a:cubicBezTo>
                    <a:pt x="19755" y="393969"/>
                    <a:pt x="20160" y="395461"/>
                    <a:pt x="20970" y="396953"/>
                  </a:cubicBezTo>
                  <a:lnTo>
                    <a:pt x="22184" y="399192"/>
                  </a:lnTo>
                  <a:lnTo>
                    <a:pt x="22589" y="399938"/>
                  </a:lnTo>
                  <a:lnTo>
                    <a:pt x="23803" y="402176"/>
                  </a:lnTo>
                  <a:cubicBezTo>
                    <a:pt x="24207" y="407400"/>
                    <a:pt x="25826" y="411876"/>
                    <a:pt x="27445" y="414861"/>
                  </a:cubicBezTo>
                  <a:lnTo>
                    <a:pt x="28660" y="417100"/>
                  </a:lnTo>
                  <a:lnTo>
                    <a:pt x="29469" y="418592"/>
                  </a:lnTo>
                  <a:cubicBezTo>
                    <a:pt x="29874" y="418592"/>
                    <a:pt x="30278" y="419338"/>
                    <a:pt x="30683" y="420830"/>
                  </a:cubicBezTo>
                  <a:cubicBezTo>
                    <a:pt x="31088" y="423069"/>
                    <a:pt x="31493" y="425307"/>
                    <a:pt x="32302" y="426799"/>
                  </a:cubicBezTo>
                  <a:cubicBezTo>
                    <a:pt x="32707" y="428292"/>
                    <a:pt x="33516" y="429784"/>
                    <a:pt x="33921" y="430530"/>
                  </a:cubicBezTo>
                  <a:cubicBezTo>
                    <a:pt x="34326" y="432023"/>
                    <a:pt x="35135" y="433515"/>
                    <a:pt x="35945" y="434261"/>
                  </a:cubicBezTo>
                  <a:lnTo>
                    <a:pt x="37159" y="436500"/>
                  </a:lnTo>
                  <a:cubicBezTo>
                    <a:pt x="37564" y="436500"/>
                    <a:pt x="37968" y="437246"/>
                    <a:pt x="38778" y="437992"/>
                  </a:cubicBezTo>
                  <a:lnTo>
                    <a:pt x="39992" y="442469"/>
                  </a:lnTo>
                  <a:cubicBezTo>
                    <a:pt x="40397" y="443961"/>
                    <a:pt x="40801" y="444707"/>
                    <a:pt x="41611" y="445453"/>
                  </a:cubicBezTo>
                  <a:lnTo>
                    <a:pt x="42420" y="446946"/>
                  </a:lnTo>
                  <a:cubicBezTo>
                    <a:pt x="42825" y="447692"/>
                    <a:pt x="43230" y="447692"/>
                    <a:pt x="43635" y="449184"/>
                  </a:cubicBezTo>
                  <a:cubicBezTo>
                    <a:pt x="44039" y="449930"/>
                    <a:pt x="44444" y="449930"/>
                    <a:pt x="44849" y="450676"/>
                  </a:cubicBezTo>
                  <a:cubicBezTo>
                    <a:pt x="45254" y="451423"/>
                    <a:pt x="46063" y="451423"/>
                    <a:pt x="46468" y="452169"/>
                  </a:cubicBezTo>
                  <a:cubicBezTo>
                    <a:pt x="46872" y="452169"/>
                    <a:pt x="47277" y="452915"/>
                    <a:pt x="48087" y="453661"/>
                  </a:cubicBezTo>
                  <a:cubicBezTo>
                    <a:pt x="48896" y="456646"/>
                    <a:pt x="50110" y="458884"/>
                    <a:pt x="51325" y="461123"/>
                  </a:cubicBezTo>
                  <a:cubicBezTo>
                    <a:pt x="52539" y="462615"/>
                    <a:pt x="53753" y="464853"/>
                    <a:pt x="55372" y="466346"/>
                  </a:cubicBezTo>
                  <a:cubicBezTo>
                    <a:pt x="54967" y="467092"/>
                    <a:pt x="54967" y="467092"/>
                    <a:pt x="55372" y="467838"/>
                  </a:cubicBezTo>
                  <a:close/>
                  <a:moveTo>
                    <a:pt x="56991" y="431276"/>
                  </a:moveTo>
                  <a:cubicBezTo>
                    <a:pt x="56586" y="431276"/>
                    <a:pt x="56586" y="430530"/>
                    <a:pt x="56181" y="430530"/>
                  </a:cubicBezTo>
                  <a:cubicBezTo>
                    <a:pt x="55777" y="430530"/>
                    <a:pt x="55372" y="429038"/>
                    <a:pt x="54562" y="427546"/>
                  </a:cubicBezTo>
                  <a:cubicBezTo>
                    <a:pt x="53348" y="426053"/>
                    <a:pt x="52134" y="424561"/>
                    <a:pt x="50920" y="423815"/>
                  </a:cubicBezTo>
                  <a:cubicBezTo>
                    <a:pt x="50920" y="422323"/>
                    <a:pt x="50515" y="421576"/>
                    <a:pt x="50515" y="420084"/>
                  </a:cubicBezTo>
                  <a:cubicBezTo>
                    <a:pt x="50110" y="419338"/>
                    <a:pt x="49706" y="417846"/>
                    <a:pt x="49301" y="417100"/>
                  </a:cubicBezTo>
                  <a:cubicBezTo>
                    <a:pt x="49706" y="416353"/>
                    <a:pt x="50110" y="416353"/>
                    <a:pt x="50515" y="416353"/>
                  </a:cubicBezTo>
                  <a:cubicBezTo>
                    <a:pt x="50920" y="415607"/>
                    <a:pt x="51729" y="415607"/>
                    <a:pt x="52134" y="416353"/>
                  </a:cubicBezTo>
                  <a:cubicBezTo>
                    <a:pt x="52539" y="416353"/>
                    <a:pt x="52943" y="416353"/>
                    <a:pt x="52943" y="417100"/>
                  </a:cubicBezTo>
                  <a:cubicBezTo>
                    <a:pt x="53753" y="417846"/>
                    <a:pt x="54158" y="418592"/>
                    <a:pt x="54562" y="419338"/>
                  </a:cubicBezTo>
                  <a:cubicBezTo>
                    <a:pt x="54967" y="420084"/>
                    <a:pt x="55372" y="420084"/>
                    <a:pt x="55777" y="420830"/>
                  </a:cubicBezTo>
                  <a:cubicBezTo>
                    <a:pt x="56181" y="420830"/>
                    <a:pt x="56181" y="420830"/>
                    <a:pt x="56181" y="421576"/>
                  </a:cubicBezTo>
                  <a:cubicBezTo>
                    <a:pt x="56586" y="422323"/>
                    <a:pt x="57800" y="423069"/>
                    <a:pt x="58205" y="424561"/>
                  </a:cubicBezTo>
                  <a:cubicBezTo>
                    <a:pt x="58610" y="426053"/>
                    <a:pt x="58610" y="425307"/>
                    <a:pt x="59014" y="425307"/>
                  </a:cubicBezTo>
                  <a:cubicBezTo>
                    <a:pt x="59419" y="426053"/>
                    <a:pt x="59824" y="426053"/>
                    <a:pt x="60633" y="426053"/>
                  </a:cubicBezTo>
                  <a:cubicBezTo>
                    <a:pt x="60229" y="427546"/>
                    <a:pt x="59419" y="429038"/>
                    <a:pt x="59014" y="429784"/>
                  </a:cubicBezTo>
                  <a:cubicBezTo>
                    <a:pt x="58610" y="430530"/>
                    <a:pt x="58610" y="430530"/>
                    <a:pt x="58205" y="430530"/>
                  </a:cubicBezTo>
                  <a:cubicBezTo>
                    <a:pt x="57800" y="430530"/>
                    <a:pt x="57396" y="431276"/>
                    <a:pt x="56991" y="431276"/>
                  </a:cubicBezTo>
                  <a:close/>
                  <a:moveTo>
                    <a:pt x="22184" y="337261"/>
                  </a:moveTo>
                  <a:cubicBezTo>
                    <a:pt x="22589" y="334276"/>
                    <a:pt x="22589" y="331292"/>
                    <a:pt x="21779" y="328307"/>
                  </a:cubicBezTo>
                  <a:cubicBezTo>
                    <a:pt x="21374" y="326815"/>
                    <a:pt x="20970" y="325323"/>
                    <a:pt x="20565" y="323084"/>
                  </a:cubicBezTo>
                  <a:cubicBezTo>
                    <a:pt x="20160" y="320846"/>
                    <a:pt x="19755" y="319353"/>
                    <a:pt x="18946" y="317861"/>
                  </a:cubicBezTo>
                  <a:lnTo>
                    <a:pt x="18541" y="317861"/>
                  </a:lnTo>
                  <a:lnTo>
                    <a:pt x="18946" y="317115"/>
                  </a:lnTo>
                  <a:cubicBezTo>
                    <a:pt x="19351" y="314130"/>
                    <a:pt x="19351" y="311146"/>
                    <a:pt x="18946" y="308161"/>
                  </a:cubicBezTo>
                  <a:cubicBezTo>
                    <a:pt x="18541" y="304430"/>
                    <a:pt x="17732" y="300700"/>
                    <a:pt x="16518" y="296969"/>
                  </a:cubicBezTo>
                  <a:cubicBezTo>
                    <a:pt x="17327" y="292492"/>
                    <a:pt x="17327" y="288015"/>
                    <a:pt x="16518" y="283538"/>
                  </a:cubicBezTo>
                  <a:cubicBezTo>
                    <a:pt x="16113" y="281300"/>
                    <a:pt x="15708" y="279061"/>
                    <a:pt x="14899" y="276823"/>
                  </a:cubicBezTo>
                  <a:lnTo>
                    <a:pt x="15708" y="273838"/>
                  </a:lnTo>
                  <a:lnTo>
                    <a:pt x="16113" y="273838"/>
                  </a:lnTo>
                  <a:cubicBezTo>
                    <a:pt x="16518" y="273838"/>
                    <a:pt x="17732" y="274584"/>
                    <a:pt x="18541" y="274584"/>
                  </a:cubicBezTo>
                  <a:cubicBezTo>
                    <a:pt x="18946" y="274584"/>
                    <a:pt x="19351" y="273838"/>
                    <a:pt x="20160" y="273838"/>
                  </a:cubicBezTo>
                  <a:lnTo>
                    <a:pt x="21374" y="273838"/>
                  </a:lnTo>
                  <a:cubicBezTo>
                    <a:pt x="21779" y="273092"/>
                    <a:pt x="22184" y="273092"/>
                    <a:pt x="22993" y="273092"/>
                  </a:cubicBezTo>
                  <a:cubicBezTo>
                    <a:pt x="24207" y="273838"/>
                    <a:pt x="25422" y="273838"/>
                    <a:pt x="26636" y="273838"/>
                  </a:cubicBezTo>
                  <a:cubicBezTo>
                    <a:pt x="27041" y="273092"/>
                    <a:pt x="27445" y="273092"/>
                    <a:pt x="27850" y="273092"/>
                  </a:cubicBezTo>
                  <a:cubicBezTo>
                    <a:pt x="28660" y="273092"/>
                    <a:pt x="29469" y="272346"/>
                    <a:pt x="30278" y="272346"/>
                  </a:cubicBezTo>
                  <a:cubicBezTo>
                    <a:pt x="31088" y="272346"/>
                    <a:pt x="31088" y="273092"/>
                    <a:pt x="31897" y="273092"/>
                  </a:cubicBezTo>
                  <a:cubicBezTo>
                    <a:pt x="32707" y="273092"/>
                    <a:pt x="33112" y="273838"/>
                    <a:pt x="33516" y="273838"/>
                  </a:cubicBezTo>
                  <a:cubicBezTo>
                    <a:pt x="33921" y="273838"/>
                    <a:pt x="34731" y="273092"/>
                    <a:pt x="35540" y="273092"/>
                  </a:cubicBezTo>
                  <a:cubicBezTo>
                    <a:pt x="36349" y="273092"/>
                    <a:pt x="37159" y="272346"/>
                    <a:pt x="37968" y="272346"/>
                  </a:cubicBezTo>
                  <a:cubicBezTo>
                    <a:pt x="38373" y="272346"/>
                    <a:pt x="38778" y="273092"/>
                    <a:pt x="39587" y="273092"/>
                  </a:cubicBezTo>
                  <a:cubicBezTo>
                    <a:pt x="39992" y="273092"/>
                    <a:pt x="40397" y="273838"/>
                    <a:pt x="41206" y="273838"/>
                  </a:cubicBezTo>
                  <a:lnTo>
                    <a:pt x="42016" y="273838"/>
                  </a:lnTo>
                  <a:cubicBezTo>
                    <a:pt x="42420" y="273092"/>
                    <a:pt x="42825" y="273092"/>
                    <a:pt x="43230" y="273092"/>
                  </a:cubicBezTo>
                  <a:lnTo>
                    <a:pt x="44444" y="273092"/>
                  </a:lnTo>
                  <a:cubicBezTo>
                    <a:pt x="44849" y="272346"/>
                    <a:pt x="45254" y="272346"/>
                    <a:pt x="46063" y="272346"/>
                  </a:cubicBezTo>
                  <a:cubicBezTo>
                    <a:pt x="47682" y="273092"/>
                    <a:pt x="49301" y="273092"/>
                    <a:pt x="50920" y="273092"/>
                  </a:cubicBezTo>
                  <a:cubicBezTo>
                    <a:pt x="51729" y="273092"/>
                    <a:pt x="52539" y="273092"/>
                    <a:pt x="53753" y="272346"/>
                  </a:cubicBezTo>
                  <a:cubicBezTo>
                    <a:pt x="54158" y="272346"/>
                    <a:pt x="54562" y="273092"/>
                    <a:pt x="55372" y="273092"/>
                  </a:cubicBezTo>
                  <a:cubicBezTo>
                    <a:pt x="56181" y="273092"/>
                    <a:pt x="56586" y="273838"/>
                    <a:pt x="56991" y="273838"/>
                  </a:cubicBezTo>
                  <a:cubicBezTo>
                    <a:pt x="57396" y="273838"/>
                    <a:pt x="58205" y="273092"/>
                    <a:pt x="59014" y="273092"/>
                  </a:cubicBezTo>
                  <a:lnTo>
                    <a:pt x="59824" y="273092"/>
                  </a:lnTo>
                  <a:cubicBezTo>
                    <a:pt x="60229" y="273092"/>
                    <a:pt x="60633" y="272346"/>
                    <a:pt x="61443" y="272346"/>
                  </a:cubicBezTo>
                  <a:cubicBezTo>
                    <a:pt x="61848" y="273092"/>
                    <a:pt x="62657" y="273092"/>
                    <a:pt x="63062" y="273092"/>
                  </a:cubicBezTo>
                  <a:cubicBezTo>
                    <a:pt x="64276" y="273838"/>
                    <a:pt x="65085" y="273838"/>
                    <a:pt x="66300" y="273092"/>
                  </a:cubicBezTo>
                  <a:lnTo>
                    <a:pt x="67919" y="273092"/>
                  </a:lnTo>
                  <a:cubicBezTo>
                    <a:pt x="68323" y="272346"/>
                    <a:pt x="68323" y="272346"/>
                    <a:pt x="69133" y="272346"/>
                  </a:cubicBezTo>
                  <a:cubicBezTo>
                    <a:pt x="69942" y="273092"/>
                    <a:pt x="70752" y="273092"/>
                    <a:pt x="71966" y="273092"/>
                  </a:cubicBezTo>
                  <a:cubicBezTo>
                    <a:pt x="72775" y="273092"/>
                    <a:pt x="73585" y="272346"/>
                    <a:pt x="74799" y="272346"/>
                  </a:cubicBezTo>
                  <a:cubicBezTo>
                    <a:pt x="76013" y="272346"/>
                    <a:pt x="76418" y="271600"/>
                    <a:pt x="76823" y="271600"/>
                  </a:cubicBezTo>
                  <a:cubicBezTo>
                    <a:pt x="77632" y="272346"/>
                    <a:pt x="78037" y="272346"/>
                    <a:pt x="78846" y="272346"/>
                  </a:cubicBezTo>
                  <a:lnTo>
                    <a:pt x="79251" y="273092"/>
                  </a:lnTo>
                  <a:cubicBezTo>
                    <a:pt x="79656" y="274584"/>
                    <a:pt x="79656" y="275330"/>
                    <a:pt x="79656" y="276823"/>
                  </a:cubicBezTo>
                  <a:cubicBezTo>
                    <a:pt x="79656" y="277569"/>
                    <a:pt x="80060" y="279061"/>
                    <a:pt x="80060" y="279807"/>
                  </a:cubicBezTo>
                  <a:cubicBezTo>
                    <a:pt x="79656" y="283538"/>
                    <a:pt x="80060" y="287269"/>
                    <a:pt x="81275" y="291000"/>
                  </a:cubicBezTo>
                  <a:cubicBezTo>
                    <a:pt x="81275" y="291746"/>
                    <a:pt x="81679" y="293238"/>
                    <a:pt x="81679" y="293984"/>
                  </a:cubicBezTo>
                  <a:cubicBezTo>
                    <a:pt x="81679" y="294730"/>
                    <a:pt x="81679" y="296223"/>
                    <a:pt x="82084" y="296969"/>
                  </a:cubicBezTo>
                  <a:cubicBezTo>
                    <a:pt x="82084" y="297715"/>
                    <a:pt x="82084" y="298461"/>
                    <a:pt x="82489" y="298461"/>
                  </a:cubicBezTo>
                  <a:cubicBezTo>
                    <a:pt x="82894" y="299953"/>
                    <a:pt x="83298" y="302192"/>
                    <a:pt x="84108" y="305177"/>
                  </a:cubicBezTo>
                  <a:cubicBezTo>
                    <a:pt x="84513" y="305923"/>
                    <a:pt x="84917" y="306669"/>
                    <a:pt x="84917" y="308161"/>
                  </a:cubicBezTo>
                  <a:cubicBezTo>
                    <a:pt x="85322" y="311892"/>
                    <a:pt x="86131" y="315623"/>
                    <a:pt x="87346" y="319353"/>
                  </a:cubicBezTo>
                  <a:cubicBezTo>
                    <a:pt x="87750" y="319353"/>
                    <a:pt x="88155" y="320846"/>
                    <a:pt x="88560" y="321592"/>
                  </a:cubicBezTo>
                  <a:cubicBezTo>
                    <a:pt x="88965" y="322338"/>
                    <a:pt x="88560" y="322338"/>
                    <a:pt x="88965" y="322338"/>
                  </a:cubicBezTo>
                  <a:cubicBezTo>
                    <a:pt x="89369" y="322338"/>
                    <a:pt x="89369" y="323830"/>
                    <a:pt x="89369" y="324577"/>
                  </a:cubicBezTo>
                  <a:cubicBezTo>
                    <a:pt x="89369" y="325323"/>
                    <a:pt x="89774" y="326069"/>
                    <a:pt x="89774" y="326815"/>
                  </a:cubicBezTo>
                  <a:cubicBezTo>
                    <a:pt x="90583" y="328307"/>
                    <a:pt x="90988" y="329053"/>
                    <a:pt x="91393" y="330546"/>
                  </a:cubicBezTo>
                  <a:lnTo>
                    <a:pt x="91798" y="331292"/>
                  </a:lnTo>
                  <a:lnTo>
                    <a:pt x="92202" y="332038"/>
                  </a:lnTo>
                  <a:lnTo>
                    <a:pt x="93012" y="333530"/>
                  </a:lnTo>
                  <a:cubicBezTo>
                    <a:pt x="92607" y="333530"/>
                    <a:pt x="92607" y="334276"/>
                    <a:pt x="92202" y="334276"/>
                  </a:cubicBezTo>
                  <a:cubicBezTo>
                    <a:pt x="91798" y="334276"/>
                    <a:pt x="91798" y="335023"/>
                    <a:pt x="91393" y="335023"/>
                  </a:cubicBezTo>
                  <a:cubicBezTo>
                    <a:pt x="90583" y="335769"/>
                    <a:pt x="90179" y="336515"/>
                    <a:pt x="89774" y="338007"/>
                  </a:cubicBezTo>
                  <a:cubicBezTo>
                    <a:pt x="89774" y="338753"/>
                    <a:pt x="89369" y="338753"/>
                    <a:pt x="89369" y="339500"/>
                  </a:cubicBezTo>
                  <a:cubicBezTo>
                    <a:pt x="89369" y="340246"/>
                    <a:pt x="88965" y="340246"/>
                    <a:pt x="88965" y="340246"/>
                  </a:cubicBezTo>
                  <a:cubicBezTo>
                    <a:pt x="88965" y="340246"/>
                    <a:pt x="88560" y="341738"/>
                    <a:pt x="88155" y="342484"/>
                  </a:cubicBezTo>
                  <a:cubicBezTo>
                    <a:pt x="86536" y="343977"/>
                    <a:pt x="85322" y="346215"/>
                    <a:pt x="84108" y="349200"/>
                  </a:cubicBezTo>
                  <a:cubicBezTo>
                    <a:pt x="83703" y="350692"/>
                    <a:pt x="83298" y="351438"/>
                    <a:pt x="82894" y="352930"/>
                  </a:cubicBezTo>
                  <a:lnTo>
                    <a:pt x="82489" y="352930"/>
                  </a:lnTo>
                  <a:cubicBezTo>
                    <a:pt x="81275" y="354423"/>
                    <a:pt x="80060" y="356661"/>
                    <a:pt x="78846" y="358900"/>
                  </a:cubicBezTo>
                  <a:cubicBezTo>
                    <a:pt x="78442" y="360392"/>
                    <a:pt x="77632" y="361138"/>
                    <a:pt x="77227" y="362630"/>
                  </a:cubicBezTo>
                  <a:cubicBezTo>
                    <a:pt x="76418" y="363376"/>
                    <a:pt x="75608" y="364869"/>
                    <a:pt x="74394" y="365615"/>
                  </a:cubicBezTo>
                  <a:cubicBezTo>
                    <a:pt x="73989" y="367107"/>
                    <a:pt x="72775" y="369346"/>
                    <a:pt x="71561" y="372330"/>
                  </a:cubicBezTo>
                  <a:cubicBezTo>
                    <a:pt x="70347" y="373076"/>
                    <a:pt x="69133" y="375315"/>
                    <a:pt x="67919" y="379046"/>
                  </a:cubicBezTo>
                  <a:lnTo>
                    <a:pt x="66300" y="382030"/>
                  </a:lnTo>
                  <a:cubicBezTo>
                    <a:pt x="65085" y="382776"/>
                    <a:pt x="63871" y="385015"/>
                    <a:pt x="63062" y="387253"/>
                  </a:cubicBezTo>
                  <a:cubicBezTo>
                    <a:pt x="62252" y="388746"/>
                    <a:pt x="61848" y="390238"/>
                    <a:pt x="61038" y="392476"/>
                  </a:cubicBezTo>
                  <a:cubicBezTo>
                    <a:pt x="60633" y="393223"/>
                    <a:pt x="60229" y="393223"/>
                    <a:pt x="59824" y="393969"/>
                  </a:cubicBezTo>
                  <a:cubicBezTo>
                    <a:pt x="59419" y="394715"/>
                    <a:pt x="58610" y="396207"/>
                    <a:pt x="58205" y="396207"/>
                  </a:cubicBezTo>
                  <a:lnTo>
                    <a:pt x="56181" y="399938"/>
                  </a:lnTo>
                  <a:cubicBezTo>
                    <a:pt x="55777" y="400684"/>
                    <a:pt x="55372" y="402176"/>
                    <a:pt x="54967" y="402923"/>
                  </a:cubicBezTo>
                  <a:cubicBezTo>
                    <a:pt x="54562" y="403669"/>
                    <a:pt x="54562" y="403669"/>
                    <a:pt x="54158" y="403669"/>
                  </a:cubicBezTo>
                  <a:cubicBezTo>
                    <a:pt x="52539" y="405907"/>
                    <a:pt x="51325" y="408146"/>
                    <a:pt x="50110" y="411130"/>
                  </a:cubicBezTo>
                  <a:cubicBezTo>
                    <a:pt x="49706" y="411876"/>
                    <a:pt x="49706" y="411876"/>
                    <a:pt x="49706" y="412623"/>
                  </a:cubicBezTo>
                  <a:cubicBezTo>
                    <a:pt x="48896" y="413369"/>
                    <a:pt x="48491" y="414115"/>
                    <a:pt x="48087" y="414861"/>
                  </a:cubicBezTo>
                  <a:cubicBezTo>
                    <a:pt x="46872" y="412623"/>
                    <a:pt x="45658" y="410384"/>
                    <a:pt x="44444" y="408892"/>
                  </a:cubicBezTo>
                  <a:lnTo>
                    <a:pt x="44039" y="408146"/>
                  </a:lnTo>
                  <a:cubicBezTo>
                    <a:pt x="44039" y="406653"/>
                    <a:pt x="43635" y="405907"/>
                    <a:pt x="43635" y="404415"/>
                  </a:cubicBezTo>
                  <a:lnTo>
                    <a:pt x="42420" y="399938"/>
                  </a:lnTo>
                  <a:cubicBezTo>
                    <a:pt x="42016" y="399192"/>
                    <a:pt x="42016" y="398446"/>
                    <a:pt x="41611" y="397700"/>
                  </a:cubicBezTo>
                  <a:lnTo>
                    <a:pt x="39587" y="396207"/>
                  </a:lnTo>
                  <a:cubicBezTo>
                    <a:pt x="38778" y="394715"/>
                    <a:pt x="37968" y="393223"/>
                    <a:pt x="36754" y="392476"/>
                  </a:cubicBezTo>
                  <a:cubicBezTo>
                    <a:pt x="36754" y="389492"/>
                    <a:pt x="36349" y="387253"/>
                    <a:pt x="35540" y="385015"/>
                  </a:cubicBezTo>
                  <a:cubicBezTo>
                    <a:pt x="35135" y="382776"/>
                    <a:pt x="34326" y="381284"/>
                    <a:pt x="33516" y="379792"/>
                  </a:cubicBezTo>
                  <a:lnTo>
                    <a:pt x="31897" y="376807"/>
                  </a:lnTo>
                  <a:cubicBezTo>
                    <a:pt x="31493" y="376061"/>
                    <a:pt x="31493" y="376061"/>
                    <a:pt x="31088" y="376061"/>
                  </a:cubicBezTo>
                  <a:cubicBezTo>
                    <a:pt x="31088" y="370838"/>
                    <a:pt x="30278" y="365615"/>
                    <a:pt x="28255" y="361884"/>
                  </a:cubicBezTo>
                  <a:cubicBezTo>
                    <a:pt x="27850" y="361138"/>
                    <a:pt x="27850" y="360392"/>
                    <a:pt x="27041" y="359646"/>
                  </a:cubicBezTo>
                  <a:cubicBezTo>
                    <a:pt x="26636" y="358900"/>
                    <a:pt x="26231" y="358153"/>
                    <a:pt x="26231" y="357407"/>
                  </a:cubicBezTo>
                  <a:cubicBezTo>
                    <a:pt x="26231" y="349200"/>
                    <a:pt x="25017" y="342484"/>
                    <a:pt x="22184" y="337261"/>
                  </a:cubicBezTo>
                  <a:close/>
                  <a:moveTo>
                    <a:pt x="17732" y="216384"/>
                  </a:moveTo>
                  <a:cubicBezTo>
                    <a:pt x="18541" y="214892"/>
                    <a:pt x="18946" y="212654"/>
                    <a:pt x="19351" y="211161"/>
                  </a:cubicBezTo>
                  <a:cubicBezTo>
                    <a:pt x="20160" y="206684"/>
                    <a:pt x="20565" y="201461"/>
                    <a:pt x="20160" y="196984"/>
                  </a:cubicBezTo>
                  <a:cubicBezTo>
                    <a:pt x="20565" y="196238"/>
                    <a:pt x="20565" y="196238"/>
                    <a:pt x="20565" y="195492"/>
                  </a:cubicBezTo>
                  <a:cubicBezTo>
                    <a:pt x="20970" y="194746"/>
                    <a:pt x="21374" y="193254"/>
                    <a:pt x="21779" y="192507"/>
                  </a:cubicBezTo>
                  <a:cubicBezTo>
                    <a:pt x="22993" y="188030"/>
                    <a:pt x="23398" y="182807"/>
                    <a:pt x="23398" y="177584"/>
                  </a:cubicBezTo>
                  <a:cubicBezTo>
                    <a:pt x="25017" y="174600"/>
                    <a:pt x="26231" y="170869"/>
                    <a:pt x="27041" y="167138"/>
                  </a:cubicBezTo>
                  <a:cubicBezTo>
                    <a:pt x="27445" y="164900"/>
                    <a:pt x="27445" y="162661"/>
                    <a:pt x="27850" y="158931"/>
                  </a:cubicBezTo>
                  <a:lnTo>
                    <a:pt x="28255" y="158931"/>
                  </a:lnTo>
                  <a:cubicBezTo>
                    <a:pt x="29874" y="155946"/>
                    <a:pt x="31088" y="152961"/>
                    <a:pt x="31897" y="148484"/>
                  </a:cubicBezTo>
                  <a:cubicBezTo>
                    <a:pt x="32302" y="146246"/>
                    <a:pt x="32707" y="143261"/>
                    <a:pt x="33112" y="141023"/>
                  </a:cubicBezTo>
                  <a:cubicBezTo>
                    <a:pt x="33516" y="141023"/>
                    <a:pt x="33516" y="140277"/>
                    <a:pt x="33516" y="140277"/>
                  </a:cubicBezTo>
                  <a:cubicBezTo>
                    <a:pt x="33516" y="140277"/>
                    <a:pt x="35135" y="138038"/>
                    <a:pt x="35540" y="137292"/>
                  </a:cubicBezTo>
                  <a:cubicBezTo>
                    <a:pt x="37159" y="133561"/>
                    <a:pt x="38373" y="128338"/>
                    <a:pt x="39183" y="123861"/>
                  </a:cubicBezTo>
                  <a:lnTo>
                    <a:pt x="39587" y="123861"/>
                  </a:lnTo>
                  <a:cubicBezTo>
                    <a:pt x="39992" y="123115"/>
                    <a:pt x="40397" y="122369"/>
                    <a:pt x="41206" y="122369"/>
                  </a:cubicBezTo>
                  <a:lnTo>
                    <a:pt x="42016" y="120877"/>
                  </a:lnTo>
                  <a:cubicBezTo>
                    <a:pt x="42420" y="120131"/>
                    <a:pt x="42825" y="119384"/>
                    <a:pt x="43230" y="117892"/>
                  </a:cubicBezTo>
                  <a:cubicBezTo>
                    <a:pt x="43635" y="117146"/>
                    <a:pt x="44039" y="115654"/>
                    <a:pt x="44444" y="114907"/>
                  </a:cubicBezTo>
                  <a:cubicBezTo>
                    <a:pt x="45254" y="112669"/>
                    <a:pt x="46063" y="110431"/>
                    <a:pt x="46468" y="108192"/>
                  </a:cubicBezTo>
                  <a:cubicBezTo>
                    <a:pt x="46872" y="108192"/>
                    <a:pt x="47682" y="107446"/>
                    <a:pt x="48087" y="106700"/>
                  </a:cubicBezTo>
                  <a:cubicBezTo>
                    <a:pt x="48896" y="108938"/>
                    <a:pt x="49301" y="110431"/>
                    <a:pt x="50515" y="111923"/>
                  </a:cubicBezTo>
                  <a:cubicBezTo>
                    <a:pt x="51325" y="113415"/>
                    <a:pt x="52539" y="114907"/>
                    <a:pt x="53348" y="115654"/>
                  </a:cubicBezTo>
                  <a:cubicBezTo>
                    <a:pt x="53753" y="117146"/>
                    <a:pt x="54158" y="118638"/>
                    <a:pt x="54562" y="119384"/>
                  </a:cubicBezTo>
                  <a:lnTo>
                    <a:pt x="56181" y="122369"/>
                  </a:lnTo>
                  <a:cubicBezTo>
                    <a:pt x="56991" y="123115"/>
                    <a:pt x="57396" y="124607"/>
                    <a:pt x="58205" y="125354"/>
                  </a:cubicBezTo>
                  <a:lnTo>
                    <a:pt x="58610" y="126100"/>
                  </a:lnTo>
                  <a:cubicBezTo>
                    <a:pt x="58610" y="126846"/>
                    <a:pt x="59014" y="126846"/>
                    <a:pt x="59014" y="127592"/>
                  </a:cubicBezTo>
                  <a:cubicBezTo>
                    <a:pt x="59824" y="129831"/>
                    <a:pt x="61038" y="132069"/>
                    <a:pt x="62252" y="133561"/>
                  </a:cubicBezTo>
                  <a:cubicBezTo>
                    <a:pt x="62657" y="134308"/>
                    <a:pt x="63062" y="135054"/>
                    <a:pt x="63871" y="135800"/>
                  </a:cubicBezTo>
                  <a:cubicBezTo>
                    <a:pt x="64276" y="137292"/>
                    <a:pt x="65085" y="139531"/>
                    <a:pt x="65490" y="141023"/>
                  </a:cubicBezTo>
                  <a:cubicBezTo>
                    <a:pt x="65895" y="141769"/>
                    <a:pt x="66300" y="141769"/>
                    <a:pt x="67109" y="142515"/>
                  </a:cubicBezTo>
                  <a:cubicBezTo>
                    <a:pt x="67919" y="144007"/>
                    <a:pt x="68323" y="144754"/>
                    <a:pt x="69133" y="145500"/>
                  </a:cubicBezTo>
                  <a:cubicBezTo>
                    <a:pt x="69537" y="146992"/>
                    <a:pt x="70347" y="149231"/>
                    <a:pt x="70752" y="150723"/>
                  </a:cubicBezTo>
                  <a:cubicBezTo>
                    <a:pt x="71561" y="151469"/>
                    <a:pt x="72775" y="152961"/>
                    <a:pt x="73585" y="154454"/>
                  </a:cubicBezTo>
                  <a:cubicBezTo>
                    <a:pt x="73989" y="155200"/>
                    <a:pt x="73989" y="155200"/>
                    <a:pt x="74394" y="155200"/>
                  </a:cubicBezTo>
                  <a:cubicBezTo>
                    <a:pt x="75204" y="158184"/>
                    <a:pt x="76418" y="160423"/>
                    <a:pt x="77632" y="161915"/>
                  </a:cubicBezTo>
                  <a:cubicBezTo>
                    <a:pt x="78442" y="162661"/>
                    <a:pt x="79251" y="163407"/>
                    <a:pt x="79656" y="164900"/>
                  </a:cubicBezTo>
                  <a:cubicBezTo>
                    <a:pt x="80060" y="166392"/>
                    <a:pt x="80465" y="167884"/>
                    <a:pt x="81275" y="168631"/>
                  </a:cubicBezTo>
                  <a:cubicBezTo>
                    <a:pt x="81275" y="168631"/>
                    <a:pt x="81275" y="169377"/>
                    <a:pt x="81679" y="169377"/>
                  </a:cubicBezTo>
                  <a:lnTo>
                    <a:pt x="83298" y="172361"/>
                  </a:lnTo>
                  <a:cubicBezTo>
                    <a:pt x="84108" y="173107"/>
                    <a:pt x="84917" y="174600"/>
                    <a:pt x="85727" y="175346"/>
                  </a:cubicBezTo>
                  <a:cubicBezTo>
                    <a:pt x="86131" y="177584"/>
                    <a:pt x="87346" y="179823"/>
                    <a:pt x="88560" y="182061"/>
                  </a:cubicBezTo>
                  <a:lnTo>
                    <a:pt x="88965" y="182807"/>
                  </a:lnTo>
                  <a:lnTo>
                    <a:pt x="89369" y="183554"/>
                  </a:lnTo>
                  <a:lnTo>
                    <a:pt x="90988" y="185046"/>
                  </a:lnTo>
                  <a:lnTo>
                    <a:pt x="90988" y="185792"/>
                  </a:lnTo>
                  <a:cubicBezTo>
                    <a:pt x="91393" y="186538"/>
                    <a:pt x="91798" y="187284"/>
                    <a:pt x="91798" y="188777"/>
                  </a:cubicBezTo>
                  <a:lnTo>
                    <a:pt x="92202" y="189523"/>
                  </a:lnTo>
                  <a:cubicBezTo>
                    <a:pt x="92202" y="189523"/>
                    <a:pt x="92202" y="190269"/>
                    <a:pt x="91798" y="190269"/>
                  </a:cubicBezTo>
                  <a:cubicBezTo>
                    <a:pt x="91393" y="191015"/>
                    <a:pt x="91393" y="191761"/>
                    <a:pt x="90988" y="193254"/>
                  </a:cubicBezTo>
                  <a:lnTo>
                    <a:pt x="90179" y="196238"/>
                  </a:lnTo>
                  <a:cubicBezTo>
                    <a:pt x="89774" y="196984"/>
                    <a:pt x="89369" y="197731"/>
                    <a:pt x="89369" y="199223"/>
                  </a:cubicBezTo>
                  <a:lnTo>
                    <a:pt x="89369" y="199969"/>
                  </a:lnTo>
                  <a:cubicBezTo>
                    <a:pt x="88965" y="199969"/>
                    <a:pt x="88965" y="200715"/>
                    <a:pt x="88965" y="200715"/>
                  </a:cubicBezTo>
                  <a:lnTo>
                    <a:pt x="88560" y="201461"/>
                  </a:lnTo>
                  <a:cubicBezTo>
                    <a:pt x="87346" y="203700"/>
                    <a:pt x="86536" y="206684"/>
                    <a:pt x="85727" y="209669"/>
                  </a:cubicBezTo>
                  <a:cubicBezTo>
                    <a:pt x="85727" y="210415"/>
                    <a:pt x="85322" y="211907"/>
                    <a:pt x="85322" y="212654"/>
                  </a:cubicBezTo>
                  <a:cubicBezTo>
                    <a:pt x="84513" y="214146"/>
                    <a:pt x="84108" y="215638"/>
                    <a:pt x="83703" y="217877"/>
                  </a:cubicBezTo>
                  <a:cubicBezTo>
                    <a:pt x="83298" y="219369"/>
                    <a:pt x="83298" y="221607"/>
                    <a:pt x="82894" y="223846"/>
                  </a:cubicBezTo>
                  <a:cubicBezTo>
                    <a:pt x="82894" y="224592"/>
                    <a:pt x="82489" y="226084"/>
                    <a:pt x="82489" y="226830"/>
                  </a:cubicBezTo>
                  <a:cubicBezTo>
                    <a:pt x="82084" y="226830"/>
                    <a:pt x="82084" y="226830"/>
                    <a:pt x="82084" y="227577"/>
                  </a:cubicBezTo>
                  <a:cubicBezTo>
                    <a:pt x="82084" y="227577"/>
                    <a:pt x="81679" y="227577"/>
                    <a:pt x="81679" y="228323"/>
                  </a:cubicBezTo>
                  <a:cubicBezTo>
                    <a:pt x="80870" y="231307"/>
                    <a:pt x="80465" y="235038"/>
                    <a:pt x="80060" y="238769"/>
                  </a:cubicBezTo>
                  <a:cubicBezTo>
                    <a:pt x="80060" y="239515"/>
                    <a:pt x="79656" y="241007"/>
                    <a:pt x="79656" y="241754"/>
                  </a:cubicBezTo>
                  <a:cubicBezTo>
                    <a:pt x="78442" y="244738"/>
                    <a:pt x="78037" y="249215"/>
                    <a:pt x="78442" y="252946"/>
                  </a:cubicBezTo>
                  <a:lnTo>
                    <a:pt x="78037" y="252946"/>
                  </a:lnTo>
                  <a:cubicBezTo>
                    <a:pt x="76823" y="252200"/>
                    <a:pt x="75204" y="252200"/>
                    <a:pt x="73989" y="252200"/>
                  </a:cubicBezTo>
                  <a:cubicBezTo>
                    <a:pt x="73180" y="252200"/>
                    <a:pt x="72371" y="252200"/>
                    <a:pt x="71156" y="252946"/>
                  </a:cubicBezTo>
                  <a:lnTo>
                    <a:pt x="70752" y="252946"/>
                  </a:lnTo>
                  <a:cubicBezTo>
                    <a:pt x="69537" y="246977"/>
                    <a:pt x="68323" y="246977"/>
                    <a:pt x="67109" y="246977"/>
                  </a:cubicBezTo>
                  <a:lnTo>
                    <a:pt x="65490" y="246977"/>
                  </a:lnTo>
                  <a:cubicBezTo>
                    <a:pt x="65085" y="246977"/>
                    <a:pt x="63871" y="247723"/>
                    <a:pt x="62657" y="247723"/>
                  </a:cubicBezTo>
                  <a:lnTo>
                    <a:pt x="62252" y="247723"/>
                  </a:lnTo>
                  <a:cubicBezTo>
                    <a:pt x="61443" y="246977"/>
                    <a:pt x="60229" y="246977"/>
                    <a:pt x="59014" y="246977"/>
                  </a:cubicBezTo>
                  <a:lnTo>
                    <a:pt x="58205" y="246977"/>
                  </a:lnTo>
                  <a:cubicBezTo>
                    <a:pt x="57396" y="246977"/>
                    <a:pt x="56991" y="246977"/>
                    <a:pt x="56181" y="247723"/>
                  </a:cubicBezTo>
                  <a:lnTo>
                    <a:pt x="55372" y="247723"/>
                  </a:lnTo>
                  <a:cubicBezTo>
                    <a:pt x="54967" y="247723"/>
                    <a:pt x="54967" y="246977"/>
                    <a:pt x="54562" y="246977"/>
                  </a:cubicBezTo>
                  <a:cubicBezTo>
                    <a:pt x="53348" y="246230"/>
                    <a:pt x="51729" y="246230"/>
                    <a:pt x="50515" y="246977"/>
                  </a:cubicBezTo>
                  <a:cubicBezTo>
                    <a:pt x="49706" y="246977"/>
                    <a:pt x="48896" y="247723"/>
                    <a:pt x="48087" y="247723"/>
                  </a:cubicBezTo>
                  <a:cubicBezTo>
                    <a:pt x="46872" y="246977"/>
                    <a:pt x="45658" y="246977"/>
                    <a:pt x="44444" y="246977"/>
                  </a:cubicBezTo>
                  <a:lnTo>
                    <a:pt x="42016" y="246977"/>
                  </a:lnTo>
                  <a:cubicBezTo>
                    <a:pt x="41611" y="247723"/>
                    <a:pt x="41611" y="247723"/>
                    <a:pt x="41206" y="247723"/>
                  </a:cubicBezTo>
                  <a:lnTo>
                    <a:pt x="40801" y="247723"/>
                  </a:lnTo>
                  <a:cubicBezTo>
                    <a:pt x="40397" y="247723"/>
                    <a:pt x="40397" y="246977"/>
                    <a:pt x="39992" y="246977"/>
                  </a:cubicBezTo>
                  <a:lnTo>
                    <a:pt x="36349" y="246977"/>
                  </a:lnTo>
                  <a:cubicBezTo>
                    <a:pt x="35540" y="246977"/>
                    <a:pt x="35135" y="246977"/>
                    <a:pt x="34326" y="247723"/>
                  </a:cubicBezTo>
                  <a:lnTo>
                    <a:pt x="33516" y="247723"/>
                  </a:lnTo>
                  <a:cubicBezTo>
                    <a:pt x="33112" y="247723"/>
                    <a:pt x="33112" y="246977"/>
                    <a:pt x="32707" y="246977"/>
                  </a:cubicBezTo>
                  <a:lnTo>
                    <a:pt x="27850" y="246977"/>
                  </a:lnTo>
                  <a:cubicBezTo>
                    <a:pt x="27445" y="247723"/>
                    <a:pt x="27041" y="247723"/>
                    <a:pt x="26231" y="247723"/>
                  </a:cubicBezTo>
                  <a:cubicBezTo>
                    <a:pt x="24207" y="246977"/>
                    <a:pt x="22993" y="246977"/>
                    <a:pt x="21779" y="246977"/>
                  </a:cubicBezTo>
                  <a:lnTo>
                    <a:pt x="20565" y="246977"/>
                  </a:lnTo>
                  <a:cubicBezTo>
                    <a:pt x="20160" y="246977"/>
                    <a:pt x="19755" y="246977"/>
                    <a:pt x="18946" y="247723"/>
                  </a:cubicBezTo>
                  <a:lnTo>
                    <a:pt x="17732" y="247723"/>
                  </a:lnTo>
                  <a:cubicBezTo>
                    <a:pt x="17327" y="247723"/>
                    <a:pt x="16922" y="246977"/>
                    <a:pt x="16518" y="246977"/>
                  </a:cubicBezTo>
                  <a:lnTo>
                    <a:pt x="16113" y="246977"/>
                  </a:lnTo>
                  <a:cubicBezTo>
                    <a:pt x="16113" y="243246"/>
                    <a:pt x="15708" y="239515"/>
                    <a:pt x="15708" y="236530"/>
                  </a:cubicBezTo>
                  <a:cubicBezTo>
                    <a:pt x="16113" y="235784"/>
                    <a:pt x="16518" y="235038"/>
                    <a:pt x="16518" y="233546"/>
                  </a:cubicBezTo>
                  <a:cubicBezTo>
                    <a:pt x="18137" y="228323"/>
                    <a:pt x="18137" y="222354"/>
                    <a:pt x="17732" y="216384"/>
                  </a:cubicBezTo>
                  <a:close/>
                  <a:moveTo>
                    <a:pt x="167887" y="168631"/>
                  </a:moveTo>
                  <a:cubicBezTo>
                    <a:pt x="167078" y="167884"/>
                    <a:pt x="166268" y="167884"/>
                    <a:pt x="165459" y="167138"/>
                  </a:cubicBezTo>
                  <a:cubicBezTo>
                    <a:pt x="165054" y="166392"/>
                    <a:pt x="164245" y="165646"/>
                    <a:pt x="163840" y="164900"/>
                  </a:cubicBezTo>
                  <a:cubicBezTo>
                    <a:pt x="163840" y="164154"/>
                    <a:pt x="163435" y="164154"/>
                    <a:pt x="163435" y="164154"/>
                  </a:cubicBezTo>
                  <a:cubicBezTo>
                    <a:pt x="162626" y="159677"/>
                    <a:pt x="161816" y="154454"/>
                    <a:pt x="161412" y="149977"/>
                  </a:cubicBezTo>
                  <a:lnTo>
                    <a:pt x="161816" y="149977"/>
                  </a:lnTo>
                  <a:cubicBezTo>
                    <a:pt x="162626" y="149977"/>
                    <a:pt x="163030" y="150723"/>
                    <a:pt x="163840" y="150723"/>
                  </a:cubicBezTo>
                  <a:lnTo>
                    <a:pt x="165459" y="152215"/>
                  </a:lnTo>
                  <a:cubicBezTo>
                    <a:pt x="168697" y="156692"/>
                    <a:pt x="167078" y="163407"/>
                    <a:pt x="167887" y="168631"/>
                  </a:cubicBezTo>
                  <a:close/>
                  <a:moveTo>
                    <a:pt x="173958" y="175346"/>
                  </a:moveTo>
                  <a:cubicBezTo>
                    <a:pt x="173149" y="174600"/>
                    <a:pt x="171935" y="173854"/>
                    <a:pt x="171125" y="172361"/>
                  </a:cubicBezTo>
                  <a:lnTo>
                    <a:pt x="169506" y="169377"/>
                  </a:lnTo>
                  <a:cubicBezTo>
                    <a:pt x="168697" y="164154"/>
                    <a:pt x="169101" y="158931"/>
                    <a:pt x="168292" y="155200"/>
                  </a:cubicBezTo>
                  <a:lnTo>
                    <a:pt x="168697" y="155200"/>
                  </a:lnTo>
                  <a:cubicBezTo>
                    <a:pt x="169506" y="155946"/>
                    <a:pt x="169911" y="155946"/>
                    <a:pt x="170720" y="156692"/>
                  </a:cubicBezTo>
                  <a:cubicBezTo>
                    <a:pt x="175982" y="161915"/>
                    <a:pt x="173553" y="169377"/>
                    <a:pt x="173958" y="175346"/>
                  </a:cubicBezTo>
                  <a:close/>
                  <a:moveTo>
                    <a:pt x="171530" y="176092"/>
                  </a:moveTo>
                  <a:cubicBezTo>
                    <a:pt x="172339" y="176838"/>
                    <a:pt x="173553" y="177584"/>
                    <a:pt x="174768" y="178331"/>
                  </a:cubicBezTo>
                  <a:cubicBezTo>
                    <a:pt x="174768" y="179077"/>
                    <a:pt x="175172" y="179823"/>
                    <a:pt x="175172" y="180569"/>
                  </a:cubicBezTo>
                  <a:cubicBezTo>
                    <a:pt x="175982" y="182061"/>
                    <a:pt x="177196" y="183554"/>
                    <a:pt x="178006" y="185046"/>
                  </a:cubicBezTo>
                  <a:lnTo>
                    <a:pt x="179624" y="186538"/>
                  </a:lnTo>
                  <a:cubicBezTo>
                    <a:pt x="180839" y="190269"/>
                    <a:pt x="182458" y="194000"/>
                    <a:pt x="184481" y="195492"/>
                  </a:cubicBezTo>
                  <a:lnTo>
                    <a:pt x="184481" y="196984"/>
                  </a:lnTo>
                  <a:cubicBezTo>
                    <a:pt x="184886" y="198477"/>
                    <a:pt x="185291" y="199969"/>
                    <a:pt x="186100" y="201461"/>
                  </a:cubicBezTo>
                  <a:cubicBezTo>
                    <a:pt x="186910" y="202954"/>
                    <a:pt x="187719" y="204446"/>
                    <a:pt x="188933" y="205938"/>
                  </a:cubicBezTo>
                  <a:lnTo>
                    <a:pt x="188933" y="207430"/>
                  </a:lnTo>
                  <a:cubicBezTo>
                    <a:pt x="189338" y="209669"/>
                    <a:pt x="190147" y="212654"/>
                    <a:pt x="190957" y="214146"/>
                  </a:cubicBezTo>
                  <a:lnTo>
                    <a:pt x="191766" y="215638"/>
                  </a:lnTo>
                  <a:cubicBezTo>
                    <a:pt x="191766" y="216384"/>
                    <a:pt x="192171" y="216384"/>
                    <a:pt x="192171" y="216384"/>
                  </a:cubicBezTo>
                  <a:cubicBezTo>
                    <a:pt x="192576" y="220115"/>
                    <a:pt x="192981" y="223100"/>
                    <a:pt x="193790" y="226084"/>
                  </a:cubicBezTo>
                  <a:cubicBezTo>
                    <a:pt x="194195" y="226830"/>
                    <a:pt x="194600" y="227577"/>
                    <a:pt x="194600" y="228323"/>
                  </a:cubicBezTo>
                  <a:cubicBezTo>
                    <a:pt x="194600" y="229815"/>
                    <a:pt x="194600" y="232054"/>
                    <a:pt x="195004" y="233546"/>
                  </a:cubicBezTo>
                  <a:cubicBezTo>
                    <a:pt x="195409" y="235784"/>
                    <a:pt x="195814" y="238023"/>
                    <a:pt x="196623" y="240261"/>
                  </a:cubicBezTo>
                  <a:cubicBezTo>
                    <a:pt x="196218" y="244738"/>
                    <a:pt x="196623" y="248469"/>
                    <a:pt x="197433" y="252946"/>
                  </a:cubicBezTo>
                  <a:cubicBezTo>
                    <a:pt x="197433" y="252946"/>
                    <a:pt x="197433" y="253692"/>
                    <a:pt x="197837" y="253692"/>
                  </a:cubicBezTo>
                  <a:cubicBezTo>
                    <a:pt x="197433" y="253692"/>
                    <a:pt x="197433" y="253692"/>
                    <a:pt x="197433" y="254438"/>
                  </a:cubicBezTo>
                  <a:cubicBezTo>
                    <a:pt x="196623" y="258169"/>
                    <a:pt x="196623" y="261900"/>
                    <a:pt x="197433" y="265630"/>
                  </a:cubicBezTo>
                  <a:lnTo>
                    <a:pt x="197837" y="266377"/>
                  </a:lnTo>
                  <a:cubicBezTo>
                    <a:pt x="197837" y="266377"/>
                    <a:pt x="197433" y="266377"/>
                    <a:pt x="197433" y="267123"/>
                  </a:cubicBezTo>
                  <a:cubicBezTo>
                    <a:pt x="196218" y="270854"/>
                    <a:pt x="196218" y="275330"/>
                    <a:pt x="197028" y="279061"/>
                  </a:cubicBezTo>
                  <a:cubicBezTo>
                    <a:pt x="195814" y="282792"/>
                    <a:pt x="195004" y="287269"/>
                    <a:pt x="195409" y="291746"/>
                  </a:cubicBezTo>
                  <a:cubicBezTo>
                    <a:pt x="195004" y="292492"/>
                    <a:pt x="194600" y="292492"/>
                    <a:pt x="194195" y="293984"/>
                  </a:cubicBezTo>
                  <a:cubicBezTo>
                    <a:pt x="193385" y="296969"/>
                    <a:pt x="192981" y="299953"/>
                    <a:pt x="192981" y="302938"/>
                  </a:cubicBezTo>
                  <a:lnTo>
                    <a:pt x="192171" y="304430"/>
                  </a:lnTo>
                  <a:lnTo>
                    <a:pt x="190957" y="306669"/>
                  </a:lnTo>
                  <a:cubicBezTo>
                    <a:pt x="190147" y="308907"/>
                    <a:pt x="189743" y="311892"/>
                    <a:pt x="189743" y="314130"/>
                  </a:cubicBezTo>
                  <a:cubicBezTo>
                    <a:pt x="189338" y="314130"/>
                    <a:pt x="189338" y="314877"/>
                    <a:pt x="189338" y="314877"/>
                  </a:cubicBezTo>
                  <a:cubicBezTo>
                    <a:pt x="188124" y="316369"/>
                    <a:pt x="187314" y="318607"/>
                    <a:pt x="186505" y="320846"/>
                  </a:cubicBezTo>
                  <a:cubicBezTo>
                    <a:pt x="186100" y="321592"/>
                    <a:pt x="186100" y="323830"/>
                    <a:pt x="185695" y="324577"/>
                  </a:cubicBezTo>
                  <a:lnTo>
                    <a:pt x="185291" y="325323"/>
                  </a:lnTo>
                  <a:cubicBezTo>
                    <a:pt x="183267" y="327561"/>
                    <a:pt x="182053" y="330546"/>
                    <a:pt x="181243" y="334276"/>
                  </a:cubicBezTo>
                  <a:cubicBezTo>
                    <a:pt x="180434" y="335023"/>
                    <a:pt x="179624" y="335769"/>
                    <a:pt x="178410" y="336515"/>
                  </a:cubicBezTo>
                  <a:cubicBezTo>
                    <a:pt x="177196" y="338007"/>
                    <a:pt x="176387" y="340246"/>
                    <a:pt x="175577" y="342484"/>
                  </a:cubicBezTo>
                  <a:lnTo>
                    <a:pt x="175172" y="342484"/>
                  </a:lnTo>
                  <a:cubicBezTo>
                    <a:pt x="173958" y="343230"/>
                    <a:pt x="172339" y="344723"/>
                    <a:pt x="171530" y="346215"/>
                  </a:cubicBezTo>
                  <a:lnTo>
                    <a:pt x="169911" y="349200"/>
                  </a:lnTo>
                  <a:cubicBezTo>
                    <a:pt x="168292" y="349200"/>
                    <a:pt x="167078" y="349946"/>
                    <a:pt x="165864" y="352184"/>
                  </a:cubicBezTo>
                  <a:cubicBezTo>
                    <a:pt x="165054" y="352930"/>
                    <a:pt x="164649" y="353677"/>
                    <a:pt x="164245" y="354423"/>
                  </a:cubicBezTo>
                  <a:lnTo>
                    <a:pt x="163840" y="355169"/>
                  </a:lnTo>
                  <a:cubicBezTo>
                    <a:pt x="163435" y="355169"/>
                    <a:pt x="162626" y="355169"/>
                    <a:pt x="162221" y="355915"/>
                  </a:cubicBezTo>
                  <a:cubicBezTo>
                    <a:pt x="161007" y="355915"/>
                    <a:pt x="160197" y="356661"/>
                    <a:pt x="159388" y="357407"/>
                  </a:cubicBezTo>
                  <a:cubicBezTo>
                    <a:pt x="158578" y="358153"/>
                    <a:pt x="158174" y="358900"/>
                    <a:pt x="157769" y="359646"/>
                  </a:cubicBezTo>
                  <a:cubicBezTo>
                    <a:pt x="156960" y="358900"/>
                    <a:pt x="156150" y="358900"/>
                    <a:pt x="154936" y="359646"/>
                  </a:cubicBezTo>
                  <a:cubicBezTo>
                    <a:pt x="154531" y="359646"/>
                    <a:pt x="153317" y="360392"/>
                    <a:pt x="152912" y="360392"/>
                  </a:cubicBezTo>
                  <a:cubicBezTo>
                    <a:pt x="152103" y="361138"/>
                    <a:pt x="151293" y="361884"/>
                    <a:pt x="150889" y="362630"/>
                  </a:cubicBezTo>
                  <a:cubicBezTo>
                    <a:pt x="149674" y="361884"/>
                    <a:pt x="148055" y="361138"/>
                    <a:pt x="146841" y="361884"/>
                  </a:cubicBezTo>
                  <a:cubicBezTo>
                    <a:pt x="146032" y="361884"/>
                    <a:pt x="144818" y="362630"/>
                    <a:pt x="144008" y="362630"/>
                  </a:cubicBezTo>
                  <a:cubicBezTo>
                    <a:pt x="142794" y="361884"/>
                    <a:pt x="141984" y="361884"/>
                    <a:pt x="140770" y="361884"/>
                  </a:cubicBezTo>
                  <a:lnTo>
                    <a:pt x="139961" y="361884"/>
                  </a:lnTo>
                  <a:cubicBezTo>
                    <a:pt x="139151" y="361884"/>
                    <a:pt x="137937" y="361884"/>
                    <a:pt x="137128" y="362630"/>
                  </a:cubicBezTo>
                  <a:cubicBezTo>
                    <a:pt x="136318" y="361138"/>
                    <a:pt x="135104" y="360392"/>
                    <a:pt x="133890" y="360392"/>
                  </a:cubicBezTo>
                  <a:cubicBezTo>
                    <a:pt x="133485" y="360392"/>
                    <a:pt x="132676" y="359646"/>
                    <a:pt x="132271" y="360392"/>
                  </a:cubicBezTo>
                  <a:lnTo>
                    <a:pt x="130247" y="360392"/>
                  </a:lnTo>
                  <a:lnTo>
                    <a:pt x="129842" y="359646"/>
                  </a:lnTo>
                  <a:cubicBezTo>
                    <a:pt x="129033" y="358153"/>
                    <a:pt x="128224" y="357407"/>
                    <a:pt x="127009" y="357407"/>
                  </a:cubicBezTo>
                  <a:cubicBezTo>
                    <a:pt x="126605" y="357407"/>
                    <a:pt x="125390" y="356661"/>
                    <a:pt x="124581" y="356661"/>
                  </a:cubicBezTo>
                  <a:lnTo>
                    <a:pt x="122557" y="356661"/>
                  </a:lnTo>
                  <a:cubicBezTo>
                    <a:pt x="122153" y="355169"/>
                    <a:pt x="121748" y="354423"/>
                    <a:pt x="120938" y="353677"/>
                  </a:cubicBezTo>
                  <a:lnTo>
                    <a:pt x="119319" y="351438"/>
                  </a:lnTo>
                  <a:cubicBezTo>
                    <a:pt x="118510" y="350692"/>
                    <a:pt x="117296" y="350692"/>
                    <a:pt x="116486" y="350692"/>
                  </a:cubicBezTo>
                  <a:cubicBezTo>
                    <a:pt x="116486" y="350692"/>
                    <a:pt x="116486" y="349946"/>
                    <a:pt x="116082" y="349946"/>
                  </a:cubicBezTo>
                  <a:cubicBezTo>
                    <a:pt x="115272" y="348453"/>
                    <a:pt x="114463" y="346961"/>
                    <a:pt x="113248" y="345469"/>
                  </a:cubicBezTo>
                  <a:cubicBezTo>
                    <a:pt x="112439" y="344723"/>
                    <a:pt x="111225" y="343977"/>
                    <a:pt x="110415" y="343230"/>
                  </a:cubicBezTo>
                  <a:cubicBezTo>
                    <a:pt x="110011" y="342484"/>
                    <a:pt x="110011" y="341738"/>
                    <a:pt x="109201" y="340246"/>
                  </a:cubicBezTo>
                  <a:cubicBezTo>
                    <a:pt x="108392" y="338753"/>
                    <a:pt x="107582" y="337261"/>
                    <a:pt x="106368" y="336515"/>
                  </a:cubicBezTo>
                  <a:lnTo>
                    <a:pt x="104749" y="335023"/>
                  </a:lnTo>
                  <a:cubicBezTo>
                    <a:pt x="104344" y="332038"/>
                    <a:pt x="103130" y="329053"/>
                    <a:pt x="99892" y="326069"/>
                  </a:cubicBezTo>
                  <a:cubicBezTo>
                    <a:pt x="99892" y="325323"/>
                    <a:pt x="99488" y="324577"/>
                    <a:pt x="99488" y="323830"/>
                  </a:cubicBezTo>
                  <a:cubicBezTo>
                    <a:pt x="99083" y="322338"/>
                    <a:pt x="98678" y="320846"/>
                    <a:pt x="97869" y="320100"/>
                  </a:cubicBezTo>
                  <a:lnTo>
                    <a:pt x="95440" y="315623"/>
                  </a:lnTo>
                  <a:cubicBezTo>
                    <a:pt x="95440" y="312638"/>
                    <a:pt x="94631" y="310400"/>
                    <a:pt x="93821" y="308161"/>
                  </a:cubicBezTo>
                  <a:lnTo>
                    <a:pt x="92202" y="305177"/>
                  </a:lnTo>
                  <a:cubicBezTo>
                    <a:pt x="92202" y="301446"/>
                    <a:pt x="91798" y="297715"/>
                    <a:pt x="90583" y="294730"/>
                  </a:cubicBezTo>
                  <a:lnTo>
                    <a:pt x="90179" y="293238"/>
                  </a:lnTo>
                  <a:cubicBezTo>
                    <a:pt x="90583" y="291000"/>
                    <a:pt x="90583" y="289507"/>
                    <a:pt x="90179" y="287269"/>
                  </a:cubicBezTo>
                  <a:cubicBezTo>
                    <a:pt x="89774" y="285030"/>
                    <a:pt x="88965" y="282792"/>
                    <a:pt x="88560" y="280553"/>
                  </a:cubicBezTo>
                  <a:lnTo>
                    <a:pt x="88560" y="279807"/>
                  </a:lnTo>
                  <a:cubicBezTo>
                    <a:pt x="88965" y="277569"/>
                    <a:pt x="88965" y="275330"/>
                    <a:pt x="88560" y="273092"/>
                  </a:cubicBezTo>
                  <a:cubicBezTo>
                    <a:pt x="88560" y="271600"/>
                    <a:pt x="88155" y="270854"/>
                    <a:pt x="88155" y="270107"/>
                  </a:cubicBezTo>
                  <a:cubicBezTo>
                    <a:pt x="88155" y="269361"/>
                    <a:pt x="88155" y="268615"/>
                    <a:pt x="87750" y="267869"/>
                  </a:cubicBezTo>
                  <a:cubicBezTo>
                    <a:pt x="88155" y="267123"/>
                    <a:pt x="88155" y="267123"/>
                    <a:pt x="88155" y="265630"/>
                  </a:cubicBezTo>
                  <a:cubicBezTo>
                    <a:pt x="88560" y="263392"/>
                    <a:pt x="88560" y="261154"/>
                    <a:pt x="88155" y="258915"/>
                  </a:cubicBezTo>
                  <a:cubicBezTo>
                    <a:pt x="88155" y="257423"/>
                    <a:pt x="88155" y="255930"/>
                    <a:pt x="87750" y="254438"/>
                  </a:cubicBezTo>
                  <a:cubicBezTo>
                    <a:pt x="87750" y="253692"/>
                    <a:pt x="88155" y="253692"/>
                    <a:pt x="88155" y="252946"/>
                  </a:cubicBezTo>
                  <a:cubicBezTo>
                    <a:pt x="88965" y="249215"/>
                    <a:pt x="88965" y="245484"/>
                    <a:pt x="88560" y="242500"/>
                  </a:cubicBezTo>
                  <a:lnTo>
                    <a:pt x="88560" y="241754"/>
                  </a:lnTo>
                  <a:cubicBezTo>
                    <a:pt x="89774" y="238023"/>
                    <a:pt x="90179" y="234292"/>
                    <a:pt x="90179" y="229815"/>
                  </a:cubicBezTo>
                  <a:cubicBezTo>
                    <a:pt x="90179" y="229815"/>
                    <a:pt x="90583" y="229815"/>
                    <a:pt x="90583" y="229069"/>
                  </a:cubicBezTo>
                  <a:cubicBezTo>
                    <a:pt x="90988" y="228323"/>
                    <a:pt x="91393" y="227577"/>
                    <a:pt x="91393" y="226830"/>
                  </a:cubicBezTo>
                  <a:cubicBezTo>
                    <a:pt x="92202" y="223846"/>
                    <a:pt x="92607" y="220861"/>
                    <a:pt x="93012" y="217877"/>
                  </a:cubicBezTo>
                  <a:cubicBezTo>
                    <a:pt x="93821" y="216384"/>
                    <a:pt x="94631" y="214892"/>
                    <a:pt x="95036" y="212654"/>
                  </a:cubicBezTo>
                  <a:lnTo>
                    <a:pt x="96250" y="205938"/>
                  </a:lnTo>
                  <a:cubicBezTo>
                    <a:pt x="97464" y="204446"/>
                    <a:pt x="98678" y="202207"/>
                    <a:pt x="99083" y="199223"/>
                  </a:cubicBezTo>
                  <a:cubicBezTo>
                    <a:pt x="99488" y="198477"/>
                    <a:pt x="99892" y="196984"/>
                    <a:pt x="100297" y="195492"/>
                  </a:cubicBezTo>
                  <a:cubicBezTo>
                    <a:pt x="100297" y="195492"/>
                    <a:pt x="100297" y="194746"/>
                    <a:pt x="100702" y="194746"/>
                  </a:cubicBezTo>
                  <a:cubicBezTo>
                    <a:pt x="102725" y="192507"/>
                    <a:pt x="104344" y="189523"/>
                    <a:pt x="105154" y="185046"/>
                  </a:cubicBezTo>
                  <a:cubicBezTo>
                    <a:pt x="105963" y="184300"/>
                    <a:pt x="106773" y="184300"/>
                    <a:pt x="107582" y="182807"/>
                  </a:cubicBezTo>
                  <a:cubicBezTo>
                    <a:pt x="108796" y="181315"/>
                    <a:pt x="109606" y="179823"/>
                    <a:pt x="110011" y="177584"/>
                  </a:cubicBezTo>
                  <a:lnTo>
                    <a:pt x="110415" y="176838"/>
                  </a:lnTo>
                  <a:cubicBezTo>
                    <a:pt x="112034" y="176092"/>
                    <a:pt x="113248" y="175346"/>
                    <a:pt x="114058" y="173107"/>
                  </a:cubicBezTo>
                  <a:cubicBezTo>
                    <a:pt x="114867" y="172361"/>
                    <a:pt x="115677" y="170869"/>
                    <a:pt x="116082" y="170123"/>
                  </a:cubicBezTo>
                  <a:lnTo>
                    <a:pt x="116486" y="170123"/>
                  </a:lnTo>
                  <a:cubicBezTo>
                    <a:pt x="117701" y="169377"/>
                    <a:pt x="118510" y="168631"/>
                    <a:pt x="119724" y="167884"/>
                  </a:cubicBezTo>
                  <a:cubicBezTo>
                    <a:pt x="120129" y="167138"/>
                    <a:pt x="120938" y="166392"/>
                    <a:pt x="121343" y="165646"/>
                  </a:cubicBezTo>
                  <a:lnTo>
                    <a:pt x="121748" y="164900"/>
                  </a:lnTo>
                  <a:cubicBezTo>
                    <a:pt x="122557" y="164900"/>
                    <a:pt x="122962" y="164900"/>
                    <a:pt x="123771" y="164154"/>
                  </a:cubicBezTo>
                  <a:cubicBezTo>
                    <a:pt x="124581" y="164154"/>
                    <a:pt x="125390" y="163407"/>
                    <a:pt x="126200" y="162661"/>
                  </a:cubicBezTo>
                  <a:lnTo>
                    <a:pt x="128628" y="160423"/>
                  </a:lnTo>
                  <a:lnTo>
                    <a:pt x="129033" y="160423"/>
                  </a:lnTo>
                  <a:cubicBezTo>
                    <a:pt x="129842" y="161169"/>
                    <a:pt x="130652" y="161169"/>
                    <a:pt x="131461" y="160423"/>
                  </a:cubicBezTo>
                  <a:cubicBezTo>
                    <a:pt x="131866" y="160423"/>
                    <a:pt x="132676" y="160423"/>
                    <a:pt x="133080" y="159677"/>
                  </a:cubicBezTo>
                  <a:cubicBezTo>
                    <a:pt x="133890" y="158931"/>
                    <a:pt x="134699" y="158184"/>
                    <a:pt x="135509" y="158184"/>
                  </a:cubicBezTo>
                  <a:cubicBezTo>
                    <a:pt x="136723" y="158931"/>
                    <a:pt x="137937" y="158931"/>
                    <a:pt x="139151" y="158931"/>
                  </a:cubicBezTo>
                  <a:cubicBezTo>
                    <a:pt x="139556" y="158184"/>
                    <a:pt x="139556" y="158184"/>
                    <a:pt x="139961" y="158184"/>
                  </a:cubicBezTo>
                  <a:cubicBezTo>
                    <a:pt x="140770" y="158184"/>
                    <a:pt x="141580" y="157438"/>
                    <a:pt x="142389" y="157438"/>
                  </a:cubicBezTo>
                  <a:cubicBezTo>
                    <a:pt x="143603" y="158931"/>
                    <a:pt x="144818" y="158931"/>
                    <a:pt x="146032" y="158184"/>
                  </a:cubicBezTo>
                  <a:cubicBezTo>
                    <a:pt x="146841" y="158184"/>
                    <a:pt x="148055" y="158184"/>
                    <a:pt x="148865" y="157438"/>
                  </a:cubicBezTo>
                  <a:cubicBezTo>
                    <a:pt x="149674" y="158931"/>
                    <a:pt x="150889" y="159677"/>
                    <a:pt x="152103" y="159677"/>
                  </a:cubicBezTo>
                  <a:cubicBezTo>
                    <a:pt x="152507" y="159677"/>
                    <a:pt x="153317" y="160423"/>
                    <a:pt x="154126" y="160423"/>
                  </a:cubicBezTo>
                  <a:cubicBezTo>
                    <a:pt x="154531" y="160423"/>
                    <a:pt x="154936" y="159677"/>
                    <a:pt x="155745" y="159677"/>
                  </a:cubicBezTo>
                  <a:cubicBezTo>
                    <a:pt x="156555" y="161169"/>
                    <a:pt x="157769" y="161915"/>
                    <a:pt x="158578" y="162661"/>
                  </a:cubicBezTo>
                  <a:cubicBezTo>
                    <a:pt x="159388" y="162661"/>
                    <a:pt x="160197" y="163407"/>
                    <a:pt x="161412" y="163407"/>
                  </a:cubicBezTo>
                  <a:lnTo>
                    <a:pt x="162221" y="163407"/>
                  </a:lnTo>
                  <a:lnTo>
                    <a:pt x="163840" y="166392"/>
                  </a:lnTo>
                  <a:lnTo>
                    <a:pt x="165459" y="167884"/>
                  </a:lnTo>
                  <a:cubicBezTo>
                    <a:pt x="166673" y="168631"/>
                    <a:pt x="167483" y="168631"/>
                    <a:pt x="168697" y="168631"/>
                  </a:cubicBezTo>
                  <a:cubicBezTo>
                    <a:pt x="169506" y="173107"/>
                    <a:pt x="170316" y="174600"/>
                    <a:pt x="171530" y="176092"/>
                  </a:cubicBezTo>
                  <a:close/>
                  <a:moveTo>
                    <a:pt x="175577" y="161169"/>
                  </a:moveTo>
                  <a:lnTo>
                    <a:pt x="175982" y="161915"/>
                  </a:lnTo>
                  <a:cubicBezTo>
                    <a:pt x="176791" y="162661"/>
                    <a:pt x="177196" y="163407"/>
                    <a:pt x="177601" y="164154"/>
                  </a:cubicBezTo>
                  <a:cubicBezTo>
                    <a:pt x="182458" y="170123"/>
                    <a:pt x="178815" y="176838"/>
                    <a:pt x="179220" y="183554"/>
                  </a:cubicBezTo>
                  <a:cubicBezTo>
                    <a:pt x="178815" y="182807"/>
                    <a:pt x="178410" y="182807"/>
                    <a:pt x="177601" y="182061"/>
                  </a:cubicBezTo>
                  <a:cubicBezTo>
                    <a:pt x="176791" y="180569"/>
                    <a:pt x="175982" y="179077"/>
                    <a:pt x="175172" y="176838"/>
                  </a:cubicBezTo>
                  <a:cubicBezTo>
                    <a:pt x="175172" y="171615"/>
                    <a:pt x="176387" y="166392"/>
                    <a:pt x="175577" y="161169"/>
                  </a:cubicBezTo>
                  <a:close/>
                  <a:moveTo>
                    <a:pt x="219288" y="108938"/>
                  </a:moveTo>
                  <a:cubicBezTo>
                    <a:pt x="220098" y="109684"/>
                    <a:pt x="220907" y="111177"/>
                    <a:pt x="222526" y="112669"/>
                  </a:cubicBezTo>
                  <a:lnTo>
                    <a:pt x="222526" y="113415"/>
                  </a:lnTo>
                  <a:lnTo>
                    <a:pt x="225359" y="116400"/>
                  </a:lnTo>
                  <a:lnTo>
                    <a:pt x="225764" y="117146"/>
                  </a:lnTo>
                  <a:cubicBezTo>
                    <a:pt x="226169" y="117146"/>
                    <a:pt x="226978" y="117892"/>
                    <a:pt x="227383" y="117892"/>
                  </a:cubicBezTo>
                  <a:lnTo>
                    <a:pt x="226573" y="120131"/>
                  </a:lnTo>
                  <a:lnTo>
                    <a:pt x="225764" y="121623"/>
                  </a:lnTo>
                  <a:cubicBezTo>
                    <a:pt x="225764" y="122369"/>
                    <a:pt x="225359" y="122369"/>
                    <a:pt x="225359" y="122369"/>
                  </a:cubicBezTo>
                  <a:cubicBezTo>
                    <a:pt x="224550" y="123861"/>
                    <a:pt x="223740" y="124607"/>
                    <a:pt x="222526" y="124607"/>
                  </a:cubicBezTo>
                  <a:cubicBezTo>
                    <a:pt x="221312" y="124607"/>
                    <a:pt x="220098" y="123115"/>
                    <a:pt x="219288" y="121623"/>
                  </a:cubicBezTo>
                  <a:cubicBezTo>
                    <a:pt x="218883" y="120877"/>
                    <a:pt x="218074" y="120131"/>
                    <a:pt x="217669" y="119384"/>
                  </a:cubicBezTo>
                  <a:cubicBezTo>
                    <a:pt x="216860" y="117892"/>
                    <a:pt x="215646" y="116400"/>
                    <a:pt x="214431" y="115654"/>
                  </a:cubicBezTo>
                  <a:cubicBezTo>
                    <a:pt x="214027" y="114907"/>
                    <a:pt x="213622" y="114907"/>
                    <a:pt x="213217" y="114907"/>
                  </a:cubicBezTo>
                  <a:cubicBezTo>
                    <a:pt x="215241" y="110431"/>
                    <a:pt x="216455" y="108192"/>
                    <a:pt x="217669" y="108192"/>
                  </a:cubicBezTo>
                  <a:cubicBezTo>
                    <a:pt x="218479" y="108192"/>
                    <a:pt x="218883" y="108938"/>
                    <a:pt x="219288" y="108938"/>
                  </a:cubicBezTo>
                  <a:close/>
                  <a:moveTo>
                    <a:pt x="218883" y="105208"/>
                  </a:moveTo>
                  <a:cubicBezTo>
                    <a:pt x="218883" y="104461"/>
                    <a:pt x="219288" y="104461"/>
                    <a:pt x="219288" y="104461"/>
                  </a:cubicBezTo>
                  <a:cubicBezTo>
                    <a:pt x="220098" y="102223"/>
                    <a:pt x="221312" y="99984"/>
                    <a:pt x="222526" y="99238"/>
                  </a:cubicBezTo>
                  <a:cubicBezTo>
                    <a:pt x="223336" y="98492"/>
                    <a:pt x="224550" y="99238"/>
                    <a:pt x="225359" y="99984"/>
                  </a:cubicBezTo>
                  <a:lnTo>
                    <a:pt x="225764" y="100731"/>
                  </a:lnTo>
                  <a:cubicBezTo>
                    <a:pt x="225764" y="100731"/>
                    <a:pt x="226169" y="101477"/>
                    <a:pt x="226573" y="101477"/>
                  </a:cubicBezTo>
                  <a:cubicBezTo>
                    <a:pt x="226978" y="101477"/>
                    <a:pt x="227383" y="102223"/>
                    <a:pt x="227788" y="102223"/>
                  </a:cubicBezTo>
                  <a:cubicBezTo>
                    <a:pt x="228192" y="102223"/>
                    <a:pt x="228192" y="102969"/>
                    <a:pt x="228192" y="102969"/>
                  </a:cubicBezTo>
                  <a:cubicBezTo>
                    <a:pt x="229406" y="104461"/>
                    <a:pt x="230621" y="105954"/>
                    <a:pt x="231835" y="106700"/>
                  </a:cubicBezTo>
                  <a:cubicBezTo>
                    <a:pt x="232240" y="106700"/>
                    <a:pt x="232240" y="107446"/>
                    <a:pt x="232644" y="107446"/>
                  </a:cubicBezTo>
                  <a:cubicBezTo>
                    <a:pt x="233049" y="107446"/>
                    <a:pt x="232240" y="108938"/>
                    <a:pt x="231835" y="109684"/>
                  </a:cubicBezTo>
                  <a:cubicBezTo>
                    <a:pt x="231025" y="111923"/>
                    <a:pt x="229811" y="112669"/>
                    <a:pt x="228192" y="113415"/>
                  </a:cubicBezTo>
                  <a:cubicBezTo>
                    <a:pt x="227788" y="114161"/>
                    <a:pt x="226978" y="113415"/>
                    <a:pt x="226573" y="113415"/>
                  </a:cubicBezTo>
                  <a:cubicBezTo>
                    <a:pt x="226169" y="113415"/>
                    <a:pt x="226169" y="112669"/>
                    <a:pt x="225764" y="112669"/>
                  </a:cubicBezTo>
                  <a:cubicBezTo>
                    <a:pt x="225359" y="112669"/>
                    <a:pt x="225359" y="112669"/>
                    <a:pt x="225359" y="111923"/>
                  </a:cubicBezTo>
                  <a:cubicBezTo>
                    <a:pt x="224550" y="111177"/>
                    <a:pt x="223740" y="108938"/>
                    <a:pt x="222526" y="108192"/>
                  </a:cubicBezTo>
                  <a:cubicBezTo>
                    <a:pt x="221717" y="107446"/>
                    <a:pt x="220907" y="105954"/>
                    <a:pt x="219693" y="105208"/>
                  </a:cubicBezTo>
                  <a:lnTo>
                    <a:pt x="219288" y="104461"/>
                  </a:lnTo>
                  <a:cubicBezTo>
                    <a:pt x="219288" y="105954"/>
                    <a:pt x="218883" y="105208"/>
                    <a:pt x="218883" y="105208"/>
                  </a:cubicBezTo>
                  <a:close/>
                  <a:moveTo>
                    <a:pt x="217265" y="123115"/>
                  </a:moveTo>
                  <a:cubicBezTo>
                    <a:pt x="217669" y="123115"/>
                    <a:pt x="217669" y="123861"/>
                    <a:pt x="218074" y="123861"/>
                  </a:cubicBezTo>
                  <a:cubicBezTo>
                    <a:pt x="218479" y="124607"/>
                    <a:pt x="218883" y="125354"/>
                    <a:pt x="219693" y="126100"/>
                  </a:cubicBezTo>
                  <a:cubicBezTo>
                    <a:pt x="220502" y="127592"/>
                    <a:pt x="221717" y="128338"/>
                    <a:pt x="222526" y="128338"/>
                  </a:cubicBezTo>
                  <a:cubicBezTo>
                    <a:pt x="221717" y="130577"/>
                    <a:pt x="220907" y="132069"/>
                    <a:pt x="219693" y="133561"/>
                  </a:cubicBezTo>
                  <a:cubicBezTo>
                    <a:pt x="219288" y="134308"/>
                    <a:pt x="218479" y="134308"/>
                    <a:pt x="218074" y="134308"/>
                  </a:cubicBezTo>
                  <a:cubicBezTo>
                    <a:pt x="216050" y="135054"/>
                    <a:pt x="214431" y="132069"/>
                    <a:pt x="213217" y="129831"/>
                  </a:cubicBezTo>
                  <a:cubicBezTo>
                    <a:pt x="212812" y="129084"/>
                    <a:pt x="212408" y="129084"/>
                    <a:pt x="212003" y="128338"/>
                  </a:cubicBezTo>
                  <a:cubicBezTo>
                    <a:pt x="211598" y="127592"/>
                    <a:pt x="210789" y="126846"/>
                    <a:pt x="209979" y="126100"/>
                  </a:cubicBezTo>
                  <a:cubicBezTo>
                    <a:pt x="209575" y="125354"/>
                    <a:pt x="209170" y="125354"/>
                    <a:pt x="208360" y="125354"/>
                  </a:cubicBezTo>
                  <a:cubicBezTo>
                    <a:pt x="209170" y="122369"/>
                    <a:pt x="210384" y="120131"/>
                    <a:pt x="212003" y="118638"/>
                  </a:cubicBezTo>
                  <a:cubicBezTo>
                    <a:pt x="212408" y="117892"/>
                    <a:pt x="212408" y="117892"/>
                    <a:pt x="213217" y="117892"/>
                  </a:cubicBezTo>
                  <a:cubicBezTo>
                    <a:pt x="214027" y="117892"/>
                    <a:pt x="215241" y="120131"/>
                    <a:pt x="217265" y="123115"/>
                  </a:cubicBezTo>
                  <a:close/>
                  <a:moveTo>
                    <a:pt x="209170" y="129084"/>
                  </a:moveTo>
                  <a:cubicBezTo>
                    <a:pt x="210384" y="129831"/>
                    <a:pt x="211194" y="131323"/>
                    <a:pt x="212003" y="132815"/>
                  </a:cubicBezTo>
                  <a:cubicBezTo>
                    <a:pt x="212408" y="133561"/>
                    <a:pt x="212408" y="133561"/>
                    <a:pt x="213217" y="133561"/>
                  </a:cubicBezTo>
                  <a:cubicBezTo>
                    <a:pt x="214431" y="135054"/>
                    <a:pt x="215646" y="136546"/>
                    <a:pt x="216860" y="137292"/>
                  </a:cubicBezTo>
                  <a:cubicBezTo>
                    <a:pt x="215241" y="141023"/>
                    <a:pt x="214027" y="143261"/>
                    <a:pt x="213217" y="144007"/>
                  </a:cubicBezTo>
                  <a:lnTo>
                    <a:pt x="212003" y="144007"/>
                  </a:lnTo>
                  <a:cubicBezTo>
                    <a:pt x="210384" y="144007"/>
                    <a:pt x="209170" y="141023"/>
                    <a:pt x="207146" y="138784"/>
                  </a:cubicBezTo>
                  <a:cubicBezTo>
                    <a:pt x="206742" y="137292"/>
                    <a:pt x="205932" y="136546"/>
                    <a:pt x="205123" y="135800"/>
                  </a:cubicBezTo>
                  <a:cubicBezTo>
                    <a:pt x="204718" y="135800"/>
                    <a:pt x="204718" y="135054"/>
                    <a:pt x="204718" y="135054"/>
                  </a:cubicBezTo>
                  <a:lnTo>
                    <a:pt x="204313" y="134308"/>
                  </a:lnTo>
                  <a:lnTo>
                    <a:pt x="203099" y="134308"/>
                  </a:lnTo>
                  <a:lnTo>
                    <a:pt x="204313" y="132069"/>
                  </a:lnTo>
                  <a:cubicBezTo>
                    <a:pt x="204718" y="131323"/>
                    <a:pt x="205123" y="129831"/>
                    <a:pt x="205527" y="129084"/>
                  </a:cubicBezTo>
                  <a:cubicBezTo>
                    <a:pt x="206337" y="127592"/>
                    <a:pt x="207146" y="126846"/>
                    <a:pt x="207551" y="126846"/>
                  </a:cubicBezTo>
                  <a:cubicBezTo>
                    <a:pt x="207956" y="128338"/>
                    <a:pt x="208360" y="129084"/>
                    <a:pt x="209170" y="129084"/>
                  </a:cubicBezTo>
                  <a:close/>
                  <a:moveTo>
                    <a:pt x="203908" y="138784"/>
                  </a:moveTo>
                  <a:cubicBezTo>
                    <a:pt x="204313" y="139531"/>
                    <a:pt x="205123" y="139531"/>
                    <a:pt x="205527" y="140277"/>
                  </a:cubicBezTo>
                  <a:cubicBezTo>
                    <a:pt x="205932" y="141023"/>
                    <a:pt x="206337" y="141769"/>
                    <a:pt x="207146" y="142515"/>
                  </a:cubicBezTo>
                  <a:cubicBezTo>
                    <a:pt x="207551" y="142515"/>
                    <a:pt x="207551" y="143261"/>
                    <a:pt x="207551" y="143261"/>
                  </a:cubicBezTo>
                  <a:cubicBezTo>
                    <a:pt x="208765" y="144754"/>
                    <a:pt x="210384" y="146246"/>
                    <a:pt x="212003" y="147738"/>
                  </a:cubicBezTo>
                  <a:cubicBezTo>
                    <a:pt x="210789" y="150723"/>
                    <a:pt x="209575" y="152961"/>
                    <a:pt x="207551" y="153707"/>
                  </a:cubicBezTo>
                  <a:cubicBezTo>
                    <a:pt x="206742" y="153707"/>
                    <a:pt x="206337" y="153707"/>
                    <a:pt x="205527" y="152961"/>
                  </a:cubicBezTo>
                  <a:cubicBezTo>
                    <a:pt x="205123" y="152215"/>
                    <a:pt x="204718" y="152215"/>
                    <a:pt x="204313" y="151469"/>
                  </a:cubicBezTo>
                  <a:cubicBezTo>
                    <a:pt x="203504" y="150723"/>
                    <a:pt x="202694" y="149977"/>
                    <a:pt x="202289" y="148484"/>
                  </a:cubicBezTo>
                  <a:cubicBezTo>
                    <a:pt x="201480" y="146992"/>
                    <a:pt x="200671" y="146246"/>
                    <a:pt x="199456" y="145500"/>
                  </a:cubicBezTo>
                  <a:cubicBezTo>
                    <a:pt x="199052" y="145500"/>
                    <a:pt x="199052" y="144754"/>
                    <a:pt x="199052" y="144754"/>
                  </a:cubicBezTo>
                  <a:cubicBezTo>
                    <a:pt x="199052" y="144754"/>
                    <a:pt x="198647" y="144007"/>
                    <a:pt x="197837" y="144007"/>
                  </a:cubicBezTo>
                  <a:cubicBezTo>
                    <a:pt x="198242" y="143261"/>
                    <a:pt x="198647" y="142515"/>
                    <a:pt x="199052" y="141023"/>
                  </a:cubicBezTo>
                  <a:cubicBezTo>
                    <a:pt x="199861" y="138784"/>
                    <a:pt x="201075" y="137292"/>
                    <a:pt x="202289" y="136546"/>
                  </a:cubicBezTo>
                  <a:cubicBezTo>
                    <a:pt x="202694" y="136546"/>
                    <a:pt x="203099" y="136546"/>
                    <a:pt x="203099" y="137292"/>
                  </a:cubicBezTo>
                  <a:cubicBezTo>
                    <a:pt x="203099" y="138038"/>
                    <a:pt x="203504" y="138784"/>
                    <a:pt x="203908" y="138784"/>
                  </a:cubicBezTo>
                  <a:close/>
                  <a:moveTo>
                    <a:pt x="198647" y="148484"/>
                  </a:moveTo>
                  <a:cubicBezTo>
                    <a:pt x="199861" y="149977"/>
                    <a:pt x="200671" y="150723"/>
                    <a:pt x="201480" y="152215"/>
                  </a:cubicBezTo>
                  <a:lnTo>
                    <a:pt x="201885" y="152961"/>
                  </a:lnTo>
                  <a:cubicBezTo>
                    <a:pt x="202289" y="153707"/>
                    <a:pt x="203504" y="154454"/>
                    <a:pt x="203908" y="155200"/>
                  </a:cubicBezTo>
                  <a:cubicBezTo>
                    <a:pt x="204313" y="155946"/>
                    <a:pt x="204718" y="155946"/>
                    <a:pt x="205123" y="155946"/>
                  </a:cubicBezTo>
                  <a:cubicBezTo>
                    <a:pt x="205527" y="156692"/>
                    <a:pt x="205932" y="156692"/>
                    <a:pt x="206337" y="156692"/>
                  </a:cubicBezTo>
                  <a:lnTo>
                    <a:pt x="205123" y="158931"/>
                  </a:lnTo>
                  <a:lnTo>
                    <a:pt x="203908" y="161169"/>
                  </a:lnTo>
                  <a:cubicBezTo>
                    <a:pt x="203504" y="161915"/>
                    <a:pt x="202694" y="162661"/>
                    <a:pt x="201885" y="162661"/>
                  </a:cubicBezTo>
                  <a:cubicBezTo>
                    <a:pt x="200671" y="163407"/>
                    <a:pt x="199861" y="161915"/>
                    <a:pt x="198647" y="161169"/>
                  </a:cubicBezTo>
                  <a:cubicBezTo>
                    <a:pt x="197433" y="160423"/>
                    <a:pt x="197837" y="159677"/>
                    <a:pt x="197028" y="158931"/>
                  </a:cubicBezTo>
                  <a:cubicBezTo>
                    <a:pt x="196218" y="157438"/>
                    <a:pt x="195409" y="156692"/>
                    <a:pt x="194600" y="155946"/>
                  </a:cubicBezTo>
                  <a:cubicBezTo>
                    <a:pt x="194195" y="155200"/>
                    <a:pt x="194195" y="155200"/>
                    <a:pt x="193385" y="155200"/>
                  </a:cubicBezTo>
                  <a:cubicBezTo>
                    <a:pt x="192981" y="154454"/>
                    <a:pt x="192576" y="154454"/>
                    <a:pt x="191766" y="154454"/>
                  </a:cubicBezTo>
                  <a:cubicBezTo>
                    <a:pt x="192171" y="152961"/>
                    <a:pt x="192576" y="152215"/>
                    <a:pt x="193385" y="151469"/>
                  </a:cubicBezTo>
                  <a:cubicBezTo>
                    <a:pt x="193790" y="150723"/>
                    <a:pt x="194195" y="149977"/>
                    <a:pt x="194600" y="149977"/>
                  </a:cubicBezTo>
                  <a:cubicBezTo>
                    <a:pt x="195409" y="148484"/>
                    <a:pt x="196218" y="147738"/>
                    <a:pt x="197028" y="148484"/>
                  </a:cubicBezTo>
                  <a:lnTo>
                    <a:pt x="197433" y="148484"/>
                  </a:lnTo>
                  <a:cubicBezTo>
                    <a:pt x="197837" y="147738"/>
                    <a:pt x="198242" y="148484"/>
                    <a:pt x="198647" y="148484"/>
                  </a:cubicBezTo>
                  <a:close/>
                  <a:moveTo>
                    <a:pt x="193385" y="158184"/>
                  </a:moveTo>
                  <a:lnTo>
                    <a:pt x="193790" y="158931"/>
                  </a:lnTo>
                  <a:cubicBezTo>
                    <a:pt x="193790" y="158931"/>
                    <a:pt x="194600" y="159677"/>
                    <a:pt x="195004" y="159677"/>
                  </a:cubicBezTo>
                  <a:cubicBezTo>
                    <a:pt x="195409" y="160423"/>
                    <a:pt x="195814" y="161169"/>
                    <a:pt x="196218" y="161169"/>
                  </a:cubicBezTo>
                  <a:cubicBezTo>
                    <a:pt x="196623" y="161915"/>
                    <a:pt x="197028" y="161915"/>
                    <a:pt x="197433" y="162661"/>
                  </a:cubicBezTo>
                  <a:cubicBezTo>
                    <a:pt x="197837" y="163407"/>
                    <a:pt x="198242" y="164154"/>
                    <a:pt x="199052" y="164900"/>
                  </a:cubicBezTo>
                  <a:lnTo>
                    <a:pt x="201480" y="166392"/>
                  </a:lnTo>
                  <a:lnTo>
                    <a:pt x="199052" y="170869"/>
                  </a:lnTo>
                  <a:cubicBezTo>
                    <a:pt x="198647" y="171615"/>
                    <a:pt x="198242" y="171615"/>
                    <a:pt x="197433" y="172361"/>
                  </a:cubicBezTo>
                  <a:cubicBezTo>
                    <a:pt x="196623" y="172361"/>
                    <a:pt x="195814" y="172361"/>
                    <a:pt x="195004" y="171615"/>
                  </a:cubicBezTo>
                  <a:cubicBezTo>
                    <a:pt x="194600" y="171615"/>
                    <a:pt x="194600" y="170869"/>
                    <a:pt x="193790" y="170869"/>
                  </a:cubicBezTo>
                  <a:cubicBezTo>
                    <a:pt x="192981" y="170869"/>
                    <a:pt x="192171" y="168631"/>
                    <a:pt x="191766" y="167884"/>
                  </a:cubicBezTo>
                  <a:cubicBezTo>
                    <a:pt x="191362" y="167138"/>
                    <a:pt x="191362" y="167138"/>
                    <a:pt x="190957" y="167138"/>
                  </a:cubicBezTo>
                  <a:cubicBezTo>
                    <a:pt x="190147" y="166392"/>
                    <a:pt x="189743" y="164900"/>
                    <a:pt x="188933" y="164154"/>
                  </a:cubicBezTo>
                  <a:lnTo>
                    <a:pt x="188529" y="164154"/>
                  </a:lnTo>
                  <a:cubicBezTo>
                    <a:pt x="188124" y="163407"/>
                    <a:pt x="187719" y="163407"/>
                    <a:pt x="186910" y="163407"/>
                  </a:cubicBezTo>
                  <a:cubicBezTo>
                    <a:pt x="187314" y="161915"/>
                    <a:pt x="188124" y="161169"/>
                    <a:pt x="188529" y="159677"/>
                  </a:cubicBezTo>
                  <a:cubicBezTo>
                    <a:pt x="189338" y="158184"/>
                    <a:pt x="190147" y="156692"/>
                    <a:pt x="190552" y="156692"/>
                  </a:cubicBezTo>
                  <a:lnTo>
                    <a:pt x="192171" y="156692"/>
                  </a:lnTo>
                  <a:cubicBezTo>
                    <a:pt x="192576" y="157438"/>
                    <a:pt x="192981" y="158184"/>
                    <a:pt x="193385" y="158184"/>
                  </a:cubicBezTo>
                  <a:close/>
                  <a:moveTo>
                    <a:pt x="188124" y="167884"/>
                  </a:moveTo>
                  <a:lnTo>
                    <a:pt x="188933" y="169377"/>
                  </a:lnTo>
                  <a:cubicBezTo>
                    <a:pt x="189743" y="170123"/>
                    <a:pt x="190147" y="170869"/>
                    <a:pt x="190957" y="171615"/>
                  </a:cubicBezTo>
                  <a:lnTo>
                    <a:pt x="190957" y="172361"/>
                  </a:lnTo>
                  <a:cubicBezTo>
                    <a:pt x="191362" y="172361"/>
                    <a:pt x="191362" y="173107"/>
                    <a:pt x="191766" y="173107"/>
                  </a:cubicBezTo>
                  <a:cubicBezTo>
                    <a:pt x="192171" y="173107"/>
                    <a:pt x="193385" y="174600"/>
                    <a:pt x="193790" y="175346"/>
                  </a:cubicBezTo>
                  <a:cubicBezTo>
                    <a:pt x="194195" y="176092"/>
                    <a:pt x="194600" y="176092"/>
                    <a:pt x="195004" y="176092"/>
                  </a:cubicBezTo>
                  <a:cubicBezTo>
                    <a:pt x="195409" y="176092"/>
                    <a:pt x="195409" y="176838"/>
                    <a:pt x="195814" y="176838"/>
                  </a:cubicBezTo>
                  <a:cubicBezTo>
                    <a:pt x="196218" y="176838"/>
                    <a:pt x="195409" y="178331"/>
                    <a:pt x="195004" y="179077"/>
                  </a:cubicBezTo>
                  <a:cubicBezTo>
                    <a:pt x="194600" y="179823"/>
                    <a:pt x="194195" y="180569"/>
                    <a:pt x="193790" y="180569"/>
                  </a:cubicBezTo>
                  <a:cubicBezTo>
                    <a:pt x="193385" y="181315"/>
                    <a:pt x="192576" y="182061"/>
                    <a:pt x="191766" y="182807"/>
                  </a:cubicBezTo>
                  <a:lnTo>
                    <a:pt x="191766" y="182061"/>
                  </a:lnTo>
                  <a:lnTo>
                    <a:pt x="190957" y="180569"/>
                  </a:lnTo>
                  <a:cubicBezTo>
                    <a:pt x="190147" y="179077"/>
                    <a:pt x="189743" y="178331"/>
                    <a:pt x="188933" y="177584"/>
                  </a:cubicBezTo>
                  <a:cubicBezTo>
                    <a:pt x="188529" y="176838"/>
                    <a:pt x="188124" y="176838"/>
                    <a:pt x="187719" y="175346"/>
                  </a:cubicBezTo>
                  <a:cubicBezTo>
                    <a:pt x="187314" y="173854"/>
                    <a:pt x="186910" y="173107"/>
                    <a:pt x="186100" y="172361"/>
                  </a:cubicBezTo>
                  <a:cubicBezTo>
                    <a:pt x="185695" y="171615"/>
                    <a:pt x="185291" y="170869"/>
                    <a:pt x="184481" y="170123"/>
                  </a:cubicBezTo>
                  <a:cubicBezTo>
                    <a:pt x="184481" y="169377"/>
                    <a:pt x="184077" y="169377"/>
                    <a:pt x="184077" y="169377"/>
                  </a:cubicBezTo>
                  <a:lnTo>
                    <a:pt x="184481" y="168631"/>
                  </a:lnTo>
                  <a:cubicBezTo>
                    <a:pt x="184886" y="167884"/>
                    <a:pt x="185291" y="167884"/>
                    <a:pt x="186100" y="167884"/>
                  </a:cubicBezTo>
                  <a:lnTo>
                    <a:pt x="186505" y="167884"/>
                  </a:lnTo>
                  <a:cubicBezTo>
                    <a:pt x="187314" y="167138"/>
                    <a:pt x="187719" y="167884"/>
                    <a:pt x="188124" y="167884"/>
                  </a:cubicBezTo>
                  <a:close/>
                  <a:moveTo>
                    <a:pt x="195004" y="194746"/>
                  </a:moveTo>
                  <a:cubicBezTo>
                    <a:pt x="196623" y="198477"/>
                    <a:pt x="196623" y="202954"/>
                    <a:pt x="195004" y="206684"/>
                  </a:cubicBezTo>
                  <a:cubicBezTo>
                    <a:pt x="194600" y="207430"/>
                    <a:pt x="194195" y="208923"/>
                    <a:pt x="193790" y="209669"/>
                  </a:cubicBezTo>
                  <a:lnTo>
                    <a:pt x="192576" y="214146"/>
                  </a:lnTo>
                  <a:lnTo>
                    <a:pt x="191766" y="212654"/>
                  </a:lnTo>
                  <a:cubicBezTo>
                    <a:pt x="191362" y="211161"/>
                    <a:pt x="191362" y="210415"/>
                    <a:pt x="190957" y="209669"/>
                  </a:cubicBezTo>
                  <a:cubicBezTo>
                    <a:pt x="190552" y="208177"/>
                    <a:pt x="190552" y="206684"/>
                    <a:pt x="190552" y="205192"/>
                  </a:cubicBezTo>
                  <a:cubicBezTo>
                    <a:pt x="190957" y="203700"/>
                    <a:pt x="190957" y="202207"/>
                    <a:pt x="190957" y="200715"/>
                  </a:cubicBezTo>
                  <a:cubicBezTo>
                    <a:pt x="191362" y="199969"/>
                    <a:pt x="191766" y="199223"/>
                    <a:pt x="191766" y="197731"/>
                  </a:cubicBezTo>
                  <a:cubicBezTo>
                    <a:pt x="192576" y="195492"/>
                    <a:pt x="192981" y="192507"/>
                    <a:pt x="193385" y="190269"/>
                  </a:cubicBezTo>
                  <a:lnTo>
                    <a:pt x="193790" y="191015"/>
                  </a:lnTo>
                  <a:lnTo>
                    <a:pt x="193790" y="191761"/>
                  </a:lnTo>
                  <a:cubicBezTo>
                    <a:pt x="194600" y="193254"/>
                    <a:pt x="194600" y="194000"/>
                    <a:pt x="195004" y="194746"/>
                  </a:cubicBezTo>
                  <a:close/>
                  <a:moveTo>
                    <a:pt x="203908" y="242500"/>
                  </a:moveTo>
                  <a:cubicBezTo>
                    <a:pt x="203504" y="243992"/>
                    <a:pt x="202694" y="245484"/>
                    <a:pt x="201885" y="246230"/>
                  </a:cubicBezTo>
                  <a:cubicBezTo>
                    <a:pt x="200671" y="246977"/>
                    <a:pt x="199456" y="248469"/>
                    <a:pt x="198647" y="249961"/>
                  </a:cubicBezTo>
                  <a:cubicBezTo>
                    <a:pt x="198647" y="250707"/>
                    <a:pt x="198242" y="250707"/>
                    <a:pt x="198242" y="250707"/>
                  </a:cubicBezTo>
                  <a:cubicBezTo>
                    <a:pt x="197433" y="247723"/>
                    <a:pt x="197433" y="243992"/>
                    <a:pt x="197837" y="241007"/>
                  </a:cubicBezTo>
                  <a:cubicBezTo>
                    <a:pt x="198242" y="240261"/>
                    <a:pt x="198242" y="240261"/>
                    <a:pt x="198242" y="239515"/>
                  </a:cubicBezTo>
                  <a:cubicBezTo>
                    <a:pt x="199052" y="237277"/>
                    <a:pt x="200671" y="235784"/>
                    <a:pt x="201480" y="233546"/>
                  </a:cubicBezTo>
                  <a:cubicBezTo>
                    <a:pt x="202289" y="232054"/>
                    <a:pt x="202694" y="231307"/>
                    <a:pt x="203099" y="229815"/>
                  </a:cubicBezTo>
                  <a:cubicBezTo>
                    <a:pt x="203099" y="230561"/>
                    <a:pt x="203099" y="230561"/>
                    <a:pt x="203504" y="230561"/>
                  </a:cubicBezTo>
                  <a:lnTo>
                    <a:pt x="203504" y="231307"/>
                  </a:lnTo>
                  <a:cubicBezTo>
                    <a:pt x="205123" y="237277"/>
                    <a:pt x="204718" y="240261"/>
                    <a:pt x="203908" y="242500"/>
                  </a:cubicBezTo>
                  <a:close/>
                  <a:moveTo>
                    <a:pt x="207551" y="258169"/>
                  </a:moveTo>
                  <a:cubicBezTo>
                    <a:pt x="207551" y="257423"/>
                    <a:pt x="207551" y="256677"/>
                    <a:pt x="207146" y="256677"/>
                  </a:cubicBezTo>
                  <a:lnTo>
                    <a:pt x="207146" y="254438"/>
                  </a:lnTo>
                  <a:cubicBezTo>
                    <a:pt x="207551" y="252946"/>
                    <a:pt x="207551" y="252200"/>
                    <a:pt x="207551" y="250707"/>
                  </a:cubicBezTo>
                  <a:cubicBezTo>
                    <a:pt x="212003" y="252200"/>
                    <a:pt x="210384" y="261154"/>
                    <a:pt x="212003" y="268615"/>
                  </a:cubicBezTo>
                  <a:lnTo>
                    <a:pt x="212003" y="269361"/>
                  </a:lnTo>
                  <a:cubicBezTo>
                    <a:pt x="212408" y="270107"/>
                    <a:pt x="212408" y="270854"/>
                    <a:pt x="212408" y="271600"/>
                  </a:cubicBezTo>
                  <a:lnTo>
                    <a:pt x="212003" y="271600"/>
                  </a:lnTo>
                  <a:cubicBezTo>
                    <a:pt x="210384" y="272346"/>
                    <a:pt x="208765" y="272346"/>
                    <a:pt x="207146" y="270854"/>
                  </a:cubicBezTo>
                  <a:lnTo>
                    <a:pt x="206742" y="270854"/>
                  </a:lnTo>
                  <a:cubicBezTo>
                    <a:pt x="207146" y="270107"/>
                    <a:pt x="207146" y="270107"/>
                    <a:pt x="207146" y="269361"/>
                  </a:cubicBezTo>
                  <a:cubicBezTo>
                    <a:pt x="207956" y="265630"/>
                    <a:pt x="207956" y="261900"/>
                    <a:pt x="207551" y="258169"/>
                  </a:cubicBezTo>
                  <a:close/>
                  <a:moveTo>
                    <a:pt x="264213" y="267869"/>
                  </a:moveTo>
                  <a:cubicBezTo>
                    <a:pt x="264213" y="268615"/>
                    <a:pt x="264618" y="270107"/>
                    <a:pt x="264618" y="270854"/>
                  </a:cubicBezTo>
                  <a:lnTo>
                    <a:pt x="262999" y="270854"/>
                  </a:lnTo>
                  <a:cubicBezTo>
                    <a:pt x="260166" y="271600"/>
                    <a:pt x="259357" y="270854"/>
                    <a:pt x="258547" y="268615"/>
                  </a:cubicBezTo>
                  <a:cubicBezTo>
                    <a:pt x="258142" y="267869"/>
                    <a:pt x="258142" y="267869"/>
                    <a:pt x="258142" y="267123"/>
                  </a:cubicBezTo>
                  <a:cubicBezTo>
                    <a:pt x="258142" y="266377"/>
                    <a:pt x="257738" y="264138"/>
                    <a:pt x="257738" y="261900"/>
                  </a:cubicBezTo>
                  <a:cubicBezTo>
                    <a:pt x="257333" y="261154"/>
                    <a:pt x="257333" y="261154"/>
                    <a:pt x="257333" y="260407"/>
                  </a:cubicBezTo>
                  <a:cubicBezTo>
                    <a:pt x="257333" y="257423"/>
                    <a:pt x="256928" y="255184"/>
                    <a:pt x="256524" y="252200"/>
                  </a:cubicBezTo>
                  <a:cubicBezTo>
                    <a:pt x="256119" y="251454"/>
                    <a:pt x="256119" y="250707"/>
                    <a:pt x="256119" y="249961"/>
                  </a:cubicBezTo>
                  <a:lnTo>
                    <a:pt x="256524" y="249961"/>
                  </a:lnTo>
                  <a:cubicBezTo>
                    <a:pt x="256928" y="249961"/>
                    <a:pt x="256928" y="249215"/>
                    <a:pt x="257738" y="249215"/>
                  </a:cubicBezTo>
                  <a:cubicBezTo>
                    <a:pt x="261380" y="249215"/>
                    <a:pt x="262594" y="252200"/>
                    <a:pt x="262999" y="256677"/>
                  </a:cubicBezTo>
                  <a:cubicBezTo>
                    <a:pt x="263404" y="261154"/>
                    <a:pt x="263809" y="264884"/>
                    <a:pt x="264213" y="267869"/>
                  </a:cubicBezTo>
                  <a:close/>
                  <a:moveTo>
                    <a:pt x="263809" y="250707"/>
                  </a:moveTo>
                  <a:lnTo>
                    <a:pt x="264213" y="250707"/>
                  </a:lnTo>
                  <a:cubicBezTo>
                    <a:pt x="264618" y="249961"/>
                    <a:pt x="265023" y="249961"/>
                    <a:pt x="265832" y="249961"/>
                  </a:cubicBezTo>
                  <a:cubicBezTo>
                    <a:pt x="266642" y="249961"/>
                    <a:pt x="267451" y="250707"/>
                    <a:pt x="268665" y="250707"/>
                  </a:cubicBezTo>
                  <a:cubicBezTo>
                    <a:pt x="268665" y="252946"/>
                    <a:pt x="269070" y="254438"/>
                    <a:pt x="269070" y="256677"/>
                  </a:cubicBezTo>
                  <a:cubicBezTo>
                    <a:pt x="269070" y="258915"/>
                    <a:pt x="269475" y="261900"/>
                    <a:pt x="269880" y="264138"/>
                  </a:cubicBezTo>
                  <a:cubicBezTo>
                    <a:pt x="269475" y="265630"/>
                    <a:pt x="269070" y="267123"/>
                    <a:pt x="269070" y="268615"/>
                  </a:cubicBezTo>
                  <a:cubicBezTo>
                    <a:pt x="269070" y="269361"/>
                    <a:pt x="269070" y="270107"/>
                    <a:pt x="268665" y="270854"/>
                  </a:cubicBezTo>
                  <a:cubicBezTo>
                    <a:pt x="267856" y="270854"/>
                    <a:pt x="266642" y="270107"/>
                    <a:pt x="266237" y="268615"/>
                  </a:cubicBezTo>
                  <a:cubicBezTo>
                    <a:pt x="266237" y="267869"/>
                    <a:pt x="265832" y="267869"/>
                    <a:pt x="265832" y="267123"/>
                  </a:cubicBezTo>
                  <a:cubicBezTo>
                    <a:pt x="265832" y="266377"/>
                    <a:pt x="265428" y="263392"/>
                    <a:pt x="265428" y="260407"/>
                  </a:cubicBezTo>
                  <a:lnTo>
                    <a:pt x="264213" y="252946"/>
                  </a:lnTo>
                  <a:cubicBezTo>
                    <a:pt x="264213" y="252200"/>
                    <a:pt x="263809" y="250707"/>
                    <a:pt x="263809" y="250707"/>
                  </a:cubicBezTo>
                  <a:close/>
                  <a:moveTo>
                    <a:pt x="256928" y="267869"/>
                  </a:moveTo>
                  <a:cubicBezTo>
                    <a:pt x="256928" y="268615"/>
                    <a:pt x="257333" y="270107"/>
                    <a:pt x="257333" y="270854"/>
                  </a:cubicBezTo>
                  <a:lnTo>
                    <a:pt x="256928" y="270854"/>
                  </a:lnTo>
                  <a:cubicBezTo>
                    <a:pt x="256524" y="270854"/>
                    <a:pt x="255309" y="271600"/>
                    <a:pt x="255309" y="271600"/>
                  </a:cubicBezTo>
                  <a:cubicBezTo>
                    <a:pt x="252881" y="271600"/>
                    <a:pt x="252071" y="270854"/>
                    <a:pt x="251667" y="268615"/>
                  </a:cubicBezTo>
                  <a:cubicBezTo>
                    <a:pt x="251262" y="267869"/>
                    <a:pt x="251262" y="267869"/>
                    <a:pt x="251262" y="267123"/>
                  </a:cubicBezTo>
                  <a:cubicBezTo>
                    <a:pt x="250857" y="264884"/>
                    <a:pt x="250453" y="262646"/>
                    <a:pt x="250453" y="260407"/>
                  </a:cubicBezTo>
                  <a:cubicBezTo>
                    <a:pt x="250453" y="257423"/>
                    <a:pt x="250048" y="255184"/>
                    <a:pt x="249643" y="252200"/>
                  </a:cubicBezTo>
                  <a:cubicBezTo>
                    <a:pt x="249643" y="251454"/>
                    <a:pt x="249238" y="250707"/>
                    <a:pt x="249238" y="249961"/>
                  </a:cubicBezTo>
                  <a:lnTo>
                    <a:pt x="249643" y="249961"/>
                  </a:lnTo>
                  <a:cubicBezTo>
                    <a:pt x="250453" y="249215"/>
                    <a:pt x="250857" y="249215"/>
                    <a:pt x="251667" y="249215"/>
                  </a:cubicBezTo>
                  <a:cubicBezTo>
                    <a:pt x="253690" y="249961"/>
                    <a:pt x="254905" y="250707"/>
                    <a:pt x="255309" y="252946"/>
                  </a:cubicBezTo>
                  <a:cubicBezTo>
                    <a:pt x="255714" y="255184"/>
                    <a:pt x="255714" y="262646"/>
                    <a:pt x="256928" y="267869"/>
                  </a:cubicBezTo>
                  <a:close/>
                  <a:moveTo>
                    <a:pt x="249238" y="267869"/>
                  </a:moveTo>
                  <a:cubicBezTo>
                    <a:pt x="249643" y="268615"/>
                    <a:pt x="249643" y="270107"/>
                    <a:pt x="249643" y="270854"/>
                  </a:cubicBezTo>
                  <a:lnTo>
                    <a:pt x="249238" y="270854"/>
                  </a:lnTo>
                  <a:cubicBezTo>
                    <a:pt x="248834" y="270854"/>
                    <a:pt x="248429" y="270854"/>
                    <a:pt x="248024" y="271600"/>
                  </a:cubicBezTo>
                  <a:cubicBezTo>
                    <a:pt x="245596" y="271600"/>
                    <a:pt x="244786" y="270854"/>
                    <a:pt x="243977" y="269361"/>
                  </a:cubicBezTo>
                  <a:lnTo>
                    <a:pt x="243977" y="268615"/>
                  </a:lnTo>
                  <a:cubicBezTo>
                    <a:pt x="243977" y="267869"/>
                    <a:pt x="243572" y="267869"/>
                    <a:pt x="243572" y="267123"/>
                  </a:cubicBezTo>
                  <a:cubicBezTo>
                    <a:pt x="243572" y="266377"/>
                    <a:pt x="243167" y="263392"/>
                    <a:pt x="243167" y="260407"/>
                  </a:cubicBezTo>
                  <a:lnTo>
                    <a:pt x="242358" y="252200"/>
                  </a:lnTo>
                  <a:cubicBezTo>
                    <a:pt x="241953" y="251454"/>
                    <a:pt x="241953" y="250707"/>
                    <a:pt x="241548" y="249961"/>
                  </a:cubicBezTo>
                  <a:lnTo>
                    <a:pt x="242358" y="249961"/>
                  </a:lnTo>
                  <a:cubicBezTo>
                    <a:pt x="243167" y="249215"/>
                    <a:pt x="243572" y="249215"/>
                    <a:pt x="244382" y="249961"/>
                  </a:cubicBezTo>
                  <a:cubicBezTo>
                    <a:pt x="246000" y="249215"/>
                    <a:pt x="248024" y="251454"/>
                    <a:pt x="248429" y="255184"/>
                  </a:cubicBezTo>
                  <a:cubicBezTo>
                    <a:pt x="248429" y="259661"/>
                    <a:pt x="248834" y="264138"/>
                    <a:pt x="249238" y="267869"/>
                  </a:cubicBezTo>
                  <a:close/>
                  <a:moveTo>
                    <a:pt x="241953" y="267869"/>
                  </a:moveTo>
                  <a:cubicBezTo>
                    <a:pt x="241953" y="268615"/>
                    <a:pt x="242358" y="270107"/>
                    <a:pt x="242358" y="270854"/>
                  </a:cubicBezTo>
                  <a:lnTo>
                    <a:pt x="240334" y="270854"/>
                  </a:lnTo>
                  <a:cubicBezTo>
                    <a:pt x="239930" y="271600"/>
                    <a:pt x="239930" y="271600"/>
                    <a:pt x="239525" y="271600"/>
                  </a:cubicBezTo>
                  <a:cubicBezTo>
                    <a:pt x="238311" y="271600"/>
                    <a:pt x="237096" y="270854"/>
                    <a:pt x="236287" y="268615"/>
                  </a:cubicBezTo>
                  <a:cubicBezTo>
                    <a:pt x="235882" y="267869"/>
                    <a:pt x="235882" y="267869"/>
                    <a:pt x="235882" y="267123"/>
                  </a:cubicBezTo>
                  <a:cubicBezTo>
                    <a:pt x="235882" y="264884"/>
                    <a:pt x="235477" y="262646"/>
                    <a:pt x="235477" y="260407"/>
                  </a:cubicBezTo>
                  <a:cubicBezTo>
                    <a:pt x="235477" y="258169"/>
                    <a:pt x="235073" y="255930"/>
                    <a:pt x="235073" y="253692"/>
                  </a:cubicBezTo>
                  <a:cubicBezTo>
                    <a:pt x="234668" y="252200"/>
                    <a:pt x="234668" y="251454"/>
                    <a:pt x="234263" y="249961"/>
                  </a:cubicBezTo>
                  <a:lnTo>
                    <a:pt x="235073" y="249961"/>
                  </a:lnTo>
                  <a:cubicBezTo>
                    <a:pt x="236692" y="249215"/>
                    <a:pt x="238715" y="249961"/>
                    <a:pt x="239930" y="252200"/>
                  </a:cubicBezTo>
                  <a:cubicBezTo>
                    <a:pt x="240334" y="252946"/>
                    <a:pt x="240739" y="254438"/>
                    <a:pt x="240739" y="255184"/>
                  </a:cubicBezTo>
                  <a:cubicBezTo>
                    <a:pt x="241144" y="259661"/>
                    <a:pt x="241144" y="264138"/>
                    <a:pt x="241953" y="267869"/>
                  </a:cubicBezTo>
                  <a:close/>
                  <a:moveTo>
                    <a:pt x="234668" y="267869"/>
                  </a:moveTo>
                  <a:cubicBezTo>
                    <a:pt x="234668" y="268615"/>
                    <a:pt x="234668" y="269361"/>
                    <a:pt x="235073" y="269361"/>
                  </a:cubicBezTo>
                  <a:lnTo>
                    <a:pt x="235477" y="270107"/>
                  </a:lnTo>
                  <a:lnTo>
                    <a:pt x="235073" y="270107"/>
                  </a:lnTo>
                  <a:cubicBezTo>
                    <a:pt x="233859" y="270107"/>
                    <a:pt x="233049" y="270854"/>
                    <a:pt x="232240" y="270854"/>
                  </a:cubicBezTo>
                  <a:cubicBezTo>
                    <a:pt x="229811" y="270854"/>
                    <a:pt x="229002" y="269361"/>
                    <a:pt x="228597" y="266377"/>
                  </a:cubicBezTo>
                  <a:cubicBezTo>
                    <a:pt x="228192" y="264138"/>
                    <a:pt x="228192" y="261900"/>
                    <a:pt x="228192" y="259661"/>
                  </a:cubicBezTo>
                  <a:cubicBezTo>
                    <a:pt x="227788" y="256677"/>
                    <a:pt x="227383" y="254438"/>
                    <a:pt x="226978" y="251454"/>
                  </a:cubicBezTo>
                  <a:cubicBezTo>
                    <a:pt x="226978" y="250707"/>
                    <a:pt x="226573" y="249961"/>
                    <a:pt x="226573" y="249215"/>
                  </a:cubicBezTo>
                  <a:lnTo>
                    <a:pt x="226978" y="249215"/>
                  </a:lnTo>
                  <a:cubicBezTo>
                    <a:pt x="227383" y="248469"/>
                    <a:pt x="228192" y="248469"/>
                    <a:pt x="228597" y="248469"/>
                  </a:cubicBezTo>
                  <a:cubicBezTo>
                    <a:pt x="229811" y="248469"/>
                    <a:pt x="231025" y="249215"/>
                    <a:pt x="232240" y="250707"/>
                  </a:cubicBezTo>
                  <a:cubicBezTo>
                    <a:pt x="234263" y="255184"/>
                    <a:pt x="233049" y="261900"/>
                    <a:pt x="234668" y="267869"/>
                  </a:cubicBezTo>
                  <a:close/>
                  <a:moveTo>
                    <a:pt x="226978" y="267869"/>
                  </a:moveTo>
                  <a:cubicBezTo>
                    <a:pt x="226978" y="268615"/>
                    <a:pt x="226978" y="268615"/>
                    <a:pt x="226978" y="267869"/>
                  </a:cubicBezTo>
                  <a:cubicBezTo>
                    <a:pt x="227383" y="269361"/>
                    <a:pt x="227383" y="270107"/>
                    <a:pt x="227788" y="270854"/>
                  </a:cubicBezTo>
                  <a:lnTo>
                    <a:pt x="226169" y="270854"/>
                  </a:lnTo>
                  <a:cubicBezTo>
                    <a:pt x="225764" y="270854"/>
                    <a:pt x="225764" y="270854"/>
                    <a:pt x="225764" y="271600"/>
                  </a:cubicBezTo>
                  <a:cubicBezTo>
                    <a:pt x="224954" y="271600"/>
                    <a:pt x="224145" y="271600"/>
                    <a:pt x="222931" y="270854"/>
                  </a:cubicBezTo>
                  <a:cubicBezTo>
                    <a:pt x="221312" y="270107"/>
                    <a:pt x="221312" y="266377"/>
                    <a:pt x="220502" y="260407"/>
                  </a:cubicBezTo>
                  <a:lnTo>
                    <a:pt x="219693" y="252946"/>
                  </a:lnTo>
                  <a:cubicBezTo>
                    <a:pt x="219288" y="252200"/>
                    <a:pt x="219288" y="251454"/>
                    <a:pt x="219288" y="250707"/>
                  </a:cubicBezTo>
                  <a:lnTo>
                    <a:pt x="219693" y="250707"/>
                  </a:lnTo>
                  <a:cubicBezTo>
                    <a:pt x="220907" y="249961"/>
                    <a:pt x="221717" y="249961"/>
                    <a:pt x="222931" y="250707"/>
                  </a:cubicBezTo>
                  <a:cubicBezTo>
                    <a:pt x="224145" y="250707"/>
                    <a:pt x="225359" y="252946"/>
                    <a:pt x="225764" y="255184"/>
                  </a:cubicBezTo>
                  <a:cubicBezTo>
                    <a:pt x="226169" y="256677"/>
                    <a:pt x="226169" y="258915"/>
                    <a:pt x="226169" y="260407"/>
                  </a:cubicBezTo>
                  <a:cubicBezTo>
                    <a:pt x="226169" y="262646"/>
                    <a:pt x="226573" y="265630"/>
                    <a:pt x="226978" y="267869"/>
                  </a:cubicBezTo>
                  <a:close/>
                  <a:moveTo>
                    <a:pt x="219693" y="267869"/>
                  </a:moveTo>
                  <a:cubicBezTo>
                    <a:pt x="219693" y="269361"/>
                    <a:pt x="220098" y="270107"/>
                    <a:pt x="220098" y="270854"/>
                  </a:cubicBezTo>
                  <a:lnTo>
                    <a:pt x="219693" y="270854"/>
                  </a:lnTo>
                  <a:cubicBezTo>
                    <a:pt x="219288" y="270854"/>
                    <a:pt x="218479" y="270854"/>
                    <a:pt x="218074" y="271600"/>
                  </a:cubicBezTo>
                  <a:cubicBezTo>
                    <a:pt x="213622" y="271600"/>
                    <a:pt x="213622" y="269361"/>
                    <a:pt x="213217" y="262646"/>
                  </a:cubicBezTo>
                  <a:cubicBezTo>
                    <a:pt x="212812" y="261900"/>
                    <a:pt x="212812" y="261900"/>
                    <a:pt x="212812" y="261154"/>
                  </a:cubicBezTo>
                  <a:cubicBezTo>
                    <a:pt x="212812" y="258169"/>
                    <a:pt x="212408" y="255930"/>
                    <a:pt x="212003" y="252946"/>
                  </a:cubicBezTo>
                  <a:cubicBezTo>
                    <a:pt x="211598" y="252200"/>
                    <a:pt x="211598" y="250707"/>
                    <a:pt x="211598" y="250707"/>
                  </a:cubicBezTo>
                  <a:lnTo>
                    <a:pt x="212003" y="250707"/>
                  </a:lnTo>
                  <a:cubicBezTo>
                    <a:pt x="212408" y="250707"/>
                    <a:pt x="212408" y="249961"/>
                    <a:pt x="213217" y="249961"/>
                  </a:cubicBezTo>
                  <a:cubicBezTo>
                    <a:pt x="216050" y="249961"/>
                    <a:pt x="217669" y="252200"/>
                    <a:pt x="218074" y="255184"/>
                  </a:cubicBezTo>
                  <a:cubicBezTo>
                    <a:pt x="218479" y="259661"/>
                    <a:pt x="218883" y="264138"/>
                    <a:pt x="219693" y="267869"/>
                  </a:cubicBezTo>
                  <a:close/>
                  <a:moveTo>
                    <a:pt x="207551" y="273838"/>
                  </a:moveTo>
                  <a:cubicBezTo>
                    <a:pt x="209170" y="274584"/>
                    <a:pt x="210789" y="274584"/>
                    <a:pt x="212408" y="274584"/>
                  </a:cubicBezTo>
                  <a:lnTo>
                    <a:pt x="213622" y="274584"/>
                  </a:lnTo>
                  <a:cubicBezTo>
                    <a:pt x="214027" y="273838"/>
                    <a:pt x="214431" y="273838"/>
                    <a:pt x="214836" y="273838"/>
                  </a:cubicBezTo>
                  <a:cubicBezTo>
                    <a:pt x="216050" y="274584"/>
                    <a:pt x="217265" y="274584"/>
                    <a:pt x="218479" y="274584"/>
                  </a:cubicBezTo>
                  <a:cubicBezTo>
                    <a:pt x="218883" y="274584"/>
                    <a:pt x="219288" y="273838"/>
                    <a:pt x="220098" y="273838"/>
                  </a:cubicBezTo>
                  <a:cubicBezTo>
                    <a:pt x="220502" y="273838"/>
                    <a:pt x="221717" y="273092"/>
                    <a:pt x="222526" y="273092"/>
                  </a:cubicBezTo>
                  <a:cubicBezTo>
                    <a:pt x="223336" y="273092"/>
                    <a:pt x="222931" y="273838"/>
                    <a:pt x="223336" y="273838"/>
                  </a:cubicBezTo>
                  <a:cubicBezTo>
                    <a:pt x="223740" y="273838"/>
                    <a:pt x="224954" y="274584"/>
                    <a:pt x="226169" y="274584"/>
                  </a:cubicBezTo>
                  <a:cubicBezTo>
                    <a:pt x="226573" y="274584"/>
                    <a:pt x="226573" y="274584"/>
                    <a:pt x="226573" y="273838"/>
                  </a:cubicBezTo>
                  <a:lnTo>
                    <a:pt x="227383" y="273838"/>
                  </a:lnTo>
                  <a:cubicBezTo>
                    <a:pt x="227788" y="273838"/>
                    <a:pt x="228597" y="273838"/>
                    <a:pt x="229002" y="273092"/>
                  </a:cubicBezTo>
                  <a:lnTo>
                    <a:pt x="229811" y="273092"/>
                  </a:lnTo>
                  <a:cubicBezTo>
                    <a:pt x="230621" y="273838"/>
                    <a:pt x="231430" y="273838"/>
                    <a:pt x="232644" y="273838"/>
                  </a:cubicBezTo>
                  <a:cubicBezTo>
                    <a:pt x="233049" y="273838"/>
                    <a:pt x="234263" y="273092"/>
                    <a:pt x="235477" y="273092"/>
                  </a:cubicBezTo>
                  <a:cubicBezTo>
                    <a:pt x="236692" y="273092"/>
                    <a:pt x="237096" y="272346"/>
                    <a:pt x="237501" y="272346"/>
                  </a:cubicBezTo>
                  <a:cubicBezTo>
                    <a:pt x="238311" y="273092"/>
                    <a:pt x="239525" y="273092"/>
                    <a:pt x="240334" y="273092"/>
                  </a:cubicBezTo>
                  <a:lnTo>
                    <a:pt x="241144" y="273092"/>
                  </a:lnTo>
                  <a:cubicBezTo>
                    <a:pt x="241548" y="272346"/>
                    <a:pt x="241953" y="272346"/>
                    <a:pt x="242763" y="272346"/>
                  </a:cubicBezTo>
                  <a:cubicBezTo>
                    <a:pt x="243572" y="272346"/>
                    <a:pt x="243977" y="272346"/>
                    <a:pt x="244786" y="271600"/>
                  </a:cubicBezTo>
                  <a:lnTo>
                    <a:pt x="245191" y="271600"/>
                  </a:lnTo>
                  <a:cubicBezTo>
                    <a:pt x="246405" y="272346"/>
                    <a:pt x="247619" y="272346"/>
                    <a:pt x="248834" y="272346"/>
                  </a:cubicBezTo>
                  <a:cubicBezTo>
                    <a:pt x="249238" y="271600"/>
                    <a:pt x="249643" y="271600"/>
                    <a:pt x="250048" y="271600"/>
                  </a:cubicBezTo>
                  <a:cubicBezTo>
                    <a:pt x="250857" y="271600"/>
                    <a:pt x="251262" y="271600"/>
                    <a:pt x="252071" y="270854"/>
                  </a:cubicBezTo>
                  <a:cubicBezTo>
                    <a:pt x="253286" y="271600"/>
                    <a:pt x="254500" y="271600"/>
                    <a:pt x="255714" y="271600"/>
                  </a:cubicBezTo>
                  <a:cubicBezTo>
                    <a:pt x="256119" y="271600"/>
                    <a:pt x="256928" y="270854"/>
                    <a:pt x="257333" y="270854"/>
                  </a:cubicBezTo>
                  <a:lnTo>
                    <a:pt x="258547" y="270854"/>
                  </a:lnTo>
                  <a:cubicBezTo>
                    <a:pt x="258952" y="270107"/>
                    <a:pt x="259357" y="270107"/>
                    <a:pt x="259761" y="270107"/>
                  </a:cubicBezTo>
                  <a:cubicBezTo>
                    <a:pt x="260976" y="270854"/>
                    <a:pt x="262594" y="270854"/>
                    <a:pt x="263809" y="270854"/>
                  </a:cubicBezTo>
                  <a:lnTo>
                    <a:pt x="264213" y="270854"/>
                  </a:lnTo>
                  <a:cubicBezTo>
                    <a:pt x="264618" y="270854"/>
                    <a:pt x="265023" y="270854"/>
                    <a:pt x="265832" y="270107"/>
                  </a:cubicBezTo>
                  <a:lnTo>
                    <a:pt x="266642" y="270107"/>
                  </a:lnTo>
                  <a:cubicBezTo>
                    <a:pt x="267047" y="270854"/>
                    <a:pt x="267856" y="270854"/>
                    <a:pt x="268261" y="270854"/>
                  </a:cubicBezTo>
                  <a:cubicBezTo>
                    <a:pt x="268261" y="273092"/>
                    <a:pt x="268261" y="276077"/>
                    <a:pt x="268665" y="278315"/>
                  </a:cubicBezTo>
                  <a:cubicBezTo>
                    <a:pt x="268665" y="279061"/>
                    <a:pt x="269070" y="280553"/>
                    <a:pt x="269070" y="281300"/>
                  </a:cubicBezTo>
                  <a:cubicBezTo>
                    <a:pt x="269070" y="281300"/>
                    <a:pt x="269070" y="282046"/>
                    <a:pt x="268665" y="282046"/>
                  </a:cubicBezTo>
                  <a:cubicBezTo>
                    <a:pt x="267047" y="288015"/>
                    <a:pt x="266642" y="295477"/>
                    <a:pt x="267451" y="302192"/>
                  </a:cubicBezTo>
                  <a:cubicBezTo>
                    <a:pt x="266642" y="303684"/>
                    <a:pt x="266237" y="305177"/>
                    <a:pt x="265832" y="307415"/>
                  </a:cubicBezTo>
                  <a:cubicBezTo>
                    <a:pt x="265023" y="311892"/>
                    <a:pt x="264618" y="317115"/>
                    <a:pt x="265023" y="322338"/>
                  </a:cubicBezTo>
                  <a:cubicBezTo>
                    <a:pt x="264618" y="322338"/>
                    <a:pt x="264618" y="323084"/>
                    <a:pt x="264618" y="323084"/>
                  </a:cubicBezTo>
                  <a:cubicBezTo>
                    <a:pt x="264213" y="323830"/>
                    <a:pt x="263809" y="325323"/>
                    <a:pt x="263404" y="326069"/>
                  </a:cubicBezTo>
                  <a:cubicBezTo>
                    <a:pt x="262190" y="330546"/>
                    <a:pt x="261785" y="335769"/>
                    <a:pt x="261785" y="340992"/>
                  </a:cubicBezTo>
                  <a:cubicBezTo>
                    <a:pt x="260166" y="343977"/>
                    <a:pt x="258952" y="347707"/>
                    <a:pt x="258142" y="351438"/>
                  </a:cubicBezTo>
                  <a:cubicBezTo>
                    <a:pt x="257333" y="353677"/>
                    <a:pt x="257333" y="356661"/>
                    <a:pt x="257333" y="359646"/>
                  </a:cubicBezTo>
                  <a:lnTo>
                    <a:pt x="256928" y="359646"/>
                  </a:lnTo>
                  <a:cubicBezTo>
                    <a:pt x="256119" y="361138"/>
                    <a:pt x="255714" y="361884"/>
                    <a:pt x="255309" y="363376"/>
                  </a:cubicBezTo>
                  <a:cubicBezTo>
                    <a:pt x="253690" y="367853"/>
                    <a:pt x="252476" y="372330"/>
                    <a:pt x="252071" y="378300"/>
                  </a:cubicBezTo>
                  <a:cubicBezTo>
                    <a:pt x="251667" y="378300"/>
                    <a:pt x="251667" y="379046"/>
                    <a:pt x="251667" y="379046"/>
                  </a:cubicBezTo>
                  <a:cubicBezTo>
                    <a:pt x="251667" y="379046"/>
                    <a:pt x="250048" y="381284"/>
                    <a:pt x="249643" y="382030"/>
                  </a:cubicBezTo>
                  <a:cubicBezTo>
                    <a:pt x="249238" y="382776"/>
                    <a:pt x="248834" y="384269"/>
                    <a:pt x="248429" y="385015"/>
                  </a:cubicBezTo>
                  <a:cubicBezTo>
                    <a:pt x="247215" y="388000"/>
                    <a:pt x="246405" y="391730"/>
                    <a:pt x="246000" y="395461"/>
                  </a:cubicBezTo>
                  <a:lnTo>
                    <a:pt x="243977" y="399938"/>
                  </a:lnTo>
                  <a:cubicBezTo>
                    <a:pt x="243167" y="401430"/>
                    <a:pt x="242358" y="402923"/>
                    <a:pt x="241953" y="404415"/>
                  </a:cubicBezTo>
                  <a:cubicBezTo>
                    <a:pt x="241548" y="405161"/>
                    <a:pt x="241144" y="406653"/>
                    <a:pt x="240334" y="407400"/>
                  </a:cubicBezTo>
                  <a:lnTo>
                    <a:pt x="239525" y="411130"/>
                  </a:lnTo>
                  <a:cubicBezTo>
                    <a:pt x="239120" y="411876"/>
                    <a:pt x="239120" y="414115"/>
                    <a:pt x="238715" y="414861"/>
                  </a:cubicBezTo>
                  <a:cubicBezTo>
                    <a:pt x="237906" y="415607"/>
                    <a:pt x="237501" y="416353"/>
                    <a:pt x="236692" y="416353"/>
                  </a:cubicBezTo>
                  <a:cubicBezTo>
                    <a:pt x="236287" y="414861"/>
                    <a:pt x="235477" y="412623"/>
                    <a:pt x="234668" y="411130"/>
                  </a:cubicBezTo>
                  <a:cubicBezTo>
                    <a:pt x="233859" y="410384"/>
                    <a:pt x="233049" y="408146"/>
                    <a:pt x="231835" y="407400"/>
                  </a:cubicBezTo>
                  <a:cubicBezTo>
                    <a:pt x="230621" y="406653"/>
                    <a:pt x="231430" y="406653"/>
                    <a:pt x="231430" y="406653"/>
                  </a:cubicBezTo>
                  <a:cubicBezTo>
                    <a:pt x="230621" y="403669"/>
                    <a:pt x="229811" y="401430"/>
                    <a:pt x="228597" y="399938"/>
                  </a:cubicBezTo>
                  <a:cubicBezTo>
                    <a:pt x="227788" y="399192"/>
                    <a:pt x="227383" y="398446"/>
                    <a:pt x="226978" y="397700"/>
                  </a:cubicBezTo>
                  <a:lnTo>
                    <a:pt x="226573" y="396953"/>
                  </a:lnTo>
                  <a:cubicBezTo>
                    <a:pt x="226573" y="396207"/>
                    <a:pt x="226573" y="396207"/>
                    <a:pt x="226169" y="396207"/>
                  </a:cubicBezTo>
                  <a:cubicBezTo>
                    <a:pt x="225764" y="396207"/>
                    <a:pt x="225764" y="395461"/>
                    <a:pt x="225764" y="394715"/>
                  </a:cubicBezTo>
                  <a:cubicBezTo>
                    <a:pt x="224954" y="392476"/>
                    <a:pt x="224145" y="390984"/>
                    <a:pt x="222931" y="389492"/>
                  </a:cubicBezTo>
                  <a:cubicBezTo>
                    <a:pt x="222526" y="388746"/>
                    <a:pt x="221717" y="388000"/>
                    <a:pt x="221312" y="387253"/>
                  </a:cubicBezTo>
                  <a:cubicBezTo>
                    <a:pt x="220907" y="385761"/>
                    <a:pt x="220502" y="384269"/>
                    <a:pt x="219693" y="382776"/>
                  </a:cubicBezTo>
                  <a:lnTo>
                    <a:pt x="218074" y="379792"/>
                  </a:lnTo>
                  <a:cubicBezTo>
                    <a:pt x="217265" y="379046"/>
                    <a:pt x="216455" y="377553"/>
                    <a:pt x="215646" y="376807"/>
                  </a:cubicBezTo>
                  <a:cubicBezTo>
                    <a:pt x="215241" y="374569"/>
                    <a:pt x="214027" y="372330"/>
                    <a:pt x="212812" y="370838"/>
                  </a:cubicBezTo>
                  <a:cubicBezTo>
                    <a:pt x="212408" y="370092"/>
                    <a:pt x="212003" y="370092"/>
                    <a:pt x="211598" y="369346"/>
                  </a:cubicBezTo>
                  <a:cubicBezTo>
                    <a:pt x="211194" y="368600"/>
                    <a:pt x="210384" y="367853"/>
                    <a:pt x="209979" y="367107"/>
                  </a:cubicBezTo>
                  <a:cubicBezTo>
                    <a:pt x="209170" y="364869"/>
                    <a:pt x="207956" y="362630"/>
                    <a:pt x="206742" y="360392"/>
                  </a:cubicBezTo>
                  <a:cubicBezTo>
                    <a:pt x="205932" y="358900"/>
                    <a:pt x="205527" y="358153"/>
                    <a:pt x="204718" y="357407"/>
                  </a:cubicBezTo>
                  <a:cubicBezTo>
                    <a:pt x="204313" y="355915"/>
                    <a:pt x="203908" y="355169"/>
                    <a:pt x="203504" y="354423"/>
                  </a:cubicBezTo>
                  <a:cubicBezTo>
                    <a:pt x="202289" y="352184"/>
                    <a:pt x="200671" y="349946"/>
                    <a:pt x="199456" y="347707"/>
                  </a:cubicBezTo>
                  <a:cubicBezTo>
                    <a:pt x="199052" y="346215"/>
                    <a:pt x="198647" y="345469"/>
                    <a:pt x="198242" y="344723"/>
                  </a:cubicBezTo>
                  <a:lnTo>
                    <a:pt x="196623" y="341738"/>
                  </a:lnTo>
                  <a:cubicBezTo>
                    <a:pt x="195814" y="340246"/>
                    <a:pt x="195004" y="339500"/>
                    <a:pt x="194195" y="338753"/>
                  </a:cubicBezTo>
                  <a:lnTo>
                    <a:pt x="193790" y="338007"/>
                  </a:lnTo>
                  <a:cubicBezTo>
                    <a:pt x="193790" y="337261"/>
                    <a:pt x="193385" y="336515"/>
                    <a:pt x="193385" y="335769"/>
                  </a:cubicBezTo>
                  <a:cubicBezTo>
                    <a:pt x="193385" y="335023"/>
                    <a:pt x="193385" y="335023"/>
                    <a:pt x="192981" y="335023"/>
                  </a:cubicBezTo>
                  <a:cubicBezTo>
                    <a:pt x="192981" y="335023"/>
                    <a:pt x="193385" y="335023"/>
                    <a:pt x="193385" y="334276"/>
                  </a:cubicBezTo>
                  <a:cubicBezTo>
                    <a:pt x="193790" y="333530"/>
                    <a:pt x="194195" y="332784"/>
                    <a:pt x="194600" y="331292"/>
                  </a:cubicBezTo>
                  <a:cubicBezTo>
                    <a:pt x="195004" y="330546"/>
                    <a:pt x="195409" y="329800"/>
                    <a:pt x="195409" y="328307"/>
                  </a:cubicBezTo>
                  <a:cubicBezTo>
                    <a:pt x="195814" y="326815"/>
                    <a:pt x="195814" y="326069"/>
                    <a:pt x="196218" y="325323"/>
                  </a:cubicBezTo>
                  <a:lnTo>
                    <a:pt x="196623" y="324577"/>
                  </a:lnTo>
                  <a:cubicBezTo>
                    <a:pt x="197028" y="323084"/>
                    <a:pt x="197837" y="322338"/>
                    <a:pt x="198242" y="320846"/>
                  </a:cubicBezTo>
                  <a:cubicBezTo>
                    <a:pt x="199052" y="319353"/>
                    <a:pt x="199456" y="317861"/>
                    <a:pt x="199456" y="315623"/>
                  </a:cubicBezTo>
                  <a:cubicBezTo>
                    <a:pt x="199861" y="314877"/>
                    <a:pt x="199861" y="313384"/>
                    <a:pt x="199861" y="312638"/>
                  </a:cubicBezTo>
                  <a:cubicBezTo>
                    <a:pt x="200671" y="311892"/>
                    <a:pt x="201075" y="310400"/>
                    <a:pt x="201480" y="308907"/>
                  </a:cubicBezTo>
                  <a:cubicBezTo>
                    <a:pt x="202289" y="306669"/>
                    <a:pt x="202694" y="304430"/>
                    <a:pt x="203099" y="302192"/>
                  </a:cubicBezTo>
                  <a:cubicBezTo>
                    <a:pt x="203099" y="301446"/>
                    <a:pt x="203504" y="299953"/>
                    <a:pt x="203504" y="299207"/>
                  </a:cubicBezTo>
                  <a:cubicBezTo>
                    <a:pt x="203504" y="299207"/>
                    <a:pt x="203908" y="299207"/>
                    <a:pt x="203908" y="298461"/>
                  </a:cubicBezTo>
                  <a:cubicBezTo>
                    <a:pt x="204718" y="296969"/>
                    <a:pt x="205123" y="294730"/>
                    <a:pt x="205123" y="293238"/>
                  </a:cubicBezTo>
                  <a:cubicBezTo>
                    <a:pt x="205527" y="291746"/>
                    <a:pt x="205527" y="290253"/>
                    <a:pt x="205527" y="288015"/>
                  </a:cubicBezTo>
                  <a:lnTo>
                    <a:pt x="205527" y="285030"/>
                  </a:lnTo>
                  <a:cubicBezTo>
                    <a:pt x="207146" y="282046"/>
                    <a:pt x="207551" y="277569"/>
                    <a:pt x="207551" y="273838"/>
                  </a:cubicBezTo>
                  <a:close/>
                  <a:moveTo>
                    <a:pt x="146032" y="482015"/>
                  </a:moveTo>
                  <a:cubicBezTo>
                    <a:pt x="144818" y="482761"/>
                    <a:pt x="143603" y="482761"/>
                    <a:pt x="142389" y="482761"/>
                  </a:cubicBezTo>
                  <a:cubicBezTo>
                    <a:pt x="141580" y="483507"/>
                    <a:pt x="140770" y="483507"/>
                    <a:pt x="139556" y="483507"/>
                  </a:cubicBezTo>
                  <a:cubicBezTo>
                    <a:pt x="139151" y="483507"/>
                    <a:pt x="138747" y="483507"/>
                    <a:pt x="138747" y="484253"/>
                  </a:cubicBezTo>
                  <a:cubicBezTo>
                    <a:pt x="137937" y="484253"/>
                    <a:pt x="137128" y="484999"/>
                    <a:pt x="136723" y="485746"/>
                  </a:cubicBezTo>
                  <a:cubicBezTo>
                    <a:pt x="136318" y="477538"/>
                    <a:pt x="137128" y="475299"/>
                    <a:pt x="138747" y="473061"/>
                  </a:cubicBezTo>
                  <a:cubicBezTo>
                    <a:pt x="139151" y="473061"/>
                    <a:pt x="139556" y="473061"/>
                    <a:pt x="139556" y="472315"/>
                  </a:cubicBezTo>
                  <a:cubicBezTo>
                    <a:pt x="141175" y="471569"/>
                    <a:pt x="143199" y="471569"/>
                    <a:pt x="145627" y="470823"/>
                  </a:cubicBezTo>
                  <a:cubicBezTo>
                    <a:pt x="146032" y="470076"/>
                    <a:pt x="146032" y="470076"/>
                    <a:pt x="146436" y="470076"/>
                  </a:cubicBezTo>
                  <a:cubicBezTo>
                    <a:pt x="146841" y="469330"/>
                    <a:pt x="147246" y="469330"/>
                    <a:pt x="147651" y="469330"/>
                  </a:cubicBezTo>
                  <a:cubicBezTo>
                    <a:pt x="148865" y="479030"/>
                    <a:pt x="148055" y="480523"/>
                    <a:pt x="146032" y="482015"/>
                  </a:cubicBezTo>
                  <a:close/>
                  <a:moveTo>
                    <a:pt x="147651" y="493207"/>
                  </a:moveTo>
                  <a:cubicBezTo>
                    <a:pt x="147246" y="492461"/>
                    <a:pt x="146436" y="492461"/>
                    <a:pt x="146032" y="493207"/>
                  </a:cubicBezTo>
                  <a:cubicBezTo>
                    <a:pt x="144008" y="493207"/>
                    <a:pt x="142389" y="493953"/>
                    <a:pt x="140366" y="495446"/>
                  </a:cubicBezTo>
                  <a:lnTo>
                    <a:pt x="139961" y="494699"/>
                  </a:lnTo>
                  <a:cubicBezTo>
                    <a:pt x="139556" y="494699"/>
                    <a:pt x="139151" y="494699"/>
                    <a:pt x="139151" y="493953"/>
                  </a:cubicBezTo>
                  <a:cubicBezTo>
                    <a:pt x="138747" y="493953"/>
                    <a:pt x="137937" y="493207"/>
                    <a:pt x="137128" y="493207"/>
                  </a:cubicBezTo>
                  <a:cubicBezTo>
                    <a:pt x="137128" y="490969"/>
                    <a:pt x="137937" y="488730"/>
                    <a:pt x="139151" y="487984"/>
                  </a:cubicBezTo>
                  <a:cubicBezTo>
                    <a:pt x="139556" y="487984"/>
                    <a:pt x="139556" y="487238"/>
                    <a:pt x="139961" y="487238"/>
                  </a:cubicBezTo>
                  <a:cubicBezTo>
                    <a:pt x="141580" y="486492"/>
                    <a:pt x="143603" y="486492"/>
                    <a:pt x="146032" y="485746"/>
                  </a:cubicBezTo>
                  <a:cubicBezTo>
                    <a:pt x="146436" y="484999"/>
                    <a:pt x="146436" y="484999"/>
                    <a:pt x="146841" y="484999"/>
                  </a:cubicBezTo>
                  <a:cubicBezTo>
                    <a:pt x="147246" y="484999"/>
                    <a:pt x="147651" y="484253"/>
                    <a:pt x="148055" y="484253"/>
                  </a:cubicBezTo>
                  <a:cubicBezTo>
                    <a:pt x="148460" y="486492"/>
                    <a:pt x="148460" y="490223"/>
                    <a:pt x="147651" y="493207"/>
                  </a:cubicBezTo>
                  <a:close/>
                  <a:moveTo>
                    <a:pt x="117701" y="353677"/>
                  </a:moveTo>
                  <a:cubicBezTo>
                    <a:pt x="118510" y="353677"/>
                    <a:pt x="118915" y="354423"/>
                    <a:pt x="119724" y="354423"/>
                  </a:cubicBezTo>
                  <a:cubicBezTo>
                    <a:pt x="120534" y="355169"/>
                    <a:pt x="120938" y="355915"/>
                    <a:pt x="121343" y="356661"/>
                  </a:cubicBezTo>
                  <a:lnTo>
                    <a:pt x="121748" y="357407"/>
                  </a:lnTo>
                  <a:cubicBezTo>
                    <a:pt x="122962" y="362630"/>
                    <a:pt x="122557" y="367853"/>
                    <a:pt x="123771" y="371584"/>
                  </a:cubicBezTo>
                  <a:lnTo>
                    <a:pt x="123367" y="371584"/>
                  </a:lnTo>
                  <a:cubicBezTo>
                    <a:pt x="122557" y="371584"/>
                    <a:pt x="122153" y="370838"/>
                    <a:pt x="121343" y="370838"/>
                  </a:cubicBezTo>
                  <a:lnTo>
                    <a:pt x="119724" y="369346"/>
                  </a:lnTo>
                  <a:cubicBezTo>
                    <a:pt x="116486" y="365615"/>
                    <a:pt x="118510" y="358153"/>
                    <a:pt x="117701" y="353677"/>
                  </a:cubicBezTo>
                  <a:close/>
                  <a:moveTo>
                    <a:pt x="131057" y="364123"/>
                  </a:moveTo>
                  <a:cubicBezTo>
                    <a:pt x="130652" y="363376"/>
                    <a:pt x="130652" y="363376"/>
                    <a:pt x="130652" y="362630"/>
                  </a:cubicBezTo>
                  <a:lnTo>
                    <a:pt x="133080" y="362630"/>
                  </a:lnTo>
                  <a:cubicBezTo>
                    <a:pt x="133890" y="362630"/>
                    <a:pt x="135104" y="363376"/>
                    <a:pt x="135913" y="364869"/>
                  </a:cubicBezTo>
                  <a:cubicBezTo>
                    <a:pt x="137128" y="368600"/>
                    <a:pt x="138342" y="373076"/>
                    <a:pt x="139556" y="377553"/>
                  </a:cubicBezTo>
                  <a:cubicBezTo>
                    <a:pt x="139961" y="377553"/>
                    <a:pt x="139961" y="378300"/>
                    <a:pt x="139961" y="378300"/>
                  </a:cubicBezTo>
                  <a:lnTo>
                    <a:pt x="139556" y="378300"/>
                  </a:lnTo>
                  <a:cubicBezTo>
                    <a:pt x="135913" y="378300"/>
                    <a:pt x="134295" y="376807"/>
                    <a:pt x="133485" y="373823"/>
                  </a:cubicBezTo>
                  <a:cubicBezTo>
                    <a:pt x="132271" y="370092"/>
                    <a:pt x="131461" y="367107"/>
                    <a:pt x="131057" y="364123"/>
                  </a:cubicBezTo>
                  <a:close/>
                  <a:moveTo>
                    <a:pt x="131866" y="375315"/>
                  </a:moveTo>
                  <a:lnTo>
                    <a:pt x="131461" y="375315"/>
                  </a:lnTo>
                  <a:cubicBezTo>
                    <a:pt x="130652" y="375315"/>
                    <a:pt x="129842" y="375315"/>
                    <a:pt x="129033" y="374569"/>
                  </a:cubicBezTo>
                  <a:cubicBezTo>
                    <a:pt x="128224" y="374569"/>
                    <a:pt x="127009" y="373823"/>
                    <a:pt x="126200" y="372330"/>
                  </a:cubicBezTo>
                  <a:cubicBezTo>
                    <a:pt x="124176" y="368600"/>
                    <a:pt x="124986" y="362630"/>
                    <a:pt x="123771" y="358153"/>
                  </a:cubicBezTo>
                  <a:cubicBezTo>
                    <a:pt x="124581" y="358900"/>
                    <a:pt x="125390" y="358900"/>
                    <a:pt x="126200" y="358900"/>
                  </a:cubicBezTo>
                  <a:cubicBezTo>
                    <a:pt x="127009" y="359646"/>
                    <a:pt x="127819" y="360392"/>
                    <a:pt x="128628" y="361884"/>
                  </a:cubicBezTo>
                  <a:lnTo>
                    <a:pt x="129033" y="362630"/>
                  </a:lnTo>
                  <a:cubicBezTo>
                    <a:pt x="130247" y="366361"/>
                    <a:pt x="130652" y="370838"/>
                    <a:pt x="131461" y="373823"/>
                  </a:cubicBezTo>
                  <a:cubicBezTo>
                    <a:pt x="131057" y="374569"/>
                    <a:pt x="131461" y="375315"/>
                    <a:pt x="131866" y="375315"/>
                  </a:cubicBezTo>
                  <a:close/>
                  <a:moveTo>
                    <a:pt x="137532" y="364123"/>
                  </a:moveTo>
                  <a:lnTo>
                    <a:pt x="139961" y="364123"/>
                  </a:lnTo>
                  <a:cubicBezTo>
                    <a:pt x="140770" y="364123"/>
                    <a:pt x="141984" y="364869"/>
                    <a:pt x="142794" y="365615"/>
                  </a:cubicBezTo>
                  <a:cubicBezTo>
                    <a:pt x="144008" y="367853"/>
                    <a:pt x="145222" y="370838"/>
                    <a:pt x="146436" y="373823"/>
                  </a:cubicBezTo>
                  <a:cubicBezTo>
                    <a:pt x="146841" y="375315"/>
                    <a:pt x="147246" y="376807"/>
                    <a:pt x="148055" y="377553"/>
                  </a:cubicBezTo>
                  <a:cubicBezTo>
                    <a:pt x="147651" y="377553"/>
                    <a:pt x="147651" y="377553"/>
                    <a:pt x="147651" y="378300"/>
                  </a:cubicBezTo>
                  <a:lnTo>
                    <a:pt x="146841" y="378300"/>
                  </a:lnTo>
                  <a:cubicBezTo>
                    <a:pt x="144413" y="379792"/>
                    <a:pt x="141580" y="377553"/>
                    <a:pt x="140770" y="373076"/>
                  </a:cubicBezTo>
                  <a:cubicBezTo>
                    <a:pt x="140366" y="372330"/>
                    <a:pt x="140366" y="371584"/>
                    <a:pt x="139961" y="370092"/>
                  </a:cubicBezTo>
                  <a:cubicBezTo>
                    <a:pt x="138747" y="367853"/>
                    <a:pt x="138342" y="365615"/>
                    <a:pt x="137532" y="364123"/>
                  </a:cubicBezTo>
                  <a:close/>
                  <a:moveTo>
                    <a:pt x="137128" y="380538"/>
                  </a:moveTo>
                  <a:lnTo>
                    <a:pt x="139961" y="380538"/>
                  </a:lnTo>
                  <a:cubicBezTo>
                    <a:pt x="140366" y="380538"/>
                    <a:pt x="141175" y="380538"/>
                    <a:pt x="141580" y="379792"/>
                  </a:cubicBezTo>
                  <a:cubicBezTo>
                    <a:pt x="142794" y="380538"/>
                    <a:pt x="144413" y="381284"/>
                    <a:pt x="146032" y="380538"/>
                  </a:cubicBezTo>
                  <a:cubicBezTo>
                    <a:pt x="146841" y="380538"/>
                    <a:pt x="147246" y="380538"/>
                    <a:pt x="148055" y="379792"/>
                  </a:cubicBezTo>
                  <a:cubicBezTo>
                    <a:pt x="148055" y="382776"/>
                    <a:pt x="147651" y="384269"/>
                    <a:pt x="146841" y="385015"/>
                  </a:cubicBezTo>
                  <a:cubicBezTo>
                    <a:pt x="146032" y="385761"/>
                    <a:pt x="146436" y="385761"/>
                    <a:pt x="146032" y="385761"/>
                  </a:cubicBezTo>
                  <a:lnTo>
                    <a:pt x="145627" y="385761"/>
                  </a:lnTo>
                  <a:cubicBezTo>
                    <a:pt x="144413" y="385761"/>
                    <a:pt x="143603" y="386507"/>
                    <a:pt x="142389" y="386507"/>
                  </a:cubicBezTo>
                  <a:cubicBezTo>
                    <a:pt x="141580" y="386507"/>
                    <a:pt x="140770" y="387253"/>
                    <a:pt x="139556" y="387253"/>
                  </a:cubicBezTo>
                  <a:cubicBezTo>
                    <a:pt x="139151" y="388000"/>
                    <a:pt x="139151" y="388000"/>
                    <a:pt x="138747" y="388000"/>
                  </a:cubicBezTo>
                  <a:cubicBezTo>
                    <a:pt x="138342" y="388746"/>
                    <a:pt x="137128" y="388746"/>
                    <a:pt x="136723" y="389492"/>
                  </a:cubicBezTo>
                  <a:cubicBezTo>
                    <a:pt x="136723" y="386507"/>
                    <a:pt x="136723" y="383523"/>
                    <a:pt x="137128" y="380538"/>
                  </a:cubicBezTo>
                  <a:close/>
                  <a:moveTo>
                    <a:pt x="146841" y="426053"/>
                  </a:moveTo>
                  <a:cubicBezTo>
                    <a:pt x="146436" y="426799"/>
                    <a:pt x="146436" y="426799"/>
                    <a:pt x="146032" y="426799"/>
                  </a:cubicBezTo>
                  <a:lnTo>
                    <a:pt x="145627" y="426799"/>
                  </a:lnTo>
                  <a:cubicBezTo>
                    <a:pt x="144413" y="426799"/>
                    <a:pt x="143603" y="427546"/>
                    <a:pt x="142389" y="427546"/>
                  </a:cubicBezTo>
                  <a:cubicBezTo>
                    <a:pt x="141580" y="427546"/>
                    <a:pt x="140770" y="428292"/>
                    <a:pt x="139556" y="428292"/>
                  </a:cubicBezTo>
                  <a:cubicBezTo>
                    <a:pt x="138342" y="428292"/>
                    <a:pt x="139151" y="429038"/>
                    <a:pt x="138747" y="429038"/>
                  </a:cubicBezTo>
                  <a:cubicBezTo>
                    <a:pt x="138342" y="429038"/>
                    <a:pt x="137128" y="429784"/>
                    <a:pt x="136723" y="430530"/>
                  </a:cubicBezTo>
                  <a:cubicBezTo>
                    <a:pt x="136318" y="423069"/>
                    <a:pt x="137128" y="420084"/>
                    <a:pt x="138747" y="417846"/>
                  </a:cubicBezTo>
                  <a:lnTo>
                    <a:pt x="139556" y="417846"/>
                  </a:lnTo>
                  <a:cubicBezTo>
                    <a:pt x="141175" y="417100"/>
                    <a:pt x="143199" y="417100"/>
                    <a:pt x="145627" y="415607"/>
                  </a:cubicBezTo>
                  <a:cubicBezTo>
                    <a:pt x="146032" y="415607"/>
                    <a:pt x="146032" y="415607"/>
                    <a:pt x="146032" y="414861"/>
                  </a:cubicBezTo>
                  <a:cubicBezTo>
                    <a:pt x="146436" y="414861"/>
                    <a:pt x="146841" y="414115"/>
                    <a:pt x="147651" y="414115"/>
                  </a:cubicBezTo>
                  <a:cubicBezTo>
                    <a:pt x="148460" y="422323"/>
                    <a:pt x="148055" y="425307"/>
                    <a:pt x="146841" y="426053"/>
                  </a:cubicBezTo>
                  <a:close/>
                  <a:moveTo>
                    <a:pt x="146841" y="440230"/>
                  </a:moveTo>
                  <a:cubicBezTo>
                    <a:pt x="146436" y="440230"/>
                    <a:pt x="146436" y="440976"/>
                    <a:pt x="146032" y="440976"/>
                  </a:cubicBezTo>
                  <a:cubicBezTo>
                    <a:pt x="144818" y="441723"/>
                    <a:pt x="143603" y="441723"/>
                    <a:pt x="142389" y="441723"/>
                  </a:cubicBezTo>
                  <a:cubicBezTo>
                    <a:pt x="141580" y="442469"/>
                    <a:pt x="140770" y="442469"/>
                    <a:pt x="139556" y="442469"/>
                  </a:cubicBezTo>
                  <a:lnTo>
                    <a:pt x="138747" y="442469"/>
                  </a:lnTo>
                  <a:cubicBezTo>
                    <a:pt x="137937" y="443215"/>
                    <a:pt x="137532" y="443961"/>
                    <a:pt x="136723" y="444707"/>
                  </a:cubicBezTo>
                  <a:cubicBezTo>
                    <a:pt x="136318" y="436500"/>
                    <a:pt x="137128" y="434261"/>
                    <a:pt x="138747" y="432023"/>
                  </a:cubicBezTo>
                  <a:cubicBezTo>
                    <a:pt x="139151" y="432023"/>
                    <a:pt x="139556" y="432023"/>
                    <a:pt x="139556" y="431276"/>
                  </a:cubicBezTo>
                  <a:cubicBezTo>
                    <a:pt x="141175" y="430530"/>
                    <a:pt x="143199" y="430530"/>
                    <a:pt x="145627" y="429784"/>
                  </a:cubicBezTo>
                  <a:lnTo>
                    <a:pt x="146032" y="429038"/>
                  </a:lnTo>
                  <a:cubicBezTo>
                    <a:pt x="146436" y="429038"/>
                    <a:pt x="146841" y="428292"/>
                    <a:pt x="147651" y="428292"/>
                  </a:cubicBezTo>
                  <a:cubicBezTo>
                    <a:pt x="148460" y="435753"/>
                    <a:pt x="148055" y="438738"/>
                    <a:pt x="146841" y="440230"/>
                  </a:cubicBezTo>
                  <a:close/>
                  <a:moveTo>
                    <a:pt x="146841" y="412623"/>
                  </a:moveTo>
                  <a:cubicBezTo>
                    <a:pt x="146436" y="412623"/>
                    <a:pt x="146032" y="412623"/>
                    <a:pt x="146032" y="413369"/>
                  </a:cubicBezTo>
                  <a:lnTo>
                    <a:pt x="145627" y="413369"/>
                  </a:lnTo>
                  <a:cubicBezTo>
                    <a:pt x="144413" y="414115"/>
                    <a:pt x="143603" y="414115"/>
                    <a:pt x="142389" y="414115"/>
                  </a:cubicBezTo>
                  <a:cubicBezTo>
                    <a:pt x="141580" y="414861"/>
                    <a:pt x="140770" y="414861"/>
                    <a:pt x="139556" y="414861"/>
                  </a:cubicBezTo>
                  <a:lnTo>
                    <a:pt x="138747" y="414861"/>
                  </a:lnTo>
                  <a:cubicBezTo>
                    <a:pt x="138342" y="415607"/>
                    <a:pt x="137128" y="415607"/>
                    <a:pt x="136723" y="416353"/>
                  </a:cubicBezTo>
                  <a:cubicBezTo>
                    <a:pt x="136318" y="408892"/>
                    <a:pt x="137128" y="405907"/>
                    <a:pt x="138747" y="404415"/>
                  </a:cubicBezTo>
                  <a:cubicBezTo>
                    <a:pt x="139151" y="404415"/>
                    <a:pt x="139151" y="403669"/>
                    <a:pt x="139556" y="403669"/>
                  </a:cubicBezTo>
                  <a:cubicBezTo>
                    <a:pt x="141175" y="402923"/>
                    <a:pt x="143199" y="402923"/>
                    <a:pt x="145627" y="401430"/>
                  </a:cubicBezTo>
                  <a:lnTo>
                    <a:pt x="146032" y="401430"/>
                  </a:lnTo>
                  <a:cubicBezTo>
                    <a:pt x="146436" y="400684"/>
                    <a:pt x="146841" y="400684"/>
                    <a:pt x="147651" y="400684"/>
                  </a:cubicBezTo>
                  <a:cubicBezTo>
                    <a:pt x="148460" y="408146"/>
                    <a:pt x="148055" y="411130"/>
                    <a:pt x="146841" y="412623"/>
                  </a:cubicBezTo>
                  <a:close/>
                  <a:moveTo>
                    <a:pt x="146841" y="398446"/>
                  </a:moveTo>
                  <a:cubicBezTo>
                    <a:pt x="146436" y="398446"/>
                    <a:pt x="146436" y="399192"/>
                    <a:pt x="146032" y="399192"/>
                  </a:cubicBezTo>
                  <a:lnTo>
                    <a:pt x="145627" y="399192"/>
                  </a:lnTo>
                  <a:cubicBezTo>
                    <a:pt x="144413" y="399938"/>
                    <a:pt x="143603" y="400684"/>
                    <a:pt x="142389" y="400684"/>
                  </a:cubicBezTo>
                  <a:lnTo>
                    <a:pt x="142389" y="399938"/>
                  </a:lnTo>
                  <a:cubicBezTo>
                    <a:pt x="141580" y="400684"/>
                    <a:pt x="140770" y="400684"/>
                    <a:pt x="139556" y="400684"/>
                  </a:cubicBezTo>
                  <a:cubicBezTo>
                    <a:pt x="139151" y="400684"/>
                    <a:pt x="138747" y="400684"/>
                    <a:pt x="138747" y="401430"/>
                  </a:cubicBezTo>
                  <a:cubicBezTo>
                    <a:pt x="137937" y="401430"/>
                    <a:pt x="137128" y="402176"/>
                    <a:pt x="136723" y="402923"/>
                  </a:cubicBezTo>
                  <a:cubicBezTo>
                    <a:pt x="136318" y="394715"/>
                    <a:pt x="137128" y="392476"/>
                    <a:pt x="138747" y="390238"/>
                  </a:cubicBezTo>
                  <a:cubicBezTo>
                    <a:pt x="139151" y="390238"/>
                    <a:pt x="139556" y="390238"/>
                    <a:pt x="139556" y="389492"/>
                  </a:cubicBezTo>
                  <a:cubicBezTo>
                    <a:pt x="141175" y="388746"/>
                    <a:pt x="143199" y="388746"/>
                    <a:pt x="145627" y="388000"/>
                  </a:cubicBezTo>
                  <a:lnTo>
                    <a:pt x="146032" y="387253"/>
                  </a:lnTo>
                  <a:cubicBezTo>
                    <a:pt x="146436" y="387253"/>
                    <a:pt x="146841" y="386507"/>
                    <a:pt x="147651" y="386507"/>
                  </a:cubicBezTo>
                  <a:cubicBezTo>
                    <a:pt x="148460" y="394715"/>
                    <a:pt x="148055" y="396953"/>
                    <a:pt x="146841" y="398446"/>
                  </a:cubicBezTo>
                  <a:close/>
                  <a:moveTo>
                    <a:pt x="146032" y="467838"/>
                  </a:moveTo>
                  <a:cubicBezTo>
                    <a:pt x="144818" y="468584"/>
                    <a:pt x="143603" y="469330"/>
                    <a:pt x="142389" y="469330"/>
                  </a:cubicBezTo>
                  <a:cubicBezTo>
                    <a:pt x="141580" y="469330"/>
                    <a:pt x="140770" y="470076"/>
                    <a:pt x="139556" y="470076"/>
                  </a:cubicBezTo>
                  <a:cubicBezTo>
                    <a:pt x="138342" y="470076"/>
                    <a:pt x="139151" y="470823"/>
                    <a:pt x="138747" y="470823"/>
                  </a:cubicBezTo>
                  <a:cubicBezTo>
                    <a:pt x="138342" y="470823"/>
                    <a:pt x="137128" y="471569"/>
                    <a:pt x="136723" y="472315"/>
                  </a:cubicBezTo>
                  <a:cubicBezTo>
                    <a:pt x="136318" y="464853"/>
                    <a:pt x="137128" y="461869"/>
                    <a:pt x="138747" y="459630"/>
                  </a:cubicBezTo>
                  <a:lnTo>
                    <a:pt x="139556" y="459630"/>
                  </a:lnTo>
                  <a:cubicBezTo>
                    <a:pt x="141175" y="458884"/>
                    <a:pt x="143199" y="458884"/>
                    <a:pt x="145627" y="457392"/>
                  </a:cubicBezTo>
                  <a:cubicBezTo>
                    <a:pt x="146032" y="457392"/>
                    <a:pt x="146032" y="456646"/>
                    <a:pt x="146436" y="456646"/>
                  </a:cubicBezTo>
                  <a:cubicBezTo>
                    <a:pt x="146841" y="456646"/>
                    <a:pt x="147246" y="455899"/>
                    <a:pt x="147651" y="455899"/>
                  </a:cubicBezTo>
                  <a:cubicBezTo>
                    <a:pt x="148865" y="464853"/>
                    <a:pt x="148055" y="467092"/>
                    <a:pt x="146032" y="467838"/>
                  </a:cubicBezTo>
                  <a:close/>
                  <a:moveTo>
                    <a:pt x="146032" y="454407"/>
                  </a:moveTo>
                  <a:cubicBezTo>
                    <a:pt x="145222" y="455153"/>
                    <a:pt x="144008" y="455153"/>
                    <a:pt x="142389" y="455153"/>
                  </a:cubicBezTo>
                  <a:cubicBezTo>
                    <a:pt x="141580" y="455153"/>
                    <a:pt x="140770" y="455899"/>
                    <a:pt x="139556" y="455899"/>
                  </a:cubicBezTo>
                  <a:lnTo>
                    <a:pt x="138747" y="455899"/>
                  </a:lnTo>
                  <a:cubicBezTo>
                    <a:pt x="138342" y="456646"/>
                    <a:pt x="137128" y="456646"/>
                    <a:pt x="136723" y="457392"/>
                  </a:cubicBezTo>
                  <a:cubicBezTo>
                    <a:pt x="136318" y="449930"/>
                    <a:pt x="137128" y="446946"/>
                    <a:pt x="138747" y="445453"/>
                  </a:cubicBezTo>
                  <a:cubicBezTo>
                    <a:pt x="139151" y="444707"/>
                    <a:pt x="139151" y="444707"/>
                    <a:pt x="139556" y="444707"/>
                  </a:cubicBezTo>
                  <a:cubicBezTo>
                    <a:pt x="141175" y="443961"/>
                    <a:pt x="143199" y="443961"/>
                    <a:pt x="145627" y="442469"/>
                  </a:cubicBezTo>
                  <a:lnTo>
                    <a:pt x="146032" y="442469"/>
                  </a:lnTo>
                  <a:cubicBezTo>
                    <a:pt x="146436" y="441723"/>
                    <a:pt x="146841" y="441723"/>
                    <a:pt x="147651" y="440976"/>
                  </a:cubicBezTo>
                  <a:cubicBezTo>
                    <a:pt x="148865" y="451423"/>
                    <a:pt x="148055" y="453661"/>
                    <a:pt x="146032" y="454407"/>
                  </a:cubicBezTo>
                  <a:close/>
                  <a:moveTo>
                    <a:pt x="146032" y="367853"/>
                  </a:moveTo>
                  <a:cubicBezTo>
                    <a:pt x="145627" y="367107"/>
                    <a:pt x="145222" y="365615"/>
                    <a:pt x="144413" y="364869"/>
                  </a:cubicBezTo>
                  <a:cubicBezTo>
                    <a:pt x="144818" y="364869"/>
                    <a:pt x="145222" y="364123"/>
                    <a:pt x="146032" y="364123"/>
                  </a:cubicBezTo>
                  <a:cubicBezTo>
                    <a:pt x="147246" y="363376"/>
                    <a:pt x="148460" y="364123"/>
                    <a:pt x="149674" y="364869"/>
                  </a:cubicBezTo>
                  <a:cubicBezTo>
                    <a:pt x="150484" y="366361"/>
                    <a:pt x="151293" y="367853"/>
                    <a:pt x="152103" y="370092"/>
                  </a:cubicBezTo>
                  <a:cubicBezTo>
                    <a:pt x="152507" y="371584"/>
                    <a:pt x="153317" y="373076"/>
                    <a:pt x="154126" y="373823"/>
                  </a:cubicBezTo>
                  <a:lnTo>
                    <a:pt x="155341" y="376061"/>
                  </a:lnTo>
                  <a:lnTo>
                    <a:pt x="154936" y="375315"/>
                  </a:lnTo>
                  <a:cubicBezTo>
                    <a:pt x="154531" y="375315"/>
                    <a:pt x="154531" y="375315"/>
                    <a:pt x="154531" y="376061"/>
                  </a:cubicBezTo>
                  <a:cubicBezTo>
                    <a:pt x="153722" y="376061"/>
                    <a:pt x="152912" y="376807"/>
                    <a:pt x="152507" y="376807"/>
                  </a:cubicBezTo>
                  <a:cubicBezTo>
                    <a:pt x="148055" y="377553"/>
                    <a:pt x="147246" y="371584"/>
                    <a:pt x="146032" y="367853"/>
                  </a:cubicBezTo>
                  <a:close/>
                  <a:moveTo>
                    <a:pt x="201885" y="286523"/>
                  </a:moveTo>
                  <a:cubicBezTo>
                    <a:pt x="201075" y="287269"/>
                    <a:pt x="199861" y="288015"/>
                    <a:pt x="198647" y="288015"/>
                  </a:cubicBezTo>
                  <a:cubicBezTo>
                    <a:pt x="198242" y="288015"/>
                    <a:pt x="197837" y="288761"/>
                    <a:pt x="197028" y="288761"/>
                  </a:cubicBezTo>
                  <a:cubicBezTo>
                    <a:pt x="196218" y="288761"/>
                    <a:pt x="196623" y="289507"/>
                    <a:pt x="196218" y="289507"/>
                  </a:cubicBezTo>
                  <a:cubicBezTo>
                    <a:pt x="196218" y="287269"/>
                    <a:pt x="196623" y="285030"/>
                    <a:pt x="197028" y="282792"/>
                  </a:cubicBezTo>
                  <a:cubicBezTo>
                    <a:pt x="197433" y="282046"/>
                    <a:pt x="197433" y="281300"/>
                    <a:pt x="197837" y="280553"/>
                  </a:cubicBezTo>
                  <a:lnTo>
                    <a:pt x="198242" y="279807"/>
                  </a:lnTo>
                  <a:cubicBezTo>
                    <a:pt x="199052" y="278315"/>
                    <a:pt x="200266" y="277569"/>
                    <a:pt x="201480" y="276823"/>
                  </a:cubicBezTo>
                  <a:cubicBezTo>
                    <a:pt x="202289" y="276823"/>
                    <a:pt x="202694" y="276077"/>
                    <a:pt x="203504" y="276077"/>
                  </a:cubicBezTo>
                  <a:cubicBezTo>
                    <a:pt x="203908" y="275330"/>
                    <a:pt x="204313" y="275330"/>
                    <a:pt x="204718" y="274584"/>
                  </a:cubicBezTo>
                  <a:lnTo>
                    <a:pt x="205123" y="274584"/>
                  </a:lnTo>
                  <a:lnTo>
                    <a:pt x="205123" y="275330"/>
                  </a:lnTo>
                  <a:cubicBezTo>
                    <a:pt x="205123" y="276823"/>
                    <a:pt x="205123" y="278315"/>
                    <a:pt x="204718" y="280553"/>
                  </a:cubicBezTo>
                  <a:cubicBezTo>
                    <a:pt x="204718" y="282046"/>
                    <a:pt x="204313" y="283538"/>
                    <a:pt x="203504" y="285030"/>
                  </a:cubicBezTo>
                  <a:cubicBezTo>
                    <a:pt x="203504" y="285777"/>
                    <a:pt x="202694" y="286523"/>
                    <a:pt x="201885" y="286523"/>
                  </a:cubicBezTo>
                  <a:close/>
                  <a:moveTo>
                    <a:pt x="197433" y="292492"/>
                  </a:moveTo>
                  <a:cubicBezTo>
                    <a:pt x="197837" y="291746"/>
                    <a:pt x="198242" y="291746"/>
                    <a:pt x="199052" y="291746"/>
                  </a:cubicBezTo>
                  <a:cubicBezTo>
                    <a:pt x="199861" y="291746"/>
                    <a:pt x="201480" y="291000"/>
                    <a:pt x="202289" y="290253"/>
                  </a:cubicBezTo>
                  <a:cubicBezTo>
                    <a:pt x="203099" y="290253"/>
                    <a:pt x="203504" y="289507"/>
                    <a:pt x="204313" y="289507"/>
                  </a:cubicBezTo>
                  <a:lnTo>
                    <a:pt x="204313" y="291746"/>
                  </a:lnTo>
                  <a:cubicBezTo>
                    <a:pt x="203908" y="294730"/>
                    <a:pt x="203504" y="296969"/>
                    <a:pt x="202289" y="299207"/>
                  </a:cubicBezTo>
                  <a:cubicBezTo>
                    <a:pt x="201480" y="300700"/>
                    <a:pt x="200266" y="301446"/>
                    <a:pt x="199052" y="301446"/>
                  </a:cubicBezTo>
                  <a:cubicBezTo>
                    <a:pt x="198647" y="301446"/>
                    <a:pt x="198242" y="301446"/>
                    <a:pt x="197433" y="302192"/>
                  </a:cubicBezTo>
                  <a:cubicBezTo>
                    <a:pt x="196623" y="302192"/>
                    <a:pt x="195814" y="302192"/>
                    <a:pt x="195004" y="302938"/>
                  </a:cubicBezTo>
                  <a:lnTo>
                    <a:pt x="194195" y="302938"/>
                  </a:lnTo>
                  <a:cubicBezTo>
                    <a:pt x="194600" y="301446"/>
                    <a:pt x="194600" y="299953"/>
                    <a:pt x="195004" y="298461"/>
                  </a:cubicBezTo>
                  <a:cubicBezTo>
                    <a:pt x="195004" y="296969"/>
                    <a:pt x="195814" y="295477"/>
                    <a:pt x="196623" y="294730"/>
                  </a:cubicBezTo>
                  <a:cubicBezTo>
                    <a:pt x="196623" y="293238"/>
                    <a:pt x="197028" y="292492"/>
                    <a:pt x="197433" y="292492"/>
                  </a:cubicBezTo>
                  <a:close/>
                  <a:moveTo>
                    <a:pt x="195004" y="304430"/>
                  </a:moveTo>
                  <a:cubicBezTo>
                    <a:pt x="195814" y="303684"/>
                    <a:pt x="196623" y="303684"/>
                    <a:pt x="197433" y="303684"/>
                  </a:cubicBezTo>
                  <a:lnTo>
                    <a:pt x="199052" y="303684"/>
                  </a:lnTo>
                  <a:cubicBezTo>
                    <a:pt x="199861" y="303684"/>
                    <a:pt x="201075" y="302938"/>
                    <a:pt x="201885" y="302938"/>
                  </a:cubicBezTo>
                  <a:lnTo>
                    <a:pt x="201885" y="303684"/>
                  </a:lnTo>
                  <a:cubicBezTo>
                    <a:pt x="201480" y="307415"/>
                    <a:pt x="200671" y="310400"/>
                    <a:pt x="199052" y="312638"/>
                  </a:cubicBezTo>
                  <a:cubicBezTo>
                    <a:pt x="198647" y="312638"/>
                    <a:pt x="198242" y="313384"/>
                    <a:pt x="197433" y="313384"/>
                  </a:cubicBezTo>
                  <a:cubicBezTo>
                    <a:pt x="196623" y="314130"/>
                    <a:pt x="195814" y="314130"/>
                    <a:pt x="195004" y="314130"/>
                  </a:cubicBezTo>
                  <a:cubicBezTo>
                    <a:pt x="194600" y="314130"/>
                    <a:pt x="194195" y="314130"/>
                    <a:pt x="193790" y="313384"/>
                  </a:cubicBezTo>
                  <a:lnTo>
                    <a:pt x="191766" y="313384"/>
                  </a:lnTo>
                  <a:lnTo>
                    <a:pt x="191362" y="314130"/>
                  </a:lnTo>
                  <a:cubicBezTo>
                    <a:pt x="191362" y="312638"/>
                    <a:pt x="191766" y="311892"/>
                    <a:pt x="191766" y="311146"/>
                  </a:cubicBezTo>
                  <a:cubicBezTo>
                    <a:pt x="192171" y="308907"/>
                    <a:pt x="192981" y="307415"/>
                    <a:pt x="193790" y="305923"/>
                  </a:cubicBezTo>
                  <a:cubicBezTo>
                    <a:pt x="194600" y="305177"/>
                    <a:pt x="194600" y="304430"/>
                    <a:pt x="195004" y="304430"/>
                  </a:cubicBezTo>
                  <a:close/>
                  <a:moveTo>
                    <a:pt x="191766" y="316369"/>
                  </a:moveTo>
                  <a:cubicBezTo>
                    <a:pt x="192576" y="315623"/>
                    <a:pt x="192981" y="315623"/>
                    <a:pt x="193790" y="315623"/>
                  </a:cubicBezTo>
                  <a:lnTo>
                    <a:pt x="197433" y="315623"/>
                  </a:lnTo>
                  <a:cubicBezTo>
                    <a:pt x="197837" y="315623"/>
                    <a:pt x="198242" y="315623"/>
                    <a:pt x="198647" y="314877"/>
                  </a:cubicBezTo>
                  <a:cubicBezTo>
                    <a:pt x="199052" y="314130"/>
                    <a:pt x="198647" y="315623"/>
                    <a:pt x="198242" y="315623"/>
                  </a:cubicBezTo>
                  <a:cubicBezTo>
                    <a:pt x="197837" y="317115"/>
                    <a:pt x="197837" y="317861"/>
                    <a:pt x="197433" y="319353"/>
                  </a:cubicBezTo>
                  <a:cubicBezTo>
                    <a:pt x="197028" y="321592"/>
                    <a:pt x="196218" y="323084"/>
                    <a:pt x="195004" y="323830"/>
                  </a:cubicBezTo>
                  <a:cubicBezTo>
                    <a:pt x="194600" y="323830"/>
                    <a:pt x="194600" y="324577"/>
                    <a:pt x="193790" y="324577"/>
                  </a:cubicBezTo>
                  <a:lnTo>
                    <a:pt x="191766" y="324577"/>
                  </a:lnTo>
                  <a:cubicBezTo>
                    <a:pt x="191362" y="324577"/>
                    <a:pt x="190957" y="324577"/>
                    <a:pt x="190957" y="323830"/>
                  </a:cubicBezTo>
                  <a:cubicBezTo>
                    <a:pt x="190552" y="323830"/>
                    <a:pt x="189743" y="323084"/>
                    <a:pt x="188933" y="323084"/>
                  </a:cubicBezTo>
                  <a:lnTo>
                    <a:pt x="187314" y="323084"/>
                  </a:lnTo>
                  <a:cubicBezTo>
                    <a:pt x="187719" y="320846"/>
                    <a:pt x="188529" y="319353"/>
                    <a:pt x="188933" y="317861"/>
                  </a:cubicBezTo>
                  <a:cubicBezTo>
                    <a:pt x="189338" y="317115"/>
                    <a:pt x="190147" y="316369"/>
                    <a:pt x="190552" y="316369"/>
                  </a:cubicBezTo>
                  <a:lnTo>
                    <a:pt x="190957" y="315623"/>
                  </a:lnTo>
                  <a:lnTo>
                    <a:pt x="191766" y="315623"/>
                  </a:lnTo>
                  <a:close/>
                  <a:moveTo>
                    <a:pt x="188933" y="327561"/>
                  </a:moveTo>
                  <a:cubicBezTo>
                    <a:pt x="189743" y="328307"/>
                    <a:pt x="190147" y="328307"/>
                    <a:pt x="190957" y="328307"/>
                  </a:cubicBezTo>
                  <a:cubicBezTo>
                    <a:pt x="191362" y="328307"/>
                    <a:pt x="191766" y="328307"/>
                    <a:pt x="191766" y="329053"/>
                  </a:cubicBezTo>
                  <a:lnTo>
                    <a:pt x="194600" y="329053"/>
                  </a:lnTo>
                  <a:cubicBezTo>
                    <a:pt x="194195" y="329053"/>
                    <a:pt x="194195" y="329800"/>
                    <a:pt x="194195" y="329800"/>
                  </a:cubicBezTo>
                  <a:lnTo>
                    <a:pt x="193790" y="329800"/>
                  </a:lnTo>
                  <a:cubicBezTo>
                    <a:pt x="193385" y="332038"/>
                    <a:pt x="192576" y="333530"/>
                    <a:pt x="191766" y="335023"/>
                  </a:cubicBezTo>
                  <a:cubicBezTo>
                    <a:pt x="191362" y="335023"/>
                    <a:pt x="191362" y="335769"/>
                    <a:pt x="190957" y="335769"/>
                  </a:cubicBezTo>
                  <a:cubicBezTo>
                    <a:pt x="190552" y="336515"/>
                    <a:pt x="189743" y="337261"/>
                    <a:pt x="188933" y="336515"/>
                  </a:cubicBezTo>
                  <a:cubicBezTo>
                    <a:pt x="188124" y="336515"/>
                    <a:pt x="187314" y="335769"/>
                    <a:pt x="186100" y="335769"/>
                  </a:cubicBezTo>
                  <a:cubicBezTo>
                    <a:pt x="185695" y="335769"/>
                    <a:pt x="185291" y="335023"/>
                    <a:pt x="184481" y="335023"/>
                  </a:cubicBezTo>
                  <a:cubicBezTo>
                    <a:pt x="183672" y="334276"/>
                    <a:pt x="182862" y="334276"/>
                    <a:pt x="182053" y="334276"/>
                  </a:cubicBezTo>
                  <a:cubicBezTo>
                    <a:pt x="182862" y="332784"/>
                    <a:pt x="183672" y="331292"/>
                    <a:pt x="184481" y="329053"/>
                  </a:cubicBezTo>
                  <a:cubicBezTo>
                    <a:pt x="184886" y="328307"/>
                    <a:pt x="185291" y="328307"/>
                    <a:pt x="186100" y="327561"/>
                  </a:cubicBezTo>
                  <a:close/>
                  <a:moveTo>
                    <a:pt x="219288" y="393223"/>
                  </a:moveTo>
                  <a:cubicBezTo>
                    <a:pt x="218883" y="394715"/>
                    <a:pt x="218479" y="396207"/>
                    <a:pt x="217669" y="397700"/>
                  </a:cubicBezTo>
                  <a:cubicBezTo>
                    <a:pt x="216455" y="399938"/>
                    <a:pt x="215646" y="402176"/>
                    <a:pt x="214836" y="405161"/>
                  </a:cubicBezTo>
                  <a:cubicBezTo>
                    <a:pt x="214431" y="405907"/>
                    <a:pt x="214431" y="406653"/>
                    <a:pt x="214431" y="408146"/>
                  </a:cubicBezTo>
                  <a:cubicBezTo>
                    <a:pt x="214027" y="407400"/>
                    <a:pt x="213217" y="406653"/>
                    <a:pt x="212812" y="405161"/>
                  </a:cubicBezTo>
                  <a:cubicBezTo>
                    <a:pt x="212408" y="404415"/>
                    <a:pt x="212003" y="404415"/>
                    <a:pt x="211598" y="403669"/>
                  </a:cubicBezTo>
                  <a:cubicBezTo>
                    <a:pt x="210789" y="402176"/>
                    <a:pt x="210384" y="399938"/>
                    <a:pt x="210789" y="398446"/>
                  </a:cubicBezTo>
                  <a:cubicBezTo>
                    <a:pt x="210789" y="397700"/>
                    <a:pt x="211194" y="397700"/>
                    <a:pt x="211194" y="396953"/>
                  </a:cubicBezTo>
                  <a:cubicBezTo>
                    <a:pt x="211194" y="396207"/>
                    <a:pt x="211598" y="396207"/>
                    <a:pt x="211598" y="396207"/>
                  </a:cubicBezTo>
                  <a:cubicBezTo>
                    <a:pt x="212003" y="394715"/>
                    <a:pt x="212408" y="393969"/>
                    <a:pt x="212812" y="393223"/>
                  </a:cubicBezTo>
                  <a:lnTo>
                    <a:pt x="213217" y="392476"/>
                  </a:lnTo>
                  <a:cubicBezTo>
                    <a:pt x="214431" y="390238"/>
                    <a:pt x="215646" y="386507"/>
                    <a:pt x="216050" y="383523"/>
                  </a:cubicBezTo>
                  <a:cubicBezTo>
                    <a:pt x="216455" y="384269"/>
                    <a:pt x="217265" y="385015"/>
                    <a:pt x="217669" y="386507"/>
                  </a:cubicBezTo>
                  <a:cubicBezTo>
                    <a:pt x="218074" y="388000"/>
                    <a:pt x="218883" y="389492"/>
                    <a:pt x="219288" y="390238"/>
                  </a:cubicBezTo>
                  <a:cubicBezTo>
                    <a:pt x="219693" y="390238"/>
                    <a:pt x="219693" y="391730"/>
                    <a:pt x="219288" y="393223"/>
                  </a:cubicBezTo>
                  <a:close/>
                  <a:moveTo>
                    <a:pt x="221312" y="391730"/>
                  </a:moveTo>
                  <a:cubicBezTo>
                    <a:pt x="221717" y="392476"/>
                    <a:pt x="222121" y="392476"/>
                    <a:pt x="222526" y="393223"/>
                  </a:cubicBezTo>
                  <a:cubicBezTo>
                    <a:pt x="226169" y="399938"/>
                    <a:pt x="224550" y="403669"/>
                    <a:pt x="222526" y="408892"/>
                  </a:cubicBezTo>
                  <a:cubicBezTo>
                    <a:pt x="221717" y="410384"/>
                    <a:pt x="220907" y="412623"/>
                    <a:pt x="220098" y="414861"/>
                  </a:cubicBezTo>
                  <a:cubicBezTo>
                    <a:pt x="219693" y="415607"/>
                    <a:pt x="219693" y="416353"/>
                    <a:pt x="219693" y="417846"/>
                  </a:cubicBezTo>
                  <a:lnTo>
                    <a:pt x="219288" y="417100"/>
                  </a:lnTo>
                  <a:cubicBezTo>
                    <a:pt x="218883" y="416353"/>
                    <a:pt x="218074" y="415607"/>
                    <a:pt x="217669" y="414115"/>
                  </a:cubicBezTo>
                  <a:cubicBezTo>
                    <a:pt x="216050" y="411130"/>
                    <a:pt x="215646" y="409638"/>
                    <a:pt x="216050" y="408146"/>
                  </a:cubicBezTo>
                  <a:cubicBezTo>
                    <a:pt x="216455" y="406653"/>
                    <a:pt x="216455" y="406653"/>
                    <a:pt x="216455" y="405907"/>
                  </a:cubicBezTo>
                  <a:cubicBezTo>
                    <a:pt x="216860" y="404415"/>
                    <a:pt x="217265" y="403669"/>
                    <a:pt x="217669" y="402923"/>
                  </a:cubicBezTo>
                  <a:cubicBezTo>
                    <a:pt x="217669" y="402176"/>
                    <a:pt x="218074" y="402176"/>
                    <a:pt x="218074" y="400684"/>
                  </a:cubicBezTo>
                  <a:lnTo>
                    <a:pt x="218883" y="399192"/>
                  </a:lnTo>
                  <a:cubicBezTo>
                    <a:pt x="220502" y="396953"/>
                    <a:pt x="221312" y="394715"/>
                    <a:pt x="221312" y="391730"/>
                  </a:cubicBezTo>
                  <a:close/>
                  <a:moveTo>
                    <a:pt x="213217" y="387253"/>
                  </a:moveTo>
                  <a:cubicBezTo>
                    <a:pt x="212812" y="388000"/>
                    <a:pt x="212408" y="389492"/>
                    <a:pt x="212003" y="390238"/>
                  </a:cubicBezTo>
                  <a:cubicBezTo>
                    <a:pt x="211194" y="391730"/>
                    <a:pt x="210384" y="393969"/>
                    <a:pt x="209979" y="396207"/>
                  </a:cubicBezTo>
                  <a:cubicBezTo>
                    <a:pt x="209575" y="396953"/>
                    <a:pt x="209575" y="397700"/>
                    <a:pt x="209575" y="399192"/>
                  </a:cubicBezTo>
                  <a:cubicBezTo>
                    <a:pt x="208765" y="398446"/>
                    <a:pt x="208360" y="396953"/>
                    <a:pt x="207551" y="396207"/>
                  </a:cubicBezTo>
                  <a:cubicBezTo>
                    <a:pt x="205932" y="393223"/>
                    <a:pt x="205932" y="391730"/>
                    <a:pt x="205932" y="389492"/>
                  </a:cubicBezTo>
                  <a:cubicBezTo>
                    <a:pt x="205932" y="388746"/>
                    <a:pt x="206337" y="388746"/>
                    <a:pt x="206337" y="388000"/>
                  </a:cubicBezTo>
                  <a:cubicBezTo>
                    <a:pt x="206337" y="387253"/>
                    <a:pt x="207146" y="385761"/>
                    <a:pt x="207551" y="385015"/>
                  </a:cubicBezTo>
                  <a:cubicBezTo>
                    <a:pt x="207956" y="384269"/>
                    <a:pt x="207956" y="383523"/>
                    <a:pt x="208360" y="382776"/>
                  </a:cubicBezTo>
                  <a:cubicBezTo>
                    <a:pt x="209575" y="380538"/>
                    <a:pt x="210789" y="376807"/>
                    <a:pt x="211194" y="373823"/>
                  </a:cubicBezTo>
                  <a:cubicBezTo>
                    <a:pt x="211598" y="374569"/>
                    <a:pt x="211598" y="374569"/>
                    <a:pt x="212003" y="374569"/>
                  </a:cubicBezTo>
                  <a:cubicBezTo>
                    <a:pt x="212408" y="374569"/>
                    <a:pt x="212812" y="376061"/>
                    <a:pt x="213217" y="376807"/>
                  </a:cubicBezTo>
                  <a:cubicBezTo>
                    <a:pt x="214836" y="379046"/>
                    <a:pt x="214836" y="383523"/>
                    <a:pt x="213217" y="387253"/>
                  </a:cubicBezTo>
                  <a:close/>
                  <a:moveTo>
                    <a:pt x="207146" y="378300"/>
                  </a:moveTo>
                  <a:cubicBezTo>
                    <a:pt x="206742" y="379792"/>
                    <a:pt x="205527" y="381284"/>
                    <a:pt x="205123" y="383523"/>
                  </a:cubicBezTo>
                  <a:cubicBezTo>
                    <a:pt x="204718" y="385761"/>
                    <a:pt x="204718" y="385015"/>
                    <a:pt x="204718" y="385761"/>
                  </a:cubicBezTo>
                  <a:cubicBezTo>
                    <a:pt x="204313" y="386507"/>
                    <a:pt x="204313" y="388000"/>
                    <a:pt x="204313" y="388746"/>
                  </a:cubicBezTo>
                  <a:cubicBezTo>
                    <a:pt x="203504" y="387253"/>
                    <a:pt x="202694" y="386507"/>
                    <a:pt x="202289" y="385761"/>
                  </a:cubicBezTo>
                  <a:cubicBezTo>
                    <a:pt x="199456" y="381284"/>
                    <a:pt x="200671" y="379046"/>
                    <a:pt x="202289" y="374569"/>
                  </a:cubicBezTo>
                  <a:cubicBezTo>
                    <a:pt x="202694" y="373823"/>
                    <a:pt x="202694" y="373076"/>
                    <a:pt x="203099" y="372330"/>
                  </a:cubicBezTo>
                  <a:cubicBezTo>
                    <a:pt x="203504" y="371584"/>
                    <a:pt x="203908" y="370092"/>
                    <a:pt x="204313" y="369346"/>
                  </a:cubicBezTo>
                  <a:lnTo>
                    <a:pt x="205527" y="364869"/>
                  </a:lnTo>
                  <a:cubicBezTo>
                    <a:pt x="205932" y="364123"/>
                    <a:pt x="205932" y="363376"/>
                    <a:pt x="205932" y="362630"/>
                  </a:cubicBezTo>
                  <a:cubicBezTo>
                    <a:pt x="206742" y="363376"/>
                    <a:pt x="207146" y="364123"/>
                    <a:pt x="207551" y="365615"/>
                  </a:cubicBezTo>
                  <a:cubicBezTo>
                    <a:pt x="209979" y="370838"/>
                    <a:pt x="209170" y="373823"/>
                    <a:pt x="207146" y="378300"/>
                  </a:cubicBezTo>
                  <a:close/>
                  <a:moveTo>
                    <a:pt x="201885" y="368600"/>
                  </a:moveTo>
                  <a:cubicBezTo>
                    <a:pt x="200671" y="370838"/>
                    <a:pt x="199861" y="373823"/>
                    <a:pt x="199052" y="376061"/>
                  </a:cubicBezTo>
                  <a:cubicBezTo>
                    <a:pt x="199052" y="376807"/>
                    <a:pt x="198647" y="377553"/>
                    <a:pt x="198647" y="378300"/>
                  </a:cubicBezTo>
                  <a:lnTo>
                    <a:pt x="198647" y="379046"/>
                  </a:lnTo>
                  <a:cubicBezTo>
                    <a:pt x="198242" y="378300"/>
                    <a:pt x="197837" y="377553"/>
                    <a:pt x="197028" y="376807"/>
                  </a:cubicBezTo>
                  <a:cubicBezTo>
                    <a:pt x="193385" y="370838"/>
                    <a:pt x="194600" y="369346"/>
                    <a:pt x="197028" y="362630"/>
                  </a:cubicBezTo>
                  <a:lnTo>
                    <a:pt x="197433" y="362630"/>
                  </a:lnTo>
                  <a:cubicBezTo>
                    <a:pt x="197837" y="361884"/>
                    <a:pt x="198242" y="360392"/>
                    <a:pt x="198647" y="359646"/>
                  </a:cubicBezTo>
                  <a:cubicBezTo>
                    <a:pt x="199456" y="358153"/>
                    <a:pt x="199861" y="355915"/>
                    <a:pt x="200266" y="352930"/>
                  </a:cubicBezTo>
                  <a:cubicBezTo>
                    <a:pt x="201075" y="353677"/>
                    <a:pt x="201480" y="355169"/>
                    <a:pt x="201885" y="355915"/>
                  </a:cubicBezTo>
                  <a:cubicBezTo>
                    <a:pt x="204718" y="361138"/>
                    <a:pt x="203908" y="364123"/>
                    <a:pt x="201885" y="368600"/>
                  </a:cubicBezTo>
                  <a:close/>
                  <a:moveTo>
                    <a:pt x="197433" y="356661"/>
                  </a:moveTo>
                  <a:lnTo>
                    <a:pt x="195004" y="363376"/>
                  </a:lnTo>
                  <a:cubicBezTo>
                    <a:pt x="194600" y="364123"/>
                    <a:pt x="194195" y="364869"/>
                    <a:pt x="193790" y="366361"/>
                  </a:cubicBezTo>
                  <a:cubicBezTo>
                    <a:pt x="193385" y="367107"/>
                    <a:pt x="193385" y="367853"/>
                    <a:pt x="193385" y="368600"/>
                  </a:cubicBezTo>
                  <a:cubicBezTo>
                    <a:pt x="192576" y="367853"/>
                    <a:pt x="192171" y="367107"/>
                    <a:pt x="191766" y="366361"/>
                  </a:cubicBezTo>
                  <a:lnTo>
                    <a:pt x="190957" y="364869"/>
                  </a:lnTo>
                  <a:cubicBezTo>
                    <a:pt x="189338" y="361138"/>
                    <a:pt x="189338" y="359646"/>
                    <a:pt x="190957" y="355169"/>
                  </a:cubicBezTo>
                  <a:lnTo>
                    <a:pt x="191766" y="353677"/>
                  </a:lnTo>
                  <a:cubicBezTo>
                    <a:pt x="191766" y="352930"/>
                    <a:pt x="192171" y="352930"/>
                    <a:pt x="192171" y="352184"/>
                  </a:cubicBezTo>
                  <a:cubicBezTo>
                    <a:pt x="192981" y="350692"/>
                    <a:pt x="193385" y="349200"/>
                    <a:pt x="193790" y="347707"/>
                  </a:cubicBezTo>
                  <a:cubicBezTo>
                    <a:pt x="194195" y="346961"/>
                    <a:pt x="194600" y="345469"/>
                    <a:pt x="195004" y="343977"/>
                  </a:cubicBezTo>
                  <a:lnTo>
                    <a:pt x="195004" y="343230"/>
                  </a:lnTo>
                  <a:lnTo>
                    <a:pt x="197433" y="347707"/>
                  </a:lnTo>
                  <a:cubicBezTo>
                    <a:pt x="198647" y="349200"/>
                    <a:pt x="199052" y="353677"/>
                    <a:pt x="197433" y="356661"/>
                  </a:cubicBezTo>
                  <a:close/>
                  <a:moveTo>
                    <a:pt x="191766" y="348453"/>
                  </a:moveTo>
                  <a:lnTo>
                    <a:pt x="190957" y="349946"/>
                  </a:lnTo>
                  <a:cubicBezTo>
                    <a:pt x="190552" y="351438"/>
                    <a:pt x="189338" y="353677"/>
                    <a:pt x="188933" y="355169"/>
                  </a:cubicBezTo>
                  <a:cubicBezTo>
                    <a:pt x="188529" y="356661"/>
                    <a:pt x="188529" y="355915"/>
                    <a:pt x="188529" y="356661"/>
                  </a:cubicBezTo>
                  <a:cubicBezTo>
                    <a:pt x="188529" y="357407"/>
                    <a:pt x="188124" y="358153"/>
                    <a:pt x="188124" y="358900"/>
                  </a:cubicBezTo>
                  <a:lnTo>
                    <a:pt x="186505" y="355915"/>
                  </a:lnTo>
                  <a:lnTo>
                    <a:pt x="184886" y="352930"/>
                  </a:lnTo>
                  <a:cubicBezTo>
                    <a:pt x="184886" y="352184"/>
                    <a:pt x="184886" y="352184"/>
                    <a:pt x="184481" y="352184"/>
                  </a:cubicBezTo>
                  <a:cubicBezTo>
                    <a:pt x="184886" y="352184"/>
                    <a:pt x="184886" y="352184"/>
                    <a:pt x="184886" y="351438"/>
                  </a:cubicBezTo>
                  <a:lnTo>
                    <a:pt x="185291" y="351438"/>
                  </a:lnTo>
                  <a:cubicBezTo>
                    <a:pt x="185291" y="350692"/>
                    <a:pt x="185695" y="349946"/>
                    <a:pt x="186100" y="349200"/>
                  </a:cubicBezTo>
                  <a:lnTo>
                    <a:pt x="186505" y="348453"/>
                  </a:lnTo>
                  <a:cubicBezTo>
                    <a:pt x="187719" y="347707"/>
                    <a:pt x="188529" y="346215"/>
                    <a:pt x="189338" y="344723"/>
                  </a:cubicBezTo>
                  <a:lnTo>
                    <a:pt x="191362" y="340992"/>
                  </a:lnTo>
                  <a:lnTo>
                    <a:pt x="191362" y="340246"/>
                  </a:lnTo>
                  <a:lnTo>
                    <a:pt x="192171" y="338753"/>
                  </a:lnTo>
                  <a:cubicBezTo>
                    <a:pt x="192171" y="338007"/>
                    <a:pt x="192576" y="338007"/>
                    <a:pt x="192576" y="338007"/>
                  </a:cubicBezTo>
                  <a:cubicBezTo>
                    <a:pt x="193385" y="340992"/>
                    <a:pt x="193385" y="345469"/>
                    <a:pt x="191766" y="348453"/>
                  </a:cubicBezTo>
                  <a:close/>
                  <a:moveTo>
                    <a:pt x="184886" y="338007"/>
                  </a:moveTo>
                  <a:cubicBezTo>
                    <a:pt x="185291" y="338007"/>
                    <a:pt x="185695" y="338007"/>
                    <a:pt x="186505" y="338753"/>
                  </a:cubicBezTo>
                  <a:cubicBezTo>
                    <a:pt x="187314" y="339500"/>
                    <a:pt x="188124" y="339500"/>
                    <a:pt x="189338" y="339500"/>
                  </a:cubicBezTo>
                  <a:lnTo>
                    <a:pt x="189743" y="339500"/>
                  </a:lnTo>
                  <a:lnTo>
                    <a:pt x="189338" y="340246"/>
                  </a:lnTo>
                  <a:lnTo>
                    <a:pt x="188933" y="340246"/>
                  </a:lnTo>
                  <a:cubicBezTo>
                    <a:pt x="188124" y="342484"/>
                    <a:pt x="187314" y="343977"/>
                    <a:pt x="186100" y="345469"/>
                  </a:cubicBezTo>
                  <a:cubicBezTo>
                    <a:pt x="185695" y="346215"/>
                    <a:pt x="185291" y="346215"/>
                    <a:pt x="184481" y="346215"/>
                  </a:cubicBezTo>
                  <a:cubicBezTo>
                    <a:pt x="182053" y="346961"/>
                    <a:pt x="180029" y="343230"/>
                    <a:pt x="177601" y="342484"/>
                  </a:cubicBezTo>
                  <a:cubicBezTo>
                    <a:pt x="177196" y="342484"/>
                    <a:pt x="177196" y="341738"/>
                    <a:pt x="176791" y="341738"/>
                  </a:cubicBezTo>
                  <a:lnTo>
                    <a:pt x="177601" y="340246"/>
                  </a:lnTo>
                  <a:cubicBezTo>
                    <a:pt x="178410" y="338753"/>
                    <a:pt x="179624" y="337261"/>
                    <a:pt x="180839" y="336515"/>
                  </a:cubicBezTo>
                  <a:cubicBezTo>
                    <a:pt x="182458" y="337261"/>
                    <a:pt x="183672" y="337261"/>
                    <a:pt x="184886" y="338007"/>
                  </a:cubicBezTo>
                  <a:close/>
                  <a:moveTo>
                    <a:pt x="178006" y="346215"/>
                  </a:moveTo>
                  <a:cubicBezTo>
                    <a:pt x="180029" y="346961"/>
                    <a:pt x="181648" y="349200"/>
                    <a:pt x="183672" y="349200"/>
                  </a:cubicBezTo>
                  <a:cubicBezTo>
                    <a:pt x="183672" y="349200"/>
                    <a:pt x="183672" y="349946"/>
                    <a:pt x="183267" y="349946"/>
                  </a:cubicBezTo>
                  <a:cubicBezTo>
                    <a:pt x="182053" y="352930"/>
                    <a:pt x="180029" y="355169"/>
                    <a:pt x="178006" y="355169"/>
                  </a:cubicBezTo>
                  <a:cubicBezTo>
                    <a:pt x="177196" y="354423"/>
                    <a:pt x="175982" y="353677"/>
                    <a:pt x="175172" y="352930"/>
                  </a:cubicBezTo>
                  <a:cubicBezTo>
                    <a:pt x="173958" y="351438"/>
                    <a:pt x="172744" y="349946"/>
                    <a:pt x="171530" y="349200"/>
                  </a:cubicBezTo>
                  <a:cubicBezTo>
                    <a:pt x="173149" y="346215"/>
                    <a:pt x="174363" y="344723"/>
                    <a:pt x="175172" y="344723"/>
                  </a:cubicBezTo>
                  <a:lnTo>
                    <a:pt x="175577" y="344723"/>
                  </a:lnTo>
                  <a:cubicBezTo>
                    <a:pt x="176387" y="345469"/>
                    <a:pt x="177196" y="346215"/>
                    <a:pt x="178006" y="346215"/>
                  </a:cubicBezTo>
                  <a:close/>
                  <a:moveTo>
                    <a:pt x="175172" y="357407"/>
                  </a:moveTo>
                  <a:cubicBezTo>
                    <a:pt x="175982" y="358153"/>
                    <a:pt x="176387" y="358153"/>
                    <a:pt x="177196" y="358153"/>
                  </a:cubicBezTo>
                  <a:cubicBezTo>
                    <a:pt x="177196" y="358900"/>
                    <a:pt x="176791" y="358900"/>
                    <a:pt x="176791" y="358900"/>
                  </a:cubicBezTo>
                  <a:lnTo>
                    <a:pt x="175172" y="361138"/>
                  </a:lnTo>
                  <a:cubicBezTo>
                    <a:pt x="173958" y="362630"/>
                    <a:pt x="172744" y="363376"/>
                    <a:pt x="171530" y="363376"/>
                  </a:cubicBezTo>
                  <a:cubicBezTo>
                    <a:pt x="169101" y="362630"/>
                    <a:pt x="167887" y="358153"/>
                    <a:pt x="165864" y="356661"/>
                  </a:cubicBezTo>
                  <a:lnTo>
                    <a:pt x="165459" y="355915"/>
                  </a:lnTo>
                  <a:cubicBezTo>
                    <a:pt x="165459" y="355915"/>
                    <a:pt x="165459" y="355169"/>
                    <a:pt x="165864" y="355169"/>
                  </a:cubicBezTo>
                  <a:cubicBezTo>
                    <a:pt x="167078" y="352930"/>
                    <a:pt x="168697" y="352184"/>
                    <a:pt x="170316" y="352184"/>
                  </a:cubicBezTo>
                  <a:cubicBezTo>
                    <a:pt x="170720" y="352184"/>
                    <a:pt x="171530" y="352930"/>
                    <a:pt x="171935" y="352930"/>
                  </a:cubicBezTo>
                  <a:cubicBezTo>
                    <a:pt x="172744" y="354423"/>
                    <a:pt x="173958" y="356661"/>
                    <a:pt x="175172" y="357407"/>
                  </a:cubicBezTo>
                  <a:close/>
                  <a:moveTo>
                    <a:pt x="165459" y="360392"/>
                  </a:moveTo>
                  <a:cubicBezTo>
                    <a:pt x="167078" y="362630"/>
                    <a:pt x="168697" y="364869"/>
                    <a:pt x="170316" y="366361"/>
                  </a:cubicBezTo>
                  <a:cubicBezTo>
                    <a:pt x="169911" y="366361"/>
                    <a:pt x="169911" y="366361"/>
                    <a:pt x="169911" y="367107"/>
                  </a:cubicBezTo>
                  <a:cubicBezTo>
                    <a:pt x="168697" y="368600"/>
                    <a:pt x="167078" y="370092"/>
                    <a:pt x="165459" y="370092"/>
                  </a:cubicBezTo>
                  <a:cubicBezTo>
                    <a:pt x="165054" y="370092"/>
                    <a:pt x="164245" y="370092"/>
                    <a:pt x="163840" y="369346"/>
                  </a:cubicBezTo>
                  <a:cubicBezTo>
                    <a:pt x="163030" y="368600"/>
                    <a:pt x="162221" y="367107"/>
                    <a:pt x="161412" y="365615"/>
                  </a:cubicBezTo>
                  <a:cubicBezTo>
                    <a:pt x="160602" y="364123"/>
                    <a:pt x="159793" y="362630"/>
                    <a:pt x="158578" y="361138"/>
                  </a:cubicBezTo>
                  <a:lnTo>
                    <a:pt x="158578" y="360392"/>
                  </a:lnTo>
                  <a:cubicBezTo>
                    <a:pt x="159388" y="359646"/>
                    <a:pt x="160602" y="358900"/>
                    <a:pt x="161412" y="358153"/>
                  </a:cubicBezTo>
                  <a:lnTo>
                    <a:pt x="163435" y="358153"/>
                  </a:lnTo>
                  <a:cubicBezTo>
                    <a:pt x="163435" y="358153"/>
                    <a:pt x="163840" y="358153"/>
                    <a:pt x="163840" y="358900"/>
                  </a:cubicBezTo>
                  <a:close/>
                  <a:moveTo>
                    <a:pt x="161412" y="369346"/>
                  </a:moveTo>
                  <a:cubicBezTo>
                    <a:pt x="161816" y="370092"/>
                    <a:pt x="162221" y="370838"/>
                    <a:pt x="163030" y="371584"/>
                  </a:cubicBezTo>
                  <a:cubicBezTo>
                    <a:pt x="163030" y="371584"/>
                    <a:pt x="163030" y="372330"/>
                    <a:pt x="162626" y="372330"/>
                  </a:cubicBezTo>
                  <a:cubicBezTo>
                    <a:pt x="162221" y="373076"/>
                    <a:pt x="161816" y="373076"/>
                    <a:pt x="161412" y="373076"/>
                  </a:cubicBezTo>
                  <a:cubicBezTo>
                    <a:pt x="160602" y="373823"/>
                    <a:pt x="159388" y="373823"/>
                    <a:pt x="158578" y="373823"/>
                  </a:cubicBezTo>
                  <a:cubicBezTo>
                    <a:pt x="156555" y="373823"/>
                    <a:pt x="154936" y="371584"/>
                    <a:pt x="154126" y="367853"/>
                  </a:cubicBezTo>
                  <a:cubicBezTo>
                    <a:pt x="153722" y="367107"/>
                    <a:pt x="152912" y="364869"/>
                    <a:pt x="152103" y="363376"/>
                  </a:cubicBezTo>
                  <a:lnTo>
                    <a:pt x="151698" y="362630"/>
                  </a:lnTo>
                  <a:lnTo>
                    <a:pt x="152103" y="361884"/>
                  </a:lnTo>
                  <a:cubicBezTo>
                    <a:pt x="152912" y="361884"/>
                    <a:pt x="153317" y="361138"/>
                    <a:pt x="154126" y="361138"/>
                  </a:cubicBezTo>
                  <a:cubicBezTo>
                    <a:pt x="154936" y="361138"/>
                    <a:pt x="155745" y="361138"/>
                    <a:pt x="156960" y="361884"/>
                  </a:cubicBezTo>
                  <a:cubicBezTo>
                    <a:pt x="157364" y="362630"/>
                    <a:pt x="158174" y="363376"/>
                    <a:pt x="158578" y="364123"/>
                  </a:cubicBezTo>
                  <a:cubicBezTo>
                    <a:pt x="159793" y="365615"/>
                    <a:pt x="160602" y="367107"/>
                    <a:pt x="161412" y="369346"/>
                  </a:cubicBezTo>
                  <a:close/>
                  <a:moveTo>
                    <a:pt x="149270" y="480523"/>
                  </a:moveTo>
                  <a:cubicBezTo>
                    <a:pt x="150079" y="476046"/>
                    <a:pt x="150079" y="471569"/>
                    <a:pt x="149270" y="467092"/>
                  </a:cubicBezTo>
                  <a:cubicBezTo>
                    <a:pt x="150079" y="462615"/>
                    <a:pt x="150079" y="457392"/>
                    <a:pt x="149270" y="452915"/>
                  </a:cubicBezTo>
                  <a:cubicBezTo>
                    <a:pt x="150079" y="448438"/>
                    <a:pt x="150079" y="443215"/>
                    <a:pt x="149270" y="438738"/>
                  </a:cubicBezTo>
                  <a:cubicBezTo>
                    <a:pt x="150079" y="434261"/>
                    <a:pt x="150079" y="429784"/>
                    <a:pt x="149270" y="425307"/>
                  </a:cubicBezTo>
                  <a:cubicBezTo>
                    <a:pt x="150079" y="420830"/>
                    <a:pt x="150079" y="415607"/>
                    <a:pt x="149270" y="411130"/>
                  </a:cubicBezTo>
                  <a:cubicBezTo>
                    <a:pt x="150079" y="406653"/>
                    <a:pt x="150079" y="401430"/>
                    <a:pt x="149270" y="396953"/>
                  </a:cubicBezTo>
                  <a:cubicBezTo>
                    <a:pt x="150079" y="392476"/>
                    <a:pt x="150079" y="388000"/>
                    <a:pt x="149270" y="383523"/>
                  </a:cubicBezTo>
                  <a:cubicBezTo>
                    <a:pt x="149674" y="382030"/>
                    <a:pt x="149674" y="380538"/>
                    <a:pt x="149674" y="378300"/>
                  </a:cubicBezTo>
                  <a:cubicBezTo>
                    <a:pt x="150484" y="379046"/>
                    <a:pt x="151293" y="379046"/>
                    <a:pt x="152103" y="378300"/>
                  </a:cubicBezTo>
                  <a:cubicBezTo>
                    <a:pt x="152912" y="378300"/>
                    <a:pt x="153317" y="378300"/>
                    <a:pt x="154126" y="377553"/>
                  </a:cubicBezTo>
                  <a:cubicBezTo>
                    <a:pt x="154936" y="377553"/>
                    <a:pt x="155341" y="376807"/>
                    <a:pt x="155745" y="376807"/>
                  </a:cubicBezTo>
                  <a:cubicBezTo>
                    <a:pt x="156150" y="376807"/>
                    <a:pt x="156960" y="376061"/>
                    <a:pt x="157364" y="376061"/>
                  </a:cubicBezTo>
                  <a:lnTo>
                    <a:pt x="158174" y="376061"/>
                  </a:lnTo>
                  <a:cubicBezTo>
                    <a:pt x="158983" y="376061"/>
                    <a:pt x="160197" y="376061"/>
                    <a:pt x="161007" y="375315"/>
                  </a:cubicBezTo>
                  <a:cubicBezTo>
                    <a:pt x="161816" y="374569"/>
                    <a:pt x="162626" y="374569"/>
                    <a:pt x="163435" y="373823"/>
                  </a:cubicBezTo>
                  <a:cubicBezTo>
                    <a:pt x="163840" y="373076"/>
                    <a:pt x="164649" y="372330"/>
                    <a:pt x="165054" y="372330"/>
                  </a:cubicBezTo>
                  <a:cubicBezTo>
                    <a:pt x="167078" y="372330"/>
                    <a:pt x="169101" y="370838"/>
                    <a:pt x="170720" y="367853"/>
                  </a:cubicBezTo>
                  <a:cubicBezTo>
                    <a:pt x="171125" y="367107"/>
                    <a:pt x="171530" y="366361"/>
                    <a:pt x="172339" y="366361"/>
                  </a:cubicBezTo>
                  <a:lnTo>
                    <a:pt x="174768" y="364869"/>
                  </a:lnTo>
                  <a:cubicBezTo>
                    <a:pt x="175982" y="364123"/>
                    <a:pt x="176791" y="362630"/>
                    <a:pt x="177601" y="361138"/>
                  </a:cubicBezTo>
                  <a:cubicBezTo>
                    <a:pt x="177601" y="361138"/>
                    <a:pt x="178006" y="361138"/>
                    <a:pt x="178006" y="360392"/>
                  </a:cubicBezTo>
                  <a:cubicBezTo>
                    <a:pt x="178410" y="359646"/>
                    <a:pt x="178815" y="359646"/>
                    <a:pt x="179624" y="358153"/>
                  </a:cubicBezTo>
                  <a:cubicBezTo>
                    <a:pt x="180839" y="357407"/>
                    <a:pt x="182053" y="355915"/>
                    <a:pt x="183267" y="354423"/>
                  </a:cubicBezTo>
                  <a:cubicBezTo>
                    <a:pt x="183672" y="355169"/>
                    <a:pt x="184077" y="356661"/>
                    <a:pt x="184886" y="358153"/>
                  </a:cubicBezTo>
                  <a:cubicBezTo>
                    <a:pt x="185291" y="358900"/>
                    <a:pt x="186100" y="359646"/>
                    <a:pt x="186505" y="360392"/>
                  </a:cubicBezTo>
                  <a:cubicBezTo>
                    <a:pt x="187314" y="361138"/>
                    <a:pt x="188124" y="361884"/>
                    <a:pt x="188529" y="363376"/>
                  </a:cubicBezTo>
                  <a:cubicBezTo>
                    <a:pt x="188933" y="364123"/>
                    <a:pt x="188933" y="364123"/>
                    <a:pt x="188933" y="365615"/>
                  </a:cubicBezTo>
                  <a:cubicBezTo>
                    <a:pt x="189338" y="367107"/>
                    <a:pt x="190147" y="368600"/>
                    <a:pt x="190957" y="369346"/>
                  </a:cubicBezTo>
                  <a:cubicBezTo>
                    <a:pt x="191362" y="370092"/>
                    <a:pt x="191362" y="370092"/>
                    <a:pt x="191766" y="370092"/>
                  </a:cubicBezTo>
                  <a:lnTo>
                    <a:pt x="193385" y="373076"/>
                  </a:lnTo>
                  <a:lnTo>
                    <a:pt x="193790" y="373823"/>
                  </a:lnTo>
                  <a:cubicBezTo>
                    <a:pt x="194195" y="374569"/>
                    <a:pt x="194600" y="376061"/>
                    <a:pt x="195004" y="376807"/>
                  </a:cubicBezTo>
                  <a:lnTo>
                    <a:pt x="197433" y="381284"/>
                  </a:lnTo>
                  <a:cubicBezTo>
                    <a:pt x="197837" y="382030"/>
                    <a:pt x="198242" y="382030"/>
                    <a:pt x="199052" y="382776"/>
                  </a:cubicBezTo>
                  <a:lnTo>
                    <a:pt x="199456" y="382776"/>
                  </a:lnTo>
                  <a:cubicBezTo>
                    <a:pt x="199861" y="385761"/>
                    <a:pt x="201075" y="388000"/>
                    <a:pt x="202289" y="389492"/>
                  </a:cubicBezTo>
                  <a:cubicBezTo>
                    <a:pt x="203099" y="390238"/>
                    <a:pt x="203504" y="391730"/>
                    <a:pt x="204313" y="392476"/>
                  </a:cubicBezTo>
                  <a:lnTo>
                    <a:pt x="204718" y="393223"/>
                  </a:lnTo>
                  <a:cubicBezTo>
                    <a:pt x="204718" y="393969"/>
                    <a:pt x="205123" y="394715"/>
                    <a:pt x="205527" y="396207"/>
                  </a:cubicBezTo>
                  <a:cubicBezTo>
                    <a:pt x="205932" y="397700"/>
                    <a:pt x="206742" y="399192"/>
                    <a:pt x="207551" y="399938"/>
                  </a:cubicBezTo>
                  <a:cubicBezTo>
                    <a:pt x="208360" y="401430"/>
                    <a:pt x="209170" y="402176"/>
                    <a:pt x="209979" y="402923"/>
                  </a:cubicBezTo>
                  <a:cubicBezTo>
                    <a:pt x="210384" y="405161"/>
                    <a:pt x="211194" y="406653"/>
                    <a:pt x="212408" y="408146"/>
                  </a:cubicBezTo>
                  <a:cubicBezTo>
                    <a:pt x="212812" y="408892"/>
                    <a:pt x="213217" y="409638"/>
                    <a:pt x="213622" y="409638"/>
                  </a:cubicBezTo>
                  <a:cubicBezTo>
                    <a:pt x="214027" y="410384"/>
                    <a:pt x="214836" y="411130"/>
                    <a:pt x="215241" y="412623"/>
                  </a:cubicBezTo>
                  <a:cubicBezTo>
                    <a:pt x="216050" y="415607"/>
                    <a:pt x="216860" y="417846"/>
                    <a:pt x="218479" y="419338"/>
                  </a:cubicBezTo>
                  <a:cubicBezTo>
                    <a:pt x="218883" y="420084"/>
                    <a:pt x="219288" y="420830"/>
                    <a:pt x="220098" y="421576"/>
                  </a:cubicBezTo>
                  <a:cubicBezTo>
                    <a:pt x="220098" y="422323"/>
                    <a:pt x="220502" y="422323"/>
                    <a:pt x="220502" y="422323"/>
                  </a:cubicBezTo>
                  <a:cubicBezTo>
                    <a:pt x="220907" y="424561"/>
                    <a:pt x="222121" y="426799"/>
                    <a:pt x="223336" y="428292"/>
                  </a:cubicBezTo>
                  <a:cubicBezTo>
                    <a:pt x="224145" y="429784"/>
                    <a:pt x="224954" y="430530"/>
                    <a:pt x="226169" y="432023"/>
                  </a:cubicBezTo>
                  <a:lnTo>
                    <a:pt x="226169" y="432769"/>
                  </a:lnTo>
                  <a:cubicBezTo>
                    <a:pt x="226573" y="433515"/>
                    <a:pt x="226573" y="433515"/>
                    <a:pt x="226573" y="434261"/>
                  </a:cubicBezTo>
                  <a:cubicBezTo>
                    <a:pt x="226573" y="435007"/>
                    <a:pt x="226978" y="435007"/>
                    <a:pt x="226978" y="435007"/>
                  </a:cubicBezTo>
                  <a:lnTo>
                    <a:pt x="226573" y="435753"/>
                  </a:lnTo>
                  <a:lnTo>
                    <a:pt x="226169" y="436500"/>
                  </a:lnTo>
                  <a:cubicBezTo>
                    <a:pt x="224954" y="438738"/>
                    <a:pt x="224145" y="440230"/>
                    <a:pt x="223336" y="443215"/>
                  </a:cubicBezTo>
                  <a:cubicBezTo>
                    <a:pt x="222121" y="443961"/>
                    <a:pt x="221312" y="444707"/>
                    <a:pt x="220098" y="445453"/>
                  </a:cubicBezTo>
                  <a:cubicBezTo>
                    <a:pt x="219693" y="446199"/>
                    <a:pt x="218883" y="446946"/>
                    <a:pt x="218479" y="447692"/>
                  </a:cubicBezTo>
                  <a:cubicBezTo>
                    <a:pt x="216860" y="449930"/>
                    <a:pt x="215646" y="452915"/>
                    <a:pt x="214431" y="455899"/>
                  </a:cubicBezTo>
                  <a:lnTo>
                    <a:pt x="213622" y="455899"/>
                  </a:lnTo>
                  <a:cubicBezTo>
                    <a:pt x="213217" y="455899"/>
                    <a:pt x="212812" y="456646"/>
                    <a:pt x="212408" y="456646"/>
                  </a:cubicBezTo>
                  <a:cubicBezTo>
                    <a:pt x="210789" y="457392"/>
                    <a:pt x="209170" y="458884"/>
                    <a:pt x="207551" y="461869"/>
                  </a:cubicBezTo>
                  <a:lnTo>
                    <a:pt x="205527" y="465599"/>
                  </a:lnTo>
                  <a:cubicBezTo>
                    <a:pt x="205123" y="465599"/>
                    <a:pt x="205123" y="466346"/>
                    <a:pt x="204718" y="467092"/>
                  </a:cubicBezTo>
                  <a:lnTo>
                    <a:pt x="204313" y="467092"/>
                  </a:lnTo>
                  <a:cubicBezTo>
                    <a:pt x="203504" y="467092"/>
                    <a:pt x="203099" y="467092"/>
                    <a:pt x="202289" y="467838"/>
                  </a:cubicBezTo>
                  <a:cubicBezTo>
                    <a:pt x="201075" y="468584"/>
                    <a:pt x="200266" y="469330"/>
                    <a:pt x="199052" y="470076"/>
                  </a:cubicBezTo>
                  <a:cubicBezTo>
                    <a:pt x="198647" y="470823"/>
                    <a:pt x="197837" y="471569"/>
                    <a:pt x="197433" y="472315"/>
                  </a:cubicBezTo>
                  <a:cubicBezTo>
                    <a:pt x="197028" y="473061"/>
                    <a:pt x="195814" y="474553"/>
                    <a:pt x="195004" y="475299"/>
                  </a:cubicBezTo>
                  <a:lnTo>
                    <a:pt x="194600" y="476046"/>
                  </a:lnTo>
                  <a:cubicBezTo>
                    <a:pt x="194195" y="476046"/>
                    <a:pt x="194195" y="476046"/>
                    <a:pt x="194195" y="475299"/>
                  </a:cubicBezTo>
                  <a:cubicBezTo>
                    <a:pt x="193790" y="475299"/>
                    <a:pt x="192981" y="476046"/>
                    <a:pt x="192171" y="476046"/>
                  </a:cubicBezTo>
                  <a:cubicBezTo>
                    <a:pt x="191362" y="476046"/>
                    <a:pt x="191766" y="476792"/>
                    <a:pt x="191362" y="476792"/>
                  </a:cubicBezTo>
                  <a:cubicBezTo>
                    <a:pt x="190552" y="476792"/>
                    <a:pt x="190147" y="477538"/>
                    <a:pt x="189338" y="477538"/>
                  </a:cubicBezTo>
                  <a:cubicBezTo>
                    <a:pt x="188529" y="478284"/>
                    <a:pt x="187719" y="479030"/>
                    <a:pt x="186505" y="480523"/>
                  </a:cubicBezTo>
                  <a:cubicBezTo>
                    <a:pt x="186100" y="481269"/>
                    <a:pt x="185695" y="482015"/>
                    <a:pt x="184886" y="482761"/>
                  </a:cubicBezTo>
                  <a:lnTo>
                    <a:pt x="184481" y="483507"/>
                  </a:lnTo>
                  <a:cubicBezTo>
                    <a:pt x="182458" y="482761"/>
                    <a:pt x="180434" y="483507"/>
                    <a:pt x="178410" y="484253"/>
                  </a:cubicBezTo>
                  <a:cubicBezTo>
                    <a:pt x="177601" y="484999"/>
                    <a:pt x="176387" y="485746"/>
                    <a:pt x="175577" y="487238"/>
                  </a:cubicBezTo>
                  <a:cubicBezTo>
                    <a:pt x="175172" y="487984"/>
                    <a:pt x="174363" y="488730"/>
                    <a:pt x="173958" y="489476"/>
                  </a:cubicBezTo>
                  <a:cubicBezTo>
                    <a:pt x="173149" y="488730"/>
                    <a:pt x="172744" y="488730"/>
                    <a:pt x="171935" y="488730"/>
                  </a:cubicBezTo>
                  <a:cubicBezTo>
                    <a:pt x="169911" y="488730"/>
                    <a:pt x="167887" y="489476"/>
                    <a:pt x="166268" y="491715"/>
                  </a:cubicBezTo>
                  <a:cubicBezTo>
                    <a:pt x="165459" y="491715"/>
                    <a:pt x="165054" y="492461"/>
                    <a:pt x="164649" y="492461"/>
                  </a:cubicBezTo>
                  <a:cubicBezTo>
                    <a:pt x="164245" y="493207"/>
                    <a:pt x="163840" y="493207"/>
                    <a:pt x="163435" y="493207"/>
                  </a:cubicBezTo>
                  <a:cubicBezTo>
                    <a:pt x="163030" y="493207"/>
                    <a:pt x="162626" y="492461"/>
                    <a:pt x="162221" y="492461"/>
                  </a:cubicBezTo>
                  <a:cubicBezTo>
                    <a:pt x="161412" y="491715"/>
                    <a:pt x="160197" y="491715"/>
                    <a:pt x="159388" y="491715"/>
                  </a:cubicBezTo>
                  <a:cubicBezTo>
                    <a:pt x="158174" y="492461"/>
                    <a:pt x="156960" y="492461"/>
                    <a:pt x="154936" y="493207"/>
                  </a:cubicBezTo>
                  <a:cubicBezTo>
                    <a:pt x="154531" y="493953"/>
                    <a:pt x="153317" y="493953"/>
                    <a:pt x="152912" y="494699"/>
                  </a:cubicBezTo>
                  <a:cubicBezTo>
                    <a:pt x="152507" y="495446"/>
                    <a:pt x="152507" y="494699"/>
                    <a:pt x="152507" y="495446"/>
                  </a:cubicBezTo>
                  <a:cubicBezTo>
                    <a:pt x="150889" y="493953"/>
                    <a:pt x="150484" y="493207"/>
                    <a:pt x="149674" y="493207"/>
                  </a:cubicBezTo>
                  <a:cubicBezTo>
                    <a:pt x="150079" y="488730"/>
                    <a:pt x="150079" y="484253"/>
                    <a:pt x="149270" y="480523"/>
                  </a:cubicBezTo>
                  <a:close/>
                  <a:moveTo>
                    <a:pt x="225764" y="423069"/>
                  </a:moveTo>
                  <a:cubicBezTo>
                    <a:pt x="225764" y="423815"/>
                    <a:pt x="225764" y="423815"/>
                    <a:pt x="225359" y="423815"/>
                  </a:cubicBezTo>
                  <a:cubicBezTo>
                    <a:pt x="224954" y="423815"/>
                    <a:pt x="225359" y="424561"/>
                    <a:pt x="224954" y="424561"/>
                  </a:cubicBezTo>
                  <a:cubicBezTo>
                    <a:pt x="224954" y="425307"/>
                    <a:pt x="224954" y="426053"/>
                    <a:pt x="224550" y="426053"/>
                  </a:cubicBezTo>
                  <a:lnTo>
                    <a:pt x="222121" y="421576"/>
                  </a:lnTo>
                  <a:cubicBezTo>
                    <a:pt x="220907" y="420084"/>
                    <a:pt x="220502" y="418592"/>
                    <a:pt x="220907" y="416353"/>
                  </a:cubicBezTo>
                  <a:cubicBezTo>
                    <a:pt x="221312" y="414115"/>
                    <a:pt x="221312" y="414861"/>
                    <a:pt x="221312" y="414115"/>
                  </a:cubicBezTo>
                  <a:cubicBezTo>
                    <a:pt x="221312" y="413369"/>
                    <a:pt x="221717" y="413369"/>
                    <a:pt x="221717" y="412623"/>
                  </a:cubicBezTo>
                  <a:cubicBezTo>
                    <a:pt x="222121" y="411130"/>
                    <a:pt x="222526" y="410384"/>
                    <a:pt x="222931" y="408892"/>
                  </a:cubicBezTo>
                  <a:lnTo>
                    <a:pt x="223740" y="408892"/>
                  </a:lnTo>
                  <a:cubicBezTo>
                    <a:pt x="224145" y="407400"/>
                    <a:pt x="224550" y="406653"/>
                    <a:pt x="224954" y="405161"/>
                  </a:cubicBezTo>
                  <a:cubicBezTo>
                    <a:pt x="225359" y="404415"/>
                    <a:pt x="225359" y="404415"/>
                    <a:pt x="225359" y="403669"/>
                  </a:cubicBezTo>
                  <a:cubicBezTo>
                    <a:pt x="225764" y="402923"/>
                    <a:pt x="226169" y="401430"/>
                    <a:pt x="226169" y="399938"/>
                  </a:cubicBezTo>
                  <a:cubicBezTo>
                    <a:pt x="226978" y="400684"/>
                    <a:pt x="227383" y="402176"/>
                    <a:pt x="227788" y="402923"/>
                  </a:cubicBezTo>
                  <a:cubicBezTo>
                    <a:pt x="229811" y="405907"/>
                    <a:pt x="229811" y="411130"/>
                    <a:pt x="228597" y="414861"/>
                  </a:cubicBezTo>
                  <a:cubicBezTo>
                    <a:pt x="228597" y="415607"/>
                    <a:pt x="228192" y="415607"/>
                    <a:pt x="227788" y="416353"/>
                  </a:cubicBezTo>
                  <a:cubicBezTo>
                    <a:pt x="227383" y="417846"/>
                    <a:pt x="226573" y="418592"/>
                    <a:pt x="226169" y="420084"/>
                  </a:cubicBezTo>
                  <a:cubicBezTo>
                    <a:pt x="226573" y="421576"/>
                    <a:pt x="226169" y="422323"/>
                    <a:pt x="225764" y="423069"/>
                  </a:cubicBezTo>
                  <a:close/>
                  <a:moveTo>
                    <a:pt x="226573" y="427546"/>
                  </a:moveTo>
                  <a:cubicBezTo>
                    <a:pt x="226978" y="426799"/>
                    <a:pt x="226978" y="426053"/>
                    <a:pt x="226978" y="425307"/>
                  </a:cubicBezTo>
                  <a:cubicBezTo>
                    <a:pt x="227383" y="424561"/>
                    <a:pt x="227788" y="423069"/>
                    <a:pt x="228192" y="422323"/>
                  </a:cubicBezTo>
                  <a:cubicBezTo>
                    <a:pt x="228597" y="421576"/>
                    <a:pt x="229002" y="420830"/>
                    <a:pt x="229002" y="420084"/>
                  </a:cubicBezTo>
                  <a:cubicBezTo>
                    <a:pt x="230216" y="417846"/>
                    <a:pt x="231025" y="414861"/>
                    <a:pt x="231430" y="411876"/>
                  </a:cubicBezTo>
                  <a:lnTo>
                    <a:pt x="231430" y="411130"/>
                  </a:lnTo>
                  <a:cubicBezTo>
                    <a:pt x="232644" y="412623"/>
                    <a:pt x="233454" y="414115"/>
                    <a:pt x="234263" y="416353"/>
                  </a:cubicBezTo>
                  <a:cubicBezTo>
                    <a:pt x="234668" y="417100"/>
                    <a:pt x="234668" y="417846"/>
                    <a:pt x="234668" y="418592"/>
                  </a:cubicBezTo>
                  <a:cubicBezTo>
                    <a:pt x="234263" y="419338"/>
                    <a:pt x="234263" y="419338"/>
                    <a:pt x="234263" y="420084"/>
                  </a:cubicBezTo>
                  <a:cubicBezTo>
                    <a:pt x="233454" y="422323"/>
                    <a:pt x="232240" y="423815"/>
                    <a:pt x="231430" y="426053"/>
                  </a:cubicBezTo>
                  <a:lnTo>
                    <a:pt x="230621" y="429038"/>
                  </a:lnTo>
                  <a:cubicBezTo>
                    <a:pt x="229811" y="429038"/>
                    <a:pt x="228597" y="429784"/>
                    <a:pt x="227788" y="431276"/>
                  </a:cubicBezTo>
                  <a:cubicBezTo>
                    <a:pt x="227383" y="431276"/>
                    <a:pt x="227383" y="432023"/>
                    <a:pt x="226978" y="432023"/>
                  </a:cubicBezTo>
                  <a:cubicBezTo>
                    <a:pt x="226573" y="431276"/>
                    <a:pt x="226573" y="429784"/>
                    <a:pt x="226169" y="429038"/>
                  </a:cubicBezTo>
                  <a:close/>
                  <a:moveTo>
                    <a:pt x="205123" y="270107"/>
                  </a:moveTo>
                  <a:lnTo>
                    <a:pt x="203908" y="272346"/>
                  </a:lnTo>
                  <a:cubicBezTo>
                    <a:pt x="203504" y="273092"/>
                    <a:pt x="202694" y="273838"/>
                    <a:pt x="201885" y="273838"/>
                  </a:cubicBezTo>
                  <a:cubicBezTo>
                    <a:pt x="200671" y="274584"/>
                    <a:pt x="199861" y="275330"/>
                    <a:pt x="198647" y="276077"/>
                  </a:cubicBezTo>
                  <a:lnTo>
                    <a:pt x="198242" y="276823"/>
                  </a:lnTo>
                  <a:cubicBezTo>
                    <a:pt x="197837" y="273838"/>
                    <a:pt x="198242" y="270854"/>
                    <a:pt x="198647" y="267869"/>
                  </a:cubicBezTo>
                  <a:lnTo>
                    <a:pt x="199052" y="267123"/>
                  </a:lnTo>
                  <a:cubicBezTo>
                    <a:pt x="199861" y="265630"/>
                    <a:pt x="201075" y="264138"/>
                    <a:pt x="201885" y="263392"/>
                  </a:cubicBezTo>
                  <a:cubicBezTo>
                    <a:pt x="202289" y="262646"/>
                    <a:pt x="203504" y="261900"/>
                    <a:pt x="203908" y="261154"/>
                  </a:cubicBezTo>
                  <a:cubicBezTo>
                    <a:pt x="204313" y="260407"/>
                    <a:pt x="204718" y="260407"/>
                    <a:pt x="205123" y="259661"/>
                  </a:cubicBezTo>
                  <a:cubicBezTo>
                    <a:pt x="205527" y="259661"/>
                    <a:pt x="205527" y="258915"/>
                    <a:pt x="205527" y="258915"/>
                  </a:cubicBezTo>
                  <a:lnTo>
                    <a:pt x="205932" y="259661"/>
                  </a:lnTo>
                  <a:cubicBezTo>
                    <a:pt x="206337" y="263392"/>
                    <a:pt x="206337" y="267123"/>
                    <a:pt x="205123" y="270107"/>
                  </a:cubicBezTo>
                  <a:close/>
                  <a:moveTo>
                    <a:pt x="205123" y="255930"/>
                  </a:moveTo>
                  <a:lnTo>
                    <a:pt x="203908" y="258169"/>
                  </a:lnTo>
                  <a:cubicBezTo>
                    <a:pt x="203504" y="258915"/>
                    <a:pt x="202694" y="259661"/>
                    <a:pt x="201885" y="260407"/>
                  </a:cubicBezTo>
                  <a:cubicBezTo>
                    <a:pt x="200671" y="261154"/>
                    <a:pt x="199456" y="262646"/>
                    <a:pt x="198647" y="264138"/>
                  </a:cubicBezTo>
                  <a:cubicBezTo>
                    <a:pt x="198242" y="261154"/>
                    <a:pt x="198242" y="258915"/>
                    <a:pt x="198647" y="255930"/>
                  </a:cubicBezTo>
                  <a:cubicBezTo>
                    <a:pt x="198647" y="255184"/>
                    <a:pt x="199052" y="255184"/>
                    <a:pt x="199052" y="254438"/>
                  </a:cubicBezTo>
                  <a:cubicBezTo>
                    <a:pt x="199861" y="252946"/>
                    <a:pt x="201075" y="251454"/>
                    <a:pt x="201885" y="249961"/>
                  </a:cubicBezTo>
                  <a:cubicBezTo>
                    <a:pt x="202289" y="249215"/>
                    <a:pt x="203099" y="247723"/>
                    <a:pt x="203908" y="246977"/>
                  </a:cubicBezTo>
                  <a:cubicBezTo>
                    <a:pt x="204313" y="246230"/>
                    <a:pt x="204718" y="245484"/>
                    <a:pt x="205123" y="243992"/>
                  </a:cubicBezTo>
                  <a:lnTo>
                    <a:pt x="205527" y="244738"/>
                  </a:lnTo>
                  <a:cubicBezTo>
                    <a:pt x="205932" y="249215"/>
                    <a:pt x="205932" y="252946"/>
                    <a:pt x="205123" y="255930"/>
                  </a:cubicBezTo>
                  <a:close/>
                  <a:moveTo>
                    <a:pt x="201885" y="229069"/>
                  </a:moveTo>
                  <a:cubicBezTo>
                    <a:pt x="201075" y="231307"/>
                    <a:pt x="199861" y="233546"/>
                    <a:pt x="198647" y="235038"/>
                  </a:cubicBezTo>
                  <a:lnTo>
                    <a:pt x="197028" y="238023"/>
                  </a:lnTo>
                  <a:cubicBezTo>
                    <a:pt x="196218" y="235038"/>
                    <a:pt x="195814" y="232054"/>
                    <a:pt x="196218" y="229069"/>
                  </a:cubicBezTo>
                  <a:lnTo>
                    <a:pt x="197028" y="226084"/>
                  </a:lnTo>
                  <a:cubicBezTo>
                    <a:pt x="197433" y="225338"/>
                    <a:pt x="197837" y="223846"/>
                    <a:pt x="198647" y="223100"/>
                  </a:cubicBezTo>
                  <a:cubicBezTo>
                    <a:pt x="199456" y="221607"/>
                    <a:pt x="200266" y="219369"/>
                    <a:pt x="201075" y="217130"/>
                  </a:cubicBezTo>
                  <a:lnTo>
                    <a:pt x="201480" y="217877"/>
                  </a:lnTo>
                  <a:cubicBezTo>
                    <a:pt x="201885" y="218623"/>
                    <a:pt x="201885" y="219369"/>
                    <a:pt x="201885" y="220861"/>
                  </a:cubicBezTo>
                  <a:cubicBezTo>
                    <a:pt x="203099" y="222354"/>
                    <a:pt x="203099" y="226084"/>
                    <a:pt x="201885" y="229069"/>
                  </a:cubicBezTo>
                  <a:close/>
                  <a:moveTo>
                    <a:pt x="198647" y="217877"/>
                  </a:moveTo>
                  <a:cubicBezTo>
                    <a:pt x="198242" y="219369"/>
                    <a:pt x="197837" y="220115"/>
                    <a:pt x="197028" y="220861"/>
                  </a:cubicBezTo>
                  <a:cubicBezTo>
                    <a:pt x="196218" y="222354"/>
                    <a:pt x="195409" y="223846"/>
                    <a:pt x="195004" y="226084"/>
                  </a:cubicBezTo>
                  <a:cubicBezTo>
                    <a:pt x="195004" y="225338"/>
                    <a:pt x="194600" y="225338"/>
                    <a:pt x="194600" y="224592"/>
                  </a:cubicBezTo>
                  <a:lnTo>
                    <a:pt x="193385" y="220115"/>
                  </a:lnTo>
                  <a:lnTo>
                    <a:pt x="193385" y="216384"/>
                  </a:lnTo>
                  <a:cubicBezTo>
                    <a:pt x="193790" y="214892"/>
                    <a:pt x="194195" y="213400"/>
                    <a:pt x="194600" y="212654"/>
                  </a:cubicBezTo>
                  <a:cubicBezTo>
                    <a:pt x="195409" y="209669"/>
                    <a:pt x="196218" y="207430"/>
                    <a:pt x="197028" y="205192"/>
                  </a:cubicBezTo>
                  <a:cubicBezTo>
                    <a:pt x="197433" y="204446"/>
                    <a:pt x="197433" y="204446"/>
                    <a:pt x="197433" y="203700"/>
                  </a:cubicBezTo>
                  <a:lnTo>
                    <a:pt x="197837" y="204446"/>
                  </a:lnTo>
                  <a:cubicBezTo>
                    <a:pt x="197837" y="204446"/>
                    <a:pt x="198242" y="205938"/>
                    <a:pt x="198647" y="206684"/>
                  </a:cubicBezTo>
                  <a:cubicBezTo>
                    <a:pt x="200266" y="209669"/>
                    <a:pt x="200266" y="214146"/>
                    <a:pt x="198647" y="217877"/>
                  </a:cubicBezTo>
                  <a:close/>
                  <a:moveTo>
                    <a:pt x="188933" y="202207"/>
                  </a:moveTo>
                  <a:cubicBezTo>
                    <a:pt x="187719" y="200715"/>
                    <a:pt x="186910" y="197731"/>
                    <a:pt x="186100" y="195492"/>
                  </a:cubicBezTo>
                  <a:lnTo>
                    <a:pt x="186100" y="193254"/>
                  </a:lnTo>
                  <a:cubicBezTo>
                    <a:pt x="186505" y="188030"/>
                    <a:pt x="187719" y="184300"/>
                    <a:pt x="187719" y="180569"/>
                  </a:cubicBezTo>
                  <a:cubicBezTo>
                    <a:pt x="188124" y="180569"/>
                    <a:pt x="188124" y="180569"/>
                    <a:pt x="188124" y="181315"/>
                  </a:cubicBezTo>
                  <a:cubicBezTo>
                    <a:pt x="188124" y="181315"/>
                    <a:pt x="188529" y="181315"/>
                    <a:pt x="188529" y="182061"/>
                  </a:cubicBezTo>
                  <a:cubicBezTo>
                    <a:pt x="189338" y="183554"/>
                    <a:pt x="190147" y="185046"/>
                    <a:pt x="190552" y="186538"/>
                  </a:cubicBezTo>
                  <a:cubicBezTo>
                    <a:pt x="191362" y="188777"/>
                    <a:pt x="191362" y="192507"/>
                    <a:pt x="190552" y="195492"/>
                  </a:cubicBezTo>
                  <a:cubicBezTo>
                    <a:pt x="190147" y="196984"/>
                    <a:pt x="189338" y="199223"/>
                    <a:pt x="188933" y="202207"/>
                  </a:cubicBezTo>
                  <a:close/>
                  <a:moveTo>
                    <a:pt x="184886" y="173854"/>
                  </a:moveTo>
                  <a:cubicBezTo>
                    <a:pt x="185695" y="175346"/>
                    <a:pt x="186100" y="176838"/>
                    <a:pt x="186505" y="179077"/>
                  </a:cubicBezTo>
                  <a:cubicBezTo>
                    <a:pt x="186910" y="179823"/>
                    <a:pt x="186910" y="181315"/>
                    <a:pt x="186505" y="182061"/>
                  </a:cubicBezTo>
                  <a:cubicBezTo>
                    <a:pt x="186100" y="184300"/>
                    <a:pt x="185695" y="187284"/>
                    <a:pt x="184886" y="189523"/>
                  </a:cubicBezTo>
                  <a:cubicBezTo>
                    <a:pt x="184886" y="190269"/>
                    <a:pt x="184481" y="191761"/>
                    <a:pt x="184481" y="192507"/>
                  </a:cubicBezTo>
                  <a:cubicBezTo>
                    <a:pt x="182862" y="191015"/>
                    <a:pt x="182053" y="188030"/>
                    <a:pt x="181243" y="185046"/>
                  </a:cubicBezTo>
                  <a:cubicBezTo>
                    <a:pt x="180839" y="179823"/>
                    <a:pt x="182458" y="174600"/>
                    <a:pt x="182053" y="170123"/>
                  </a:cubicBezTo>
                  <a:lnTo>
                    <a:pt x="182458" y="170869"/>
                  </a:lnTo>
                  <a:cubicBezTo>
                    <a:pt x="183672" y="171615"/>
                    <a:pt x="184077" y="172361"/>
                    <a:pt x="184886" y="173854"/>
                  </a:cubicBezTo>
                  <a:close/>
                  <a:moveTo>
                    <a:pt x="111225" y="346215"/>
                  </a:moveTo>
                  <a:cubicBezTo>
                    <a:pt x="112034" y="346961"/>
                    <a:pt x="112844" y="347707"/>
                    <a:pt x="113653" y="349200"/>
                  </a:cubicBezTo>
                  <a:cubicBezTo>
                    <a:pt x="114463" y="349946"/>
                    <a:pt x="114867" y="351438"/>
                    <a:pt x="115272" y="352184"/>
                  </a:cubicBezTo>
                  <a:cubicBezTo>
                    <a:pt x="116082" y="357407"/>
                    <a:pt x="115677" y="362630"/>
                    <a:pt x="116082" y="366361"/>
                  </a:cubicBezTo>
                  <a:lnTo>
                    <a:pt x="115677" y="366361"/>
                  </a:lnTo>
                  <a:cubicBezTo>
                    <a:pt x="114867" y="365615"/>
                    <a:pt x="114058" y="365615"/>
                    <a:pt x="113248" y="364869"/>
                  </a:cubicBezTo>
                  <a:cubicBezTo>
                    <a:pt x="109201" y="360392"/>
                    <a:pt x="112034" y="352930"/>
                    <a:pt x="111225" y="346215"/>
                  </a:cubicBezTo>
                  <a:close/>
                  <a:moveTo>
                    <a:pt x="109606" y="360392"/>
                  </a:moveTo>
                  <a:lnTo>
                    <a:pt x="109201" y="359646"/>
                  </a:lnTo>
                  <a:cubicBezTo>
                    <a:pt x="108392" y="358900"/>
                    <a:pt x="107582" y="358153"/>
                    <a:pt x="107178" y="357407"/>
                  </a:cubicBezTo>
                  <a:cubicBezTo>
                    <a:pt x="102725" y="351438"/>
                    <a:pt x="105963" y="344723"/>
                    <a:pt x="105963" y="338753"/>
                  </a:cubicBezTo>
                  <a:cubicBezTo>
                    <a:pt x="106368" y="338753"/>
                    <a:pt x="106368" y="339500"/>
                    <a:pt x="107178" y="339500"/>
                  </a:cubicBezTo>
                  <a:cubicBezTo>
                    <a:pt x="108392" y="340992"/>
                    <a:pt x="109201" y="342484"/>
                    <a:pt x="109606" y="344723"/>
                  </a:cubicBezTo>
                  <a:cubicBezTo>
                    <a:pt x="110011" y="350692"/>
                    <a:pt x="109201" y="355915"/>
                    <a:pt x="109606" y="360392"/>
                  </a:cubicBezTo>
                  <a:close/>
                  <a:moveTo>
                    <a:pt x="65490" y="411876"/>
                  </a:moveTo>
                  <a:cubicBezTo>
                    <a:pt x="64276" y="411130"/>
                    <a:pt x="63062" y="410384"/>
                    <a:pt x="62252" y="408892"/>
                  </a:cubicBezTo>
                  <a:cubicBezTo>
                    <a:pt x="61443" y="407400"/>
                    <a:pt x="60229" y="405907"/>
                    <a:pt x="59014" y="404415"/>
                  </a:cubicBezTo>
                  <a:cubicBezTo>
                    <a:pt x="58610" y="404415"/>
                    <a:pt x="58610" y="404415"/>
                    <a:pt x="58610" y="403669"/>
                  </a:cubicBezTo>
                  <a:cubicBezTo>
                    <a:pt x="58610" y="402923"/>
                    <a:pt x="58205" y="403669"/>
                    <a:pt x="58205" y="402923"/>
                  </a:cubicBezTo>
                  <a:cubicBezTo>
                    <a:pt x="57800" y="402923"/>
                    <a:pt x="57396" y="402923"/>
                    <a:pt x="57396" y="402176"/>
                  </a:cubicBezTo>
                  <a:lnTo>
                    <a:pt x="58205" y="400684"/>
                  </a:lnTo>
                  <a:cubicBezTo>
                    <a:pt x="58610" y="399938"/>
                    <a:pt x="58610" y="399192"/>
                    <a:pt x="59014" y="399192"/>
                  </a:cubicBezTo>
                  <a:cubicBezTo>
                    <a:pt x="60229" y="396207"/>
                    <a:pt x="61443" y="395461"/>
                    <a:pt x="62252" y="396207"/>
                  </a:cubicBezTo>
                  <a:cubicBezTo>
                    <a:pt x="63062" y="396953"/>
                    <a:pt x="62657" y="396953"/>
                    <a:pt x="63466" y="396953"/>
                  </a:cubicBezTo>
                  <a:cubicBezTo>
                    <a:pt x="64276" y="396953"/>
                    <a:pt x="64681" y="398446"/>
                    <a:pt x="65490" y="399938"/>
                  </a:cubicBezTo>
                  <a:lnTo>
                    <a:pt x="65895" y="400684"/>
                  </a:lnTo>
                  <a:cubicBezTo>
                    <a:pt x="65895" y="400684"/>
                    <a:pt x="66300" y="401430"/>
                    <a:pt x="66704" y="401430"/>
                  </a:cubicBezTo>
                  <a:cubicBezTo>
                    <a:pt x="67919" y="403669"/>
                    <a:pt x="69133" y="405161"/>
                    <a:pt x="70347" y="405907"/>
                  </a:cubicBezTo>
                  <a:lnTo>
                    <a:pt x="70752" y="405907"/>
                  </a:lnTo>
                  <a:lnTo>
                    <a:pt x="70347" y="406653"/>
                  </a:lnTo>
                  <a:cubicBezTo>
                    <a:pt x="69537" y="408892"/>
                    <a:pt x="67919" y="411130"/>
                    <a:pt x="66704" y="411876"/>
                  </a:cubicBezTo>
                  <a:cubicBezTo>
                    <a:pt x="66704" y="412623"/>
                    <a:pt x="65895" y="412623"/>
                    <a:pt x="65490" y="411876"/>
                  </a:cubicBezTo>
                  <a:close/>
                  <a:moveTo>
                    <a:pt x="66300" y="415607"/>
                  </a:moveTo>
                  <a:lnTo>
                    <a:pt x="65895" y="416353"/>
                  </a:lnTo>
                  <a:cubicBezTo>
                    <a:pt x="65085" y="418592"/>
                    <a:pt x="63871" y="420084"/>
                    <a:pt x="62657" y="421576"/>
                  </a:cubicBezTo>
                  <a:cubicBezTo>
                    <a:pt x="61443" y="422323"/>
                    <a:pt x="60229" y="422323"/>
                    <a:pt x="59419" y="420830"/>
                  </a:cubicBezTo>
                  <a:cubicBezTo>
                    <a:pt x="59014" y="420084"/>
                    <a:pt x="59014" y="420084"/>
                    <a:pt x="58610" y="420084"/>
                  </a:cubicBezTo>
                  <a:cubicBezTo>
                    <a:pt x="58205" y="419338"/>
                    <a:pt x="57396" y="417846"/>
                    <a:pt x="56586" y="417100"/>
                  </a:cubicBezTo>
                  <a:cubicBezTo>
                    <a:pt x="56181" y="416353"/>
                    <a:pt x="55372" y="415607"/>
                    <a:pt x="54967" y="414115"/>
                  </a:cubicBezTo>
                  <a:cubicBezTo>
                    <a:pt x="54562" y="412623"/>
                    <a:pt x="54562" y="413369"/>
                    <a:pt x="54158" y="413369"/>
                  </a:cubicBezTo>
                  <a:cubicBezTo>
                    <a:pt x="53753" y="412623"/>
                    <a:pt x="52943" y="412623"/>
                    <a:pt x="52539" y="412623"/>
                  </a:cubicBezTo>
                  <a:cubicBezTo>
                    <a:pt x="53348" y="410384"/>
                    <a:pt x="54158" y="408892"/>
                    <a:pt x="55372" y="407400"/>
                  </a:cubicBezTo>
                  <a:cubicBezTo>
                    <a:pt x="55777" y="406653"/>
                    <a:pt x="56586" y="405907"/>
                    <a:pt x="56991" y="405907"/>
                  </a:cubicBezTo>
                  <a:lnTo>
                    <a:pt x="57800" y="405907"/>
                  </a:lnTo>
                  <a:cubicBezTo>
                    <a:pt x="58205" y="406653"/>
                    <a:pt x="58205" y="406653"/>
                    <a:pt x="58610" y="406653"/>
                  </a:cubicBezTo>
                  <a:lnTo>
                    <a:pt x="59014" y="406653"/>
                  </a:lnTo>
                  <a:cubicBezTo>
                    <a:pt x="59419" y="407400"/>
                    <a:pt x="59419" y="407400"/>
                    <a:pt x="59824" y="407400"/>
                  </a:cubicBezTo>
                  <a:cubicBezTo>
                    <a:pt x="60229" y="407400"/>
                    <a:pt x="61038" y="408892"/>
                    <a:pt x="61443" y="410384"/>
                  </a:cubicBezTo>
                  <a:cubicBezTo>
                    <a:pt x="61848" y="411130"/>
                    <a:pt x="62657" y="411130"/>
                    <a:pt x="63062" y="411876"/>
                  </a:cubicBezTo>
                  <a:cubicBezTo>
                    <a:pt x="63871" y="413369"/>
                    <a:pt x="65085" y="414115"/>
                    <a:pt x="66300" y="414861"/>
                  </a:cubicBezTo>
                  <a:close/>
                  <a:moveTo>
                    <a:pt x="70752" y="402176"/>
                  </a:moveTo>
                  <a:cubicBezTo>
                    <a:pt x="69537" y="401430"/>
                    <a:pt x="67919" y="399938"/>
                    <a:pt x="67109" y="397700"/>
                  </a:cubicBezTo>
                  <a:cubicBezTo>
                    <a:pt x="66704" y="396953"/>
                    <a:pt x="66300" y="396207"/>
                    <a:pt x="65490" y="395461"/>
                  </a:cubicBezTo>
                  <a:cubicBezTo>
                    <a:pt x="65085" y="394715"/>
                    <a:pt x="64681" y="393969"/>
                    <a:pt x="63871" y="393969"/>
                  </a:cubicBezTo>
                  <a:cubicBezTo>
                    <a:pt x="63466" y="393223"/>
                    <a:pt x="63062" y="393223"/>
                    <a:pt x="62252" y="393223"/>
                  </a:cubicBezTo>
                  <a:cubicBezTo>
                    <a:pt x="63062" y="390984"/>
                    <a:pt x="64276" y="389492"/>
                    <a:pt x="65085" y="387253"/>
                  </a:cubicBezTo>
                  <a:cubicBezTo>
                    <a:pt x="65490" y="386507"/>
                    <a:pt x="65895" y="386507"/>
                    <a:pt x="66704" y="386507"/>
                  </a:cubicBezTo>
                  <a:lnTo>
                    <a:pt x="67109" y="386507"/>
                  </a:lnTo>
                  <a:cubicBezTo>
                    <a:pt x="67514" y="387253"/>
                    <a:pt x="67919" y="387253"/>
                    <a:pt x="68323" y="387253"/>
                  </a:cubicBezTo>
                  <a:cubicBezTo>
                    <a:pt x="68728" y="387253"/>
                    <a:pt x="69537" y="388746"/>
                    <a:pt x="70347" y="390238"/>
                  </a:cubicBezTo>
                  <a:cubicBezTo>
                    <a:pt x="71156" y="391730"/>
                    <a:pt x="70752" y="390984"/>
                    <a:pt x="71156" y="390984"/>
                  </a:cubicBezTo>
                  <a:lnTo>
                    <a:pt x="72775" y="393969"/>
                  </a:lnTo>
                  <a:cubicBezTo>
                    <a:pt x="73585" y="395461"/>
                    <a:pt x="74799" y="396207"/>
                    <a:pt x="76013" y="396953"/>
                  </a:cubicBezTo>
                  <a:cubicBezTo>
                    <a:pt x="75204" y="399192"/>
                    <a:pt x="73989" y="400684"/>
                    <a:pt x="72775" y="402176"/>
                  </a:cubicBezTo>
                  <a:cubicBezTo>
                    <a:pt x="72775" y="402923"/>
                    <a:pt x="71561" y="402923"/>
                    <a:pt x="70752" y="402176"/>
                  </a:cubicBezTo>
                  <a:close/>
                  <a:moveTo>
                    <a:pt x="73585" y="390238"/>
                  </a:moveTo>
                  <a:cubicBezTo>
                    <a:pt x="72775" y="388746"/>
                    <a:pt x="71966" y="387253"/>
                    <a:pt x="70752" y="386507"/>
                  </a:cubicBezTo>
                  <a:cubicBezTo>
                    <a:pt x="70347" y="385761"/>
                    <a:pt x="69942" y="385015"/>
                    <a:pt x="69133" y="385015"/>
                  </a:cubicBezTo>
                  <a:cubicBezTo>
                    <a:pt x="68728" y="384269"/>
                    <a:pt x="68323" y="384269"/>
                    <a:pt x="67514" y="384269"/>
                  </a:cubicBezTo>
                  <a:cubicBezTo>
                    <a:pt x="68323" y="382030"/>
                    <a:pt x="69133" y="379792"/>
                    <a:pt x="70347" y="378300"/>
                  </a:cubicBezTo>
                  <a:cubicBezTo>
                    <a:pt x="71156" y="377553"/>
                    <a:pt x="71966" y="377553"/>
                    <a:pt x="72371" y="377553"/>
                  </a:cubicBezTo>
                  <a:cubicBezTo>
                    <a:pt x="72775" y="377553"/>
                    <a:pt x="72775" y="377553"/>
                    <a:pt x="72775" y="378300"/>
                  </a:cubicBezTo>
                  <a:cubicBezTo>
                    <a:pt x="73180" y="378300"/>
                    <a:pt x="73180" y="378300"/>
                    <a:pt x="73180" y="379046"/>
                  </a:cubicBezTo>
                  <a:cubicBezTo>
                    <a:pt x="74394" y="379792"/>
                    <a:pt x="75204" y="380538"/>
                    <a:pt x="76013" y="382030"/>
                  </a:cubicBezTo>
                  <a:cubicBezTo>
                    <a:pt x="76013" y="382776"/>
                    <a:pt x="76418" y="382776"/>
                    <a:pt x="76418" y="382776"/>
                  </a:cubicBezTo>
                  <a:cubicBezTo>
                    <a:pt x="77632" y="384269"/>
                    <a:pt x="78442" y="385761"/>
                    <a:pt x="80060" y="386507"/>
                  </a:cubicBezTo>
                  <a:lnTo>
                    <a:pt x="80465" y="386507"/>
                  </a:lnTo>
                  <a:cubicBezTo>
                    <a:pt x="80465" y="387253"/>
                    <a:pt x="80870" y="387253"/>
                    <a:pt x="80870" y="387253"/>
                  </a:cubicBezTo>
                  <a:cubicBezTo>
                    <a:pt x="80870" y="387253"/>
                    <a:pt x="80465" y="388000"/>
                    <a:pt x="80465" y="388746"/>
                  </a:cubicBezTo>
                  <a:lnTo>
                    <a:pt x="80060" y="388746"/>
                  </a:lnTo>
                  <a:cubicBezTo>
                    <a:pt x="78442" y="391730"/>
                    <a:pt x="77632" y="393223"/>
                    <a:pt x="76418" y="393223"/>
                  </a:cubicBezTo>
                  <a:cubicBezTo>
                    <a:pt x="76013" y="393223"/>
                    <a:pt x="74394" y="392476"/>
                    <a:pt x="73585" y="390238"/>
                  </a:cubicBezTo>
                  <a:close/>
                  <a:moveTo>
                    <a:pt x="81275" y="382776"/>
                  </a:moveTo>
                  <a:cubicBezTo>
                    <a:pt x="79656" y="381284"/>
                    <a:pt x="78442" y="379792"/>
                    <a:pt x="77632" y="377553"/>
                  </a:cubicBezTo>
                  <a:cubicBezTo>
                    <a:pt x="76823" y="376061"/>
                    <a:pt x="75608" y="375315"/>
                    <a:pt x="74799" y="374569"/>
                  </a:cubicBezTo>
                  <a:cubicBezTo>
                    <a:pt x="74394" y="373823"/>
                    <a:pt x="74394" y="373823"/>
                    <a:pt x="73585" y="373823"/>
                  </a:cubicBezTo>
                  <a:lnTo>
                    <a:pt x="73180" y="373823"/>
                  </a:lnTo>
                  <a:lnTo>
                    <a:pt x="73585" y="373076"/>
                  </a:lnTo>
                  <a:cubicBezTo>
                    <a:pt x="75204" y="369346"/>
                    <a:pt x="76418" y="367853"/>
                    <a:pt x="77632" y="367853"/>
                  </a:cubicBezTo>
                  <a:cubicBezTo>
                    <a:pt x="78846" y="367853"/>
                    <a:pt x="79656" y="368600"/>
                    <a:pt x="81275" y="370838"/>
                  </a:cubicBezTo>
                  <a:cubicBezTo>
                    <a:pt x="81275" y="370838"/>
                    <a:pt x="81275" y="371584"/>
                    <a:pt x="81679" y="371584"/>
                  </a:cubicBezTo>
                  <a:cubicBezTo>
                    <a:pt x="82084" y="372330"/>
                    <a:pt x="82084" y="372330"/>
                    <a:pt x="82489" y="372330"/>
                  </a:cubicBezTo>
                  <a:lnTo>
                    <a:pt x="82894" y="373076"/>
                  </a:lnTo>
                  <a:cubicBezTo>
                    <a:pt x="84108" y="374569"/>
                    <a:pt x="85727" y="376061"/>
                    <a:pt x="87346" y="377553"/>
                  </a:cubicBezTo>
                  <a:cubicBezTo>
                    <a:pt x="85727" y="381284"/>
                    <a:pt x="84108" y="383523"/>
                    <a:pt x="82894" y="383523"/>
                  </a:cubicBezTo>
                  <a:cubicBezTo>
                    <a:pt x="81679" y="383523"/>
                    <a:pt x="81679" y="382776"/>
                    <a:pt x="81275" y="382776"/>
                  </a:cubicBezTo>
                  <a:close/>
                  <a:moveTo>
                    <a:pt x="82894" y="368600"/>
                  </a:moveTo>
                  <a:cubicBezTo>
                    <a:pt x="82084" y="367853"/>
                    <a:pt x="82084" y="367107"/>
                    <a:pt x="81275" y="366361"/>
                  </a:cubicBezTo>
                  <a:lnTo>
                    <a:pt x="80870" y="366361"/>
                  </a:lnTo>
                  <a:cubicBezTo>
                    <a:pt x="80465" y="365615"/>
                    <a:pt x="80060" y="364869"/>
                    <a:pt x="79251" y="364869"/>
                  </a:cubicBezTo>
                  <a:cubicBezTo>
                    <a:pt x="78846" y="364869"/>
                    <a:pt x="78846" y="364123"/>
                    <a:pt x="78037" y="364123"/>
                  </a:cubicBezTo>
                  <a:cubicBezTo>
                    <a:pt x="78846" y="361884"/>
                    <a:pt x="79656" y="360392"/>
                    <a:pt x="80870" y="358900"/>
                  </a:cubicBezTo>
                  <a:lnTo>
                    <a:pt x="81275" y="358900"/>
                  </a:lnTo>
                  <a:cubicBezTo>
                    <a:pt x="81679" y="358153"/>
                    <a:pt x="82084" y="357407"/>
                    <a:pt x="82894" y="357407"/>
                  </a:cubicBezTo>
                  <a:cubicBezTo>
                    <a:pt x="84108" y="357407"/>
                    <a:pt x="85727" y="359646"/>
                    <a:pt x="87750" y="362630"/>
                  </a:cubicBezTo>
                  <a:lnTo>
                    <a:pt x="88155" y="363376"/>
                  </a:lnTo>
                  <a:cubicBezTo>
                    <a:pt x="88155" y="363376"/>
                    <a:pt x="88560" y="363376"/>
                    <a:pt x="88560" y="364123"/>
                  </a:cubicBezTo>
                  <a:cubicBezTo>
                    <a:pt x="88965" y="364123"/>
                    <a:pt x="88965" y="364123"/>
                    <a:pt x="88965" y="364869"/>
                  </a:cubicBezTo>
                  <a:cubicBezTo>
                    <a:pt x="89369" y="365615"/>
                    <a:pt x="90179" y="366361"/>
                    <a:pt x="90583" y="367107"/>
                  </a:cubicBezTo>
                  <a:cubicBezTo>
                    <a:pt x="90988" y="367853"/>
                    <a:pt x="90988" y="367853"/>
                    <a:pt x="91393" y="367853"/>
                  </a:cubicBezTo>
                  <a:cubicBezTo>
                    <a:pt x="91798" y="367853"/>
                    <a:pt x="92202" y="368600"/>
                    <a:pt x="92607" y="368600"/>
                  </a:cubicBezTo>
                  <a:cubicBezTo>
                    <a:pt x="93012" y="368600"/>
                    <a:pt x="91798" y="370092"/>
                    <a:pt x="91393" y="370838"/>
                  </a:cubicBezTo>
                  <a:cubicBezTo>
                    <a:pt x="90988" y="371584"/>
                    <a:pt x="90988" y="372330"/>
                    <a:pt x="90583" y="372330"/>
                  </a:cubicBezTo>
                  <a:cubicBezTo>
                    <a:pt x="90179" y="373076"/>
                    <a:pt x="89369" y="373823"/>
                    <a:pt x="88965" y="374569"/>
                  </a:cubicBezTo>
                  <a:lnTo>
                    <a:pt x="88155" y="374569"/>
                  </a:lnTo>
                  <a:cubicBezTo>
                    <a:pt x="85727" y="373076"/>
                    <a:pt x="84108" y="371584"/>
                    <a:pt x="82894" y="368600"/>
                  </a:cubicBezTo>
                  <a:close/>
                  <a:moveTo>
                    <a:pt x="91393" y="363376"/>
                  </a:moveTo>
                  <a:cubicBezTo>
                    <a:pt x="90988" y="362630"/>
                    <a:pt x="90988" y="362630"/>
                    <a:pt x="90583" y="362630"/>
                  </a:cubicBezTo>
                  <a:cubicBezTo>
                    <a:pt x="90179" y="362630"/>
                    <a:pt x="89369" y="361138"/>
                    <a:pt x="88965" y="360392"/>
                  </a:cubicBezTo>
                  <a:lnTo>
                    <a:pt x="88560" y="359646"/>
                  </a:lnTo>
                  <a:lnTo>
                    <a:pt x="88155" y="358900"/>
                  </a:lnTo>
                  <a:cubicBezTo>
                    <a:pt x="87346" y="357407"/>
                    <a:pt x="86131" y="356661"/>
                    <a:pt x="85322" y="355915"/>
                  </a:cubicBezTo>
                  <a:cubicBezTo>
                    <a:pt x="84917" y="355915"/>
                    <a:pt x="84917" y="355169"/>
                    <a:pt x="84108" y="355169"/>
                  </a:cubicBezTo>
                  <a:cubicBezTo>
                    <a:pt x="85727" y="350692"/>
                    <a:pt x="86941" y="349200"/>
                    <a:pt x="88155" y="348453"/>
                  </a:cubicBezTo>
                  <a:cubicBezTo>
                    <a:pt x="88155" y="348453"/>
                    <a:pt x="88155" y="347707"/>
                    <a:pt x="88560" y="347707"/>
                  </a:cubicBezTo>
                  <a:lnTo>
                    <a:pt x="88965" y="347707"/>
                  </a:lnTo>
                  <a:lnTo>
                    <a:pt x="90583" y="349200"/>
                  </a:lnTo>
                  <a:cubicBezTo>
                    <a:pt x="90988" y="349946"/>
                    <a:pt x="90988" y="349946"/>
                    <a:pt x="91393" y="349946"/>
                  </a:cubicBezTo>
                  <a:cubicBezTo>
                    <a:pt x="91798" y="350692"/>
                    <a:pt x="92607" y="351438"/>
                    <a:pt x="93012" y="352184"/>
                  </a:cubicBezTo>
                  <a:cubicBezTo>
                    <a:pt x="93417" y="352930"/>
                    <a:pt x="94226" y="353677"/>
                    <a:pt x="95036" y="355169"/>
                  </a:cubicBezTo>
                  <a:cubicBezTo>
                    <a:pt x="95845" y="356661"/>
                    <a:pt x="97059" y="357407"/>
                    <a:pt x="97869" y="357407"/>
                  </a:cubicBezTo>
                  <a:cubicBezTo>
                    <a:pt x="96654" y="360392"/>
                    <a:pt x="95845" y="362630"/>
                    <a:pt x="95036" y="362630"/>
                  </a:cubicBezTo>
                  <a:cubicBezTo>
                    <a:pt x="93821" y="364123"/>
                    <a:pt x="92202" y="364123"/>
                    <a:pt x="91393" y="363376"/>
                  </a:cubicBezTo>
                  <a:close/>
                  <a:moveTo>
                    <a:pt x="94631" y="350692"/>
                  </a:moveTo>
                  <a:lnTo>
                    <a:pt x="90988" y="346215"/>
                  </a:lnTo>
                  <a:cubicBezTo>
                    <a:pt x="90583" y="345469"/>
                    <a:pt x="90583" y="345469"/>
                    <a:pt x="90179" y="345469"/>
                  </a:cubicBezTo>
                  <a:cubicBezTo>
                    <a:pt x="89774" y="344723"/>
                    <a:pt x="89369" y="344723"/>
                    <a:pt x="88560" y="344723"/>
                  </a:cubicBezTo>
                  <a:lnTo>
                    <a:pt x="90179" y="341738"/>
                  </a:lnTo>
                  <a:lnTo>
                    <a:pt x="90988" y="340246"/>
                  </a:lnTo>
                  <a:cubicBezTo>
                    <a:pt x="91393" y="339500"/>
                    <a:pt x="92202" y="338753"/>
                    <a:pt x="92607" y="338007"/>
                  </a:cubicBezTo>
                  <a:cubicBezTo>
                    <a:pt x="93012" y="339500"/>
                    <a:pt x="93417" y="340992"/>
                    <a:pt x="94226" y="341738"/>
                  </a:cubicBezTo>
                  <a:cubicBezTo>
                    <a:pt x="94631" y="343230"/>
                    <a:pt x="95036" y="343977"/>
                    <a:pt x="95845" y="344723"/>
                  </a:cubicBezTo>
                  <a:cubicBezTo>
                    <a:pt x="96250" y="345469"/>
                    <a:pt x="96654" y="345469"/>
                    <a:pt x="97464" y="346961"/>
                  </a:cubicBezTo>
                  <a:cubicBezTo>
                    <a:pt x="97869" y="348453"/>
                    <a:pt x="98273" y="349200"/>
                    <a:pt x="98678" y="349946"/>
                  </a:cubicBezTo>
                  <a:cubicBezTo>
                    <a:pt x="99083" y="350692"/>
                    <a:pt x="99892" y="351438"/>
                    <a:pt x="100297" y="352184"/>
                  </a:cubicBezTo>
                  <a:cubicBezTo>
                    <a:pt x="100297" y="352184"/>
                    <a:pt x="100702" y="352184"/>
                    <a:pt x="100702" y="352930"/>
                  </a:cubicBezTo>
                  <a:lnTo>
                    <a:pt x="100297" y="353677"/>
                  </a:lnTo>
                  <a:cubicBezTo>
                    <a:pt x="99892" y="354423"/>
                    <a:pt x="99488" y="354423"/>
                    <a:pt x="98678" y="354423"/>
                  </a:cubicBezTo>
                  <a:cubicBezTo>
                    <a:pt x="97464" y="354423"/>
                    <a:pt x="95845" y="352930"/>
                    <a:pt x="94631" y="350692"/>
                  </a:cubicBezTo>
                  <a:close/>
                  <a:moveTo>
                    <a:pt x="80870" y="289507"/>
                  </a:moveTo>
                  <a:cubicBezTo>
                    <a:pt x="80060" y="286523"/>
                    <a:pt x="80060" y="282792"/>
                    <a:pt x="80870" y="279807"/>
                  </a:cubicBezTo>
                  <a:cubicBezTo>
                    <a:pt x="80870" y="279061"/>
                    <a:pt x="80870" y="279061"/>
                    <a:pt x="81275" y="279061"/>
                  </a:cubicBezTo>
                  <a:cubicBezTo>
                    <a:pt x="81679" y="277569"/>
                    <a:pt x="82084" y="276823"/>
                    <a:pt x="82894" y="276077"/>
                  </a:cubicBezTo>
                  <a:cubicBezTo>
                    <a:pt x="84513" y="274584"/>
                    <a:pt x="85727" y="273092"/>
                    <a:pt x="86941" y="270854"/>
                  </a:cubicBezTo>
                  <a:cubicBezTo>
                    <a:pt x="87346" y="273838"/>
                    <a:pt x="87346" y="276823"/>
                    <a:pt x="86941" y="279807"/>
                  </a:cubicBezTo>
                  <a:cubicBezTo>
                    <a:pt x="85727" y="282792"/>
                    <a:pt x="84513" y="285777"/>
                    <a:pt x="82894" y="288015"/>
                  </a:cubicBezTo>
                  <a:cubicBezTo>
                    <a:pt x="82084" y="289507"/>
                    <a:pt x="82084" y="290253"/>
                    <a:pt x="81679" y="291746"/>
                  </a:cubicBezTo>
                  <a:lnTo>
                    <a:pt x="81275" y="291000"/>
                  </a:lnTo>
                  <a:lnTo>
                    <a:pt x="80870" y="289507"/>
                  </a:lnTo>
                  <a:cubicBezTo>
                    <a:pt x="81275" y="290253"/>
                    <a:pt x="81275" y="290253"/>
                    <a:pt x="80870" y="289507"/>
                  </a:cubicBezTo>
                  <a:close/>
                  <a:moveTo>
                    <a:pt x="80870" y="263392"/>
                  </a:moveTo>
                  <a:cubicBezTo>
                    <a:pt x="81679" y="262646"/>
                    <a:pt x="82084" y="261900"/>
                    <a:pt x="82489" y="261154"/>
                  </a:cubicBezTo>
                  <a:cubicBezTo>
                    <a:pt x="83703" y="260407"/>
                    <a:pt x="85322" y="258915"/>
                    <a:pt x="86131" y="257423"/>
                  </a:cubicBezTo>
                  <a:cubicBezTo>
                    <a:pt x="86536" y="262646"/>
                    <a:pt x="86536" y="264884"/>
                    <a:pt x="85727" y="267123"/>
                  </a:cubicBezTo>
                  <a:cubicBezTo>
                    <a:pt x="84917" y="269361"/>
                    <a:pt x="83703" y="270854"/>
                    <a:pt x="82489" y="272346"/>
                  </a:cubicBezTo>
                  <a:cubicBezTo>
                    <a:pt x="82084" y="273092"/>
                    <a:pt x="81275" y="273838"/>
                    <a:pt x="80870" y="274584"/>
                  </a:cubicBezTo>
                  <a:cubicBezTo>
                    <a:pt x="80870" y="274584"/>
                    <a:pt x="80870" y="275330"/>
                    <a:pt x="80465" y="275330"/>
                  </a:cubicBezTo>
                  <a:cubicBezTo>
                    <a:pt x="80060" y="276077"/>
                    <a:pt x="79656" y="276077"/>
                    <a:pt x="79251" y="277569"/>
                  </a:cubicBezTo>
                  <a:lnTo>
                    <a:pt x="79251" y="276823"/>
                  </a:lnTo>
                  <a:cubicBezTo>
                    <a:pt x="78846" y="269361"/>
                    <a:pt x="79656" y="265630"/>
                    <a:pt x="80870" y="263392"/>
                  </a:cubicBezTo>
                  <a:close/>
                  <a:moveTo>
                    <a:pt x="80870" y="249961"/>
                  </a:moveTo>
                  <a:cubicBezTo>
                    <a:pt x="81679" y="249215"/>
                    <a:pt x="82084" y="248469"/>
                    <a:pt x="82489" y="248469"/>
                  </a:cubicBezTo>
                  <a:cubicBezTo>
                    <a:pt x="84108" y="247723"/>
                    <a:pt x="85322" y="246977"/>
                    <a:pt x="86941" y="245484"/>
                  </a:cubicBezTo>
                  <a:cubicBezTo>
                    <a:pt x="86941" y="250707"/>
                    <a:pt x="86536" y="252946"/>
                    <a:pt x="85727" y="254438"/>
                  </a:cubicBezTo>
                  <a:cubicBezTo>
                    <a:pt x="84917" y="256677"/>
                    <a:pt x="83703" y="258169"/>
                    <a:pt x="82489" y="258915"/>
                  </a:cubicBezTo>
                  <a:cubicBezTo>
                    <a:pt x="82084" y="259661"/>
                    <a:pt x="81275" y="259661"/>
                    <a:pt x="80870" y="260407"/>
                  </a:cubicBezTo>
                  <a:lnTo>
                    <a:pt x="80465" y="260407"/>
                  </a:lnTo>
                  <a:cubicBezTo>
                    <a:pt x="80060" y="261154"/>
                    <a:pt x="79251" y="261900"/>
                    <a:pt x="78846" y="263392"/>
                  </a:cubicBezTo>
                  <a:lnTo>
                    <a:pt x="78846" y="261900"/>
                  </a:lnTo>
                  <a:cubicBezTo>
                    <a:pt x="78442" y="257423"/>
                    <a:pt x="79251" y="252946"/>
                    <a:pt x="80870" y="249961"/>
                  </a:cubicBezTo>
                  <a:close/>
                  <a:moveTo>
                    <a:pt x="65490" y="128338"/>
                  </a:moveTo>
                  <a:cubicBezTo>
                    <a:pt x="65895" y="127592"/>
                    <a:pt x="66300" y="126100"/>
                    <a:pt x="67109" y="124607"/>
                  </a:cubicBezTo>
                  <a:cubicBezTo>
                    <a:pt x="67919" y="123115"/>
                    <a:pt x="67514" y="123861"/>
                    <a:pt x="67514" y="122369"/>
                  </a:cubicBezTo>
                  <a:lnTo>
                    <a:pt x="67919" y="122369"/>
                  </a:lnTo>
                  <a:cubicBezTo>
                    <a:pt x="69133" y="119384"/>
                    <a:pt x="69942" y="116400"/>
                    <a:pt x="70752" y="113415"/>
                  </a:cubicBezTo>
                  <a:cubicBezTo>
                    <a:pt x="70752" y="113415"/>
                    <a:pt x="71156" y="113415"/>
                    <a:pt x="71156" y="114161"/>
                  </a:cubicBezTo>
                  <a:cubicBezTo>
                    <a:pt x="72371" y="115654"/>
                    <a:pt x="73180" y="117892"/>
                    <a:pt x="73989" y="120131"/>
                  </a:cubicBezTo>
                  <a:cubicBezTo>
                    <a:pt x="74394" y="121623"/>
                    <a:pt x="74394" y="123861"/>
                    <a:pt x="73989" y="125354"/>
                  </a:cubicBezTo>
                  <a:cubicBezTo>
                    <a:pt x="73180" y="127592"/>
                    <a:pt x="72371" y="130577"/>
                    <a:pt x="71156" y="132069"/>
                  </a:cubicBezTo>
                  <a:cubicBezTo>
                    <a:pt x="70752" y="133561"/>
                    <a:pt x="69942" y="135054"/>
                    <a:pt x="69537" y="136546"/>
                  </a:cubicBezTo>
                  <a:cubicBezTo>
                    <a:pt x="69133" y="137292"/>
                    <a:pt x="69133" y="138038"/>
                    <a:pt x="69133" y="139531"/>
                  </a:cubicBezTo>
                  <a:cubicBezTo>
                    <a:pt x="68728" y="138784"/>
                    <a:pt x="67514" y="137292"/>
                    <a:pt x="67514" y="136546"/>
                  </a:cubicBezTo>
                  <a:cubicBezTo>
                    <a:pt x="66704" y="135800"/>
                    <a:pt x="66300" y="135054"/>
                    <a:pt x="65895" y="133561"/>
                  </a:cubicBezTo>
                  <a:cubicBezTo>
                    <a:pt x="65085" y="132069"/>
                    <a:pt x="65085" y="129831"/>
                    <a:pt x="65490" y="128338"/>
                  </a:cubicBezTo>
                  <a:close/>
                  <a:moveTo>
                    <a:pt x="64276" y="127592"/>
                  </a:moveTo>
                  <a:cubicBezTo>
                    <a:pt x="63871" y="128338"/>
                    <a:pt x="63871" y="129084"/>
                    <a:pt x="63871" y="129831"/>
                  </a:cubicBezTo>
                  <a:cubicBezTo>
                    <a:pt x="63871" y="130577"/>
                    <a:pt x="63062" y="129084"/>
                    <a:pt x="62657" y="128338"/>
                  </a:cubicBezTo>
                  <a:cubicBezTo>
                    <a:pt x="59014" y="121623"/>
                    <a:pt x="59824" y="120131"/>
                    <a:pt x="62657" y="113415"/>
                  </a:cubicBezTo>
                  <a:cubicBezTo>
                    <a:pt x="63871" y="111177"/>
                    <a:pt x="65085" y="107446"/>
                    <a:pt x="65490" y="104461"/>
                  </a:cubicBezTo>
                  <a:lnTo>
                    <a:pt x="65895" y="105208"/>
                  </a:lnTo>
                  <a:cubicBezTo>
                    <a:pt x="66300" y="105954"/>
                    <a:pt x="66704" y="106700"/>
                    <a:pt x="67514" y="107446"/>
                  </a:cubicBezTo>
                  <a:cubicBezTo>
                    <a:pt x="69537" y="110431"/>
                    <a:pt x="69537" y="116400"/>
                    <a:pt x="67919" y="120131"/>
                  </a:cubicBezTo>
                  <a:lnTo>
                    <a:pt x="67514" y="120877"/>
                  </a:lnTo>
                  <a:cubicBezTo>
                    <a:pt x="67109" y="121623"/>
                    <a:pt x="66704" y="123115"/>
                    <a:pt x="65895" y="123861"/>
                  </a:cubicBezTo>
                  <a:cubicBezTo>
                    <a:pt x="65085" y="123861"/>
                    <a:pt x="64276" y="126100"/>
                    <a:pt x="64276" y="127592"/>
                  </a:cubicBezTo>
                  <a:close/>
                  <a:moveTo>
                    <a:pt x="70752" y="138038"/>
                  </a:moveTo>
                  <a:cubicBezTo>
                    <a:pt x="71156" y="138038"/>
                    <a:pt x="71156" y="138038"/>
                    <a:pt x="70752" y="138038"/>
                  </a:cubicBezTo>
                  <a:cubicBezTo>
                    <a:pt x="71156" y="136546"/>
                    <a:pt x="72371" y="135054"/>
                    <a:pt x="73180" y="132069"/>
                  </a:cubicBezTo>
                  <a:lnTo>
                    <a:pt x="73585" y="131323"/>
                  </a:lnTo>
                  <a:cubicBezTo>
                    <a:pt x="74799" y="129084"/>
                    <a:pt x="75608" y="126100"/>
                    <a:pt x="76013" y="123115"/>
                  </a:cubicBezTo>
                  <a:cubicBezTo>
                    <a:pt x="76823" y="123861"/>
                    <a:pt x="77227" y="125354"/>
                    <a:pt x="77632" y="126100"/>
                  </a:cubicBezTo>
                  <a:cubicBezTo>
                    <a:pt x="80465" y="131323"/>
                    <a:pt x="79251" y="135054"/>
                    <a:pt x="77632" y="138784"/>
                  </a:cubicBezTo>
                  <a:cubicBezTo>
                    <a:pt x="76823" y="141023"/>
                    <a:pt x="75608" y="144007"/>
                    <a:pt x="74799" y="146246"/>
                  </a:cubicBezTo>
                  <a:cubicBezTo>
                    <a:pt x="74394" y="146992"/>
                    <a:pt x="74394" y="147738"/>
                    <a:pt x="74394" y="149231"/>
                  </a:cubicBezTo>
                  <a:cubicBezTo>
                    <a:pt x="73989" y="149231"/>
                    <a:pt x="73989" y="148484"/>
                    <a:pt x="73585" y="148484"/>
                  </a:cubicBezTo>
                  <a:lnTo>
                    <a:pt x="70752" y="143261"/>
                  </a:lnTo>
                  <a:cubicBezTo>
                    <a:pt x="70347" y="142515"/>
                    <a:pt x="70347" y="141023"/>
                    <a:pt x="70347" y="140277"/>
                  </a:cubicBezTo>
                  <a:cubicBezTo>
                    <a:pt x="70752" y="139531"/>
                    <a:pt x="70752" y="138784"/>
                    <a:pt x="70752" y="138038"/>
                  </a:cubicBezTo>
                  <a:close/>
                  <a:moveTo>
                    <a:pt x="76013" y="149231"/>
                  </a:moveTo>
                  <a:cubicBezTo>
                    <a:pt x="76418" y="148484"/>
                    <a:pt x="76418" y="148484"/>
                    <a:pt x="76418" y="146992"/>
                  </a:cubicBezTo>
                  <a:cubicBezTo>
                    <a:pt x="76823" y="146246"/>
                    <a:pt x="77227" y="144754"/>
                    <a:pt x="77632" y="144007"/>
                  </a:cubicBezTo>
                  <a:lnTo>
                    <a:pt x="78442" y="142515"/>
                  </a:lnTo>
                  <a:cubicBezTo>
                    <a:pt x="79251" y="139531"/>
                    <a:pt x="80465" y="136546"/>
                    <a:pt x="81275" y="133561"/>
                  </a:cubicBezTo>
                  <a:lnTo>
                    <a:pt x="81275" y="132815"/>
                  </a:lnTo>
                  <a:cubicBezTo>
                    <a:pt x="81275" y="132815"/>
                    <a:pt x="81679" y="132815"/>
                    <a:pt x="81679" y="133561"/>
                  </a:cubicBezTo>
                  <a:cubicBezTo>
                    <a:pt x="82084" y="134308"/>
                    <a:pt x="82894" y="135054"/>
                    <a:pt x="83298" y="135800"/>
                  </a:cubicBezTo>
                  <a:cubicBezTo>
                    <a:pt x="86131" y="141023"/>
                    <a:pt x="84917" y="144754"/>
                    <a:pt x="83298" y="149231"/>
                  </a:cubicBezTo>
                  <a:lnTo>
                    <a:pt x="81679" y="152215"/>
                  </a:lnTo>
                  <a:cubicBezTo>
                    <a:pt x="81679" y="152215"/>
                    <a:pt x="81679" y="152961"/>
                    <a:pt x="81275" y="152961"/>
                  </a:cubicBezTo>
                  <a:lnTo>
                    <a:pt x="80465" y="155946"/>
                  </a:lnTo>
                  <a:cubicBezTo>
                    <a:pt x="80060" y="156692"/>
                    <a:pt x="80060" y="157438"/>
                    <a:pt x="80060" y="158931"/>
                  </a:cubicBezTo>
                  <a:cubicBezTo>
                    <a:pt x="79251" y="158184"/>
                    <a:pt x="78442" y="156692"/>
                    <a:pt x="78037" y="155946"/>
                  </a:cubicBezTo>
                  <a:cubicBezTo>
                    <a:pt x="76013" y="152961"/>
                    <a:pt x="75608" y="151469"/>
                    <a:pt x="76013" y="149231"/>
                  </a:cubicBezTo>
                  <a:close/>
                  <a:moveTo>
                    <a:pt x="81275" y="158931"/>
                  </a:moveTo>
                  <a:cubicBezTo>
                    <a:pt x="81275" y="158184"/>
                    <a:pt x="81679" y="158184"/>
                    <a:pt x="81679" y="157438"/>
                  </a:cubicBezTo>
                  <a:cubicBezTo>
                    <a:pt x="82084" y="155946"/>
                    <a:pt x="82489" y="155200"/>
                    <a:pt x="82894" y="154454"/>
                  </a:cubicBezTo>
                  <a:cubicBezTo>
                    <a:pt x="83298" y="153707"/>
                    <a:pt x="83298" y="152961"/>
                    <a:pt x="83703" y="152215"/>
                  </a:cubicBezTo>
                  <a:cubicBezTo>
                    <a:pt x="84917" y="149231"/>
                    <a:pt x="86131" y="146246"/>
                    <a:pt x="86536" y="142515"/>
                  </a:cubicBezTo>
                  <a:lnTo>
                    <a:pt x="87750" y="144754"/>
                  </a:lnTo>
                  <a:cubicBezTo>
                    <a:pt x="87750" y="145500"/>
                    <a:pt x="88155" y="145500"/>
                    <a:pt x="88155" y="145500"/>
                  </a:cubicBezTo>
                  <a:lnTo>
                    <a:pt x="88560" y="146246"/>
                  </a:lnTo>
                  <a:cubicBezTo>
                    <a:pt x="90179" y="149231"/>
                    <a:pt x="90179" y="153707"/>
                    <a:pt x="88560" y="156692"/>
                  </a:cubicBezTo>
                  <a:cubicBezTo>
                    <a:pt x="88560" y="157438"/>
                    <a:pt x="88155" y="157438"/>
                    <a:pt x="88155" y="157438"/>
                  </a:cubicBezTo>
                  <a:cubicBezTo>
                    <a:pt x="88155" y="157438"/>
                    <a:pt x="87750" y="158184"/>
                    <a:pt x="87750" y="158931"/>
                  </a:cubicBezTo>
                  <a:cubicBezTo>
                    <a:pt x="86941" y="160423"/>
                    <a:pt x="86131" y="162661"/>
                    <a:pt x="85322" y="164900"/>
                  </a:cubicBezTo>
                  <a:cubicBezTo>
                    <a:pt x="84917" y="165646"/>
                    <a:pt x="84917" y="167138"/>
                    <a:pt x="84917" y="167884"/>
                  </a:cubicBezTo>
                  <a:cubicBezTo>
                    <a:pt x="84108" y="166392"/>
                    <a:pt x="83298" y="165646"/>
                    <a:pt x="82894" y="164900"/>
                  </a:cubicBezTo>
                  <a:cubicBezTo>
                    <a:pt x="82489" y="164154"/>
                    <a:pt x="81275" y="161915"/>
                    <a:pt x="81275" y="161169"/>
                  </a:cubicBezTo>
                  <a:cubicBezTo>
                    <a:pt x="81275" y="161169"/>
                    <a:pt x="80870" y="159677"/>
                    <a:pt x="81275" y="158931"/>
                  </a:cubicBezTo>
                  <a:close/>
                  <a:moveTo>
                    <a:pt x="86536" y="168631"/>
                  </a:moveTo>
                  <a:cubicBezTo>
                    <a:pt x="86536" y="167884"/>
                    <a:pt x="86941" y="167884"/>
                    <a:pt x="86941" y="167138"/>
                  </a:cubicBezTo>
                  <a:cubicBezTo>
                    <a:pt x="86941" y="166392"/>
                    <a:pt x="87346" y="165646"/>
                    <a:pt x="87750" y="164900"/>
                  </a:cubicBezTo>
                  <a:cubicBezTo>
                    <a:pt x="87750" y="164154"/>
                    <a:pt x="88155" y="164154"/>
                    <a:pt x="88155" y="163407"/>
                  </a:cubicBezTo>
                  <a:cubicBezTo>
                    <a:pt x="88155" y="162661"/>
                    <a:pt x="88560" y="162661"/>
                    <a:pt x="88560" y="162661"/>
                  </a:cubicBezTo>
                  <a:lnTo>
                    <a:pt x="88965" y="161915"/>
                  </a:lnTo>
                  <a:cubicBezTo>
                    <a:pt x="89369" y="161169"/>
                    <a:pt x="89774" y="158931"/>
                    <a:pt x="90583" y="158184"/>
                  </a:cubicBezTo>
                  <a:lnTo>
                    <a:pt x="91393" y="155200"/>
                  </a:lnTo>
                  <a:cubicBezTo>
                    <a:pt x="91798" y="154454"/>
                    <a:pt x="91798" y="153707"/>
                    <a:pt x="91798" y="152961"/>
                  </a:cubicBezTo>
                  <a:cubicBezTo>
                    <a:pt x="93012" y="154454"/>
                    <a:pt x="93821" y="156692"/>
                    <a:pt x="94631" y="158931"/>
                  </a:cubicBezTo>
                  <a:cubicBezTo>
                    <a:pt x="95036" y="161169"/>
                    <a:pt x="95036" y="162661"/>
                    <a:pt x="94631" y="164900"/>
                  </a:cubicBezTo>
                  <a:cubicBezTo>
                    <a:pt x="93821" y="167884"/>
                    <a:pt x="92202" y="170123"/>
                    <a:pt x="90988" y="173854"/>
                  </a:cubicBezTo>
                  <a:cubicBezTo>
                    <a:pt x="90583" y="174600"/>
                    <a:pt x="90583" y="175346"/>
                    <a:pt x="90583" y="176838"/>
                  </a:cubicBezTo>
                  <a:cubicBezTo>
                    <a:pt x="90583" y="178331"/>
                    <a:pt x="90179" y="177584"/>
                    <a:pt x="90179" y="177584"/>
                  </a:cubicBezTo>
                  <a:lnTo>
                    <a:pt x="90179" y="178331"/>
                  </a:lnTo>
                  <a:cubicBezTo>
                    <a:pt x="89774" y="177584"/>
                    <a:pt x="89369" y="176838"/>
                    <a:pt x="88560" y="176092"/>
                  </a:cubicBezTo>
                  <a:cubicBezTo>
                    <a:pt x="88560" y="175346"/>
                    <a:pt x="88155" y="175346"/>
                    <a:pt x="88155" y="175346"/>
                  </a:cubicBezTo>
                  <a:lnTo>
                    <a:pt x="87750" y="174600"/>
                  </a:lnTo>
                  <a:cubicBezTo>
                    <a:pt x="86536" y="172361"/>
                    <a:pt x="86131" y="170123"/>
                    <a:pt x="86536" y="168631"/>
                  </a:cubicBezTo>
                  <a:close/>
                  <a:moveTo>
                    <a:pt x="91798" y="178331"/>
                  </a:moveTo>
                  <a:cubicBezTo>
                    <a:pt x="91798" y="177584"/>
                    <a:pt x="92202" y="177584"/>
                    <a:pt x="92202" y="176838"/>
                  </a:cubicBezTo>
                  <a:cubicBezTo>
                    <a:pt x="92202" y="176092"/>
                    <a:pt x="93417" y="173854"/>
                    <a:pt x="94226" y="171615"/>
                  </a:cubicBezTo>
                  <a:lnTo>
                    <a:pt x="94631" y="170869"/>
                  </a:lnTo>
                  <a:cubicBezTo>
                    <a:pt x="95440" y="168631"/>
                    <a:pt x="96250" y="165646"/>
                    <a:pt x="97059" y="162661"/>
                  </a:cubicBezTo>
                  <a:cubicBezTo>
                    <a:pt x="97869" y="163407"/>
                    <a:pt x="98273" y="164900"/>
                    <a:pt x="98678" y="165646"/>
                  </a:cubicBezTo>
                  <a:lnTo>
                    <a:pt x="100297" y="168631"/>
                  </a:lnTo>
                  <a:lnTo>
                    <a:pt x="100297" y="170123"/>
                  </a:lnTo>
                  <a:cubicBezTo>
                    <a:pt x="99892" y="170869"/>
                    <a:pt x="99488" y="171615"/>
                    <a:pt x="99083" y="173107"/>
                  </a:cubicBezTo>
                  <a:lnTo>
                    <a:pt x="98678" y="173107"/>
                  </a:lnTo>
                  <a:cubicBezTo>
                    <a:pt x="97059" y="174600"/>
                    <a:pt x="95845" y="177584"/>
                    <a:pt x="94631" y="179823"/>
                  </a:cubicBezTo>
                  <a:lnTo>
                    <a:pt x="94226" y="180569"/>
                  </a:lnTo>
                  <a:lnTo>
                    <a:pt x="93417" y="183554"/>
                  </a:lnTo>
                  <a:cubicBezTo>
                    <a:pt x="93012" y="185046"/>
                    <a:pt x="93012" y="183554"/>
                    <a:pt x="93012" y="184300"/>
                  </a:cubicBezTo>
                  <a:cubicBezTo>
                    <a:pt x="91798" y="183554"/>
                    <a:pt x="91393" y="180569"/>
                    <a:pt x="91798" y="178331"/>
                  </a:cubicBezTo>
                  <a:close/>
                  <a:moveTo>
                    <a:pt x="123771" y="157438"/>
                  </a:moveTo>
                  <a:lnTo>
                    <a:pt x="126200" y="161915"/>
                  </a:lnTo>
                  <a:cubicBezTo>
                    <a:pt x="126605" y="161915"/>
                    <a:pt x="126605" y="162661"/>
                    <a:pt x="126605" y="162661"/>
                  </a:cubicBezTo>
                  <a:lnTo>
                    <a:pt x="126200" y="162661"/>
                  </a:lnTo>
                  <a:lnTo>
                    <a:pt x="123771" y="164900"/>
                  </a:lnTo>
                  <a:lnTo>
                    <a:pt x="121748" y="164900"/>
                  </a:lnTo>
                  <a:cubicBezTo>
                    <a:pt x="121343" y="164900"/>
                    <a:pt x="121343" y="164900"/>
                    <a:pt x="121343" y="164154"/>
                  </a:cubicBezTo>
                  <a:lnTo>
                    <a:pt x="119724" y="162661"/>
                  </a:lnTo>
                  <a:cubicBezTo>
                    <a:pt x="118915" y="161169"/>
                    <a:pt x="117701" y="159677"/>
                    <a:pt x="116486" y="158184"/>
                  </a:cubicBezTo>
                  <a:cubicBezTo>
                    <a:pt x="116082" y="157438"/>
                    <a:pt x="115677" y="156692"/>
                    <a:pt x="114867" y="156692"/>
                  </a:cubicBezTo>
                  <a:cubicBezTo>
                    <a:pt x="115272" y="156692"/>
                    <a:pt x="115272" y="155946"/>
                    <a:pt x="115272" y="155946"/>
                  </a:cubicBezTo>
                  <a:cubicBezTo>
                    <a:pt x="115272" y="155946"/>
                    <a:pt x="115677" y="155200"/>
                    <a:pt x="116082" y="155200"/>
                  </a:cubicBezTo>
                  <a:cubicBezTo>
                    <a:pt x="116891" y="154454"/>
                    <a:pt x="118105" y="153707"/>
                    <a:pt x="119319" y="153707"/>
                  </a:cubicBezTo>
                  <a:cubicBezTo>
                    <a:pt x="119724" y="153707"/>
                    <a:pt x="120534" y="153707"/>
                    <a:pt x="120938" y="154454"/>
                  </a:cubicBezTo>
                  <a:cubicBezTo>
                    <a:pt x="122153" y="154454"/>
                    <a:pt x="123367" y="155200"/>
                    <a:pt x="123771" y="157438"/>
                  </a:cubicBezTo>
                  <a:close/>
                  <a:moveTo>
                    <a:pt x="122153" y="150723"/>
                  </a:moveTo>
                  <a:lnTo>
                    <a:pt x="122557" y="149977"/>
                  </a:lnTo>
                  <a:cubicBezTo>
                    <a:pt x="122962" y="149231"/>
                    <a:pt x="123367" y="149231"/>
                    <a:pt x="123771" y="149231"/>
                  </a:cubicBezTo>
                  <a:cubicBezTo>
                    <a:pt x="124581" y="148484"/>
                    <a:pt x="125390" y="148484"/>
                    <a:pt x="126200" y="148484"/>
                  </a:cubicBezTo>
                  <a:cubicBezTo>
                    <a:pt x="127009" y="147738"/>
                    <a:pt x="128224" y="148484"/>
                    <a:pt x="129033" y="149231"/>
                  </a:cubicBezTo>
                  <a:cubicBezTo>
                    <a:pt x="130247" y="149977"/>
                    <a:pt x="131057" y="151469"/>
                    <a:pt x="131461" y="153707"/>
                  </a:cubicBezTo>
                  <a:cubicBezTo>
                    <a:pt x="131866" y="154454"/>
                    <a:pt x="132676" y="156692"/>
                    <a:pt x="133080" y="157438"/>
                  </a:cubicBezTo>
                  <a:lnTo>
                    <a:pt x="133485" y="158184"/>
                  </a:lnTo>
                  <a:lnTo>
                    <a:pt x="133080" y="158931"/>
                  </a:lnTo>
                  <a:cubicBezTo>
                    <a:pt x="132676" y="159677"/>
                    <a:pt x="131866" y="159677"/>
                    <a:pt x="131461" y="159677"/>
                  </a:cubicBezTo>
                  <a:lnTo>
                    <a:pt x="129033" y="159677"/>
                  </a:lnTo>
                  <a:cubicBezTo>
                    <a:pt x="129033" y="159677"/>
                    <a:pt x="128628" y="159677"/>
                    <a:pt x="128628" y="158931"/>
                  </a:cubicBezTo>
                  <a:cubicBezTo>
                    <a:pt x="127819" y="158184"/>
                    <a:pt x="127009" y="157438"/>
                    <a:pt x="126200" y="155946"/>
                  </a:cubicBezTo>
                  <a:lnTo>
                    <a:pt x="123771" y="151469"/>
                  </a:lnTo>
                  <a:cubicBezTo>
                    <a:pt x="123367" y="151469"/>
                    <a:pt x="122557" y="150723"/>
                    <a:pt x="122153" y="150723"/>
                  </a:cubicBezTo>
                  <a:close/>
                  <a:moveTo>
                    <a:pt x="116486" y="161169"/>
                  </a:moveTo>
                  <a:cubicBezTo>
                    <a:pt x="117296" y="162661"/>
                    <a:pt x="118510" y="164154"/>
                    <a:pt x="119724" y="165646"/>
                  </a:cubicBezTo>
                  <a:lnTo>
                    <a:pt x="120129" y="166392"/>
                  </a:lnTo>
                  <a:lnTo>
                    <a:pt x="119724" y="167138"/>
                  </a:lnTo>
                  <a:cubicBezTo>
                    <a:pt x="118915" y="168631"/>
                    <a:pt x="117701" y="169377"/>
                    <a:pt x="116486" y="170123"/>
                  </a:cubicBezTo>
                  <a:lnTo>
                    <a:pt x="115677" y="170123"/>
                  </a:lnTo>
                  <a:cubicBezTo>
                    <a:pt x="114867" y="170123"/>
                    <a:pt x="114463" y="169377"/>
                    <a:pt x="114058" y="169377"/>
                  </a:cubicBezTo>
                  <a:cubicBezTo>
                    <a:pt x="112439" y="168631"/>
                    <a:pt x="111225" y="166392"/>
                    <a:pt x="110011" y="165646"/>
                  </a:cubicBezTo>
                  <a:cubicBezTo>
                    <a:pt x="109606" y="164900"/>
                    <a:pt x="108796" y="164900"/>
                    <a:pt x="108392" y="164900"/>
                  </a:cubicBezTo>
                  <a:lnTo>
                    <a:pt x="108796" y="164154"/>
                  </a:lnTo>
                  <a:cubicBezTo>
                    <a:pt x="109201" y="163407"/>
                    <a:pt x="109606" y="163407"/>
                    <a:pt x="110011" y="162661"/>
                  </a:cubicBezTo>
                  <a:cubicBezTo>
                    <a:pt x="111225" y="161169"/>
                    <a:pt x="112844" y="160423"/>
                    <a:pt x="114058" y="161169"/>
                  </a:cubicBezTo>
                  <a:cubicBezTo>
                    <a:pt x="114867" y="159677"/>
                    <a:pt x="115677" y="159677"/>
                    <a:pt x="116486" y="161169"/>
                  </a:cubicBezTo>
                  <a:close/>
                  <a:moveTo>
                    <a:pt x="109606" y="168631"/>
                  </a:moveTo>
                  <a:cubicBezTo>
                    <a:pt x="110820" y="170123"/>
                    <a:pt x="112439" y="171615"/>
                    <a:pt x="113653" y="172361"/>
                  </a:cubicBezTo>
                  <a:cubicBezTo>
                    <a:pt x="112844" y="174600"/>
                    <a:pt x="111225" y="176092"/>
                    <a:pt x="109606" y="176838"/>
                  </a:cubicBezTo>
                  <a:lnTo>
                    <a:pt x="109201" y="176838"/>
                  </a:lnTo>
                  <a:cubicBezTo>
                    <a:pt x="108392" y="176838"/>
                    <a:pt x="107582" y="176092"/>
                    <a:pt x="106773" y="176092"/>
                  </a:cubicBezTo>
                  <a:cubicBezTo>
                    <a:pt x="104749" y="175346"/>
                    <a:pt x="103130" y="173107"/>
                    <a:pt x="101107" y="173107"/>
                  </a:cubicBezTo>
                  <a:cubicBezTo>
                    <a:pt x="101511" y="173107"/>
                    <a:pt x="101511" y="172361"/>
                    <a:pt x="101511" y="172361"/>
                  </a:cubicBezTo>
                  <a:cubicBezTo>
                    <a:pt x="102725" y="169377"/>
                    <a:pt x="104344" y="167138"/>
                    <a:pt x="106368" y="167138"/>
                  </a:cubicBezTo>
                  <a:cubicBezTo>
                    <a:pt x="107987" y="166392"/>
                    <a:pt x="108796" y="167138"/>
                    <a:pt x="109606" y="168631"/>
                  </a:cubicBezTo>
                  <a:close/>
                  <a:moveTo>
                    <a:pt x="107178" y="179077"/>
                  </a:moveTo>
                  <a:cubicBezTo>
                    <a:pt x="107582" y="179077"/>
                    <a:pt x="107582" y="179823"/>
                    <a:pt x="108392" y="179823"/>
                  </a:cubicBezTo>
                  <a:lnTo>
                    <a:pt x="107178" y="182061"/>
                  </a:lnTo>
                  <a:cubicBezTo>
                    <a:pt x="106368" y="183554"/>
                    <a:pt x="105154" y="185046"/>
                    <a:pt x="103940" y="185046"/>
                  </a:cubicBezTo>
                  <a:cubicBezTo>
                    <a:pt x="102725" y="185046"/>
                    <a:pt x="101511" y="184300"/>
                    <a:pt x="100297" y="184300"/>
                  </a:cubicBezTo>
                  <a:cubicBezTo>
                    <a:pt x="99892" y="184300"/>
                    <a:pt x="99488" y="183554"/>
                    <a:pt x="98678" y="183554"/>
                  </a:cubicBezTo>
                  <a:cubicBezTo>
                    <a:pt x="97869" y="182807"/>
                    <a:pt x="96654" y="182807"/>
                    <a:pt x="95845" y="182807"/>
                  </a:cubicBezTo>
                  <a:lnTo>
                    <a:pt x="96250" y="182061"/>
                  </a:lnTo>
                  <a:cubicBezTo>
                    <a:pt x="97059" y="179823"/>
                    <a:pt x="97869" y="178331"/>
                    <a:pt x="99083" y="176838"/>
                  </a:cubicBezTo>
                  <a:cubicBezTo>
                    <a:pt x="99488" y="176092"/>
                    <a:pt x="99892" y="176092"/>
                    <a:pt x="100702" y="176092"/>
                  </a:cubicBezTo>
                  <a:cubicBezTo>
                    <a:pt x="102725" y="173854"/>
                    <a:pt x="104749" y="177584"/>
                    <a:pt x="107178" y="179077"/>
                  </a:cubicBezTo>
                  <a:close/>
                  <a:moveTo>
                    <a:pt x="95036" y="186538"/>
                  </a:moveTo>
                  <a:cubicBezTo>
                    <a:pt x="96250" y="185792"/>
                    <a:pt x="97869" y="185792"/>
                    <a:pt x="99083" y="187284"/>
                  </a:cubicBezTo>
                  <a:cubicBezTo>
                    <a:pt x="99488" y="187284"/>
                    <a:pt x="99892" y="188030"/>
                    <a:pt x="100702" y="188030"/>
                  </a:cubicBezTo>
                  <a:cubicBezTo>
                    <a:pt x="101511" y="188777"/>
                    <a:pt x="102321" y="188777"/>
                    <a:pt x="103130" y="188777"/>
                  </a:cubicBezTo>
                  <a:cubicBezTo>
                    <a:pt x="102321" y="191015"/>
                    <a:pt x="101511" y="192507"/>
                    <a:pt x="100702" y="194000"/>
                  </a:cubicBezTo>
                  <a:cubicBezTo>
                    <a:pt x="100297" y="194746"/>
                    <a:pt x="99892" y="194746"/>
                    <a:pt x="99488" y="194746"/>
                  </a:cubicBezTo>
                  <a:lnTo>
                    <a:pt x="99083" y="194746"/>
                  </a:lnTo>
                  <a:cubicBezTo>
                    <a:pt x="97869" y="194746"/>
                    <a:pt x="96250" y="194746"/>
                    <a:pt x="95036" y="194000"/>
                  </a:cubicBezTo>
                  <a:cubicBezTo>
                    <a:pt x="93821" y="193254"/>
                    <a:pt x="92607" y="193254"/>
                    <a:pt x="91393" y="193254"/>
                  </a:cubicBezTo>
                  <a:lnTo>
                    <a:pt x="90988" y="193254"/>
                  </a:lnTo>
                  <a:cubicBezTo>
                    <a:pt x="90988" y="193254"/>
                    <a:pt x="90988" y="192507"/>
                    <a:pt x="91393" y="192507"/>
                  </a:cubicBezTo>
                  <a:lnTo>
                    <a:pt x="91393" y="191761"/>
                  </a:lnTo>
                  <a:cubicBezTo>
                    <a:pt x="92202" y="189523"/>
                    <a:pt x="93417" y="187284"/>
                    <a:pt x="95036" y="186538"/>
                  </a:cubicBezTo>
                  <a:close/>
                  <a:moveTo>
                    <a:pt x="91393" y="196984"/>
                  </a:moveTo>
                  <a:cubicBezTo>
                    <a:pt x="92607" y="196984"/>
                    <a:pt x="93821" y="196984"/>
                    <a:pt x="95036" y="197731"/>
                  </a:cubicBezTo>
                  <a:cubicBezTo>
                    <a:pt x="96250" y="198477"/>
                    <a:pt x="97464" y="198477"/>
                    <a:pt x="98678" y="198477"/>
                  </a:cubicBezTo>
                  <a:cubicBezTo>
                    <a:pt x="97464" y="202954"/>
                    <a:pt x="96250" y="205192"/>
                    <a:pt x="95036" y="205192"/>
                  </a:cubicBezTo>
                  <a:lnTo>
                    <a:pt x="95036" y="205938"/>
                  </a:lnTo>
                  <a:cubicBezTo>
                    <a:pt x="93821" y="206684"/>
                    <a:pt x="92607" y="206684"/>
                    <a:pt x="91393" y="206684"/>
                  </a:cubicBezTo>
                  <a:lnTo>
                    <a:pt x="87750" y="206684"/>
                  </a:lnTo>
                  <a:cubicBezTo>
                    <a:pt x="87346" y="206684"/>
                    <a:pt x="86941" y="206684"/>
                    <a:pt x="86536" y="207430"/>
                  </a:cubicBezTo>
                  <a:lnTo>
                    <a:pt x="86941" y="206684"/>
                  </a:lnTo>
                  <a:lnTo>
                    <a:pt x="87750" y="202954"/>
                  </a:lnTo>
                  <a:cubicBezTo>
                    <a:pt x="87750" y="202207"/>
                    <a:pt x="87750" y="202207"/>
                    <a:pt x="88155" y="202207"/>
                  </a:cubicBezTo>
                  <a:cubicBezTo>
                    <a:pt x="88560" y="201461"/>
                    <a:pt x="88560" y="201461"/>
                    <a:pt x="88560" y="200715"/>
                  </a:cubicBezTo>
                  <a:cubicBezTo>
                    <a:pt x="88965" y="199969"/>
                    <a:pt x="89774" y="199223"/>
                    <a:pt x="90179" y="198477"/>
                  </a:cubicBezTo>
                  <a:cubicBezTo>
                    <a:pt x="90583" y="196984"/>
                    <a:pt x="90988" y="196984"/>
                    <a:pt x="91393" y="196984"/>
                  </a:cubicBezTo>
                  <a:close/>
                  <a:moveTo>
                    <a:pt x="87750" y="209669"/>
                  </a:moveTo>
                  <a:cubicBezTo>
                    <a:pt x="88155" y="209669"/>
                    <a:pt x="88560" y="208923"/>
                    <a:pt x="88560" y="208923"/>
                  </a:cubicBezTo>
                  <a:lnTo>
                    <a:pt x="90179" y="208923"/>
                  </a:lnTo>
                  <a:cubicBezTo>
                    <a:pt x="90583" y="209669"/>
                    <a:pt x="90583" y="209669"/>
                    <a:pt x="90988" y="209669"/>
                  </a:cubicBezTo>
                  <a:cubicBezTo>
                    <a:pt x="91798" y="209669"/>
                    <a:pt x="93012" y="209669"/>
                    <a:pt x="93821" y="208923"/>
                  </a:cubicBezTo>
                  <a:cubicBezTo>
                    <a:pt x="93417" y="211907"/>
                    <a:pt x="92607" y="214892"/>
                    <a:pt x="90988" y="217130"/>
                  </a:cubicBezTo>
                  <a:lnTo>
                    <a:pt x="90583" y="217130"/>
                  </a:lnTo>
                  <a:cubicBezTo>
                    <a:pt x="90179" y="217130"/>
                    <a:pt x="90179" y="217877"/>
                    <a:pt x="89774" y="217877"/>
                  </a:cubicBezTo>
                  <a:cubicBezTo>
                    <a:pt x="89369" y="218623"/>
                    <a:pt x="88560" y="218623"/>
                    <a:pt x="88155" y="218623"/>
                  </a:cubicBezTo>
                  <a:lnTo>
                    <a:pt x="87750" y="218623"/>
                  </a:lnTo>
                  <a:cubicBezTo>
                    <a:pt x="87750" y="218623"/>
                    <a:pt x="87750" y="219369"/>
                    <a:pt x="87346" y="219369"/>
                  </a:cubicBezTo>
                  <a:cubicBezTo>
                    <a:pt x="85727" y="219369"/>
                    <a:pt x="84513" y="220115"/>
                    <a:pt x="82894" y="220861"/>
                  </a:cubicBezTo>
                  <a:cubicBezTo>
                    <a:pt x="82894" y="220115"/>
                    <a:pt x="82894" y="220115"/>
                    <a:pt x="83298" y="220115"/>
                  </a:cubicBezTo>
                  <a:cubicBezTo>
                    <a:pt x="84513" y="211907"/>
                    <a:pt x="86131" y="209669"/>
                    <a:pt x="87750" y="209669"/>
                  </a:cubicBezTo>
                  <a:close/>
                  <a:moveTo>
                    <a:pt x="87750" y="221607"/>
                  </a:moveTo>
                  <a:cubicBezTo>
                    <a:pt x="88155" y="221607"/>
                    <a:pt x="88560" y="220861"/>
                    <a:pt x="88560" y="220861"/>
                  </a:cubicBezTo>
                  <a:lnTo>
                    <a:pt x="90179" y="220861"/>
                  </a:lnTo>
                  <a:lnTo>
                    <a:pt x="90583" y="220115"/>
                  </a:lnTo>
                  <a:cubicBezTo>
                    <a:pt x="90583" y="221607"/>
                    <a:pt x="90179" y="223100"/>
                    <a:pt x="90179" y="224592"/>
                  </a:cubicBezTo>
                  <a:cubicBezTo>
                    <a:pt x="89774" y="226830"/>
                    <a:pt x="89369" y="227577"/>
                    <a:pt x="88560" y="228323"/>
                  </a:cubicBezTo>
                  <a:cubicBezTo>
                    <a:pt x="88560" y="228323"/>
                    <a:pt x="88560" y="229069"/>
                    <a:pt x="88155" y="229069"/>
                  </a:cubicBezTo>
                  <a:cubicBezTo>
                    <a:pt x="87750" y="229069"/>
                    <a:pt x="87750" y="229069"/>
                    <a:pt x="87750" y="229815"/>
                  </a:cubicBezTo>
                  <a:lnTo>
                    <a:pt x="87346" y="229815"/>
                  </a:lnTo>
                  <a:cubicBezTo>
                    <a:pt x="85727" y="230561"/>
                    <a:pt x="84108" y="232054"/>
                    <a:pt x="82489" y="232800"/>
                  </a:cubicBezTo>
                  <a:cubicBezTo>
                    <a:pt x="82084" y="233546"/>
                    <a:pt x="81275" y="233546"/>
                    <a:pt x="80870" y="233546"/>
                  </a:cubicBezTo>
                  <a:lnTo>
                    <a:pt x="80465" y="234292"/>
                  </a:lnTo>
                  <a:lnTo>
                    <a:pt x="80465" y="233546"/>
                  </a:lnTo>
                  <a:cubicBezTo>
                    <a:pt x="80465" y="232800"/>
                    <a:pt x="80870" y="232800"/>
                    <a:pt x="80870" y="232054"/>
                  </a:cubicBezTo>
                  <a:cubicBezTo>
                    <a:pt x="80870" y="229815"/>
                    <a:pt x="81679" y="226830"/>
                    <a:pt x="82489" y="225338"/>
                  </a:cubicBezTo>
                  <a:cubicBezTo>
                    <a:pt x="84108" y="222354"/>
                    <a:pt x="86131" y="220861"/>
                    <a:pt x="87750" y="221607"/>
                  </a:cubicBezTo>
                  <a:close/>
                  <a:moveTo>
                    <a:pt x="81679" y="238023"/>
                  </a:moveTo>
                  <a:cubicBezTo>
                    <a:pt x="82084" y="237277"/>
                    <a:pt x="82489" y="236530"/>
                    <a:pt x="83298" y="235784"/>
                  </a:cubicBezTo>
                  <a:cubicBezTo>
                    <a:pt x="84917" y="235038"/>
                    <a:pt x="86536" y="235038"/>
                    <a:pt x="88155" y="233546"/>
                  </a:cubicBezTo>
                  <a:cubicBezTo>
                    <a:pt x="88155" y="233546"/>
                    <a:pt x="88560" y="233546"/>
                    <a:pt x="88560" y="232800"/>
                  </a:cubicBezTo>
                  <a:lnTo>
                    <a:pt x="88965" y="232800"/>
                  </a:lnTo>
                  <a:cubicBezTo>
                    <a:pt x="88965" y="234292"/>
                    <a:pt x="88965" y="235784"/>
                    <a:pt x="88560" y="238023"/>
                  </a:cubicBezTo>
                  <a:cubicBezTo>
                    <a:pt x="88560" y="238769"/>
                    <a:pt x="88155" y="239515"/>
                    <a:pt x="88155" y="240261"/>
                  </a:cubicBezTo>
                  <a:lnTo>
                    <a:pt x="87346" y="241754"/>
                  </a:lnTo>
                  <a:cubicBezTo>
                    <a:pt x="86131" y="243246"/>
                    <a:pt x="84917" y="244738"/>
                    <a:pt x="83298" y="245484"/>
                  </a:cubicBezTo>
                  <a:cubicBezTo>
                    <a:pt x="82894" y="246230"/>
                    <a:pt x="82489" y="246230"/>
                    <a:pt x="81679" y="246230"/>
                  </a:cubicBezTo>
                  <a:lnTo>
                    <a:pt x="81275" y="246977"/>
                  </a:lnTo>
                  <a:cubicBezTo>
                    <a:pt x="80870" y="246977"/>
                    <a:pt x="80465" y="247723"/>
                    <a:pt x="79656" y="247723"/>
                  </a:cubicBezTo>
                  <a:lnTo>
                    <a:pt x="79656" y="246977"/>
                  </a:lnTo>
                  <a:cubicBezTo>
                    <a:pt x="79656" y="243992"/>
                    <a:pt x="80060" y="240261"/>
                    <a:pt x="81679" y="238023"/>
                  </a:cubicBezTo>
                  <a:close/>
                  <a:moveTo>
                    <a:pt x="82894" y="293984"/>
                  </a:moveTo>
                  <a:cubicBezTo>
                    <a:pt x="83703" y="290253"/>
                    <a:pt x="86536" y="288015"/>
                    <a:pt x="87750" y="285030"/>
                  </a:cubicBezTo>
                  <a:lnTo>
                    <a:pt x="87750" y="284284"/>
                  </a:lnTo>
                  <a:cubicBezTo>
                    <a:pt x="88155" y="285030"/>
                    <a:pt x="88155" y="285030"/>
                    <a:pt x="88155" y="285777"/>
                  </a:cubicBezTo>
                  <a:cubicBezTo>
                    <a:pt x="88560" y="286523"/>
                    <a:pt x="88560" y="287269"/>
                    <a:pt x="88560" y="288761"/>
                  </a:cubicBezTo>
                  <a:cubicBezTo>
                    <a:pt x="88965" y="290253"/>
                    <a:pt x="88965" y="292492"/>
                    <a:pt x="88965" y="293984"/>
                  </a:cubicBezTo>
                  <a:lnTo>
                    <a:pt x="88560" y="293984"/>
                  </a:lnTo>
                  <a:cubicBezTo>
                    <a:pt x="88560" y="294730"/>
                    <a:pt x="88155" y="294730"/>
                    <a:pt x="88155" y="295477"/>
                  </a:cubicBezTo>
                  <a:cubicBezTo>
                    <a:pt x="88155" y="296223"/>
                    <a:pt x="87750" y="296223"/>
                    <a:pt x="87750" y="296969"/>
                  </a:cubicBezTo>
                  <a:cubicBezTo>
                    <a:pt x="86536" y="299207"/>
                    <a:pt x="85322" y="302192"/>
                    <a:pt x="84108" y="305923"/>
                  </a:cubicBezTo>
                  <a:cubicBezTo>
                    <a:pt x="83703" y="305923"/>
                    <a:pt x="83703" y="305177"/>
                    <a:pt x="83703" y="305177"/>
                  </a:cubicBezTo>
                  <a:cubicBezTo>
                    <a:pt x="83298" y="303684"/>
                    <a:pt x="83298" y="302192"/>
                    <a:pt x="82894" y="300700"/>
                  </a:cubicBezTo>
                  <a:cubicBezTo>
                    <a:pt x="82489" y="298461"/>
                    <a:pt x="82489" y="296223"/>
                    <a:pt x="82894" y="293984"/>
                  </a:cubicBezTo>
                  <a:close/>
                  <a:moveTo>
                    <a:pt x="87750" y="301446"/>
                  </a:moveTo>
                  <a:lnTo>
                    <a:pt x="88155" y="300700"/>
                  </a:lnTo>
                  <a:cubicBezTo>
                    <a:pt x="88560" y="300700"/>
                    <a:pt x="88560" y="299953"/>
                    <a:pt x="88560" y="299953"/>
                  </a:cubicBezTo>
                  <a:cubicBezTo>
                    <a:pt x="88965" y="299207"/>
                    <a:pt x="89369" y="298461"/>
                    <a:pt x="89774" y="296969"/>
                  </a:cubicBezTo>
                  <a:cubicBezTo>
                    <a:pt x="90179" y="296969"/>
                    <a:pt x="90179" y="297715"/>
                    <a:pt x="90179" y="297715"/>
                  </a:cubicBezTo>
                  <a:cubicBezTo>
                    <a:pt x="90179" y="297715"/>
                    <a:pt x="90988" y="300700"/>
                    <a:pt x="90988" y="302192"/>
                  </a:cubicBezTo>
                  <a:cubicBezTo>
                    <a:pt x="91393" y="302938"/>
                    <a:pt x="91393" y="304430"/>
                    <a:pt x="91393" y="305177"/>
                  </a:cubicBezTo>
                  <a:lnTo>
                    <a:pt x="90988" y="305923"/>
                  </a:lnTo>
                  <a:cubicBezTo>
                    <a:pt x="90583" y="307415"/>
                    <a:pt x="90583" y="308161"/>
                    <a:pt x="90179" y="309653"/>
                  </a:cubicBezTo>
                  <a:lnTo>
                    <a:pt x="88560" y="314877"/>
                  </a:lnTo>
                  <a:cubicBezTo>
                    <a:pt x="88560" y="315623"/>
                    <a:pt x="88155" y="315623"/>
                    <a:pt x="88155" y="316369"/>
                  </a:cubicBezTo>
                  <a:cubicBezTo>
                    <a:pt x="88155" y="317115"/>
                    <a:pt x="87750" y="317861"/>
                    <a:pt x="87750" y="318607"/>
                  </a:cubicBezTo>
                  <a:cubicBezTo>
                    <a:pt x="87750" y="319353"/>
                    <a:pt x="87750" y="319353"/>
                    <a:pt x="87346" y="319353"/>
                  </a:cubicBezTo>
                  <a:cubicBezTo>
                    <a:pt x="86941" y="319353"/>
                    <a:pt x="86941" y="318607"/>
                    <a:pt x="86941" y="318607"/>
                  </a:cubicBezTo>
                  <a:cubicBezTo>
                    <a:pt x="84513" y="314877"/>
                    <a:pt x="84108" y="308161"/>
                    <a:pt x="86131" y="303684"/>
                  </a:cubicBezTo>
                  <a:cubicBezTo>
                    <a:pt x="86941" y="302938"/>
                    <a:pt x="87346" y="302192"/>
                    <a:pt x="87750" y="301446"/>
                  </a:cubicBezTo>
                  <a:close/>
                  <a:moveTo>
                    <a:pt x="90583" y="315623"/>
                  </a:moveTo>
                  <a:cubicBezTo>
                    <a:pt x="90988" y="314877"/>
                    <a:pt x="90988" y="314130"/>
                    <a:pt x="91393" y="312638"/>
                  </a:cubicBezTo>
                  <a:cubicBezTo>
                    <a:pt x="92202" y="311146"/>
                    <a:pt x="92607" y="309653"/>
                    <a:pt x="93012" y="308161"/>
                  </a:cubicBezTo>
                  <a:cubicBezTo>
                    <a:pt x="93821" y="309653"/>
                    <a:pt x="94631" y="311892"/>
                    <a:pt x="95036" y="314130"/>
                  </a:cubicBezTo>
                  <a:lnTo>
                    <a:pt x="95036" y="317861"/>
                  </a:lnTo>
                  <a:cubicBezTo>
                    <a:pt x="94226" y="323084"/>
                    <a:pt x="92607" y="326815"/>
                    <a:pt x="92202" y="330546"/>
                  </a:cubicBezTo>
                  <a:cubicBezTo>
                    <a:pt x="92202" y="329800"/>
                    <a:pt x="91798" y="329800"/>
                    <a:pt x="91798" y="329800"/>
                  </a:cubicBezTo>
                  <a:cubicBezTo>
                    <a:pt x="91798" y="329800"/>
                    <a:pt x="91393" y="329800"/>
                    <a:pt x="91393" y="329053"/>
                  </a:cubicBezTo>
                  <a:cubicBezTo>
                    <a:pt x="90988" y="328307"/>
                    <a:pt x="90583" y="327561"/>
                    <a:pt x="90583" y="326815"/>
                  </a:cubicBezTo>
                  <a:cubicBezTo>
                    <a:pt x="88965" y="324577"/>
                    <a:pt x="88560" y="318607"/>
                    <a:pt x="90583" y="315623"/>
                  </a:cubicBezTo>
                  <a:close/>
                  <a:moveTo>
                    <a:pt x="96250" y="320100"/>
                  </a:moveTo>
                  <a:cubicBezTo>
                    <a:pt x="97869" y="323084"/>
                    <a:pt x="99083" y="325323"/>
                    <a:pt x="99083" y="326815"/>
                  </a:cubicBezTo>
                  <a:lnTo>
                    <a:pt x="99488" y="327561"/>
                  </a:lnTo>
                  <a:cubicBezTo>
                    <a:pt x="99488" y="328307"/>
                    <a:pt x="99083" y="328307"/>
                    <a:pt x="99083" y="329053"/>
                  </a:cubicBezTo>
                  <a:cubicBezTo>
                    <a:pt x="98678" y="334276"/>
                    <a:pt x="97464" y="338007"/>
                    <a:pt x="97464" y="342484"/>
                  </a:cubicBezTo>
                  <a:lnTo>
                    <a:pt x="97059" y="341738"/>
                  </a:lnTo>
                  <a:cubicBezTo>
                    <a:pt x="96250" y="340992"/>
                    <a:pt x="95845" y="339500"/>
                    <a:pt x="95440" y="338007"/>
                  </a:cubicBezTo>
                  <a:cubicBezTo>
                    <a:pt x="93821" y="335023"/>
                    <a:pt x="93821" y="329800"/>
                    <a:pt x="95440" y="326815"/>
                  </a:cubicBezTo>
                  <a:cubicBezTo>
                    <a:pt x="95845" y="324577"/>
                    <a:pt x="96250" y="322338"/>
                    <a:pt x="96250" y="320100"/>
                  </a:cubicBezTo>
                  <a:close/>
                  <a:moveTo>
                    <a:pt x="100297" y="347707"/>
                  </a:moveTo>
                  <a:cubicBezTo>
                    <a:pt x="99488" y="346961"/>
                    <a:pt x="99083" y="344723"/>
                    <a:pt x="98678" y="343230"/>
                  </a:cubicBezTo>
                  <a:lnTo>
                    <a:pt x="98678" y="340246"/>
                  </a:lnTo>
                  <a:cubicBezTo>
                    <a:pt x="99083" y="338007"/>
                    <a:pt x="99488" y="335769"/>
                    <a:pt x="100297" y="333530"/>
                  </a:cubicBezTo>
                  <a:cubicBezTo>
                    <a:pt x="100297" y="332038"/>
                    <a:pt x="100702" y="330546"/>
                    <a:pt x="100702" y="329800"/>
                  </a:cubicBezTo>
                  <a:cubicBezTo>
                    <a:pt x="102321" y="331292"/>
                    <a:pt x="103535" y="333530"/>
                    <a:pt x="103940" y="336515"/>
                  </a:cubicBezTo>
                  <a:cubicBezTo>
                    <a:pt x="104344" y="341738"/>
                    <a:pt x="102725" y="346961"/>
                    <a:pt x="103130" y="351438"/>
                  </a:cubicBezTo>
                  <a:cubicBezTo>
                    <a:pt x="103130" y="350692"/>
                    <a:pt x="102725" y="350692"/>
                    <a:pt x="102321" y="350692"/>
                  </a:cubicBezTo>
                  <a:cubicBezTo>
                    <a:pt x="101511" y="350692"/>
                    <a:pt x="100702" y="349200"/>
                    <a:pt x="100297" y="347707"/>
                  </a:cubicBezTo>
                  <a:close/>
                  <a:moveTo>
                    <a:pt x="139151" y="122369"/>
                  </a:moveTo>
                  <a:cubicBezTo>
                    <a:pt x="139556" y="121623"/>
                    <a:pt x="139556" y="121623"/>
                    <a:pt x="139961" y="121623"/>
                  </a:cubicBezTo>
                  <a:cubicBezTo>
                    <a:pt x="141580" y="120877"/>
                    <a:pt x="143603" y="120877"/>
                    <a:pt x="146032" y="119384"/>
                  </a:cubicBezTo>
                  <a:cubicBezTo>
                    <a:pt x="146436" y="119384"/>
                    <a:pt x="146841" y="119384"/>
                    <a:pt x="146841" y="118638"/>
                  </a:cubicBezTo>
                  <a:cubicBezTo>
                    <a:pt x="147246" y="118638"/>
                    <a:pt x="147651" y="117892"/>
                    <a:pt x="148055" y="117892"/>
                  </a:cubicBezTo>
                  <a:cubicBezTo>
                    <a:pt x="148460" y="126846"/>
                    <a:pt x="148055" y="129084"/>
                    <a:pt x="146032" y="130577"/>
                  </a:cubicBezTo>
                  <a:cubicBezTo>
                    <a:pt x="145222" y="131323"/>
                    <a:pt x="144008" y="131323"/>
                    <a:pt x="142389" y="131323"/>
                  </a:cubicBezTo>
                  <a:cubicBezTo>
                    <a:pt x="140770" y="131323"/>
                    <a:pt x="140770" y="132069"/>
                    <a:pt x="139556" y="132069"/>
                  </a:cubicBezTo>
                  <a:cubicBezTo>
                    <a:pt x="139151" y="132815"/>
                    <a:pt x="139151" y="132815"/>
                    <a:pt x="138747" y="132815"/>
                  </a:cubicBezTo>
                  <a:cubicBezTo>
                    <a:pt x="138342" y="133561"/>
                    <a:pt x="137128" y="133561"/>
                    <a:pt x="136723" y="134308"/>
                  </a:cubicBezTo>
                  <a:cubicBezTo>
                    <a:pt x="136318" y="126100"/>
                    <a:pt x="137128" y="123115"/>
                    <a:pt x="139151" y="122369"/>
                  </a:cubicBezTo>
                  <a:close/>
                  <a:moveTo>
                    <a:pt x="139151" y="108192"/>
                  </a:moveTo>
                  <a:cubicBezTo>
                    <a:pt x="139556" y="108192"/>
                    <a:pt x="139556" y="107446"/>
                    <a:pt x="139961" y="107446"/>
                  </a:cubicBezTo>
                  <a:cubicBezTo>
                    <a:pt x="141580" y="106700"/>
                    <a:pt x="143603" y="106700"/>
                    <a:pt x="146032" y="105954"/>
                  </a:cubicBezTo>
                  <a:cubicBezTo>
                    <a:pt x="146436" y="105208"/>
                    <a:pt x="146436" y="105208"/>
                    <a:pt x="146841" y="105208"/>
                  </a:cubicBezTo>
                  <a:cubicBezTo>
                    <a:pt x="147246" y="105208"/>
                    <a:pt x="147651" y="104461"/>
                    <a:pt x="148055" y="104461"/>
                  </a:cubicBezTo>
                  <a:cubicBezTo>
                    <a:pt x="148460" y="113415"/>
                    <a:pt x="148055" y="114907"/>
                    <a:pt x="146032" y="116400"/>
                  </a:cubicBezTo>
                  <a:cubicBezTo>
                    <a:pt x="145222" y="117146"/>
                    <a:pt x="144008" y="117146"/>
                    <a:pt x="142389" y="117146"/>
                  </a:cubicBezTo>
                  <a:cubicBezTo>
                    <a:pt x="140770" y="117146"/>
                    <a:pt x="140770" y="117892"/>
                    <a:pt x="139556" y="117892"/>
                  </a:cubicBezTo>
                  <a:lnTo>
                    <a:pt x="138747" y="117892"/>
                  </a:lnTo>
                  <a:cubicBezTo>
                    <a:pt x="137937" y="118638"/>
                    <a:pt x="137532" y="119384"/>
                    <a:pt x="136723" y="120131"/>
                  </a:cubicBezTo>
                  <a:cubicBezTo>
                    <a:pt x="136318" y="112669"/>
                    <a:pt x="137128" y="109684"/>
                    <a:pt x="139151" y="108192"/>
                  </a:cubicBezTo>
                  <a:close/>
                  <a:moveTo>
                    <a:pt x="139151" y="135800"/>
                  </a:moveTo>
                  <a:lnTo>
                    <a:pt x="139961" y="135800"/>
                  </a:lnTo>
                  <a:cubicBezTo>
                    <a:pt x="141580" y="135054"/>
                    <a:pt x="143603" y="135054"/>
                    <a:pt x="146032" y="133561"/>
                  </a:cubicBezTo>
                  <a:cubicBezTo>
                    <a:pt x="146436" y="133561"/>
                    <a:pt x="146436" y="132815"/>
                    <a:pt x="146841" y="132815"/>
                  </a:cubicBezTo>
                  <a:cubicBezTo>
                    <a:pt x="147246" y="132815"/>
                    <a:pt x="147651" y="132069"/>
                    <a:pt x="148055" y="132069"/>
                  </a:cubicBezTo>
                  <a:cubicBezTo>
                    <a:pt x="148460" y="135054"/>
                    <a:pt x="148460" y="138784"/>
                    <a:pt x="147651" y="141769"/>
                  </a:cubicBezTo>
                  <a:lnTo>
                    <a:pt x="145222" y="141769"/>
                  </a:lnTo>
                  <a:cubicBezTo>
                    <a:pt x="144818" y="141769"/>
                    <a:pt x="144008" y="142515"/>
                    <a:pt x="143603" y="142515"/>
                  </a:cubicBezTo>
                  <a:cubicBezTo>
                    <a:pt x="142389" y="141769"/>
                    <a:pt x="141175" y="141769"/>
                    <a:pt x="139961" y="141769"/>
                  </a:cubicBezTo>
                  <a:cubicBezTo>
                    <a:pt x="139556" y="142515"/>
                    <a:pt x="139556" y="142515"/>
                    <a:pt x="139151" y="142515"/>
                  </a:cubicBezTo>
                  <a:cubicBezTo>
                    <a:pt x="138747" y="142515"/>
                    <a:pt x="137937" y="142515"/>
                    <a:pt x="137532" y="143261"/>
                  </a:cubicBezTo>
                  <a:lnTo>
                    <a:pt x="137128" y="143261"/>
                  </a:lnTo>
                  <a:cubicBezTo>
                    <a:pt x="136723" y="139531"/>
                    <a:pt x="137532" y="136546"/>
                    <a:pt x="139151" y="135800"/>
                  </a:cubicBezTo>
                  <a:close/>
                  <a:moveTo>
                    <a:pt x="138342" y="144754"/>
                  </a:moveTo>
                  <a:cubicBezTo>
                    <a:pt x="138747" y="144007"/>
                    <a:pt x="138747" y="144007"/>
                    <a:pt x="139151" y="144007"/>
                  </a:cubicBezTo>
                  <a:lnTo>
                    <a:pt x="139961" y="144007"/>
                  </a:lnTo>
                  <a:cubicBezTo>
                    <a:pt x="142794" y="143261"/>
                    <a:pt x="145222" y="146246"/>
                    <a:pt x="146032" y="150723"/>
                  </a:cubicBezTo>
                  <a:cubicBezTo>
                    <a:pt x="146436" y="152961"/>
                    <a:pt x="146841" y="155946"/>
                    <a:pt x="147651" y="157438"/>
                  </a:cubicBezTo>
                  <a:lnTo>
                    <a:pt x="145627" y="157438"/>
                  </a:lnTo>
                  <a:cubicBezTo>
                    <a:pt x="144413" y="157438"/>
                    <a:pt x="143199" y="156692"/>
                    <a:pt x="141984" y="155946"/>
                  </a:cubicBezTo>
                  <a:cubicBezTo>
                    <a:pt x="140770" y="153707"/>
                    <a:pt x="139961" y="151469"/>
                    <a:pt x="139151" y="149231"/>
                  </a:cubicBezTo>
                  <a:lnTo>
                    <a:pt x="138342" y="147738"/>
                  </a:lnTo>
                  <a:cubicBezTo>
                    <a:pt x="137937" y="146246"/>
                    <a:pt x="137532" y="145500"/>
                    <a:pt x="136723" y="144754"/>
                  </a:cubicBezTo>
                  <a:close/>
                  <a:moveTo>
                    <a:pt x="161412" y="163407"/>
                  </a:moveTo>
                  <a:cubicBezTo>
                    <a:pt x="160602" y="163407"/>
                    <a:pt x="159388" y="162661"/>
                    <a:pt x="158578" y="162661"/>
                  </a:cubicBezTo>
                  <a:cubicBezTo>
                    <a:pt x="157769" y="161915"/>
                    <a:pt x="157364" y="161169"/>
                    <a:pt x="156960" y="159677"/>
                  </a:cubicBezTo>
                  <a:cubicBezTo>
                    <a:pt x="155745" y="155946"/>
                    <a:pt x="154936" y="152215"/>
                    <a:pt x="154126" y="147738"/>
                  </a:cubicBezTo>
                  <a:cubicBezTo>
                    <a:pt x="153722" y="146992"/>
                    <a:pt x="153722" y="146992"/>
                    <a:pt x="153722" y="146246"/>
                  </a:cubicBezTo>
                  <a:lnTo>
                    <a:pt x="154126" y="146246"/>
                  </a:lnTo>
                  <a:cubicBezTo>
                    <a:pt x="155745" y="146246"/>
                    <a:pt x="157364" y="146992"/>
                    <a:pt x="158578" y="148484"/>
                  </a:cubicBezTo>
                  <a:cubicBezTo>
                    <a:pt x="161007" y="152215"/>
                    <a:pt x="160197" y="158931"/>
                    <a:pt x="161412" y="163407"/>
                  </a:cubicBezTo>
                  <a:close/>
                  <a:moveTo>
                    <a:pt x="154126" y="158184"/>
                  </a:moveTo>
                  <a:cubicBezTo>
                    <a:pt x="154126" y="158931"/>
                    <a:pt x="154531" y="158931"/>
                    <a:pt x="154531" y="159677"/>
                  </a:cubicBezTo>
                  <a:lnTo>
                    <a:pt x="152103" y="159677"/>
                  </a:lnTo>
                  <a:cubicBezTo>
                    <a:pt x="151293" y="159677"/>
                    <a:pt x="150484" y="158931"/>
                    <a:pt x="149674" y="157438"/>
                  </a:cubicBezTo>
                  <a:cubicBezTo>
                    <a:pt x="147651" y="153707"/>
                    <a:pt x="147246" y="148484"/>
                    <a:pt x="146032" y="144754"/>
                  </a:cubicBezTo>
                  <a:lnTo>
                    <a:pt x="145627" y="144007"/>
                  </a:lnTo>
                  <a:lnTo>
                    <a:pt x="146032" y="143261"/>
                  </a:lnTo>
                  <a:lnTo>
                    <a:pt x="146436" y="143261"/>
                  </a:lnTo>
                  <a:cubicBezTo>
                    <a:pt x="148460" y="142515"/>
                    <a:pt x="150889" y="144007"/>
                    <a:pt x="152103" y="146992"/>
                  </a:cubicBezTo>
                  <a:cubicBezTo>
                    <a:pt x="153317" y="150723"/>
                    <a:pt x="153317" y="155200"/>
                    <a:pt x="154126" y="158184"/>
                  </a:cubicBezTo>
                  <a:close/>
                  <a:moveTo>
                    <a:pt x="146032" y="102223"/>
                  </a:moveTo>
                  <a:cubicBezTo>
                    <a:pt x="144818" y="102969"/>
                    <a:pt x="143603" y="102969"/>
                    <a:pt x="142389" y="102969"/>
                  </a:cubicBezTo>
                  <a:cubicBezTo>
                    <a:pt x="141580" y="103715"/>
                    <a:pt x="140770" y="103715"/>
                    <a:pt x="139556" y="103715"/>
                  </a:cubicBezTo>
                  <a:cubicBezTo>
                    <a:pt x="139151" y="103715"/>
                    <a:pt x="138747" y="103715"/>
                    <a:pt x="138747" y="104461"/>
                  </a:cubicBezTo>
                  <a:cubicBezTo>
                    <a:pt x="137937" y="104461"/>
                    <a:pt x="137128" y="105208"/>
                    <a:pt x="136723" y="105954"/>
                  </a:cubicBezTo>
                  <a:cubicBezTo>
                    <a:pt x="136318" y="97746"/>
                    <a:pt x="137128" y="95508"/>
                    <a:pt x="138747" y="93269"/>
                  </a:cubicBezTo>
                  <a:cubicBezTo>
                    <a:pt x="139151" y="93269"/>
                    <a:pt x="139556" y="93269"/>
                    <a:pt x="139556" y="92523"/>
                  </a:cubicBezTo>
                  <a:cubicBezTo>
                    <a:pt x="141175" y="91777"/>
                    <a:pt x="143199" y="91777"/>
                    <a:pt x="145627" y="91031"/>
                  </a:cubicBezTo>
                  <a:lnTo>
                    <a:pt x="146032" y="90284"/>
                  </a:lnTo>
                  <a:cubicBezTo>
                    <a:pt x="146436" y="90284"/>
                    <a:pt x="146841" y="89538"/>
                    <a:pt x="147651" y="89538"/>
                  </a:cubicBezTo>
                  <a:cubicBezTo>
                    <a:pt x="148865" y="99238"/>
                    <a:pt x="148055" y="101477"/>
                    <a:pt x="146032" y="102223"/>
                  </a:cubicBezTo>
                  <a:close/>
                  <a:moveTo>
                    <a:pt x="139151" y="67154"/>
                  </a:moveTo>
                  <a:cubicBezTo>
                    <a:pt x="139556" y="67154"/>
                    <a:pt x="139556" y="66408"/>
                    <a:pt x="139961" y="66408"/>
                  </a:cubicBezTo>
                  <a:cubicBezTo>
                    <a:pt x="141580" y="65661"/>
                    <a:pt x="143603" y="65661"/>
                    <a:pt x="146032" y="64915"/>
                  </a:cubicBezTo>
                  <a:cubicBezTo>
                    <a:pt x="146032" y="64169"/>
                    <a:pt x="146436" y="64169"/>
                    <a:pt x="146436" y="64169"/>
                  </a:cubicBezTo>
                  <a:cubicBezTo>
                    <a:pt x="146436" y="64169"/>
                    <a:pt x="147246" y="63423"/>
                    <a:pt x="148055" y="63423"/>
                  </a:cubicBezTo>
                  <a:cubicBezTo>
                    <a:pt x="148460" y="70138"/>
                    <a:pt x="148055" y="73123"/>
                    <a:pt x="146841" y="74615"/>
                  </a:cubicBezTo>
                  <a:cubicBezTo>
                    <a:pt x="146436" y="74615"/>
                    <a:pt x="146436" y="75361"/>
                    <a:pt x="146032" y="75361"/>
                  </a:cubicBezTo>
                  <a:lnTo>
                    <a:pt x="145627" y="75361"/>
                  </a:lnTo>
                  <a:cubicBezTo>
                    <a:pt x="144413" y="76108"/>
                    <a:pt x="143603" y="76108"/>
                    <a:pt x="142389" y="76108"/>
                  </a:cubicBezTo>
                  <a:cubicBezTo>
                    <a:pt x="141580" y="76854"/>
                    <a:pt x="140770" y="76854"/>
                    <a:pt x="139556" y="76854"/>
                  </a:cubicBezTo>
                  <a:lnTo>
                    <a:pt x="138747" y="76854"/>
                  </a:lnTo>
                  <a:cubicBezTo>
                    <a:pt x="137937" y="77600"/>
                    <a:pt x="137532" y="78346"/>
                    <a:pt x="136723" y="79092"/>
                  </a:cubicBezTo>
                  <a:cubicBezTo>
                    <a:pt x="136318" y="70884"/>
                    <a:pt x="137128" y="68646"/>
                    <a:pt x="139151" y="67154"/>
                  </a:cubicBezTo>
                  <a:close/>
                  <a:moveTo>
                    <a:pt x="139151" y="52977"/>
                  </a:moveTo>
                  <a:lnTo>
                    <a:pt x="139961" y="52977"/>
                  </a:lnTo>
                  <a:cubicBezTo>
                    <a:pt x="141580" y="52231"/>
                    <a:pt x="143603" y="52231"/>
                    <a:pt x="146032" y="50738"/>
                  </a:cubicBezTo>
                  <a:cubicBezTo>
                    <a:pt x="146436" y="50738"/>
                    <a:pt x="146436" y="50738"/>
                    <a:pt x="146436" y="49992"/>
                  </a:cubicBezTo>
                  <a:cubicBezTo>
                    <a:pt x="146841" y="49992"/>
                    <a:pt x="147246" y="49246"/>
                    <a:pt x="148055" y="49246"/>
                  </a:cubicBezTo>
                  <a:cubicBezTo>
                    <a:pt x="148460" y="55961"/>
                    <a:pt x="148055" y="58946"/>
                    <a:pt x="146841" y="60438"/>
                  </a:cubicBezTo>
                  <a:cubicBezTo>
                    <a:pt x="146436" y="61184"/>
                    <a:pt x="146436" y="61184"/>
                    <a:pt x="146032" y="61184"/>
                  </a:cubicBezTo>
                  <a:lnTo>
                    <a:pt x="145627" y="61184"/>
                  </a:lnTo>
                  <a:cubicBezTo>
                    <a:pt x="144413" y="61931"/>
                    <a:pt x="143603" y="62677"/>
                    <a:pt x="142389" y="62677"/>
                  </a:cubicBezTo>
                  <a:cubicBezTo>
                    <a:pt x="141580" y="62677"/>
                    <a:pt x="140770" y="62677"/>
                    <a:pt x="139556" y="63423"/>
                  </a:cubicBezTo>
                  <a:cubicBezTo>
                    <a:pt x="139151" y="63423"/>
                    <a:pt x="138747" y="63423"/>
                    <a:pt x="138747" y="64169"/>
                  </a:cubicBezTo>
                  <a:cubicBezTo>
                    <a:pt x="137937" y="64169"/>
                    <a:pt x="137128" y="64915"/>
                    <a:pt x="136723" y="65661"/>
                  </a:cubicBezTo>
                  <a:cubicBezTo>
                    <a:pt x="136318" y="57454"/>
                    <a:pt x="137128" y="54469"/>
                    <a:pt x="139151" y="52977"/>
                  </a:cubicBezTo>
                  <a:close/>
                  <a:moveTo>
                    <a:pt x="139151" y="80584"/>
                  </a:moveTo>
                  <a:cubicBezTo>
                    <a:pt x="139556" y="79838"/>
                    <a:pt x="139556" y="79838"/>
                    <a:pt x="139961" y="79838"/>
                  </a:cubicBezTo>
                  <a:cubicBezTo>
                    <a:pt x="141580" y="79092"/>
                    <a:pt x="143603" y="79092"/>
                    <a:pt x="146032" y="77600"/>
                  </a:cubicBezTo>
                  <a:lnTo>
                    <a:pt x="146841" y="77600"/>
                  </a:lnTo>
                  <a:cubicBezTo>
                    <a:pt x="147246" y="76854"/>
                    <a:pt x="147651" y="76854"/>
                    <a:pt x="148460" y="76108"/>
                  </a:cubicBezTo>
                  <a:cubicBezTo>
                    <a:pt x="148865" y="83569"/>
                    <a:pt x="148460" y="86554"/>
                    <a:pt x="147246" y="87300"/>
                  </a:cubicBezTo>
                  <a:cubicBezTo>
                    <a:pt x="146841" y="88046"/>
                    <a:pt x="146841" y="88046"/>
                    <a:pt x="146436" y="88046"/>
                  </a:cubicBezTo>
                  <a:cubicBezTo>
                    <a:pt x="145222" y="88046"/>
                    <a:pt x="144008" y="88792"/>
                    <a:pt x="142794" y="88792"/>
                  </a:cubicBezTo>
                  <a:cubicBezTo>
                    <a:pt x="141984" y="88792"/>
                    <a:pt x="141175" y="89538"/>
                    <a:pt x="139961" y="89538"/>
                  </a:cubicBezTo>
                  <a:cubicBezTo>
                    <a:pt x="139556" y="90284"/>
                    <a:pt x="139556" y="90284"/>
                    <a:pt x="139151" y="90284"/>
                  </a:cubicBezTo>
                  <a:cubicBezTo>
                    <a:pt x="138747" y="91031"/>
                    <a:pt x="137532" y="91031"/>
                    <a:pt x="137128" y="91777"/>
                  </a:cubicBezTo>
                  <a:cubicBezTo>
                    <a:pt x="136318" y="85061"/>
                    <a:pt x="137128" y="82077"/>
                    <a:pt x="139151" y="80584"/>
                  </a:cubicBezTo>
                  <a:close/>
                  <a:moveTo>
                    <a:pt x="146841" y="46261"/>
                  </a:moveTo>
                  <a:cubicBezTo>
                    <a:pt x="146436" y="47008"/>
                    <a:pt x="146436" y="47008"/>
                    <a:pt x="146032" y="47008"/>
                  </a:cubicBezTo>
                  <a:lnTo>
                    <a:pt x="145627" y="47008"/>
                  </a:lnTo>
                  <a:cubicBezTo>
                    <a:pt x="144413" y="47754"/>
                    <a:pt x="143603" y="47754"/>
                    <a:pt x="142389" y="47754"/>
                  </a:cubicBezTo>
                  <a:cubicBezTo>
                    <a:pt x="141580" y="47754"/>
                    <a:pt x="140770" y="48500"/>
                    <a:pt x="139556" y="48500"/>
                  </a:cubicBezTo>
                  <a:cubicBezTo>
                    <a:pt x="139151" y="49246"/>
                    <a:pt x="139151" y="49246"/>
                    <a:pt x="138747" y="49246"/>
                  </a:cubicBezTo>
                  <a:cubicBezTo>
                    <a:pt x="138342" y="49992"/>
                    <a:pt x="137128" y="49992"/>
                    <a:pt x="136723" y="50738"/>
                  </a:cubicBezTo>
                  <a:cubicBezTo>
                    <a:pt x="136318" y="43277"/>
                    <a:pt x="137128" y="40292"/>
                    <a:pt x="138747" y="38800"/>
                  </a:cubicBezTo>
                  <a:cubicBezTo>
                    <a:pt x="139151" y="38054"/>
                    <a:pt x="139151" y="38054"/>
                    <a:pt x="139556" y="38054"/>
                  </a:cubicBezTo>
                  <a:cubicBezTo>
                    <a:pt x="141175" y="37308"/>
                    <a:pt x="143199" y="37308"/>
                    <a:pt x="145627" y="35815"/>
                  </a:cubicBezTo>
                  <a:lnTo>
                    <a:pt x="146032" y="35815"/>
                  </a:lnTo>
                  <a:cubicBezTo>
                    <a:pt x="146436" y="35069"/>
                    <a:pt x="146841" y="34323"/>
                    <a:pt x="147651" y="34323"/>
                  </a:cubicBezTo>
                  <a:cubicBezTo>
                    <a:pt x="148460" y="42531"/>
                    <a:pt x="148055" y="45515"/>
                    <a:pt x="146841" y="46261"/>
                  </a:cubicBezTo>
                  <a:close/>
                  <a:moveTo>
                    <a:pt x="146841" y="32831"/>
                  </a:moveTo>
                  <a:cubicBezTo>
                    <a:pt x="146436" y="32831"/>
                    <a:pt x="146436" y="33577"/>
                    <a:pt x="146032" y="33577"/>
                  </a:cubicBezTo>
                  <a:cubicBezTo>
                    <a:pt x="145627" y="33577"/>
                    <a:pt x="144008" y="34323"/>
                    <a:pt x="142389" y="34323"/>
                  </a:cubicBezTo>
                  <a:cubicBezTo>
                    <a:pt x="140770" y="34323"/>
                    <a:pt x="140770" y="35069"/>
                    <a:pt x="139556" y="35069"/>
                  </a:cubicBezTo>
                  <a:lnTo>
                    <a:pt x="138747" y="35069"/>
                  </a:lnTo>
                  <a:cubicBezTo>
                    <a:pt x="137937" y="35815"/>
                    <a:pt x="137532" y="36561"/>
                    <a:pt x="136723" y="37308"/>
                  </a:cubicBezTo>
                  <a:cubicBezTo>
                    <a:pt x="136318" y="34323"/>
                    <a:pt x="136318" y="31338"/>
                    <a:pt x="137128" y="28354"/>
                  </a:cubicBezTo>
                  <a:cubicBezTo>
                    <a:pt x="137532" y="28354"/>
                    <a:pt x="138342" y="28354"/>
                    <a:pt x="138747" y="27608"/>
                  </a:cubicBezTo>
                  <a:lnTo>
                    <a:pt x="139556" y="27608"/>
                  </a:lnTo>
                  <a:cubicBezTo>
                    <a:pt x="141175" y="26861"/>
                    <a:pt x="142794" y="26861"/>
                    <a:pt x="144413" y="26115"/>
                  </a:cubicBezTo>
                  <a:cubicBezTo>
                    <a:pt x="144818" y="26115"/>
                    <a:pt x="145222" y="26861"/>
                    <a:pt x="146032" y="26861"/>
                  </a:cubicBezTo>
                  <a:cubicBezTo>
                    <a:pt x="146841" y="27608"/>
                    <a:pt x="147246" y="27608"/>
                    <a:pt x="148055" y="27608"/>
                  </a:cubicBezTo>
                  <a:cubicBezTo>
                    <a:pt x="148055" y="30592"/>
                    <a:pt x="147651" y="32085"/>
                    <a:pt x="146841" y="32831"/>
                  </a:cubicBezTo>
                  <a:close/>
                  <a:moveTo>
                    <a:pt x="139151" y="153707"/>
                  </a:moveTo>
                  <a:cubicBezTo>
                    <a:pt x="139556" y="154454"/>
                    <a:pt x="139961" y="155200"/>
                    <a:pt x="139961" y="155946"/>
                  </a:cubicBezTo>
                  <a:cubicBezTo>
                    <a:pt x="139961" y="156692"/>
                    <a:pt x="140366" y="156692"/>
                    <a:pt x="140366" y="157438"/>
                  </a:cubicBezTo>
                  <a:cubicBezTo>
                    <a:pt x="139961" y="157438"/>
                    <a:pt x="139961" y="157438"/>
                    <a:pt x="139961" y="158184"/>
                  </a:cubicBezTo>
                  <a:lnTo>
                    <a:pt x="139151" y="158184"/>
                  </a:lnTo>
                  <a:cubicBezTo>
                    <a:pt x="137937" y="158931"/>
                    <a:pt x="136723" y="158184"/>
                    <a:pt x="135509" y="157438"/>
                  </a:cubicBezTo>
                  <a:cubicBezTo>
                    <a:pt x="134295" y="155946"/>
                    <a:pt x="133485" y="154454"/>
                    <a:pt x="132676" y="152215"/>
                  </a:cubicBezTo>
                  <a:cubicBezTo>
                    <a:pt x="132271" y="150723"/>
                    <a:pt x="131461" y="149977"/>
                    <a:pt x="131057" y="148484"/>
                  </a:cubicBezTo>
                  <a:cubicBezTo>
                    <a:pt x="130652" y="147738"/>
                    <a:pt x="130247" y="146992"/>
                    <a:pt x="129438" y="146246"/>
                  </a:cubicBezTo>
                  <a:cubicBezTo>
                    <a:pt x="129842" y="146246"/>
                    <a:pt x="129842" y="146246"/>
                    <a:pt x="129842" y="145500"/>
                  </a:cubicBezTo>
                  <a:cubicBezTo>
                    <a:pt x="130247" y="145500"/>
                    <a:pt x="130652" y="145500"/>
                    <a:pt x="130652" y="144754"/>
                  </a:cubicBezTo>
                  <a:cubicBezTo>
                    <a:pt x="131057" y="144754"/>
                    <a:pt x="131866" y="144007"/>
                    <a:pt x="132271" y="144007"/>
                  </a:cubicBezTo>
                  <a:cubicBezTo>
                    <a:pt x="136723" y="144754"/>
                    <a:pt x="137937" y="149231"/>
                    <a:pt x="139151" y="153707"/>
                  </a:cubicBezTo>
                  <a:close/>
                  <a:moveTo>
                    <a:pt x="135509" y="41785"/>
                  </a:moveTo>
                  <a:cubicBezTo>
                    <a:pt x="134699" y="46261"/>
                    <a:pt x="134699" y="51484"/>
                    <a:pt x="135509" y="55961"/>
                  </a:cubicBezTo>
                  <a:cubicBezTo>
                    <a:pt x="134699" y="60438"/>
                    <a:pt x="134699" y="64915"/>
                    <a:pt x="135509" y="69392"/>
                  </a:cubicBezTo>
                  <a:cubicBezTo>
                    <a:pt x="134699" y="73869"/>
                    <a:pt x="134699" y="79092"/>
                    <a:pt x="135509" y="83569"/>
                  </a:cubicBezTo>
                  <a:cubicBezTo>
                    <a:pt x="134699" y="88046"/>
                    <a:pt x="134699" y="92523"/>
                    <a:pt x="135509" y="97000"/>
                  </a:cubicBezTo>
                  <a:cubicBezTo>
                    <a:pt x="135104" y="101477"/>
                    <a:pt x="135104" y="106700"/>
                    <a:pt x="135509" y="111177"/>
                  </a:cubicBezTo>
                  <a:cubicBezTo>
                    <a:pt x="134699" y="115654"/>
                    <a:pt x="134699" y="120877"/>
                    <a:pt x="135509" y="125354"/>
                  </a:cubicBezTo>
                  <a:cubicBezTo>
                    <a:pt x="134699" y="129831"/>
                    <a:pt x="134699" y="135054"/>
                    <a:pt x="135509" y="139531"/>
                  </a:cubicBezTo>
                  <a:cubicBezTo>
                    <a:pt x="135104" y="140277"/>
                    <a:pt x="135104" y="142515"/>
                    <a:pt x="135104" y="144007"/>
                  </a:cubicBezTo>
                  <a:lnTo>
                    <a:pt x="133080" y="144007"/>
                  </a:lnTo>
                  <a:cubicBezTo>
                    <a:pt x="132676" y="144007"/>
                    <a:pt x="131866" y="144007"/>
                    <a:pt x="131461" y="144754"/>
                  </a:cubicBezTo>
                  <a:cubicBezTo>
                    <a:pt x="130652" y="144754"/>
                    <a:pt x="130247" y="145500"/>
                    <a:pt x="129438" y="145500"/>
                  </a:cubicBezTo>
                  <a:lnTo>
                    <a:pt x="129033" y="145500"/>
                  </a:lnTo>
                  <a:cubicBezTo>
                    <a:pt x="128628" y="146246"/>
                    <a:pt x="128224" y="146246"/>
                    <a:pt x="127819" y="146246"/>
                  </a:cubicBezTo>
                  <a:lnTo>
                    <a:pt x="126200" y="146246"/>
                  </a:lnTo>
                  <a:cubicBezTo>
                    <a:pt x="125390" y="146246"/>
                    <a:pt x="124581" y="146992"/>
                    <a:pt x="123771" y="146992"/>
                  </a:cubicBezTo>
                  <a:lnTo>
                    <a:pt x="120938" y="148484"/>
                  </a:lnTo>
                  <a:lnTo>
                    <a:pt x="120938" y="149231"/>
                  </a:lnTo>
                  <a:cubicBezTo>
                    <a:pt x="120534" y="149231"/>
                    <a:pt x="120129" y="149977"/>
                    <a:pt x="119319" y="149977"/>
                  </a:cubicBezTo>
                  <a:lnTo>
                    <a:pt x="118915" y="149977"/>
                  </a:lnTo>
                  <a:cubicBezTo>
                    <a:pt x="117701" y="149977"/>
                    <a:pt x="116891" y="150723"/>
                    <a:pt x="115677" y="151469"/>
                  </a:cubicBezTo>
                  <a:cubicBezTo>
                    <a:pt x="115272" y="152215"/>
                    <a:pt x="114058" y="152961"/>
                    <a:pt x="112844" y="154454"/>
                  </a:cubicBezTo>
                  <a:cubicBezTo>
                    <a:pt x="112439" y="155200"/>
                    <a:pt x="112034" y="155200"/>
                    <a:pt x="111630" y="156692"/>
                  </a:cubicBezTo>
                  <a:cubicBezTo>
                    <a:pt x="110415" y="156692"/>
                    <a:pt x="109606" y="157438"/>
                    <a:pt x="108796" y="158184"/>
                  </a:cubicBezTo>
                  <a:cubicBezTo>
                    <a:pt x="107987" y="158931"/>
                    <a:pt x="106773" y="160423"/>
                    <a:pt x="105963" y="161915"/>
                  </a:cubicBezTo>
                  <a:lnTo>
                    <a:pt x="105559" y="161915"/>
                  </a:lnTo>
                  <a:cubicBezTo>
                    <a:pt x="105559" y="162661"/>
                    <a:pt x="105154" y="163407"/>
                    <a:pt x="104344" y="164154"/>
                  </a:cubicBezTo>
                  <a:cubicBezTo>
                    <a:pt x="102725" y="164900"/>
                    <a:pt x="101511" y="166392"/>
                    <a:pt x="100702" y="168631"/>
                  </a:cubicBezTo>
                  <a:cubicBezTo>
                    <a:pt x="100297" y="167138"/>
                    <a:pt x="99892" y="165646"/>
                    <a:pt x="99083" y="164154"/>
                  </a:cubicBezTo>
                  <a:cubicBezTo>
                    <a:pt x="98678" y="163407"/>
                    <a:pt x="98273" y="162661"/>
                    <a:pt x="97464" y="161915"/>
                  </a:cubicBezTo>
                  <a:cubicBezTo>
                    <a:pt x="97059" y="161169"/>
                    <a:pt x="95845" y="159677"/>
                    <a:pt x="95036" y="158184"/>
                  </a:cubicBezTo>
                  <a:cubicBezTo>
                    <a:pt x="94631" y="156692"/>
                    <a:pt x="93821" y="155200"/>
                    <a:pt x="93417" y="153707"/>
                  </a:cubicBezTo>
                  <a:cubicBezTo>
                    <a:pt x="92607" y="152215"/>
                    <a:pt x="91393" y="150723"/>
                    <a:pt x="89774" y="148484"/>
                  </a:cubicBezTo>
                  <a:cubicBezTo>
                    <a:pt x="89369" y="147738"/>
                    <a:pt x="88965" y="146992"/>
                    <a:pt x="88965" y="145500"/>
                  </a:cubicBezTo>
                  <a:lnTo>
                    <a:pt x="87346" y="142515"/>
                  </a:lnTo>
                  <a:cubicBezTo>
                    <a:pt x="87346" y="141769"/>
                    <a:pt x="86941" y="141769"/>
                    <a:pt x="86941" y="141769"/>
                  </a:cubicBezTo>
                  <a:cubicBezTo>
                    <a:pt x="86941" y="141023"/>
                    <a:pt x="86536" y="141023"/>
                    <a:pt x="86536" y="141023"/>
                  </a:cubicBezTo>
                  <a:cubicBezTo>
                    <a:pt x="85727" y="140277"/>
                    <a:pt x="85322" y="139531"/>
                    <a:pt x="84917" y="138784"/>
                  </a:cubicBezTo>
                  <a:cubicBezTo>
                    <a:pt x="84108" y="135800"/>
                    <a:pt x="82894" y="133561"/>
                    <a:pt x="81679" y="132069"/>
                  </a:cubicBezTo>
                  <a:lnTo>
                    <a:pt x="80060" y="129084"/>
                  </a:lnTo>
                  <a:lnTo>
                    <a:pt x="79656" y="129084"/>
                  </a:lnTo>
                  <a:lnTo>
                    <a:pt x="79251" y="128338"/>
                  </a:lnTo>
                  <a:cubicBezTo>
                    <a:pt x="78442" y="125354"/>
                    <a:pt x="77227" y="123115"/>
                    <a:pt x="76013" y="121623"/>
                  </a:cubicBezTo>
                  <a:cubicBezTo>
                    <a:pt x="75204" y="120877"/>
                    <a:pt x="74394" y="120131"/>
                    <a:pt x="73585" y="118638"/>
                  </a:cubicBezTo>
                  <a:cubicBezTo>
                    <a:pt x="73180" y="117146"/>
                    <a:pt x="72775" y="114907"/>
                    <a:pt x="71966" y="113415"/>
                  </a:cubicBezTo>
                  <a:cubicBezTo>
                    <a:pt x="71156" y="111923"/>
                    <a:pt x="70347" y="111177"/>
                    <a:pt x="69133" y="109684"/>
                  </a:cubicBezTo>
                  <a:cubicBezTo>
                    <a:pt x="68728" y="108938"/>
                    <a:pt x="68728" y="108938"/>
                    <a:pt x="68323" y="108938"/>
                  </a:cubicBezTo>
                  <a:cubicBezTo>
                    <a:pt x="67514" y="105954"/>
                    <a:pt x="66704" y="103715"/>
                    <a:pt x="65490" y="102223"/>
                  </a:cubicBezTo>
                  <a:cubicBezTo>
                    <a:pt x="65085" y="101477"/>
                    <a:pt x="64681" y="101477"/>
                    <a:pt x="63871" y="100731"/>
                  </a:cubicBezTo>
                  <a:lnTo>
                    <a:pt x="63062" y="99238"/>
                  </a:lnTo>
                  <a:cubicBezTo>
                    <a:pt x="62657" y="97000"/>
                    <a:pt x="61848" y="95508"/>
                    <a:pt x="60633" y="94015"/>
                  </a:cubicBezTo>
                  <a:cubicBezTo>
                    <a:pt x="59824" y="93269"/>
                    <a:pt x="59014" y="91031"/>
                    <a:pt x="57800" y="89538"/>
                  </a:cubicBezTo>
                  <a:cubicBezTo>
                    <a:pt x="57800" y="88792"/>
                    <a:pt x="57396" y="88792"/>
                    <a:pt x="57396" y="88792"/>
                  </a:cubicBezTo>
                  <a:lnTo>
                    <a:pt x="56991" y="88046"/>
                  </a:lnTo>
                  <a:lnTo>
                    <a:pt x="57396" y="87300"/>
                  </a:lnTo>
                  <a:cubicBezTo>
                    <a:pt x="58610" y="85061"/>
                    <a:pt x="59419" y="82077"/>
                    <a:pt x="60229" y="79092"/>
                  </a:cubicBezTo>
                  <a:lnTo>
                    <a:pt x="60633" y="79092"/>
                  </a:lnTo>
                  <a:cubicBezTo>
                    <a:pt x="61848" y="78346"/>
                    <a:pt x="62657" y="77600"/>
                    <a:pt x="63871" y="76854"/>
                  </a:cubicBezTo>
                  <a:cubicBezTo>
                    <a:pt x="64276" y="76108"/>
                    <a:pt x="64681" y="76108"/>
                    <a:pt x="65490" y="75361"/>
                  </a:cubicBezTo>
                  <a:cubicBezTo>
                    <a:pt x="66704" y="73123"/>
                    <a:pt x="67919" y="70884"/>
                    <a:pt x="69133" y="67900"/>
                  </a:cubicBezTo>
                  <a:lnTo>
                    <a:pt x="69537" y="67154"/>
                  </a:lnTo>
                  <a:cubicBezTo>
                    <a:pt x="70347" y="66408"/>
                    <a:pt x="71156" y="66408"/>
                    <a:pt x="71966" y="66408"/>
                  </a:cubicBezTo>
                  <a:cubicBezTo>
                    <a:pt x="73585" y="65661"/>
                    <a:pt x="74799" y="64169"/>
                    <a:pt x="76013" y="61931"/>
                  </a:cubicBezTo>
                  <a:cubicBezTo>
                    <a:pt x="76823" y="60438"/>
                    <a:pt x="78037" y="58946"/>
                    <a:pt x="79251" y="56708"/>
                  </a:cubicBezTo>
                  <a:lnTo>
                    <a:pt x="79656" y="56708"/>
                  </a:lnTo>
                  <a:cubicBezTo>
                    <a:pt x="80060" y="55961"/>
                    <a:pt x="80465" y="55961"/>
                    <a:pt x="81275" y="55961"/>
                  </a:cubicBezTo>
                  <a:cubicBezTo>
                    <a:pt x="82894" y="55215"/>
                    <a:pt x="84513" y="53723"/>
                    <a:pt x="86131" y="51484"/>
                  </a:cubicBezTo>
                  <a:cubicBezTo>
                    <a:pt x="86131" y="50738"/>
                    <a:pt x="86536" y="50738"/>
                    <a:pt x="86536" y="50738"/>
                  </a:cubicBezTo>
                  <a:cubicBezTo>
                    <a:pt x="86941" y="50738"/>
                    <a:pt x="86941" y="50738"/>
                    <a:pt x="86941" y="49992"/>
                  </a:cubicBezTo>
                  <a:cubicBezTo>
                    <a:pt x="87346" y="49246"/>
                    <a:pt x="88155" y="48500"/>
                    <a:pt x="88560" y="47008"/>
                  </a:cubicBezTo>
                  <a:lnTo>
                    <a:pt x="89369" y="47008"/>
                  </a:lnTo>
                  <a:cubicBezTo>
                    <a:pt x="90583" y="47008"/>
                    <a:pt x="91798" y="46261"/>
                    <a:pt x="93012" y="46261"/>
                  </a:cubicBezTo>
                  <a:cubicBezTo>
                    <a:pt x="94631" y="44769"/>
                    <a:pt x="95845" y="44023"/>
                    <a:pt x="97059" y="41785"/>
                  </a:cubicBezTo>
                  <a:cubicBezTo>
                    <a:pt x="97464" y="41038"/>
                    <a:pt x="97869" y="41038"/>
                    <a:pt x="98678" y="40292"/>
                  </a:cubicBezTo>
                  <a:lnTo>
                    <a:pt x="99083" y="39546"/>
                  </a:lnTo>
                  <a:cubicBezTo>
                    <a:pt x="101107" y="40292"/>
                    <a:pt x="103535" y="39546"/>
                    <a:pt x="105559" y="38054"/>
                  </a:cubicBezTo>
                  <a:cubicBezTo>
                    <a:pt x="106368" y="37308"/>
                    <a:pt x="107178" y="36561"/>
                    <a:pt x="108392" y="35069"/>
                  </a:cubicBezTo>
                  <a:lnTo>
                    <a:pt x="110011" y="33577"/>
                  </a:lnTo>
                  <a:cubicBezTo>
                    <a:pt x="110820" y="33577"/>
                    <a:pt x="111630" y="34323"/>
                    <a:pt x="112439" y="34323"/>
                  </a:cubicBezTo>
                  <a:cubicBezTo>
                    <a:pt x="113248" y="34323"/>
                    <a:pt x="114058" y="33577"/>
                    <a:pt x="115272" y="33577"/>
                  </a:cubicBezTo>
                  <a:cubicBezTo>
                    <a:pt x="116486" y="32831"/>
                    <a:pt x="117296" y="32085"/>
                    <a:pt x="118510" y="31338"/>
                  </a:cubicBezTo>
                  <a:cubicBezTo>
                    <a:pt x="119319" y="31338"/>
                    <a:pt x="119724" y="30592"/>
                    <a:pt x="120129" y="30592"/>
                  </a:cubicBezTo>
                  <a:cubicBezTo>
                    <a:pt x="120534" y="29846"/>
                    <a:pt x="120534" y="29846"/>
                    <a:pt x="121343" y="29846"/>
                  </a:cubicBezTo>
                  <a:cubicBezTo>
                    <a:pt x="121748" y="30592"/>
                    <a:pt x="122153" y="30592"/>
                    <a:pt x="122962" y="30592"/>
                  </a:cubicBezTo>
                  <a:cubicBezTo>
                    <a:pt x="123771" y="31338"/>
                    <a:pt x="124581" y="31338"/>
                    <a:pt x="125390" y="31338"/>
                  </a:cubicBezTo>
                  <a:cubicBezTo>
                    <a:pt x="126200" y="31338"/>
                    <a:pt x="127009" y="30592"/>
                    <a:pt x="128224" y="30592"/>
                  </a:cubicBezTo>
                  <a:cubicBezTo>
                    <a:pt x="129033" y="29846"/>
                    <a:pt x="129842" y="29100"/>
                    <a:pt x="130652" y="29100"/>
                  </a:cubicBezTo>
                  <a:cubicBezTo>
                    <a:pt x="131461" y="29100"/>
                    <a:pt x="131866" y="28354"/>
                    <a:pt x="132271" y="28354"/>
                  </a:cubicBezTo>
                  <a:lnTo>
                    <a:pt x="132676" y="28354"/>
                  </a:lnTo>
                  <a:cubicBezTo>
                    <a:pt x="133485" y="29100"/>
                    <a:pt x="133890" y="29100"/>
                    <a:pt x="134699" y="29100"/>
                  </a:cubicBezTo>
                  <a:cubicBezTo>
                    <a:pt x="135104" y="32831"/>
                    <a:pt x="135104" y="37308"/>
                    <a:pt x="135509" y="41785"/>
                  </a:cubicBezTo>
                  <a:close/>
                  <a:moveTo>
                    <a:pt x="59014" y="98492"/>
                  </a:moveTo>
                  <a:cubicBezTo>
                    <a:pt x="59419" y="97000"/>
                    <a:pt x="59419" y="95508"/>
                    <a:pt x="59824" y="94015"/>
                  </a:cubicBezTo>
                  <a:lnTo>
                    <a:pt x="62252" y="98492"/>
                  </a:lnTo>
                  <a:cubicBezTo>
                    <a:pt x="63466" y="100731"/>
                    <a:pt x="63466" y="105208"/>
                    <a:pt x="62252" y="107446"/>
                  </a:cubicBezTo>
                  <a:cubicBezTo>
                    <a:pt x="61038" y="110431"/>
                    <a:pt x="59824" y="113415"/>
                    <a:pt x="59014" y="116400"/>
                  </a:cubicBezTo>
                  <a:cubicBezTo>
                    <a:pt x="58610" y="116400"/>
                    <a:pt x="58610" y="117146"/>
                    <a:pt x="58610" y="117146"/>
                  </a:cubicBezTo>
                  <a:cubicBezTo>
                    <a:pt x="58205" y="117892"/>
                    <a:pt x="58205" y="118638"/>
                    <a:pt x="58205" y="119384"/>
                  </a:cubicBezTo>
                  <a:cubicBezTo>
                    <a:pt x="57396" y="117892"/>
                    <a:pt x="56586" y="117146"/>
                    <a:pt x="56181" y="116400"/>
                  </a:cubicBezTo>
                  <a:cubicBezTo>
                    <a:pt x="53753" y="111923"/>
                    <a:pt x="54562" y="109684"/>
                    <a:pt x="56181" y="105208"/>
                  </a:cubicBezTo>
                  <a:cubicBezTo>
                    <a:pt x="56586" y="104461"/>
                    <a:pt x="56586" y="103715"/>
                    <a:pt x="56991" y="102969"/>
                  </a:cubicBezTo>
                  <a:cubicBezTo>
                    <a:pt x="57396" y="102223"/>
                    <a:pt x="57800" y="101477"/>
                    <a:pt x="58205" y="99984"/>
                  </a:cubicBezTo>
                  <a:cubicBezTo>
                    <a:pt x="58610" y="98492"/>
                    <a:pt x="59014" y="99238"/>
                    <a:pt x="59014" y="98492"/>
                  </a:cubicBezTo>
                  <a:close/>
                  <a:moveTo>
                    <a:pt x="56181" y="99984"/>
                  </a:moveTo>
                  <a:cubicBezTo>
                    <a:pt x="55777" y="100731"/>
                    <a:pt x="54967" y="102969"/>
                    <a:pt x="54562" y="103715"/>
                  </a:cubicBezTo>
                  <a:cubicBezTo>
                    <a:pt x="54158" y="104461"/>
                    <a:pt x="53753" y="106700"/>
                    <a:pt x="53348" y="108192"/>
                  </a:cubicBezTo>
                  <a:cubicBezTo>
                    <a:pt x="52943" y="109684"/>
                    <a:pt x="52943" y="108938"/>
                    <a:pt x="52943" y="110431"/>
                  </a:cubicBezTo>
                  <a:cubicBezTo>
                    <a:pt x="52134" y="108938"/>
                    <a:pt x="50920" y="107446"/>
                    <a:pt x="50110" y="105208"/>
                  </a:cubicBezTo>
                  <a:cubicBezTo>
                    <a:pt x="49706" y="105208"/>
                    <a:pt x="49706" y="104461"/>
                    <a:pt x="49706" y="102969"/>
                  </a:cubicBezTo>
                  <a:cubicBezTo>
                    <a:pt x="49706" y="101477"/>
                    <a:pt x="50110" y="102223"/>
                    <a:pt x="50515" y="102223"/>
                  </a:cubicBezTo>
                  <a:cubicBezTo>
                    <a:pt x="51729" y="99238"/>
                    <a:pt x="52943" y="96254"/>
                    <a:pt x="54158" y="92523"/>
                  </a:cubicBezTo>
                  <a:lnTo>
                    <a:pt x="54562" y="91777"/>
                  </a:lnTo>
                  <a:lnTo>
                    <a:pt x="56181" y="90284"/>
                  </a:lnTo>
                  <a:cubicBezTo>
                    <a:pt x="56586" y="89538"/>
                    <a:pt x="56586" y="89538"/>
                    <a:pt x="57396" y="89538"/>
                  </a:cubicBezTo>
                  <a:cubicBezTo>
                    <a:pt x="59014" y="93269"/>
                    <a:pt x="57800" y="96254"/>
                    <a:pt x="56181" y="99984"/>
                  </a:cubicBezTo>
                  <a:close/>
                  <a:moveTo>
                    <a:pt x="78037" y="263392"/>
                  </a:moveTo>
                  <a:cubicBezTo>
                    <a:pt x="78037" y="264138"/>
                    <a:pt x="78037" y="265630"/>
                    <a:pt x="78442" y="266377"/>
                  </a:cubicBezTo>
                  <a:cubicBezTo>
                    <a:pt x="78037" y="267869"/>
                    <a:pt x="78037" y="270107"/>
                    <a:pt x="78037" y="271600"/>
                  </a:cubicBezTo>
                  <a:cubicBezTo>
                    <a:pt x="78037" y="271600"/>
                    <a:pt x="77632" y="271600"/>
                    <a:pt x="77632" y="270854"/>
                  </a:cubicBezTo>
                  <a:cubicBezTo>
                    <a:pt x="76418" y="270854"/>
                    <a:pt x="75608" y="270107"/>
                    <a:pt x="75204" y="268615"/>
                  </a:cubicBezTo>
                  <a:cubicBezTo>
                    <a:pt x="74799" y="267123"/>
                    <a:pt x="74799" y="267869"/>
                    <a:pt x="74799" y="267123"/>
                  </a:cubicBezTo>
                  <a:cubicBezTo>
                    <a:pt x="74799" y="264884"/>
                    <a:pt x="74394" y="262646"/>
                    <a:pt x="74394" y="260407"/>
                  </a:cubicBezTo>
                  <a:cubicBezTo>
                    <a:pt x="74394" y="258915"/>
                    <a:pt x="73989" y="256677"/>
                    <a:pt x="73989" y="255184"/>
                  </a:cubicBezTo>
                  <a:cubicBezTo>
                    <a:pt x="73989" y="253692"/>
                    <a:pt x="73585" y="251454"/>
                    <a:pt x="73180" y="249961"/>
                  </a:cubicBezTo>
                  <a:lnTo>
                    <a:pt x="73989" y="249961"/>
                  </a:lnTo>
                  <a:cubicBezTo>
                    <a:pt x="75204" y="249215"/>
                    <a:pt x="76823" y="249961"/>
                    <a:pt x="78037" y="250707"/>
                  </a:cubicBezTo>
                  <a:lnTo>
                    <a:pt x="78442" y="251454"/>
                  </a:lnTo>
                  <a:cubicBezTo>
                    <a:pt x="77632" y="255930"/>
                    <a:pt x="77632" y="259661"/>
                    <a:pt x="78037" y="263392"/>
                  </a:cubicBezTo>
                  <a:close/>
                  <a:moveTo>
                    <a:pt x="58610" y="252946"/>
                  </a:moveTo>
                  <a:cubicBezTo>
                    <a:pt x="58205" y="252200"/>
                    <a:pt x="58205" y="251454"/>
                    <a:pt x="58205" y="250707"/>
                  </a:cubicBezTo>
                  <a:lnTo>
                    <a:pt x="58610" y="250707"/>
                  </a:lnTo>
                  <a:cubicBezTo>
                    <a:pt x="59014" y="250707"/>
                    <a:pt x="59014" y="249961"/>
                    <a:pt x="59419" y="249961"/>
                  </a:cubicBezTo>
                  <a:cubicBezTo>
                    <a:pt x="60633" y="249961"/>
                    <a:pt x="61443" y="249961"/>
                    <a:pt x="62657" y="250707"/>
                  </a:cubicBezTo>
                  <a:cubicBezTo>
                    <a:pt x="65895" y="253692"/>
                    <a:pt x="64681" y="261154"/>
                    <a:pt x="65895" y="267869"/>
                  </a:cubicBezTo>
                  <a:cubicBezTo>
                    <a:pt x="66300" y="268615"/>
                    <a:pt x="66300" y="270107"/>
                    <a:pt x="66704" y="270854"/>
                  </a:cubicBezTo>
                  <a:lnTo>
                    <a:pt x="65895" y="270854"/>
                  </a:lnTo>
                  <a:cubicBezTo>
                    <a:pt x="64681" y="271600"/>
                    <a:pt x="63871" y="271600"/>
                    <a:pt x="62657" y="270854"/>
                  </a:cubicBezTo>
                  <a:cubicBezTo>
                    <a:pt x="61848" y="270854"/>
                    <a:pt x="60633" y="270107"/>
                    <a:pt x="60229" y="268615"/>
                  </a:cubicBezTo>
                  <a:cubicBezTo>
                    <a:pt x="60229" y="267869"/>
                    <a:pt x="60229" y="267123"/>
                    <a:pt x="59824" y="267123"/>
                  </a:cubicBezTo>
                  <a:cubicBezTo>
                    <a:pt x="59419" y="265630"/>
                    <a:pt x="59419" y="263392"/>
                    <a:pt x="59419" y="260407"/>
                  </a:cubicBezTo>
                  <a:lnTo>
                    <a:pt x="59419" y="258915"/>
                  </a:lnTo>
                  <a:close/>
                  <a:moveTo>
                    <a:pt x="43230" y="252946"/>
                  </a:moveTo>
                  <a:cubicBezTo>
                    <a:pt x="43230" y="252200"/>
                    <a:pt x="42825" y="251454"/>
                    <a:pt x="42825" y="250707"/>
                  </a:cubicBezTo>
                  <a:lnTo>
                    <a:pt x="43230" y="250707"/>
                  </a:lnTo>
                  <a:cubicBezTo>
                    <a:pt x="43635" y="250707"/>
                    <a:pt x="44039" y="249961"/>
                    <a:pt x="44444" y="249961"/>
                  </a:cubicBezTo>
                  <a:cubicBezTo>
                    <a:pt x="50920" y="249961"/>
                    <a:pt x="49301" y="258169"/>
                    <a:pt x="50515" y="265630"/>
                  </a:cubicBezTo>
                  <a:cubicBezTo>
                    <a:pt x="50515" y="266377"/>
                    <a:pt x="50515" y="267123"/>
                    <a:pt x="50920" y="268615"/>
                  </a:cubicBezTo>
                  <a:cubicBezTo>
                    <a:pt x="51325" y="269361"/>
                    <a:pt x="51325" y="270107"/>
                    <a:pt x="51325" y="271600"/>
                  </a:cubicBezTo>
                  <a:lnTo>
                    <a:pt x="50515" y="271600"/>
                  </a:lnTo>
                  <a:cubicBezTo>
                    <a:pt x="47277" y="272346"/>
                    <a:pt x="46063" y="271600"/>
                    <a:pt x="45254" y="269361"/>
                  </a:cubicBezTo>
                  <a:cubicBezTo>
                    <a:pt x="45254" y="268615"/>
                    <a:pt x="44849" y="268615"/>
                    <a:pt x="44849" y="267869"/>
                  </a:cubicBezTo>
                  <a:cubicBezTo>
                    <a:pt x="44849" y="267123"/>
                    <a:pt x="44444" y="264884"/>
                    <a:pt x="44444" y="263392"/>
                  </a:cubicBezTo>
                  <a:lnTo>
                    <a:pt x="44444" y="261154"/>
                  </a:lnTo>
                  <a:cubicBezTo>
                    <a:pt x="44039" y="258169"/>
                    <a:pt x="43635" y="255184"/>
                    <a:pt x="43230" y="252946"/>
                  </a:cubicBezTo>
                  <a:close/>
                  <a:moveTo>
                    <a:pt x="20970" y="252946"/>
                  </a:moveTo>
                  <a:cubicBezTo>
                    <a:pt x="20970" y="252200"/>
                    <a:pt x="20565" y="251454"/>
                    <a:pt x="20565" y="250707"/>
                  </a:cubicBezTo>
                  <a:lnTo>
                    <a:pt x="20970" y="250707"/>
                  </a:lnTo>
                  <a:cubicBezTo>
                    <a:pt x="21374" y="250707"/>
                    <a:pt x="21779" y="249961"/>
                    <a:pt x="22184" y="249961"/>
                  </a:cubicBezTo>
                  <a:cubicBezTo>
                    <a:pt x="25826" y="249961"/>
                    <a:pt x="27041" y="252946"/>
                    <a:pt x="27445" y="256677"/>
                  </a:cubicBezTo>
                  <a:lnTo>
                    <a:pt x="28660" y="267869"/>
                  </a:lnTo>
                  <a:lnTo>
                    <a:pt x="28660" y="268615"/>
                  </a:lnTo>
                  <a:cubicBezTo>
                    <a:pt x="29064" y="269361"/>
                    <a:pt x="29064" y="270107"/>
                    <a:pt x="29064" y="270854"/>
                  </a:cubicBezTo>
                  <a:lnTo>
                    <a:pt x="27445" y="270854"/>
                  </a:lnTo>
                  <a:cubicBezTo>
                    <a:pt x="22993" y="271600"/>
                    <a:pt x="22993" y="269361"/>
                    <a:pt x="22184" y="261900"/>
                  </a:cubicBezTo>
                  <a:lnTo>
                    <a:pt x="22184" y="261154"/>
                  </a:lnTo>
                  <a:cubicBezTo>
                    <a:pt x="21779" y="258169"/>
                    <a:pt x="21374" y="255184"/>
                    <a:pt x="20970" y="252946"/>
                  </a:cubicBezTo>
                  <a:close/>
                  <a:moveTo>
                    <a:pt x="28660" y="252946"/>
                  </a:moveTo>
                  <a:cubicBezTo>
                    <a:pt x="28660" y="252200"/>
                    <a:pt x="28255" y="251454"/>
                    <a:pt x="28255" y="250707"/>
                  </a:cubicBezTo>
                  <a:lnTo>
                    <a:pt x="28660" y="250707"/>
                  </a:lnTo>
                  <a:cubicBezTo>
                    <a:pt x="29874" y="249961"/>
                    <a:pt x="31088" y="250707"/>
                    <a:pt x="32302" y="251454"/>
                  </a:cubicBezTo>
                  <a:cubicBezTo>
                    <a:pt x="33112" y="251454"/>
                    <a:pt x="33516" y="252200"/>
                    <a:pt x="33921" y="252946"/>
                  </a:cubicBezTo>
                  <a:cubicBezTo>
                    <a:pt x="35540" y="256677"/>
                    <a:pt x="34731" y="263392"/>
                    <a:pt x="35945" y="268615"/>
                  </a:cubicBezTo>
                  <a:lnTo>
                    <a:pt x="35945" y="269361"/>
                  </a:lnTo>
                  <a:cubicBezTo>
                    <a:pt x="36349" y="270107"/>
                    <a:pt x="36349" y="270854"/>
                    <a:pt x="36349" y="271600"/>
                  </a:cubicBezTo>
                  <a:lnTo>
                    <a:pt x="35945" y="271600"/>
                  </a:lnTo>
                  <a:cubicBezTo>
                    <a:pt x="35135" y="271600"/>
                    <a:pt x="34326" y="272346"/>
                    <a:pt x="33921" y="272346"/>
                  </a:cubicBezTo>
                  <a:cubicBezTo>
                    <a:pt x="33516" y="272346"/>
                    <a:pt x="32707" y="272346"/>
                    <a:pt x="32302" y="271600"/>
                  </a:cubicBezTo>
                  <a:cubicBezTo>
                    <a:pt x="29874" y="270854"/>
                    <a:pt x="29874" y="267869"/>
                    <a:pt x="29469" y="261154"/>
                  </a:cubicBezTo>
                  <a:cubicBezTo>
                    <a:pt x="29469" y="258169"/>
                    <a:pt x="29064" y="255184"/>
                    <a:pt x="28660" y="252946"/>
                  </a:cubicBezTo>
                  <a:close/>
                  <a:moveTo>
                    <a:pt x="35945" y="252946"/>
                  </a:moveTo>
                  <a:cubicBezTo>
                    <a:pt x="35540" y="252200"/>
                    <a:pt x="35540" y="251454"/>
                    <a:pt x="35540" y="250707"/>
                  </a:cubicBezTo>
                  <a:lnTo>
                    <a:pt x="35945" y="250707"/>
                  </a:lnTo>
                  <a:cubicBezTo>
                    <a:pt x="37159" y="249961"/>
                    <a:pt x="38373" y="250707"/>
                    <a:pt x="39587" y="251454"/>
                  </a:cubicBezTo>
                  <a:cubicBezTo>
                    <a:pt x="39992" y="251454"/>
                    <a:pt x="40397" y="252200"/>
                    <a:pt x="41206" y="252200"/>
                  </a:cubicBezTo>
                  <a:cubicBezTo>
                    <a:pt x="41611" y="252946"/>
                    <a:pt x="41611" y="254438"/>
                    <a:pt x="42016" y="255184"/>
                  </a:cubicBezTo>
                  <a:cubicBezTo>
                    <a:pt x="42420" y="258915"/>
                    <a:pt x="42420" y="264138"/>
                    <a:pt x="43230" y="268615"/>
                  </a:cubicBezTo>
                  <a:cubicBezTo>
                    <a:pt x="43635" y="269361"/>
                    <a:pt x="43635" y="270854"/>
                    <a:pt x="44039" y="271600"/>
                  </a:cubicBezTo>
                  <a:lnTo>
                    <a:pt x="43230" y="271600"/>
                  </a:lnTo>
                  <a:cubicBezTo>
                    <a:pt x="42825" y="271600"/>
                    <a:pt x="42420" y="271600"/>
                    <a:pt x="42016" y="272346"/>
                  </a:cubicBezTo>
                  <a:lnTo>
                    <a:pt x="41206" y="272346"/>
                  </a:lnTo>
                  <a:cubicBezTo>
                    <a:pt x="40801" y="272346"/>
                    <a:pt x="40397" y="272346"/>
                    <a:pt x="39587" y="271600"/>
                  </a:cubicBezTo>
                  <a:cubicBezTo>
                    <a:pt x="37159" y="270854"/>
                    <a:pt x="37159" y="267869"/>
                    <a:pt x="36754" y="261154"/>
                  </a:cubicBezTo>
                  <a:cubicBezTo>
                    <a:pt x="36754" y="258169"/>
                    <a:pt x="36349" y="255184"/>
                    <a:pt x="35945" y="252946"/>
                  </a:cubicBezTo>
                  <a:close/>
                  <a:moveTo>
                    <a:pt x="50515" y="250707"/>
                  </a:moveTo>
                  <a:cubicBezTo>
                    <a:pt x="51729" y="249215"/>
                    <a:pt x="53348" y="249961"/>
                    <a:pt x="54562" y="250707"/>
                  </a:cubicBezTo>
                  <a:cubicBezTo>
                    <a:pt x="55372" y="250707"/>
                    <a:pt x="55777" y="251454"/>
                    <a:pt x="56181" y="252946"/>
                  </a:cubicBezTo>
                  <a:cubicBezTo>
                    <a:pt x="57800" y="256677"/>
                    <a:pt x="56991" y="262646"/>
                    <a:pt x="58205" y="267869"/>
                  </a:cubicBezTo>
                  <a:cubicBezTo>
                    <a:pt x="58205" y="268615"/>
                    <a:pt x="58610" y="270107"/>
                    <a:pt x="58610" y="270854"/>
                  </a:cubicBezTo>
                  <a:lnTo>
                    <a:pt x="58205" y="270854"/>
                  </a:lnTo>
                  <a:cubicBezTo>
                    <a:pt x="57396" y="270854"/>
                    <a:pt x="56586" y="271600"/>
                    <a:pt x="56181" y="271600"/>
                  </a:cubicBezTo>
                  <a:cubicBezTo>
                    <a:pt x="55777" y="271600"/>
                    <a:pt x="54967" y="271600"/>
                    <a:pt x="54562" y="270854"/>
                  </a:cubicBezTo>
                  <a:cubicBezTo>
                    <a:pt x="53753" y="270854"/>
                    <a:pt x="52943" y="270107"/>
                    <a:pt x="52943" y="268615"/>
                  </a:cubicBezTo>
                  <a:cubicBezTo>
                    <a:pt x="52539" y="267869"/>
                    <a:pt x="52539" y="267869"/>
                    <a:pt x="52539" y="267123"/>
                  </a:cubicBezTo>
                  <a:cubicBezTo>
                    <a:pt x="52539" y="264884"/>
                    <a:pt x="52134" y="262646"/>
                    <a:pt x="52134" y="260407"/>
                  </a:cubicBezTo>
                  <a:cubicBezTo>
                    <a:pt x="51729" y="257423"/>
                    <a:pt x="51325" y="253692"/>
                    <a:pt x="50515" y="250707"/>
                  </a:cubicBezTo>
                  <a:close/>
                  <a:moveTo>
                    <a:pt x="65895" y="252946"/>
                  </a:moveTo>
                  <a:cubicBezTo>
                    <a:pt x="65895" y="252200"/>
                    <a:pt x="65490" y="251454"/>
                    <a:pt x="65490" y="250707"/>
                  </a:cubicBezTo>
                  <a:lnTo>
                    <a:pt x="65895" y="250707"/>
                  </a:lnTo>
                  <a:cubicBezTo>
                    <a:pt x="66300" y="249961"/>
                    <a:pt x="66704" y="249961"/>
                    <a:pt x="67514" y="249961"/>
                  </a:cubicBezTo>
                  <a:cubicBezTo>
                    <a:pt x="69133" y="249215"/>
                    <a:pt x="70347" y="250707"/>
                    <a:pt x="71156" y="252946"/>
                  </a:cubicBezTo>
                  <a:cubicBezTo>
                    <a:pt x="72775" y="255930"/>
                    <a:pt x="72371" y="262646"/>
                    <a:pt x="73585" y="268615"/>
                  </a:cubicBezTo>
                  <a:cubicBezTo>
                    <a:pt x="73585" y="269361"/>
                    <a:pt x="73989" y="269361"/>
                    <a:pt x="73989" y="270854"/>
                  </a:cubicBezTo>
                  <a:cubicBezTo>
                    <a:pt x="73989" y="270854"/>
                    <a:pt x="74394" y="270854"/>
                    <a:pt x="74394" y="271600"/>
                  </a:cubicBezTo>
                  <a:lnTo>
                    <a:pt x="73989" y="271600"/>
                  </a:lnTo>
                  <a:cubicBezTo>
                    <a:pt x="73180" y="271600"/>
                    <a:pt x="72371" y="272346"/>
                    <a:pt x="71156" y="272346"/>
                  </a:cubicBezTo>
                  <a:cubicBezTo>
                    <a:pt x="69942" y="272346"/>
                    <a:pt x="68728" y="271600"/>
                    <a:pt x="67919" y="269361"/>
                  </a:cubicBezTo>
                  <a:cubicBezTo>
                    <a:pt x="67919" y="268615"/>
                    <a:pt x="67514" y="268615"/>
                    <a:pt x="67514" y="267869"/>
                  </a:cubicBezTo>
                  <a:cubicBezTo>
                    <a:pt x="67109" y="267123"/>
                    <a:pt x="67109" y="265630"/>
                    <a:pt x="67109" y="264884"/>
                  </a:cubicBezTo>
                  <a:cubicBezTo>
                    <a:pt x="66704" y="264138"/>
                    <a:pt x="66704" y="262646"/>
                    <a:pt x="66704" y="261900"/>
                  </a:cubicBezTo>
                  <a:cubicBezTo>
                    <a:pt x="66704" y="258169"/>
                    <a:pt x="66300" y="255184"/>
                    <a:pt x="65895" y="252946"/>
                  </a:cubicBezTo>
                  <a:close/>
                  <a:moveTo>
                    <a:pt x="16518" y="250707"/>
                  </a:moveTo>
                  <a:lnTo>
                    <a:pt x="16922" y="250707"/>
                  </a:lnTo>
                  <a:cubicBezTo>
                    <a:pt x="17732" y="251454"/>
                    <a:pt x="18541" y="252946"/>
                    <a:pt x="19351" y="254438"/>
                  </a:cubicBezTo>
                  <a:cubicBezTo>
                    <a:pt x="20160" y="258169"/>
                    <a:pt x="19755" y="263392"/>
                    <a:pt x="20970" y="268615"/>
                  </a:cubicBezTo>
                  <a:cubicBezTo>
                    <a:pt x="20970" y="268615"/>
                    <a:pt x="20970" y="269361"/>
                    <a:pt x="21374" y="269361"/>
                  </a:cubicBezTo>
                  <a:cubicBezTo>
                    <a:pt x="21374" y="270107"/>
                    <a:pt x="21779" y="270854"/>
                    <a:pt x="21779" y="271600"/>
                  </a:cubicBezTo>
                  <a:lnTo>
                    <a:pt x="20970" y="271600"/>
                  </a:lnTo>
                  <a:cubicBezTo>
                    <a:pt x="20565" y="271600"/>
                    <a:pt x="19755" y="271600"/>
                    <a:pt x="19351" y="272346"/>
                  </a:cubicBezTo>
                  <a:cubicBezTo>
                    <a:pt x="18541" y="272346"/>
                    <a:pt x="17732" y="272346"/>
                    <a:pt x="16922" y="271600"/>
                  </a:cubicBezTo>
                  <a:lnTo>
                    <a:pt x="16518" y="271600"/>
                  </a:lnTo>
                  <a:cubicBezTo>
                    <a:pt x="16922" y="267123"/>
                    <a:pt x="16518" y="261900"/>
                    <a:pt x="15303" y="257423"/>
                  </a:cubicBezTo>
                  <a:cubicBezTo>
                    <a:pt x="16113" y="255184"/>
                    <a:pt x="16518" y="252946"/>
                    <a:pt x="16518" y="250707"/>
                  </a:cubicBezTo>
                  <a:close/>
                  <a:moveTo>
                    <a:pt x="65490" y="464107"/>
                  </a:moveTo>
                  <a:lnTo>
                    <a:pt x="65490" y="476046"/>
                  </a:lnTo>
                  <a:lnTo>
                    <a:pt x="65085" y="476046"/>
                  </a:lnTo>
                  <a:cubicBezTo>
                    <a:pt x="64276" y="475299"/>
                    <a:pt x="63062" y="474553"/>
                    <a:pt x="62252" y="473061"/>
                  </a:cubicBezTo>
                  <a:cubicBezTo>
                    <a:pt x="60633" y="471569"/>
                    <a:pt x="59824" y="469330"/>
                    <a:pt x="59014" y="466346"/>
                  </a:cubicBezTo>
                  <a:cubicBezTo>
                    <a:pt x="58205" y="461869"/>
                    <a:pt x="58205" y="457392"/>
                    <a:pt x="59014" y="453661"/>
                  </a:cubicBezTo>
                  <a:cubicBezTo>
                    <a:pt x="59419" y="450676"/>
                    <a:pt x="59824" y="446946"/>
                    <a:pt x="59419" y="443961"/>
                  </a:cubicBezTo>
                  <a:cubicBezTo>
                    <a:pt x="60229" y="444707"/>
                    <a:pt x="61443" y="445453"/>
                    <a:pt x="62252" y="446946"/>
                  </a:cubicBezTo>
                  <a:cubicBezTo>
                    <a:pt x="63466" y="448438"/>
                    <a:pt x="64681" y="451423"/>
                    <a:pt x="65490" y="453661"/>
                  </a:cubicBezTo>
                  <a:lnTo>
                    <a:pt x="65490" y="454407"/>
                  </a:lnTo>
                  <a:cubicBezTo>
                    <a:pt x="65895" y="457392"/>
                    <a:pt x="65895" y="460376"/>
                    <a:pt x="65490" y="464107"/>
                  </a:cubicBezTo>
                  <a:close/>
                  <a:moveTo>
                    <a:pt x="76013" y="487238"/>
                  </a:moveTo>
                  <a:lnTo>
                    <a:pt x="73585" y="485746"/>
                  </a:lnTo>
                  <a:lnTo>
                    <a:pt x="70752" y="482761"/>
                  </a:lnTo>
                  <a:cubicBezTo>
                    <a:pt x="65895" y="475299"/>
                    <a:pt x="69537" y="464853"/>
                    <a:pt x="68728" y="455899"/>
                  </a:cubicBezTo>
                  <a:cubicBezTo>
                    <a:pt x="69537" y="456646"/>
                    <a:pt x="69942" y="457392"/>
                    <a:pt x="70752" y="458138"/>
                  </a:cubicBezTo>
                  <a:cubicBezTo>
                    <a:pt x="71561" y="458884"/>
                    <a:pt x="72775" y="460376"/>
                    <a:pt x="73585" y="461123"/>
                  </a:cubicBezTo>
                  <a:cubicBezTo>
                    <a:pt x="74394" y="461869"/>
                    <a:pt x="74799" y="463361"/>
                    <a:pt x="75204" y="464107"/>
                  </a:cubicBezTo>
                  <a:cubicBezTo>
                    <a:pt x="76013" y="472315"/>
                    <a:pt x="74799" y="480523"/>
                    <a:pt x="76013" y="487238"/>
                  </a:cubicBezTo>
                  <a:close/>
                  <a:moveTo>
                    <a:pt x="86536" y="496938"/>
                  </a:moveTo>
                  <a:cubicBezTo>
                    <a:pt x="85322" y="496192"/>
                    <a:pt x="84108" y="495446"/>
                    <a:pt x="82894" y="493953"/>
                  </a:cubicBezTo>
                  <a:cubicBezTo>
                    <a:pt x="82489" y="493207"/>
                    <a:pt x="81679" y="493207"/>
                    <a:pt x="81275" y="492461"/>
                  </a:cubicBezTo>
                  <a:cubicBezTo>
                    <a:pt x="80870" y="492461"/>
                    <a:pt x="80870" y="492461"/>
                    <a:pt x="80870" y="491715"/>
                  </a:cubicBezTo>
                  <a:cubicBezTo>
                    <a:pt x="76013" y="484999"/>
                    <a:pt x="79251" y="474553"/>
                    <a:pt x="78037" y="466346"/>
                  </a:cubicBezTo>
                  <a:cubicBezTo>
                    <a:pt x="79251" y="467092"/>
                    <a:pt x="80060" y="467838"/>
                    <a:pt x="80870" y="468584"/>
                  </a:cubicBezTo>
                  <a:lnTo>
                    <a:pt x="81275" y="468584"/>
                  </a:lnTo>
                  <a:cubicBezTo>
                    <a:pt x="81679" y="469330"/>
                    <a:pt x="82489" y="469330"/>
                    <a:pt x="82894" y="470076"/>
                  </a:cubicBezTo>
                  <a:cubicBezTo>
                    <a:pt x="83703" y="470823"/>
                    <a:pt x="84513" y="472315"/>
                    <a:pt x="84917" y="473807"/>
                  </a:cubicBezTo>
                  <a:cubicBezTo>
                    <a:pt x="86536" y="482015"/>
                    <a:pt x="85727" y="490969"/>
                    <a:pt x="86536" y="496938"/>
                  </a:cubicBezTo>
                  <a:close/>
                  <a:moveTo>
                    <a:pt x="87750" y="471569"/>
                  </a:moveTo>
                  <a:lnTo>
                    <a:pt x="86941" y="471569"/>
                  </a:lnTo>
                  <a:cubicBezTo>
                    <a:pt x="85727" y="468584"/>
                    <a:pt x="84513" y="467092"/>
                    <a:pt x="82894" y="464853"/>
                  </a:cubicBezTo>
                  <a:cubicBezTo>
                    <a:pt x="82489" y="464107"/>
                    <a:pt x="82084" y="464107"/>
                    <a:pt x="81275" y="464107"/>
                  </a:cubicBezTo>
                  <a:lnTo>
                    <a:pt x="80870" y="464107"/>
                  </a:lnTo>
                  <a:lnTo>
                    <a:pt x="77227" y="461869"/>
                  </a:lnTo>
                  <a:lnTo>
                    <a:pt x="76823" y="461869"/>
                  </a:lnTo>
                  <a:cubicBezTo>
                    <a:pt x="76013" y="458884"/>
                    <a:pt x="74394" y="456646"/>
                    <a:pt x="73180" y="455153"/>
                  </a:cubicBezTo>
                  <a:cubicBezTo>
                    <a:pt x="72371" y="454407"/>
                    <a:pt x="71561" y="453661"/>
                    <a:pt x="70347" y="452915"/>
                  </a:cubicBezTo>
                  <a:cubicBezTo>
                    <a:pt x="69537" y="452169"/>
                    <a:pt x="68323" y="451423"/>
                    <a:pt x="67514" y="450676"/>
                  </a:cubicBezTo>
                  <a:lnTo>
                    <a:pt x="66704" y="447692"/>
                  </a:lnTo>
                  <a:lnTo>
                    <a:pt x="65085" y="444707"/>
                  </a:lnTo>
                  <a:cubicBezTo>
                    <a:pt x="64276" y="443215"/>
                    <a:pt x="63466" y="441723"/>
                    <a:pt x="61848" y="440230"/>
                  </a:cubicBezTo>
                  <a:cubicBezTo>
                    <a:pt x="60633" y="439484"/>
                    <a:pt x="59824" y="438738"/>
                    <a:pt x="58610" y="437246"/>
                  </a:cubicBezTo>
                  <a:lnTo>
                    <a:pt x="58610" y="436500"/>
                  </a:lnTo>
                  <a:lnTo>
                    <a:pt x="57800" y="433515"/>
                  </a:lnTo>
                  <a:cubicBezTo>
                    <a:pt x="58205" y="433515"/>
                    <a:pt x="58205" y="432769"/>
                    <a:pt x="58610" y="432769"/>
                  </a:cubicBezTo>
                  <a:cubicBezTo>
                    <a:pt x="59824" y="430530"/>
                    <a:pt x="61038" y="428292"/>
                    <a:pt x="61848" y="426053"/>
                  </a:cubicBezTo>
                  <a:lnTo>
                    <a:pt x="62657" y="424561"/>
                  </a:lnTo>
                  <a:cubicBezTo>
                    <a:pt x="63466" y="423815"/>
                    <a:pt x="64276" y="422323"/>
                    <a:pt x="65085" y="420830"/>
                  </a:cubicBezTo>
                  <a:cubicBezTo>
                    <a:pt x="65490" y="420084"/>
                    <a:pt x="65895" y="419338"/>
                    <a:pt x="66704" y="418592"/>
                  </a:cubicBezTo>
                  <a:cubicBezTo>
                    <a:pt x="67109" y="417100"/>
                    <a:pt x="67514" y="415607"/>
                    <a:pt x="68323" y="414861"/>
                  </a:cubicBezTo>
                  <a:cubicBezTo>
                    <a:pt x="69133" y="414115"/>
                    <a:pt x="69942" y="412623"/>
                    <a:pt x="70752" y="411130"/>
                  </a:cubicBezTo>
                  <a:cubicBezTo>
                    <a:pt x="71966" y="409638"/>
                    <a:pt x="72775" y="407400"/>
                    <a:pt x="73585" y="405161"/>
                  </a:cubicBezTo>
                  <a:cubicBezTo>
                    <a:pt x="73989" y="405161"/>
                    <a:pt x="73989" y="405161"/>
                    <a:pt x="73989" y="404415"/>
                  </a:cubicBezTo>
                  <a:cubicBezTo>
                    <a:pt x="75608" y="402923"/>
                    <a:pt x="76823" y="401430"/>
                    <a:pt x="77632" y="398446"/>
                  </a:cubicBezTo>
                  <a:cubicBezTo>
                    <a:pt x="78037" y="396953"/>
                    <a:pt x="78846" y="396207"/>
                    <a:pt x="79251" y="394715"/>
                  </a:cubicBezTo>
                  <a:cubicBezTo>
                    <a:pt x="80060" y="393969"/>
                    <a:pt x="80870" y="393223"/>
                    <a:pt x="81275" y="392476"/>
                  </a:cubicBezTo>
                  <a:cubicBezTo>
                    <a:pt x="81275" y="392476"/>
                    <a:pt x="81275" y="391730"/>
                    <a:pt x="81679" y="391730"/>
                  </a:cubicBezTo>
                  <a:lnTo>
                    <a:pt x="83298" y="388746"/>
                  </a:lnTo>
                  <a:cubicBezTo>
                    <a:pt x="84108" y="388000"/>
                    <a:pt x="84513" y="386507"/>
                    <a:pt x="84917" y="385015"/>
                  </a:cubicBezTo>
                  <a:cubicBezTo>
                    <a:pt x="86131" y="384269"/>
                    <a:pt x="87346" y="382030"/>
                    <a:pt x="88155" y="380538"/>
                  </a:cubicBezTo>
                  <a:cubicBezTo>
                    <a:pt x="88155" y="379792"/>
                    <a:pt x="88560" y="379792"/>
                    <a:pt x="88560" y="379792"/>
                  </a:cubicBezTo>
                  <a:cubicBezTo>
                    <a:pt x="88560" y="379792"/>
                    <a:pt x="88965" y="379046"/>
                    <a:pt x="88965" y="378300"/>
                  </a:cubicBezTo>
                  <a:lnTo>
                    <a:pt x="90179" y="376061"/>
                  </a:lnTo>
                  <a:lnTo>
                    <a:pt x="90583" y="375315"/>
                  </a:lnTo>
                  <a:lnTo>
                    <a:pt x="91393" y="373823"/>
                  </a:lnTo>
                  <a:cubicBezTo>
                    <a:pt x="92607" y="373076"/>
                    <a:pt x="93417" y="370092"/>
                    <a:pt x="95036" y="367107"/>
                  </a:cubicBezTo>
                  <a:lnTo>
                    <a:pt x="95036" y="366361"/>
                  </a:lnTo>
                  <a:lnTo>
                    <a:pt x="95440" y="366361"/>
                  </a:lnTo>
                  <a:cubicBezTo>
                    <a:pt x="97059" y="364869"/>
                    <a:pt x="98273" y="362630"/>
                    <a:pt x="99083" y="359646"/>
                  </a:cubicBezTo>
                  <a:cubicBezTo>
                    <a:pt x="99488" y="358900"/>
                    <a:pt x="99892" y="357407"/>
                    <a:pt x="100702" y="356661"/>
                  </a:cubicBezTo>
                  <a:cubicBezTo>
                    <a:pt x="101511" y="355915"/>
                    <a:pt x="101916" y="355169"/>
                    <a:pt x="102321" y="353677"/>
                  </a:cubicBezTo>
                  <a:cubicBezTo>
                    <a:pt x="102321" y="353677"/>
                    <a:pt x="102321" y="354423"/>
                    <a:pt x="102725" y="354423"/>
                  </a:cubicBezTo>
                  <a:cubicBezTo>
                    <a:pt x="103130" y="354423"/>
                    <a:pt x="103535" y="355169"/>
                    <a:pt x="104344" y="355915"/>
                  </a:cubicBezTo>
                  <a:cubicBezTo>
                    <a:pt x="105154" y="358153"/>
                    <a:pt x="106368" y="359646"/>
                    <a:pt x="107582" y="361138"/>
                  </a:cubicBezTo>
                  <a:cubicBezTo>
                    <a:pt x="108392" y="361884"/>
                    <a:pt x="108796" y="362630"/>
                    <a:pt x="109606" y="363376"/>
                  </a:cubicBezTo>
                  <a:cubicBezTo>
                    <a:pt x="110011" y="363376"/>
                    <a:pt x="110011" y="363376"/>
                    <a:pt x="110011" y="364123"/>
                  </a:cubicBezTo>
                  <a:cubicBezTo>
                    <a:pt x="110415" y="364123"/>
                    <a:pt x="110415" y="364869"/>
                    <a:pt x="110820" y="364869"/>
                  </a:cubicBezTo>
                  <a:cubicBezTo>
                    <a:pt x="111630" y="366361"/>
                    <a:pt x="112844" y="367853"/>
                    <a:pt x="114058" y="369346"/>
                  </a:cubicBezTo>
                  <a:cubicBezTo>
                    <a:pt x="114867" y="370092"/>
                    <a:pt x="115677" y="370838"/>
                    <a:pt x="116891" y="370838"/>
                  </a:cubicBezTo>
                  <a:cubicBezTo>
                    <a:pt x="117296" y="370838"/>
                    <a:pt x="117701" y="370838"/>
                    <a:pt x="118510" y="371584"/>
                  </a:cubicBezTo>
                  <a:cubicBezTo>
                    <a:pt x="118915" y="372330"/>
                    <a:pt x="119724" y="373076"/>
                    <a:pt x="120129" y="373823"/>
                  </a:cubicBezTo>
                  <a:cubicBezTo>
                    <a:pt x="120534" y="374569"/>
                    <a:pt x="121343" y="374569"/>
                    <a:pt x="121748" y="374569"/>
                  </a:cubicBezTo>
                  <a:cubicBezTo>
                    <a:pt x="122557" y="375315"/>
                    <a:pt x="123367" y="376061"/>
                    <a:pt x="124581" y="376061"/>
                  </a:cubicBezTo>
                  <a:lnTo>
                    <a:pt x="126200" y="376061"/>
                  </a:lnTo>
                  <a:lnTo>
                    <a:pt x="126605" y="376807"/>
                  </a:lnTo>
                  <a:cubicBezTo>
                    <a:pt x="127414" y="377553"/>
                    <a:pt x="128224" y="378300"/>
                    <a:pt x="129438" y="378300"/>
                  </a:cubicBezTo>
                  <a:cubicBezTo>
                    <a:pt x="129842" y="378300"/>
                    <a:pt x="131057" y="379046"/>
                    <a:pt x="131866" y="379046"/>
                  </a:cubicBezTo>
                  <a:lnTo>
                    <a:pt x="134295" y="379046"/>
                  </a:lnTo>
                  <a:cubicBezTo>
                    <a:pt x="135104" y="379792"/>
                    <a:pt x="135509" y="379792"/>
                    <a:pt x="136318" y="379792"/>
                  </a:cubicBezTo>
                  <a:cubicBezTo>
                    <a:pt x="135913" y="384269"/>
                    <a:pt x="135913" y="388746"/>
                    <a:pt x="136318" y="393223"/>
                  </a:cubicBezTo>
                  <a:cubicBezTo>
                    <a:pt x="135913" y="397700"/>
                    <a:pt x="135913" y="402923"/>
                    <a:pt x="136318" y="407400"/>
                  </a:cubicBezTo>
                  <a:cubicBezTo>
                    <a:pt x="135509" y="411876"/>
                    <a:pt x="135509" y="417100"/>
                    <a:pt x="136318" y="421576"/>
                  </a:cubicBezTo>
                  <a:cubicBezTo>
                    <a:pt x="135509" y="426053"/>
                    <a:pt x="135509" y="430530"/>
                    <a:pt x="136318" y="435007"/>
                  </a:cubicBezTo>
                  <a:cubicBezTo>
                    <a:pt x="135913" y="439484"/>
                    <a:pt x="135913" y="444707"/>
                    <a:pt x="136318" y="449184"/>
                  </a:cubicBezTo>
                  <a:cubicBezTo>
                    <a:pt x="135509" y="453661"/>
                    <a:pt x="135509" y="458884"/>
                    <a:pt x="136318" y="463361"/>
                  </a:cubicBezTo>
                  <a:cubicBezTo>
                    <a:pt x="135509" y="467838"/>
                    <a:pt x="135509" y="472315"/>
                    <a:pt x="136318" y="476792"/>
                  </a:cubicBezTo>
                  <a:cubicBezTo>
                    <a:pt x="135913" y="481269"/>
                    <a:pt x="135913" y="486492"/>
                    <a:pt x="136318" y="490969"/>
                  </a:cubicBezTo>
                  <a:cubicBezTo>
                    <a:pt x="135913" y="491715"/>
                    <a:pt x="135913" y="492461"/>
                    <a:pt x="135913" y="493953"/>
                  </a:cubicBezTo>
                  <a:lnTo>
                    <a:pt x="133485" y="493953"/>
                  </a:lnTo>
                  <a:cubicBezTo>
                    <a:pt x="132271" y="493953"/>
                    <a:pt x="131057" y="494699"/>
                    <a:pt x="129842" y="494699"/>
                  </a:cubicBezTo>
                  <a:cubicBezTo>
                    <a:pt x="129438" y="494699"/>
                    <a:pt x="129438" y="493953"/>
                    <a:pt x="129438" y="493953"/>
                  </a:cubicBezTo>
                  <a:cubicBezTo>
                    <a:pt x="128628" y="493207"/>
                    <a:pt x="127819" y="492461"/>
                    <a:pt x="126605" y="492461"/>
                  </a:cubicBezTo>
                  <a:cubicBezTo>
                    <a:pt x="125795" y="491715"/>
                    <a:pt x="124986" y="491715"/>
                    <a:pt x="124176" y="491715"/>
                  </a:cubicBezTo>
                  <a:lnTo>
                    <a:pt x="119724" y="491715"/>
                  </a:lnTo>
                  <a:cubicBezTo>
                    <a:pt x="119319" y="492461"/>
                    <a:pt x="119319" y="492461"/>
                    <a:pt x="118915" y="492461"/>
                  </a:cubicBezTo>
                  <a:cubicBezTo>
                    <a:pt x="118105" y="491715"/>
                    <a:pt x="117296" y="490223"/>
                    <a:pt x="116486" y="489476"/>
                  </a:cubicBezTo>
                  <a:cubicBezTo>
                    <a:pt x="115677" y="488730"/>
                    <a:pt x="114867" y="487984"/>
                    <a:pt x="113653" y="487984"/>
                  </a:cubicBezTo>
                  <a:cubicBezTo>
                    <a:pt x="112439" y="487984"/>
                    <a:pt x="111225" y="487238"/>
                    <a:pt x="109606" y="487238"/>
                  </a:cubicBezTo>
                  <a:lnTo>
                    <a:pt x="107582" y="487238"/>
                  </a:lnTo>
                  <a:cubicBezTo>
                    <a:pt x="107582" y="486492"/>
                    <a:pt x="107178" y="486492"/>
                    <a:pt x="107178" y="485746"/>
                  </a:cubicBezTo>
                  <a:cubicBezTo>
                    <a:pt x="105154" y="483507"/>
                    <a:pt x="102725" y="482015"/>
                    <a:pt x="100297" y="481269"/>
                  </a:cubicBezTo>
                  <a:cubicBezTo>
                    <a:pt x="99892" y="481269"/>
                    <a:pt x="99488" y="481269"/>
                    <a:pt x="98678" y="480523"/>
                  </a:cubicBezTo>
                  <a:lnTo>
                    <a:pt x="97059" y="480523"/>
                  </a:lnTo>
                  <a:cubicBezTo>
                    <a:pt x="96250" y="479030"/>
                    <a:pt x="95440" y="477538"/>
                    <a:pt x="94631" y="476792"/>
                  </a:cubicBezTo>
                  <a:cubicBezTo>
                    <a:pt x="93417" y="475299"/>
                    <a:pt x="92202" y="474553"/>
                    <a:pt x="90988" y="473807"/>
                  </a:cubicBezTo>
                  <a:cubicBezTo>
                    <a:pt x="90583" y="473807"/>
                    <a:pt x="90583" y="473061"/>
                    <a:pt x="90179" y="473061"/>
                  </a:cubicBezTo>
                  <a:cubicBezTo>
                    <a:pt x="89774" y="473061"/>
                    <a:pt x="88965" y="472315"/>
                    <a:pt x="88560" y="472315"/>
                  </a:cubicBezTo>
                  <a:lnTo>
                    <a:pt x="87750" y="471569"/>
                  </a:lnTo>
                  <a:cubicBezTo>
                    <a:pt x="88155" y="471569"/>
                    <a:pt x="87750" y="471569"/>
                    <a:pt x="87750" y="471569"/>
                  </a:cubicBezTo>
                  <a:close/>
                  <a:moveTo>
                    <a:pt x="97869" y="505146"/>
                  </a:moveTo>
                  <a:cubicBezTo>
                    <a:pt x="96654" y="504399"/>
                    <a:pt x="95440" y="504399"/>
                    <a:pt x="94631" y="503653"/>
                  </a:cubicBezTo>
                  <a:cubicBezTo>
                    <a:pt x="93417" y="502907"/>
                    <a:pt x="92202" y="501415"/>
                    <a:pt x="90988" y="499923"/>
                  </a:cubicBezTo>
                  <a:lnTo>
                    <a:pt x="90179" y="498430"/>
                  </a:lnTo>
                  <a:cubicBezTo>
                    <a:pt x="88965" y="493207"/>
                    <a:pt x="88560" y="487238"/>
                    <a:pt x="88560" y="481269"/>
                  </a:cubicBezTo>
                  <a:cubicBezTo>
                    <a:pt x="88560" y="479776"/>
                    <a:pt x="88560" y="478284"/>
                    <a:pt x="88155" y="476792"/>
                  </a:cubicBezTo>
                  <a:lnTo>
                    <a:pt x="88560" y="476792"/>
                  </a:lnTo>
                  <a:cubicBezTo>
                    <a:pt x="88965" y="477538"/>
                    <a:pt x="89774" y="477538"/>
                    <a:pt x="90179" y="477538"/>
                  </a:cubicBezTo>
                  <a:cubicBezTo>
                    <a:pt x="90583" y="477538"/>
                    <a:pt x="90988" y="477538"/>
                    <a:pt x="90988" y="478284"/>
                  </a:cubicBezTo>
                  <a:cubicBezTo>
                    <a:pt x="92202" y="479030"/>
                    <a:pt x="93417" y="480523"/>
                    <a:pt x="94631" y="482015"/>
                  </a:cubicBezTo>
                  <a:lnTo>
                    <a:pt x="95036" y="482761"/>
                  </a:lnTo>
                  <a:cubicBezTo>
                    <a:pt x="97059" y="490223"/>
                    <a:pt x="96654" y="498430"/>
                    <a:pt x="97869" y="505146"/>
                  </a:cubicBezTo>
                  <a:close/>
                  <a:moveTo>
                    <a:pt x="110011" y="511861"/>
                  </a:moveTo>
                  <a:lnTo>
                    <a:pt x="109606" y="511861"/>
                  </a:lnTo>
                  <a:cubicBezTo>
                    <a:pt x="108796" y="511115"/>
                    <a:pt x="107582" y="511115"/>
                    <a:pt x="106773" y="511115"/>
                  </a:cubicBezTo>
                  <a:cubicBezTo>
                    <a:pt x="103130" y="510369"/>
                    <a:pt x="100702" y="505892"/>
                    <a:pt x="99892" y="499176"/>
                  </a:cubicBezTo>
                  <a:cubicBezTo>
                    <a:pt x="99488" y="494699"/>
                    <a:pt x="99083" y="490223"/>
                    <a:pt x="98678" y="486492"/>
                  </a:cubicBezTo>
                  <a:cubicBezTo>
                    <a:pt x="98678" y="485746"/>
                    <a:pt x="98678" y="484999"/>
                    <a:pt x="98273" y="484999"/>
                  </a:cubicBezTo>
                  <a:cubicBezTo>
                    <a:pt x="98678" y="484999"/>
                    <a:pt x="98678" y="484999"/>
                    <a:pt x="98678" y="485746"/>
                  </a:cubicBezTo>
                  <a:lnTo>
                    <a:pt x="100297" y="485746"/>
                  </a:lnTo>
                  <a:cubicBezTo>
                    <a:pt x="102321" y="485746"/>
                    <a:pt x="104344" y="487984"/>
                    <a:pt x="105963" y="490969"/>
                  </a:cubicBezTo>
                  <a:cubicBezTo>
                    <a:pt x="106368" y="492461"/>
                    <a:pt x="106773" y="493207"/>
                    <a:pt x="107178" y="494699"/>
                  </a:cubicBezTo>
                  <a:cubicBezTo>
                    <a:pt x="108392" y="500669"/>
                    <a:pt x="108796" y="506638"/>
                    <a:pt x="110011" y="511115"/>
                  </a:cubicBezTo>
                  <a:lnTo>
                    <a:pt x="110011" y="511861"/>
                  </a:lnTo>
                  <a:lnTo>
                    <a:pt x="109606" y="511115"/>
                  </a:lnTo>
                  <a:close/>
                  <a:moveTo>
                    <a:pt x="122153" y="515592"/>
                  </a:moveTo>
                  <a:lnTo>
                    <a:pt x="121748" y="515592"/>
                  </a:lnTo>
                  <a:cubicBezTo>
                    <a:pt x="121343" y="515592"/>
                    <a:pt x="120534" y="515592"/>
                    <a:pt x="120129" y="514846"/>
                  </a:cubicBezTo>
                  <a:cubicBezTo>
                    <a:pt x="118915" y="514846"/>
                    <a:pt x="118105" y="514099"/>
                    <a:pt x="116891" y="514099"/>
                  </a:cubicBezTo>
                  <a:cubicBezTo>
                    <a:pt x="116082" y="513353"/>
                    <a:pt x="115272" y="512607"/>
                    <a:pt x="114058" y="511115"/>
                  </a:cubicBezTo>
                  <a:cubicBezTo>
                    <a:pt x="111225" y="505892"/>
                    <a:pt x="111630" y="497684"/>
                    <a:pt x="110011" y="490969"/>
                  </a:cubicBezTo>
                  <a:cubicBezTo>
                    <a:pt x="110011" y="490223"/>
                    <a:pt x="110011" y="490223"/>
                    <a:pt x="109606" y="490223"/>
                  </a:cubicBezTo>
                  <a:lnTo>
                    <a:pt x="110011" y="490223"/>
                  </a:lnTo>
                  <a:cubicBezTo>
                    <a:pt x="111225" y="490223"/>
                    <a:pt x="112844" y="490223"/>
                    <a:pt x="114058" y="490969"/>
                  </a:cubicBezTo>
                  <a:cubicBezTo>
                    <a:pt x="114867" y="491715"/>
                    <a:pt x="115677" y="492461"/>
                    <a:pt x="116891" y="493207"/>
                  </a:cubicBezTo>
                  <a:lnTo>
                    <a:pt x="117296" y="493953"/>
                  </a:lnTo>
                  <a:cubicBezTo>
                    <a:pt x="118510" y="496938"/>
                    <a:pt x="119319" y="500669"/>
                    <a:pt x="120129" y="504399"/>
                  </a:cubicBezTo>
                  <a:cubicBezTo>
                    <a:pt x="120534" y="507384"/>
                    <a:pt x="121343" y="509622"/>
                    <a:pt x="121748" y="511861"/>
                  </a:cubicBezTo>
                  <a:cubicBezTo>
                    <a:pt x="121748" y="513353"/>
                    <a:pt x="122153" y="514099"/>
                    <a:pt x="122153" y="515592"/>
                  </a:cubicBezTo>
                  <a:close/>
                  <a:moveTo>
                    <a:pt x="134295" y="517830"/>
                  </a:moveTo>
                  <a:lnTo>
                    <a:pt x="131461" y="517830"/>
                  </a:lnTo>
                  <a:cubicBezTo>
                    <a:pt x="130652" y="517830"/>
                    <a:pt x="129842" y="517830"/>
                    <a:pt x="129033" y="517084"/>
                  </a:cubicBezTo>
                  <a:cubicBezTo>
                    <a:pt x="128224" y="517084"/>
                    <a:pt x="127009" y="516338"/>
                    <a:pt x="126200" y="515592"/>
                  </a:cubicBezTo>
                  <a:cubicBezTo>
                    <a:pt x="125390" y="514099"/>
                    <a:pt x="124581" y="512607"/>
                    <a:pt x="123771" y="510369"/>
                  </a:cubicBezTo>
                  <a:cubicBezTo>
                    <a:pt x="122557" y="505892"/>
                    <a:pt x="121748" y="501415"/>
                    <a:pt x="120938" y="496938"/>
                  </a:cubicBezTo>
                  <a:cubicBezTo>
                    <a:pt x="120534" y="496192"/>
                    <a:pt x="120129" y="495446"/>
                    <a:pt x="120129" y="493953"/>
                  </a:cubicBezTo>
                  <a:lnTo>
                    <a:pt x="120938" y="493953"/>
                  </a:lnTo>
                  <a:cubicBezTo>
                    <a:pt x="121748" y="493953"/>
                    <a:pt x="122557" y="493953"/>
                    <a:pt x="123771" y="494699"/>
                  </a:cubicBezTo>
                  <a:cubicBezTo>
                    <a:pt x="124581" y="494699"/>
                    <a:pt x="125390" y="495446"/>
                    <a:pt x="126200" y="495446"/>
                  </a:cubicBezTo>
                  <a:cubicBezTo>
                    <a:pt x="127009" y="495446"/>
                    <a:pt x="127414" y="496192"/>
                    <a:pt x="127819" y="497684"/>
                  </a:cubicBezTo>
                  <a:lnTo>
                    <a:pt x="128628" y="499176"/>
                  </a:lnTo>
                  <a:cubicBezTo>
                    <a:pt x="129438" y="502161"/>
                    <a:pt x="129842" y="504399"/>
                    <a:pt x="130247" y="507384"/>
                  </a:cubicBezTo>
                  <a:lnTo>
                    <a:pt x="131866" y="514099"/>
                  </a:lnTo>
                  <a:cubicBezTo>
                    <a:pt x="133080" y="515592"/>
                    <a:pt x="133890" y="517084"/>
                    <a:pt x="134295" y="517830"/>
                  </a:cubicBezTo>
                  <a:close/>
                  <a:moveTo>
                    <a:pt x="146436" y="518576"/>
                  </a:moveTo>
                  <a:cubicBezTo>
                    <a:pt x="144413" y="519322"/>
                    <a:pt x="142389" y="519322"/>
                    <a:pt x="140366" y="518576"/>
                  </a:cubicBezTo>
                  <a:cubicBezTo>
                    <a:pt x="139961" y="518576"/>
                    <a:pt x="139556" y="518576"/>
                    <a:pt x="139556" y="517830"/>
                  </a:cubicBezTo>
                  <a:cubicBezTo>
                    <a:pt x="135913" y="515592"/>
                    <a:pt x="134699" y="508130"/>
                    <a:pt x="133485" y="501415"/>
                  </a:cubicBezTo>
                  <a:cubicBezTo>
                    <a:pt x="133080" y="500669"/>
                    <a:pt x="132676" y="498430"/>
                    <a:pt x="131866" y="497684"/>
                  </a:cubicBezTo>
                  <a:lnTo>
                    <a:pt x="133485" y="497684"/>
                  </a:lnTo>
                  <a:cubicBezTo>
                    <a:pt x="135509" y="496938"/>
                    <a:pt x="137532" y="497684"/>
                    <a:pt x="139556" y="499176"/>
                  </a:cubicBezTo>
                  <a:lnTo>
                    <a:pt x="139961" y="499176"/>
                  </a:lnTo>
                  <a:cubicBezTo>
                    <a:pt x="139961" y="499923"/>
                    <a:pt x="140366" y="499923"/>
                    <a:pt x="140366" y="499923"/>
                  </a:cubicBezTo>
                  <a:cubicBezTo>
                    <a:pt x="143199" y="505146"/>
                    <a:pt x="144008" y="512607"/>
                    <a:pt x="146436" y="517084"/>
                  </a:cubicBezTo>
                  <a:close/>
                  <a:moveTo>
                    <a:pt x="158578" y="517084"/>
                  </a:moveTo>
                  <a:cubicBezTo>
                    <a:pt x="157364" y="517830"/>
                    <a:pt x="155745" y="517830"/>
                    <a:pt x="154531" y="517830"/>
                  </a:cubicBezTo>
                  <a:lnTo>
                    <a:pt x="152507" y="517830"/>
                  </a:lnTo>
                  <a:cubicBezTo>
                    <a:pt x="149674" y="517084"/>
                    <a:pt x="146841" y="513353"/>
                    <a:pt x="146032" y="508130"/>
                  </a:cubicBezTo>
                  <a:cubicBezTo>
                    <a:pt x="145222" y="505146"/>
                    <a:pt x="144008" y="501415"/>
                    <a:pt x="142794" y="498430"/>
                  </a:cubicBezTo>
                  <a:cubicBezTo>
                    <a:pt x="144008" y="497684"/>
                    <a:pt x="144818" y="497684"/>
                    <a:pt x="146032" y="497684"/>
                  </a:cubicBezTo>
                  <a:cubicBezTo>
                    <a:pt x="147651" y="497684"/>
                    <a:pt x="149270" y="497684"/>
                    <a:pt x="150889" y="499176"/>
                  </a:cubicBezTo>
                  <a:lnTo>
                    <a:pt x="152507" y="502161"/>
                  </a:lnTo>
                  <a:cubicBezTo>
                    <a:pt x="153317" y="503653"/>
                    <a:pt x="154126" y="505146"/>
                    <a:pt x="154531" y="506638"/>
                  </a:cubicBezTo>
                  <a:cubicBezTo>
                    <a:pt x="155745" y="509622"/>
                    <a:pt x="156960" y="513353"/>
                    <a:pt x="158578" y="517084"/>
                  </a:cubicBezTo>
                  <a:close/>
                  <a:moveTo>
                    <a:pt x="170720" y="513353"/>
                  </a:moveTo>
                  <a:cubicBezTo>
                    <a:pt x="169101" y="514846"/>
                    <a:pt x="167887" y="515592"/>
                    <a:pt x="165864" y="515592"/>
                  </a:cubicBezTo>
                  <a:lnTo>
                    <a:pt x="163435" y="515592"/>
                  </a:lnTo>
                  <a:cubicBezTo>
                    <a:pt x="162626" y="515592"/>
                    <a:pt x="161816" y="514846"/>
                    <a:pt x="161007" y="514846"/>
                  </a:cubicBezTo>
                  <a:cubicBezTo>
                    <a:pt x="159793" y="513353"/>
                    <a:pt x="158983" y="511861"/>
                    <a:pt x="158174" y="509622"/>
                  </a:cubicBezTo>
                  <a:cubicBezTo>
                    <a:pt x="156960" y="505146"/>
                    <a:pt x="155341" y="501415"/>
                    <a:pt x="153722" y="497684"/>
                  </a:cubicBezTo>
                  <a:cubicBezTo>
                    <a:pt x="154936" y="496938"/>
                    <a:pt x="156555" y="496192"/>
                    <a:pt x="158174" y="496192"/>
                  </a:cubicBezTo>
                  <a:cubicBezTo>
                    <a:pt x="158983" y="496192"/>
                    <a:pt x="160197" y="496192"/>
                    <a:pt x="161007" y="496938"/>
                  </a:cubicBezTo>
                  <a:cubicBezTo>
                    <a:pt x="161007" y="496938"/>
                    <a:pt x="161412" y="496938"/>
                    <a:pt x="161412" y="497684"/>
                  </a:cubicBezTo>
                  <a:cubicBezTo>
                    <a:pt x="162221" y="498430"/>
                    <a:pt x="163030" y="499176"/>
                    <a:pt x="163435" y="500669"/>
                  </a:cubicBezTo>
                  <a:lnTo>
                    <a:pt x="165054" y="503653"/>
                  </a:lnTo>
                  <a:cubicBezTo>
                    <a:pt x="167078" y="506638"/>
                    <a:pt x="168697" y="509622"/>
                    <a:pt x="170720" y="513353"/>
                  </a:cubicBezTo>
                  <a:close/>
                  <a:moveTo>
                    <a:pt x="182862" y="508130"/>
                  </a:moveTo>
                  <a:cubicBezTo>
                    <a:pt x="181648" y="509622"/>
                    <a:pt x="180434" y="510369"/>
                    <a:pt x="178815" y="511115"/>
                  </a:cubicBezTo>
                  <a:cubicBezTo>
                    <a:pt x="178006" y="511861"/>
                    <a:pt x="176791" y="511861"/>
                    <a:pt x="175982" y="511861"/>
                  </a:cubicBezTo>
                  <a:cubicBezTo>
                    <a:pt x="174768" y="511115"/>
                    <a:pt x="173149" y="510369"/>
                    <a:pt x="172339" y="508876"/>
                  </a:cubicBezTo>
                  <a:cubicBezTo>
                    <a:pt x="169911" y="505892"/>
                    <a:pt x="168697" y="499923"/>
                    <a:pt x="166673" y="496192"/>
                  </a:cubicBezTo>
                  <a:cubicBezTo>
                    <a:pt x="166673" y="496192"/>
                    <a:pt x="166268" y="496192"/>
                    <a:pt x="166268" y="495446"/>
                  </a:cubicBezTo>
                  <a:lnTo>
                    <a:pt x="166673" y="494699"/>
                  </a:lnTo>
                  <a:cubicBezTo>
                    <a:pt x="168697" y="493207"/>
                    <a:pt x="170316" y="492461"/>
                    <a:pt x="172339" y="492461"/>
                  </a:cubicBezTo>
                  <a:cubicBezTo>
                    <a:pt x="172744" y="492461"/>
                    <a:pt x="173149" y="492461"/>
                    <a:pt x="173958" y="493207"/>
                  </a:cubicBezTo>
                  <a:cubicBezTo>
                    <a:pt x="174768" y="493953"/>
                    <a:pt x="175577" y="495446"/>
                    <a:pt x="176387" y="496192"/>
                  </a:cubicBezTo>
                  <a:cubicBezTo>
                    <a:pt x="177601" y="497684"/>
                    <a:pt x="178410" y="499176"/>
                    <a:pt x="179220" y="501415"/>
                  </a:cubicBezTo>
                  <a:cubicBezTo>
                    <a:pt x="180029" y="504399"/>
                    <a:pt x="181243" y="506638"/>
                    <a:pt x="182862" y="508876"/>
                  </a:cubicBezTo>
                  <a:close/>
                  <a:moveTo>
                    <a:pt x="193385" y="500669"/>
                  </a:moveTo>
                  <a:lnTo>
                    <a:pt x="191766" y="502161"/>
                  </a:lnTo>
                  <a:cubicBezTo>
                    <a:pt x="191362" y="502907"/>
                    <a:pt x="191362" y="502907"/>
                    <a:pt x="190957" y="502907"/>
                  </a:cubicBezTo>
                  <a:cubicBezTo>
                    <a:pt x="190552" y="503653"/>
                    <a:pt x="189338" y="503653"/>
                    <a:pt x="188933" y="504399"/>
                  </a:cubicBezTo>
                  <a:lnTo>
                    <a:pt x="186100" y="504399"/>
                  </a:lnTo>
                  <a:cubicBezTo>
                    <a:pt x="185695" y="504399"/>
                    <a:pt x="185291" y="504399"/>
                    <a:pt x="184481" y="503653"/>
                  </a:cubicBezTo>
                  <a:cubicBezTo>
                    <a:pt x="181648" y="502161"/>
                    <a:pt x="180029" y="496938"/>
                    <a:pt x="177601" y="493207"/>
                  </a:cubicBezTo>
                  <a:cubicBezTo>
                    <a:pt x="177196" y="491715"/>
                    <a:pt x="176387" y="490969"/>
                    <a:pt x="175577" y="490223"/>
                  </a:cubicBezTo>
                  <a:cubicBezTo>
                    <a:pt x="176387" y="489476"/>
                    <a:pt x="176791" y="488730"/>
                    <a:pt x="177601" y="487984"/>
                  </a:cubicBezTo>
                  <a:cubicBezTo>
                    <a:pt x="179220" y="486492"/>
                    <a:pt x="181243" y="485746"/>
                    <a:pt x="183267" y="486492"/>
                  </a:cubicBezTo>
                  <a:cubicBezTo>
                    <a:pt x="183672" y="487238"/>
                    <a:pt x="184077" y="487238"/>
                    <a:pt x="184481" y="487238"/>
                  </a:cubicBezTo>
                  <a:cubicBezTo>
                    <a:pt x="184886" y="487984"/>
                    <a:pt x="185695" y="487984"/>
                    <a:pt x="186100" y="488730"/>
                  </a:cubicBezTo>
                  <a:cubicBezTo>
                    <a:pt x="186910" y="490223"/>
                    <a:pt x="187719" y="491715"/>
                    <a:pt x="188933" y="493207"/>
                  </a:cubicBezTo>
                  <a:cubicBezTo>
                    <a:pt x="189743" y="493953"/>
                    <a:pt x="190147" y="495446"/>
                    <a:pt x="190957" y="496192"/>
                  </a:cubicBezTo>
                  <a:cubicBezTo>
                    <a:pt x="191362" y="496192"/>
                    <a:pt x="191362" y="496938"/>
                    <a:pt x="191766" y="496938"/>
                  </a:cubicBezTo>
                  <a:cubicBezTo>
                    <a:pt x="192576" y="498430"/>
                    <a:pt x="192981" y="499176"/>
                    <a:pt x="193385" y="500669"/>
                  </a:cubicBezTo>
                  <a:close/>
                  <a:moveTo>
                    <a:pt x="204718" y="491715"/>
                  </a:moveTo>
                  <a:cubicBezTo>
                    <a:pt x="204313" y="491715"/>
                    <a:pt x="204313" y="492461"/>
                    <a:pt x="203908" y="492461"/>
                  </a:cubicBezTo>
                  <a:cubicBezTo>
                    <a:pt x="203099" y="493207"/>
                    <a:pt x="202694" y="493953"/>
                    <a:pt x="201885" y="494699"/>
                  </a:cubicBezTo>
                  <a:cubicBezTo>
                    <a:pt x="201075" y="495446"/>
                    <a:pt x="199861" y="496192"/>
                    <a:pt x="198647" y="496192"/>
                  </a:cubicBezTo>
                  <a:lnTo>
                    <a:pt x="197028" y="496192"/>
                  </a:lnTo>
                  <a:cubicBezTo>
                    <a:pt x="196218" y="496192"/>
                    <a:pt x="195409" y="495446"/>
                    <a:pt x="194600" y="495446"/>
                  </a:cubicBezTo>
                  <a:cubicBezTo>
                    <a:pt x="194195" y="494699"/>
                    <a:pt x="194195" y="494699"/>
                    <a:pt x="193385" y="494699"/>
                  </a:cubicBezTo>
                  <a:cubicBezTo>
                    <a:pt x="192576" y="494699"/>
                    <a:pt x="191766" y="492461"/>
                    <a:pt x="191362" y="491715"/>
                  </a:cubicBezTo>
                  <a:cubicBezTo>
                    <a:pt x="190957" y="490969"/>
                    <a:pt x="190957" y="490969"/>
                    <a:pt x="190552" y="490969"/>
                  </a:cubicBezTo>
                  <a:cubicBezTo>
                    <a:pt x="190147" y="489476"/>
                    <a:pt x="189338" y="487984"/>
                    <a:pt x="188529" y="487238"/>
                  </a:cubicBezTo>
                  <a:cubicBezTo>
                    <a:pt x="187719" y="486492"/>
                    <a:pt x="187314" y="485746"/>
                    <a:pt x="186505" y="484999"/>
                  </a:cubicBezTo>
                  <a:cubicBezTo>
                    <a:pt x="187314" y="484253"/>
                    <a:pt x="187719" y="483507"/>
                    <a:pt x="188529" y="482761"/>
                  </a:cubicBezTo>
                  <a:cubicBezTo>
                    <a:pt x="188933" y="482015"/>
                    <a:pt x="189743" y="481269"/>
                    <a:pt x="190552" y="481269"/>
                  </a:cubicBezTo>
                  <a:cubicBezTo>
                    <a:pt x="190957" y="480523"/>
                    <a:pt x="190957" y="480523"/>
                    <a:pt x="191362" y="480523"/>
                  </a:cubicBezTo>
                  <a:cubicBezTo>
                    <a:pt x="192171" y="479776"/>
                    <a:pt x="192576" y="479776"/>
                    <a:pt x="193385" y="479776"/>
                  </a:cubicBezTo>
                  <a:cubicBezTo>
                    <a:pt x="193790" y="479776"/>
                    <a:pt x="193790" y="479776"/>
                    <a:pt x="193790" y="480523"/>
                  </a:cubicBezTo>
                  <a:lnTo>
                    <a:pt x="194195" y="480523"/>
                  </a:lnTo>
                  <a:cubicBezTo>
                    <a:pt x="195004" y="481269"/>
                    <a:pt x="195814" y="482015"/>
                    <a:pt x="196623" y="483507"/>
                  </a:cubicBezTo>
                  <a:cubicBezTo>
                    <a:pt x="197028" y="484253"/>
                    <a:pt x="197433" y="484253"/>
                    <a:pt x="198242" y="484999"/>
                  </a:cubicBezTo>
                  <a:cubicBezTo>
                    <a:pt x="199456" y="486492"/>
                    <a:pt x="200266" y="487238"/>
                    <a:pt x="201480" y="488730"/>
                  </a:cubicBezTo>
                  <a:cubicBezTo>
                    <a:pt x="201885" y="489476"/>
                    <a:pt x="202694" y="490223"/>
                    <a:pt x="203504" y="490969"/>
                  </a:cubicBezTo>
                  <a:cubicBezTo>
                    <a:pt x="204313" y="490969"/>
                    <a:pt x="204718" y="490969"/>
                    <a:pt x="204718" y="491715"/>
                  </a:cubicBezTo>
                  <a:close/>
                  <a:moveTo>
                    <a:pt x="215241" y="480523"/>
                  </a:moveTo>
                  <a:cubicBezTo>
                    <a:pt x="214431" y="482015"/>
                    <a:pt x="213622" y="483507"/>
                    <a:pt x="212812" y="484253"/>
                  </a:cubicBezTo>
                  <a:cubicBezTo>
                    <a:pt x="212003" y="484999"/>
                    <a:pt x="212003" y="484999"/>
                    <a:pt x="211598" y="484999"/>
                  </a:cubicBezTo>
                  <a:cubicBezTo>
                    <a:pt x="210384" y="486492"/>
                    <a:pt x="208360" y="487238"/>
                    <a:pt x="206742" y="486492"/>
                  </a:cubicBezTo>
                  <a:cubicBezTo>
                    <a:pt x="205932" y="486492"/>
                    <a:pt x="205527" y="485746"/>
                    <a:pt x="204718" y="485746"/>
                  </a:cubicBezTo>
                  <a:cubicBezTo>
                    <a:pt x="204313" y="484999"/>
                    <a:pt x="203908" y="484999"/>
                    <a:pt x="203504" y="484253"/>
                  </a:cubicBezTo>
                  <a:cubicBezTo>
                    <a:pt x="203099" y="483507"/>
                    <a:pt x="201885" y="482761"/>
                    <a:pt x="201480" y="482015"/>
                  </a:cubicBezTo>
                  <a:cubicBezTo>
                    <a:pt x="200671" y="480523"/>
                    <a:pt x="199456" y="479030"/>
                    <a:pt x="198242" y="477538"/>
                  </a:cubicBezTo>
                  <a:cubicBezTo>
                    <a:pt x="197837" y="476792"/>
                    <a:pt x="197433" y="476792"/>
                    <a:pt x="196623" y="476046"/>
                  </a:cubicBezTo>
                  <a:cubicBezTo>
                    <a:pt x="197028" y="475299"/>
                    <a:pt x="197837" y="474553"/>
                    <a:pt x="198242" y="473807"/>
                  </a:cubicBezTo>
                  <a:cubicBezTo>
                    <a:pt x="199052" y="472315"/>
                    <a:pt x="200266" y="471569"/>
                    <a:pt x="201480" y="470823"/>
                  </a:cubicBezTo>
                  <a:cubicBezTo>
                    <a:pt x="202289" y="470076"/>
                    <a:pt x="202694" y="470076"/>
                    <a:pt x="203504" y="470076"/>
                  </a:cubicBezTo>
                  <a:lnTo>
                    <a:pt x="203908" y="470076"/>
                  </a:lnTo>
                  <a:cubicBezTo>
                    <a:pt x="204313" y="470823"/>
                    <a:pt x="204313" y="470823"/>
                    <a:pt x="204718" y="470823"/>
                  </a:cubicBezTo>
                  <a:cubicBezTo>
                    <a:pt x="205527" y="471569"/>
                    <a:pt x="205932" y="471569"/>
                    <a:pt x="206742" y="472315"/>
                  </a:cubicBezTo>
                  <a:cubicBezTo>
                    <a:pt x="208360" y="473807"/>
                    <a:pt x="209979" y="475299"/>
                    <a:pt x="211598" y="477538"/>
                  </a:cubicBezTo>
                  <a:cubicBezTo>
                    <a:pt x="212003" y="477538"/>
                    <a:pt x="212003" y="478284"/>
                    <a:pt x="212812" y="478284"/>
                  </a:cubicBezTo>
                  <a:cubicBezTo>
                    <a:pt x="213622" y="478284"/>
                    <a:pt x="214836" y="479776"/>
                    <a:pt x="215241" y="480523"/>
                  </a:cubicBezTo>
                  <a:close/>
                  <a:moveTo>
                    <a:pt x="225764" y="467838"/>
                  </a:moveTo>
                  <a:cubicBezTo>
                    <a:pt x="225764" y="467838"/>
                    <a:pt x="225359" y="468584"/>
                    <a:pt x="225764" y="467838"/>
                  </a:cubicBezTo>
                  <a:lnTo>
                    <a:pt x="222931" y="473061"/>
                  </a:lnTo>
                  <a:cubicBezTo>
                    <a:pt x="221717" y="473807"/>
                    <a:pt x="220907" y="475299"/>
                    <a:pt x="219693" y="476046"/>
                  </a:cubicBezTo>
                  <a:lnTo>
                    <a:pt x="218074" y="476046"/>
                  </a:lnTo>
                  <a:cubicBezTo>
                    <a:pt x="216455" y="476046"/>
                    <a:pt x="214431" y="474553"/>
                    <a:pt x="213217" y="473061"/>
                  </a:cubicBezTo>
                  <a:cubicBezTo>
                    <a:pt x="212812" y="472315"/>
                    <a:pt x="212408" y="472315"/>
                    <a:pt x="212003" y="471569"/>
                  </a:cubicBezTo>
                  <a:cubicBezTo>
                    <a:pt x="210384" y="470076"/>
                    <a:pt x="209170" y="468584"/>
                    <a:pt x="207146" y="467092"/>
                  </a:cubicBezTo>
                  <a:cubicBezTo>
                    <a:pt x="208360" y="464853"/>
                    <a:pt x="209979" y="462615"/>
                    <a:pt x="212003" y="461123"/>
                  </a:cubicBezTo>
                  <a:cubicBezTo>
                    <a:pt x="212408" y="461123"/>
                    <a:pt x="212408" y="460376"/>
                    <a:pt x="213217" y="460376"/>
                  </a:cubicBezTo>
                  <a:cubicBezTo>
                    <a:pt x="214027" y="460376"/>
                    <a:pt x="213622" y="459630"/>
                    <a:pt x="214431" y="459630"/>
                  </a:cubicBezTo>
                  <a:cubicBezTo>
                    <a:pt x="215241" y="459630"/>
                    <a:pt x="217265" y="461123"/>
                    <a:pt x="218074" y="461869"/>
                  </a:cubicBezTo>
                  <a:cubicBezTo>
                    <a:pt x="218479" y="462615"/>
                    <a:pt x="218883" y="462615"/>
                    <a:pt x="219693" y="462615"/>
                  </a:cubicBezTo>
                  <a:cubicBezTo>
                    <a:pt x="220907" y="464107"/>
                    <a:pt x="221717" y="464853"/>
                    <a:pt x="222931" y="465599"/>
                  </a:cubicBezTo>
                  <a:lnTo>
                    <a:pt x="225764" y="467838"/>
                  </a:lnTo>
                  <a:close/>
                  <a:moveTo>
                    <a:pt x="235073" y="453661"/>
                  </a:moveTo>
                  <a:lnTo>
                    <a:pt x="234668" y="454407"/>
                  </a:lnTo>
                  <a:cubicBezTo>
                    <a:pt x="233859" y="455899"/>
                    <a:pt x="233049" y="457392"/>
                    <a:pt x="231835" y="458884"/>
                  </a:cubicBezTo>
                  <a:cubicBezTo>
                    <a:pt x="230621" y="460376"/>
                    <a:pt x="229811" y="461123"/>
                    <a:pt x="228192" y="461869"/>
                  </a:cubicBezTo>
                  <a:lnTo>
                    <a:pt x="225359" y="461869"/>
                  </a:lnTo>
                  <a:cubicBezTo>
                    <a:pt x="225359" y="461123"/>
                    <a:pt x="224954" y="461123"/>
                    <a:pt x="224954" y="461123"/>
                  </a:cubicBezTo>
                  <a:cubicBezTo>
                    <a:pt x="224145" y="460376"/>
                    <a:pt x="223336" y="459630"/>
                    <a:pt x="222121" y="458884"/>
                  </a:cubicBezTo>
                  <a:cubicBezTo>
                    <a:pt x="220907" y="458138"/>
                    <a:pt x="220098" y="456646"/>
                    <a:pt x="218883" y="455899"/>
                  </a:cubicBezTo>
                  <a:cubicBezTo>
                    <a:pt x="218479" y="455899"/>
                    <a:pt x="217669" y="455153"/>
                    <a:pt x="217265" y="455153"/>
                  </a:cubicBezTo>
                  <a:cubicBezTo>
                    <a:pt x="216860" y="455153"/>
                    <a:pt x="216455" y="455153"/>
                    <a:pt x="216050" y="454407"/>
                  </a:cubicBezTo>
                  <a:cubicBezTo>
                    <a:pt x="215646" y="453661"/>
                    <a:pt x="216455" y="452915"/>
                    <a:pt x="217265" y="452169"/>
                  </a:cubicBezTo>
                  <a:cubicBezTo>
                    <a:pt x="217669" y="451423"/>
                    <a:pt x="218074" y="450676"/>
                    <a:pt x="218883" y="449930"/>
                  </a:cubicBezTo>
                  <a:cubicBezTo>
                    <a:pt x="219693" y="448438"/>
                    <a:pt x="220907" y="446946"/>
                    <a:pt x="222121" y="446946"/>
                  </a:cubicBezTo>
                  <a:lnTo>
                    <a:pt x="222526" y="446946"/>
                  </a:lnTo>
                  <a:cubicBezTo>
                    <a:pt x="223336" y="446946"/>
                    <a:pt x="223740" y="446946"/>
                    <a:pt x="224550" y="447692"/>
                  </a:cubicBezTo>
                  <a:lnTo>
                    <a:pt x="224954" y="447692"/>
                  </a:lnTo>
                  <a:cubicBezTo>
                    <a:pt x="225359" y="447692"/>
                    <a:pt x="225359" y="448438"/>
                    <a:pt x="225764" y="448438"/>
                  </a:cubicBezTo>
                  <a:cubicBezTo>
                    <a:pt x="226169" y="448438"/>
                    <a:pt x="226978" y="449184"/>
                    <a:pt x="227383" y="449184"/>
                  </a:cubicBezTo>
                  <a:cubicBezTo>
                    <a:pt x="227788" y="449184"/>
                    <a:pt x="229811" y="450676"/>
                    <a:pt x="231025" y="451423"/>
                  </a:cubicBezTo>
                  <a:cubicBezTo>
                    <a:pt x="231835" y="452169"/>
                    <a:pt x="232644" y="452169"/>
                    <a:pt x="233859" y="452169"/>
                  </a:cubicBezTo>
                  <a:lnTo>
                    <a:pt x="235073" y="453661"/>
                  </a:lnTo>
                  <a:close/>
                  <a:moveTo>
                    <a:pt x="243977" y="438738"/>
                  </a:moveTo>
                  <a:cubicBezTo>
                    <a:pt x="243167" y="440230"/>
                    <a:pt x="242358" y="441723"/>
                    <a:pt x="241953" y="443961"/>
                  </a:cubicBezTo>
                  <a:cubicBezTo>
                    <a:pt x="241548" y="444707"/>
                    <a:pt x="241144" y="444707"/>
                    <a:pt x="240334" y="445453"/>
                  </a:cubicBezTo>
                  <a:lnTo>
                    <a:pt x="239525" y="446946"/>
                  </a:lnTo>
                  <a:cubicBezTo>
                    <a:pt x="237906" y="448438"/>
                    <a:pt x="236287" y="448438"/>
                    <a:pt x="234668" y="448438"/>
                  </a:cubicBezTo>
                  <a:lnTo>
                    <a:pt x="231835" y="446946"/>
                  </a:lnTo>
                  <a:cubicBezTo>
                    <a:pt x="230621" y="446199"/>
                    <a:pt x="229406" y="445453"/>
                    <a:pt x="228192" y="443961"/>
                  </a:cubicBezTo>
                  <a:cubicBezTo>
                    <a:pt x="226978" y="442469"/>
                    <a:pt x="226978" y="443215"/>
                    <a:pt x="226573" y="443215"/>
                  </a:cubicBezTo>
                  <a:lnTo>
                    <a:pt x="225359" y="443215"/>
                  </a:lnTo>
                  <a:lnTo>
                    <a:pt x="225764" y="442469"/>
                  </a:lnTo>
                  <a:lnTo>
                    <a:pt x="226573" y="440976"/>
                  </a:lnTo>
                  <a:cubicBezTo>
                    <a:pt x="226978" y="439484"/>
                    <a:pt x="227788" y="438738"/>
                    <a:pt x="228192" y="437992"/>
                  </a:cubicBezTo>
                  <a:cubicBezTo>
                    <a:pt x="229406" y="436500"/>
                    <a:pt x="230216" y="435007"/>
                    <a:pt x="231835" y="434261"/>
                  </a:cubicBezTo>
                  <a:cubicBezTo>
                    <a:pt x="232644" y="434261"/>
                    <a:pt x="233454" y="434261"/>
                    <a:pt x="234668" y="435007"/>
                  </a:cubicBezTo>
                  <a:lnTo>
                    <a:pt x="239525" y="437246"/>
                  </a:lnTo>
                  <a:cubicBezTo>
                    <a:pt x="239930" y="437246"/>
                    <a:pt x="239930" y="437992"/>
                    <a:pt x="240334" y="437992"/>
                  </a:cubicBezTo>
                  <a:cubicBezTo>
                    <a:pt x="240739" y="437992"/>
                    <a:pt x="241144" y="438738"/>
                    <a:pt x="241953" y="438738"/>
                  </a:cubicBezTo>
                  <a:cubicBezTo>
                    <a:pt x="242763" y="438738"/>
                    <a:pt x="243167" y="437992"/>
                    <a:pt x="243977" y="438738"/>
                  </a:cubicBezTo>
                  <a:close/>
                  <a:moveTo>
                    <a:pt x="251667" y="421576"/>
                  </a:moveTo>
                  <a:cubicBezTo>
                    <a:pt x="251667" y="422323"/>
                    <a:pt x="251262" y="423069"/>
                    <a:pt x="251262" y="423815"/>
                  </a:cubicBezTo>
                  <a:cubicBezTo>
                    <a:pt x="250857" y="425307"/>
                    <a:pt x="250048" y="427546"/>
                    <a:pt x="249238" y="429038"/>
                  </a:cubicBezTo>
                  <a:lnTo>
                    <a:pt x="248024" y="430530"/>
                  </a:lnTo>
                  <a:cubicBezTo>
                    <a:pt x="246810" y="432023"/>
                    <a:pt x="245596" y="432769"/>
                    <a:pt x="243977" y="432769"/>
                  </a:cubicBezTo>
                  <a:cubicBezTo>
                    <a:pt x="243167" y="432769"/>
                    <a:pt x="242763" y="432769"/>
                    <a:pt x="241953" y="432023"/>
                  </a:cubicBezTo>
                  <a:cubicBezTo>
                    <a:pt x="241548" y="432023"/>
                    <a:pt x="241144" y="432023"/>
                    <a:pt x="240334" y="431276"/>
                  </a:cubicBezTo>
                  <a:cubicBezTo>
                    <a:pt x="239930" y="431276"/>
                    <a:pt x="239930" y="430530"/>
                    <a:pt x="239525" y="430530"/>
                  </a:cubicBezTo>
                  <a:cubicBezTo>
                    <a:pt x="237906" y="429038"/>
                    <a:pt x="236287" y="428292"/>
                    <a:pt x="234668" y="428292"/>
                  </a:cubicBezTo>
                  <a:lnTo>
                    <a:pt x="234263" y="428292"/>
                  </a:lnTo>
                  <a:cubicBezTo>
                    <a:pt x="234263" y="427546"/>
                    <a:pt x="234668" y="426799"/>
                    <a:pt x="234668" y="426053"/>
                  </a:cubicBezTo>
                  <a:cubicBezTo>
                    <a:pt x="235882" y="422323"/>
                    <a:pt x="237501" y="419338"/>
                    <a:pt x="239525" y="417846"/>
                  </a:cubicBezTo>
                  <a:lnTo>
                    <a:pt x="241953" y="417846"/>
                  </a:lnTo>
                  <a:cubicBezTo>
                    <a:pt x="242763" y="417846"/>
                    <a:pt x="243167" y="417846"/>
                    <a:pt x="243977" y="418592"/>
                  </a:cubicBezTo>
                  <a:cubicBezTo>
                    <a:pt x="245191" y="418592"/>
                    <a:pt x="246810" y="419338"/>
                    <a:pt x="248024" y="419338"/>
                  </a:cubicBezTo>
                  <a:cubicBezTo>
                    <a:pt x="248429" y="419338"/>
                    <a:pt x="248834" y="420084"/>
                    <a:pt x="249238" y="420084"/>
                  </a:cubicBezTo>
                  <a:close/>
                  <a:moveTo>
                    <a:pt x="258952" y="402923"/>
                  </a:moveTo>
                  <a:lnTo>
                    <a:pt x="257738" y="407400"/>
                  </a:lnTo>
                  <a:cubicBezTo>
                    <a:pt x="257333" y="408146"/>
                    <a:pt x="256928" y="409638"/>
                    <a:pt x="256524" y="410384"/>
                  </a:cubicBezTo>
                  <a:lnTo>
                    <a:pt x="254905" y="413369"/>
                  </a:lnTo>
                  <a:lnTo>
                    <a:pt x="251262" y="415607"/>
                  </a:lnTo>
                  <a:cubicBezTo>
                    <a:pt x="250453" y="415607"/>
                    <a:pt x="250048" y="415607"/>
                    <a:pt x="249238" y="414861"/>
                  </a:cubicBezTo>
                  <a:cubicBezTo>
                    <a:pt x="248834" y="414861"/>
                    <a:pt x="248429" y="414861"/>
                    <a:pt x="248024" y="414115"/>
                  </a:cubicBezTo>
                  <a:lnTo>
                    <a:pt x="243977" y="412623"/>
                  </a:lnTo>
                  <a:lnTo>
                    <a:pt x="241548" y="412623"/>
                  </a:lnTo>
                  <a:cubicBezTo>
                    <a:pt x="241548" y="411876"/>
                    <a:pt x="241548" y="411876"/>
                    <a:pt x="241953" y="411876"/>
                  </a:cubicBezTo>
                  <a:cubicBezTo>
                    <a:pt x="242358" y="409638"/>
                    <a:pt x="243167" y="408146"/>
                    <a:pt x="243977" y="405907"/>
                  </a:cubicBezTo>
                  <a:cubicBezTo>
                    <a:pt x="244786" y="403669"/>
                    <a:pt x="245596" y="402923"/>
                    <a:pt x="246810" y="402176"/>
                  </a:cubicBezTo>
                  <a:cubicBezTo>
                    <a:pt x="247215" y="402176"/>
                    <a:pt x="247619" y="402176"/>
                    <a:pt x="248024" y="401430"/>
                  </a:cubicBezTo>
                  <a:lnTo>
                    <a:pt x="251262" y="401430"/>
                  </a:lnTo>
                  <a:cubicBezTo>
                    <a:pt x="252476" y="402176"/>
                    <a:pt x="253690" y="402176"/>
                    <a:pt x="254905" y="402176"/>
                  </a:cubicBezTo>
                  <a:cubicBezTo>
                    <a:pt x="255309" y="402923"/>
                    <a:pt x="256119" y="402923"/>
                    <a:pt x="256524" y="402923"/>
                  </a:cubicBezTo>
                  <a:lnTo>
                    <a:pt x="257738" y="402923"/>
                  </a:lnTo>
                  <a:cubicBezTo>
                    <a:pt x="258142" y="402923"/>
                    <a:pt x="258952" y="402176"/>
                    <a:pt x="258952" y="402923"/>
                  </a:cubicBezTo>
                  <a:close/>
                  <a:moveTo>
                    <a:pt x="265428" y="383523"/>
                  </a:moveTo>
                  <a:cubicBezTo>
                    <a:pt x="265023" y="385761"/>
                    <a:pt x="265023" y="387253"/>
                    <a:pt x="264618" y="388746"/>
                  </a:cubicBezTo>
                  <a:cubicBezTo>
                    <a:pt x="264213" y="389492"/>
                    <a:pt x="263809" y="390984"/>
                    <a:pt x="263404" y="391730"/>
                  </a:cubicBezTo>
                  <a:cubicBezTo>
                    <a:pt x="262190" y="394715"/>
                    <a:pt x="260166" y="396953"/>
                    <a:pt x="258142" y="396953"/>
                  </a:cubicBezTo>
                  <a:lnTo>
                    <a:pt x="255309" y="396953"/>
                  </a:lnTo>
                  <a:cubicBezTo>
                    <a:pt x="253690" y="396207"/>
                    <a:pt x="252476" y="396207"/>
                    <a:pt x="251667" y="396207"/>
                  </a:cubicBezTo>
                  <a:lnTo>
                    <a:pt x="248834" y="396207"/>
                  </a:lnTo>
                  <a:cubicBezTo>
                    <a:pt x="249238" y="395461"/>
                    <a:pt x="249238" y="393223"/>
                    <a:pt x="249643" y="392476"/>
                  </a:cubicBezTo>
                  <a:cubicBezTo>
                    <a:pt x="250048" y="391730"/>
                    <a:pt x="251262" y="388746"/>
                    <a:pt x="251667" y="387253"/>
                  </a:cubicBezTo>
                  <a:cubicBezTo>
                    <a:pt x="252071" y="386507"/>
                    <a:pt x="252881" y="385761"/>
                    <a:pt x="253286" y="385015"/>
                  </a:cubicBezTo>
                  <a:cubicBezTo>
                    <a:pt x="253690" y="384269"/>
                    <a:pt x="254905" y="384269"/>
                    <a:pt x="255309" y="384269"/>
                  </a:cubicBezTo>
                  <a:lnTo>
                    <a:pt x="263404" y="384269"/>
                  </a:lnTo>
                  <a:cubicBezTo>
                    <a:pt x="263809" y="383523"/>
                    <a:pt x="263809" y="383523"/>
                    <a:pt x="264618" y="383523"/>
                  </a:cubicBezTo>
                  <a:lnTo>
                    <a:pt x="265428" y="383523"/>
                  </a:lnTo>
                  <a:close/>
                  <a:moveTo>
                    <a:pt x="270689" y="364123"/>
                  </a:moveTo>
                  <a:cubicBezTo>
                    <a:pt x="270284" y="367107"/>
                    <a:pt x="269475" y="370092"/>
                    <a:pt x="268665" y="373076"/>
                  </a:cubicBezTo>
                  <a:cubicBezTo>
                    <a:pt x="267856" y="375315"/>
                    <a:pt x="267047" y="377553"/>
                    <a:pt x="265832" y="378300"/>
                  </a:cubicBezTo>
                  <a:cubicBezTo>
                    <a:pt x="265428" y="378300"/>
                    <a:pt x="265023" y="378300"/>
                    <a:pt x="264213" y="379046"/>
                  </a:cubicBezTo>
                  <a:cubicBezTo>
                    <a:pt x="263809" y="379792"/>
                    <a:pt x="263404" y="379792"/>
                    <a:pt x="262999" y="379792"/>
                  </a:cubicBezTo>
                  <a:lnTo>
                    <a:pt x="254905" y="379792"/>
                  </a:lnTo>
                  <a:cubicBezTo>
                    <a:pt x="254500" y="379792"/>
                    <a:pt x="254500" y="379792"/>
                    <a:pt x="254500" y="380538"/>
                  </a:cubicBezTo>
                  <a:cubicBezTo>
                    <a:pt x="254500" y="379046"/>
                    <a:pt x="254905" y="378300"/>
                    <a:pt x="254905" y="377553"/>
                  </a:cubicBezTo>
                  <a:cubicBezTo>
                    <a:pt x="255309" y="375315"/>
                    <a:pt x="256119" y="373076"/>
                    <a:pt x="256524" y="370838"/>
                  </a:cubicBezTo>
                  <a:cubicBezTo>
                    <a:pt x="256928" y="370092"/>
                    <a:pt x="257333" y="369346"/>
                    <a:pt x="257738" y="369346"/>
                  </a:cubicBezTo>
                  <a:cubicBezTo>
                    <a:pt x="257738" y="368600"/>
                    <a:pt x="258142" y="368600"/>
                    <a:pt x="258142" y="368600"/>
                  </a:cubicBezTo>
                  <a:lnTo>
                    <a:pt x="262999" y="366361"/>
                  </a:lnTo>
                  <a:lnTo>
                    <a:pt x="265832" y="366361"/>
                  </a:lnTo>
                  <a:cubicBezTo>
                    <a:pt x="267047" y="365615"/>
                    <a:pt x="267856" y="365615"/>
                    <a:pt x="268665" y="365615"/>
                  </a:cubicBezTo>
                  <a:cubicBezTo>
                    <a:pt x="269475" y="365615"/>
                    <a:pt x="270284" y="363376"/>
                    <a:pt x="270689" y="364123"/>
                  </a:cubicBezTo>
                  <a:close/>
                  <a:moveTo>
                    <a:pt x="275141" y="343230"/>
                  </a:moveTo>
                  <a:lnTo>
                    <a:pt x="274332" y="349946"/>
                  </a:lnTo>
                  <a:cubicBezTo>
                    <a:pt x="273522" y="354423"/>
                    <a:pt x="271499" y="358153"/>
                    <a:pt x="268665" y="359646"/>
                  </a:cubicBezTo>
                  <a:cubicBezTo>
                    <a:pt x="267856" y="360392"/>
                    <a:pt x="266642" y="360392"/>
                    <a:pt x="265832" y="360392"/>
                  </a:cubicBezTo>
                  <a:lnTo>
                    <a:pt x="262999" y="360392"/>
                  </a:lnTo>
                  <a:cubicBezTo>
                    <a:pt x="261785" y="361138"/>
                    <a:pt x="260166" y="361138"/>
                    <a:pt x="259357" y="361138"/>
                  </a:cubicBezTo>
                  <a:cubicBezTo>
                    <a:pt x="259357" y="355915"/>
                    <a:pt x="260571" y="351438"/>
                    <a:pt x="262999" y="348453"/>
                  </a:cubicBezTo>
                  <a:cubicBezTo>
                    <a:pt x="263404" y="348453"/>
                    <a:pt x="263404" y="347707"/>
                    <a:pt x="264213" y="347707"/>
                  </a:cubicBezTo>
                  <a:cubicBezTo>
                    <a:pt x="265023" y="347707"/>
                    <a:pt x="265023" y="346961"/>
                    <a:pt x="265832" y="346961"/>
                  </a:cubicBezTo>
                  <a:cubicBezTo>
                    <a:pt x="266642" y="346215"/>
                    <a:pt x="267856" y="346215"/>
                    <a:pt x="268665" y="346215"/>
                  </a:cubicBezTo>
                  <a:cubicBezTo>
                    <a:pt x="270689" y="345469"/>
                    <a:pt x="272308" y="344723"/>
                    <a:pt x="274332" y="343977"/>
                  </a:cubicBezTo>
                  <a:cubicBezTo>
                    <a:pt x="274332" y="342484"/>
                    <a:pt x="274736" y="342484"/>
                    <a:pt x="275141" y="343230"/>
                  </a:cubicBezTo>
                  <a:close/>
                  <a:moveTo>
                    <a:pt x="278379" y="320846"/>
                  </a:moveTo>
                  <a:cubicBezTo>
                    <a:pt x="277974" y="330546"/>
                    <a:pt x="276355" y="335023"/>
                    <a:pt x="274332" y="337261"/>
                  </a:cubicBezTo>
                  <a:cubicBezTo>
                    <a:pt x="272713" y="338753"/>
                    <a:pt x="270689" y="339500"/>
                    <a:pt x="268665" y="340246"/>
                  </a:cubicBezTo>
                  <a:cubicBezTo>
                    <a:pt x="267856" y="340246"/>
                    <a:pt x="266642" y="340992"/>
                    <a:pt x="265832" y="340992"/>
                  </a:cubicBezTo>
                  <a:cubicBezTo>
                    <a:pt x="265023" y="340992"/>
                    <a:pt x="264618" y="341738"/>
                    <a:pt x="264213" y="341738"/>
                  </a:cubicBezTo>
                  <a:cubicBezTo>
                    <a:pt x="263809" y="341738"/>
                    <a:pt x="263809" y="342484"/>
                    <a:pt x="263809" y="342484"/>
                  </a:cubicBezTo>
                  <a:cubicBezTo>
                    <a:pt x="264213" y="340992"/>
                    <a:pt x="264213" y="339500"/>
                    <a:pt x="264213" y="338007"/>
                  </a:cubicBezTo>
                  <a:cubicBezTo>
                    <a:pt x="264618" y="335023"/>
                    <a:pt x="265023" y="332784"/>
                    <a:pt x="265832" y="330546"/>
                  </a:cubicBezTo>
                  <a:lnTo>
                    <a:pt x="266642" y="329053"/>
                  </a:lnTo>
                  <a:cubicBezTo>
                    <a:pt x="267451" y="328307"/>
                    <a:pt x="267856" y="327561"/>
                    <a:pt x="268665" y="326815"/>
                  </a:cubicBezTo>
                  <a:cubicBezTo>
                    <a:pt x="270284" y="325323"/>
                    <a:pt x="272308" y="324577"/>
                    <a:pt x="274332" y="323830"/>
                  </a:cubicBezTo>
                  <a:cubicBezTo>
                    <a:pt x="275546" y="322338"/>
                    <a:pt x="277165" y="321592"/>
                    <a:pt x="278379" y="320846"/>
                  </a:cubicBezTo>
                  <a:close/>
                  <a:moveTo>
                    <a:pt x="274332" y="317861"/>
                  </a:moveTo>
                  <a:cubicBezTo>
                    <a:pt x="272713" y="318607"/>
                    <a:pt x="270689" y="318607"/>
                    <a:pt x="268665" y="320100"/>
                  </a:cubicBezTo>
                  <a:cubicBezTo>
                    <a:pt x="268261" y="320846"/>
                    <a:pt x="267451" y="320846"/>
                    <a:pt x="267047" y="321592"/>
                  </a:cubicBezTo>
                  <a:cubicBezTo>
                    <a:pt x="267047" y="317115"/>
                    <a:pt x="267451" y="312638"/>
                    <a:pt x="268665" y="308907"/>
                  </a:cubicBezTo>
                  <a:lnTo>
                    <a:pt x="269475" y="307415"/>
                  </a:lnTo>
                  <a:cubicBezTo>
                    <a:pt x="270689" y="305177"/>
                    <a:pt x="272308" y="303684"/>
                    <a:pt x="274332" y="302938"/>
                  </a:cubicBezTo>
                  <a:cubicBezTo>
                    <a:pt x="276760" y="301446"/>
                    <a:pt x="278784" y="299953"/>
                    <a:pt x="280807" y="297715"/>
                  </a:cubicBezTo>
                  <a:lnTo>
                    <a:pt x="280807" y="299207"/>
                  </a:lnTo>
                  <a:cubicBezTo>
                    <a:pt x="280807" y="298461"/>
                    <a:pt x="280807" y="298461"/>
                    <a:pt x="281212" y="298461"/>
                  </a:cubicBezTo>
                  <a:cubicBezTo>
                    <a:pt x="280807" y="312638"/>
                    <a:pt x="277570" y="316369"/>
                    <a:pt x="274332" y="317861"/>
                  </a:cubicBezTo>
                  <a:close/>
                  <a:moveTo>
                    <a:pt x="281212" y="290253"/>
                  </a:moveTo>
                  <a:cubicBezTo>
                    <a:pt x="279593" y="293984"/>
                    <a:pt x="277165" y="296969"/>
                    <a:pt x="274332" y="297715"/>
                  </a:cubicBezTo>
                  <a:cubicBezTo>
                    <a:pt x="272713" y="298461"/>
                    <a:pt x="271094" y="299207"/>
                    <a:pt x="269475" y="300700"/>
                  </a:cubicBezTo>
                  <a:cubicBezTo>
                    <a:pt x="269070" y="295477"/>
                    <a:pt x="269475" y="291000"/>
                    <a:pt x="271094" y="286523"/>
                  </a:cubicBezTo>
                  <a:cubicBezTo>
                    <a:pt x="271903" y="285030"/>
                    <a:pt x="273118" y="283538"/>
                    <a:pt x="273927" y="282792"/>
                  </a:cubicBezTo>
                  <a:cubicBezTo>
                    <a:pt x="276355" y="280553"/>
                    <a:pt x="278784" y="279061"/>
                    <a:pt x="280807" y="276823"/>
                  </a:cubicBezTo>
                  <a:cubicBezTo>
                    <a:pt x="281212" y="276077"/>
                    <a:pt x="281617" y="275330"/>
                    <a:pt x="282022" y="275330"/>
                  </a:cubicBezTo>
                  <a:lnTo>
                    <a:pt x="282022" y="276823"/>
                  </a:lnTo>
                  <a:cubicBezTo>
                    <a:pt x="282426" y="281300"/>
                    <a:pt x="282022" y="286523"/>
                    <a:pt x="281212" y="290253"/>
                  </a:cubicBezTo>
                  <a:close/>
                  <a:moveTo>
                    <a:pt x="281212" y="270854"/>
                  </a:moveTo>
                  <a:cubicBezTo>
                    <a:pt x="279188" y="273838"/>
                    <a:pt x="277165" y="276077"/>
                    <a:pt x="274332" y="277569"/>
                  </a:cubicBezTo>
                  <a:cubicBezTo>
                    <a:pt x="273118" y="278315"/>
                    <a:pt x="271903" y="279061"/>
                    <a:pt x="271094" y="280553"/>
                  </a:cubicBezTo>
                  <a:cubicBezTo>
                    <a:pt x="270284" y="276077"/>
                    <a:pt x="270689" y="270854"/>
                    <a:pt x="271903" y="266377"/>
                  </a:cubicBezTo>
                  <a:cubicBezTo>
                    <a:pt x="272713" y="264884"/>
                    <a:pt x="273522" y="263392"/>
                    <a:pt x="274332" y="262646"/>
                  </a:cubicBezTo>
                  <a:cubicBezTo>
                    <a:pt x="276355" y="259661"/>
                    <a:pt x="279188" y="257423"/>
                    <a:pt x="281212" y="255184"/>
                  </a:cubicBezTo>
                  <a:lnTo>
                    <a:pt x="282426" y="252946"/>
                  </a:lnTo>
                  <a:lnTo>
                    <a:pt x="282831" y="253692"/>
                  </a:lnTo>
                  <a:cubicBezTo>
                    <a:pt x="283641" y="259661"/>
                    <a:pt x="282831" y="266377"/>
                    <a:pt x="281212" y="270854"/>
                  </a:cubicBezTo>
                  <a:close/>
                  <a:moveTo>
                    <a:pt x="281212" y="232054"/>
                  </a:moveTo>
                  <a:cubicBezTo>
                    <a:pt x="281212" y="231307"/>
                    <a:pt x="281617" y="231307"/>
                    <a:pt x="281617" y="231307"/>
                  </a:cubicBezTo>
                  <a:lnTo>
                    <a:pt x="282022" y="232054"/>
                  </a:lnTo>
                  <a:cubicBezTo>
                    <a:pt x="283236" y="238023"/>
                    <a:pt x="282831" y="243992"/>
                    <a:pt x="281617" y="249215"/>
                  </a:cubicBezTo>
                  <a:cubicBezTo>
                    <a:pt x="279593" y="252200"/>
                    <a:pt x="277165" y="255184"/>
                    <a:pt x="274736" y="257423"/>
                  </a:cubicBezTo>
                  <a:cubicBezTo>
                    <a:pt x="273927" y="258169"/>
                    <a:pt x="272713" y="259661"/>
                    <a:pt x="271903" y="260407"/>
                  </a:cubicBezTo>
                  <a:cubicBezTo>
                    <a:pt x="271094" y="253692"/>
                    <a:pt x="271094" y="249215"/>
                    <a:pt x="272308" y="246230"/>
                  </a:cubicBezTo>
                  <a:cubicBezTo>
                    <a:pt x="273118" y="244738"/>
                    <a:pt x="273522" y="242500"/>
                    <a:pt x="274736" y="241007"/>
                  </a:cubicBezTo>
                  <a:cubicBezTo>
                    <a:pt x="276760" y="238023"/>
                    <a:pt x="278784" y="235038"/>
                    <a:pt x="281212" y="232054"/>
                  </a:cubicBezTo>
                  <a:close/>
                  <a:moveTo>
                    <a:pt x="279593" y="208923"/>
                  </a:moveTo>
                  <a:lnTo>
                    <a:pt x="279593" y="209669"/>
                  </a:lnTo>
                  <a:cubicBezTo>
                    <a:pt x="283236" y="226084"/>
                    <a:pt x="278379" y="229815"/>
                    <a:pt x="274332" y="235038"/>
                  </a:cubicBezTo>
                  <a:cubicBezTo>
                    <a:pt x="273118" y="236530"/>
                    <a:pt x="271903" y="238023"/>
                    <a:pt x="271094" y="240261"/>
                  </a:cubicBezTo>
                  <a:cubicBezTo>
                    <a:pt x="270284" y="235784"/>
                    <a:pt x="269880" y="230561"/>
                    <a:pt x="270689" y="226084"/>
                  </a:cubicBezTo>
                  <a:cubicBezTo>
                    <a:pt x="271903" y="223846"/>
                    <a:pt x="273118" y="220861"/>
                    <a:pt x="274332" y="219369"/>
                  </a:cubicBezTo>
                  <a:cubicBezTo>
                    <a:pt x="275951" y="214892"/>
                    <a:pt x="277974" y="211907"/>
                    <a:pt x="279593" y="208923"/>
                  </a:cubicBezTo>
                  <a:close/>
                  <a:moveTo>
                    <a:pt x="276760" y="187284"/>
                  </a:moveTo>
                  <a:cubicBezTo>
                    <a:pt x="280403" y="201461"/>
                    <a:pt x="277570" y="206684"/>
                    <a:pt x="274332" y="211161"/>
                  </a:cubicBezTo>
                  <a:cubicBezTo>
                    <a:pt x="272713" y="213400"/>
                    <a:pt x="271094" y="215638"/>
                    <a:pt x="269475" y="218623"/>
                  </a:cubicBezTo>
                  <a:cubicBezTo>
                    <a:pt x="269070" y="217130"/>
                    <a:pt x="268665" y="216384"/>
                    <a:pt x="268665" y="214892"/>
                  </a:cubicBezTo>
                  <a:cubicBezTo>
                    <a:pt x="267856" y="211907"/>
                    <a:pt x="267856" y="208177"/>
                    <a:pt x="268261" y="205192"/>
                  </a:cubicBezTo>
                  <a:cubicBezTo>
                    <a:pt x="268261" y="204446"/>
                    <a:pt x="268665" y="204446"/>
                    <a:pt x="268665" y="204446"/>
                  </a:cubicBezTo>
                  <a:cubicBezTo>
                    <a:pt x="270284" y="199969"/>
                    <a:pt x="272308" y="196238"/>
                    <a:pt x="274332" y="193254"/>
                  </a:cubicBezTo>
                  <a:cubicBezTo>
                    <a:pt x="275141" y="191015"/>
                    <a:pt x="275951" y="189523"/>
                    <a:pt x="276760" y="187284"/>
                  </a:cubicBezTo>
                  <a:close/>
                  <a:moveTo>
                    <a:pt x="272713" y="166392"/>
                  </a:moveTo>
                  <a:cubicBezTo>
                    <a:pt x="273118" y="167884"/>
                    <a:pt x="273927" y="170123"/>
                    <a:pt x="274332" y="171615"/>
                  </a:cubicBezTo>
                  <a:cubicBezTo>
                    <a:pt x="275141" y="175346"/>
                    <a:pt x="275141" y="179823"/>
                    <a:pt x="274332" y="183554"/>
                  </a:cubicBezTo>
                  <a:cubicBezTo>
                    <a:pt x="273118" y="188030"/>
                    <a:pt x="271094" y="191761"/>
                    <a:pt x="268665" y="194746"/>
                  </a:cubicBezTo>
                  <a:cubicBezTo>
                    <a:pt x="268261" y="196238"/>
                    <a:pt x="267451" y="197731"/>
                    <a:pt x="267047" y="199223"/>
                  </a:cubicBezTo>
                  <a:cubicBezTo>
                    <a:pt x="266642" y="197731"/>
                    <a:pt x="266237" y="195492"/>
                    <a:pt x="265832" y="194000"/>
                  </a:cubicBezTo>
                  <a:cubicBezTo>
                    <a:pt x="265428" y="191015"/>
                    <a:pt x="265023" y="188030"/>
                    <a:pt x="265428" y="185046"/>
                  </a:cubicBezTo>
                  <a:cubicBezTo>
                    <a:pt x="265832" y="184300"/>
                    <a:pt x="265832" y="183554"/>
                    <a:pt x="265832" y="182807"/>
                  </a:cubicBezTo>
                  <a:cubicBezTo>
                    <a:pt x="266642" y="180569"/>
                    <a:pt x="267856" y="177584"/>
                    <a:pt x="268665" y="175346"/>
                  </a:cubicBezTo>
                  <a:cubicBezTo>
                    <a:pt x="270284" y="172361"/>
                    <a:pt x="271499" y="169377"/>
                    <a:pt x="272713" y="166392"/>
                  </a:cubicBezTo>
                  <a:close/>
                  <a:moveTo>
                    <a:pt x="267451" y="145500"/>
                  </a:moveTo>
                  <a:lnTo>
                    <a:pt x="268665" y="148484"/>
                  </a:lnTo>
                  <a:cubicBezTo>
                    <a:pt x="271094" y="153707"/>
                    <a:pt x="271094" y="161915"/>
                    <a:pt x="268665" y="167138"/>
                  </a:cubicBezTo>
                  <a:cubicBezTo>
                    <a:pt x="267856" y="169377"/>
                    <a:pt x="266642" y="171615"/>
                    <a:pt x="265832" y="173854"/>
                  </a:cubicBezTo>
                  <a:cubicBezTo>
                    <a:pt x="265023" y="174600"/>
                    <a:pt x="264618" y="176092"/>
                    <a:pt x="264213" y="177584"/>
                  </a:cubicBezTo>
                  <a:cubicBezTo>
                    <a:pt x="263809" y="178331"/>
                    <a:pt x="263809" y="178331"/>
                    <a:pt x="263809" y="179077"/>
                  </a:cubicBezTo>
                  <a:cubicBezTo>
                    <a:pt x="263809" y="179823"/>
                    <a:pt x="263404" y="178331"/>
                    <a:pt x="263404" y="177584"/>
                  </a:cubicBezTo>
                  <a:cubicBezTo>
                    <a:pt x="261785" y="173854"/>
                    <a:pt x="261380" y="169377"/>
                    <a:pt x="261380" y="164900"/>
                  </a:cubicBezTo>
                  <a:cubicBezTo>
                    <a:pt x="261785" y="162661"/>
                    <a:pt x="262594" y="160423"/>
                    <a:pt x="263404" y="158184"/>
                  </a:cubicBezTo>
                  <a:cubicBezTo>
                    <a:pt x="263809" y="157438"/>
                    <a:pt x="263809" y="156692"/>
                    <a:pt x="264618" y="155200"/>
                  </a:cubicBezTo>
                  <a:cubicBezTo>
                    <a:pt x="265023" y="153707"/>
                    <a:pt x="265428" y="152215"/>
                    <a:pt x="266237" y="150723"/>
                  </a:cubicBezTo>
                  <a:cubicBezTo>
                    <a:pt x="266237" y="149231"/>
                    <a:pt x="267047" y="146992"/>
                    <a:pt x="267451" y="145500"/>
                  </a:cubicBezTo>
                  <a:close/>
                  <a:moveTo>
                    <a:pt x="261785" y="126100"/>
                  </a:moveTo>
                  <a:lnTo>
                    <a:pt x="263404" y="129084"/>
                  </a:lnTo>
                  <a:cubicBezTo>
                    <a:pt x="263809" y="129831"/>
                    <a:pt x="264213" y="131323"/>
                    <a:pt x="264618" y="132069"/>
                  </a:cubicBezTo>
                  <a:cubicBezTo>
                    <a:pt x="265832" y="136546"/>
                    <a:pt x="265832" y="141769"/>
                    <a:pt x="264618" y="146246"/>
                  </a:cubicBezTo>
                  <a:cubicBezTo>
                    <a:pt x="264213" y="146992"/>
                    <a:pt x="263809" y="148484"/>
                    <a:pt x="263404" y="149231"/>
                  </a:cubicBezTo>
                  <a:cubicBezTo>
                    <a:pt x="261785" y="152215"/>
                    <a:pt x="260571" y="155946"/>
                    <a:pt x="259761" y="159677"/>
                  </a:cubicBezTo>
                  <a:cubicBezTo>
                    <a:pt x="259357" y="158931"/>
                    <a:pt x="258547" y="157438"/>
                    <a:pt x="258142" y="155946"/>
                  </a:cubicBezTo>
                  <a:lnTo>
                    <a:pt x="256928" y="151469"/>
                  </a:lnTo>
                  <a:cubicBezTo>
                    <a:pt x="256524" y="149977"/>
                    <a:pt x="256119" y="147738"/>
                    <a:pt x="256119" y="146246"/>
                  </a:cubicBezTo>
                  <a:cubicBezTo>
                    <a:pt x="256524" y="145500"/>
                    <a:pt x="256524" y="144007"/>
                    <a:pt x="256524" y="143261"/>
                  </a:cubicBezTo>
                  <a:cubicBezTo>
                    <a:pt x="256928" y="141769"/>
                    <a:pt x="257333" y="140277"/>
                    <a:pt x="257738" y="138038"/>
                  </a:cubicBezTo>
                  <a:cubicBezTo>
                    <a:pt x="259357" y="134308"/>
                    <a:pt x="260571" y="129831"/>
                    <a:pt x="261785" y="126100"/>
                  </a:cubicBezTo>
                  <a:close/>
                  <a:moveTo>
                    <a:pt x="254905" y="107446"/>
                  </a:moveTo>
                  <a:lnTo>
                    <a:pt x="256524" y="110431"/>
                  </a:lnTo>
                  <a:cubicBezTo>
                    <a:pt x="256928" y="111177"/>
                    <a:pt x="257333" y="112669"/>
                    <a:pt x="257738" y="113415"/>
                  </a:cubicBezTo>
                  <a:cubicBezTo>
                    <a:pt x="259357" y="117892"/>
                    <a:pt x="259357" y="123861"/>
                    <a:pt x="257738" y="128338"/>
                  </a:cubicBezTo>
                  <a:cubicBezTo>
                    <a:pt x="257333" y="129084"/>
                    <a:pt x="256928" y="130577"/>
                    <a:pt x="256524" y="131323"/>
                  </a:cubicBezTo>
                  <a:cubicBezTo>
                    <a:pt x="256119" y="132069"/>
                    <a:pt x="254905" y="135054"/>
                    <a:pt x="254905" y="136546"/>
                  </a:cubicBezTo>
                  <a:cubicBezTo>
                    <a:pt x="254905" y="138038"/>
                    <a:pt x="254500" y="139531"/>
                    <a:pt x="254095" y="140277"/>
                  </a:cubicBezTo>
                  <a:cubicBezTo>
                    <a:pt x="252881" y="138038"/>
                    <a:pt x="252071" y="135800"/>
                    <a:pt x="251262" y="133561"/>
                  </a:cubicBezTo>
                  <a:cubicBezTo>
                    <a:pt x="250857" y="132069"/>
                    <a:pt x="250453" y="129831"/>
                    <a:pt x="250453" y="127592"/>
                  </a:cubicBezTo>
                  <a:cubicBezTo>
                    <a:pt x="250857" y="126100"/>
                    <a:pt x="250857" y="123861"/>
                    <a:pt x="251262" y="122369"/>
                  </a:cubicBezTo>
                  <a:cubicBezTo>
                    <a:pt x="252476" y="117146"/>
                    <a:pt x="253690" y="111923"/>
                    <a:pt x="254905" y="107446"/>
                  </a:cubicBezTo>
                  <a:close/>
                  <a:moveTo>
                    <a:pt x="247215" y="89538"/>
                  </a:moveTo>
                  <a:cubicBezTo>
                    <a:pt x="247619" y="90284"/>
                    <a:pt x="247619" y="90284"/>
                    <a:pt x="248024" y="90284"/>
                  </a:cubicBezTo>
                  <a:lnTo>
                    <a:pt x="249238" y="92523"/>
                  </a:lnTo>
                  <a:cubicBezTo>
                    <a:pt x="250048" y="94015"/>
                    <a:pt x="250857" y="96254"/>
                    <a:pt x="251262" y="97746"/>
                  </a:cubicBezTo>
                  <a:cubicBezTo>
                    <a:pt x="252476" y="101477"/>
                    <a:pt x="252476" y="105954"/>
                    <a:pt x="251262" y="110431"/>
                  </a:cubicBezTo>
                  <a:cubicBezTo>
                    <a:pt x="250857" y="112669"/>
                    <a:pt x="250048" y="114907"/>
                    <a:pt x="249238" y="117146"/>
                  </a:cubicBezTo>
                  <a:lnTo>
                    <a:pt x="248024" y="123861"/>
                  </a:lnTo>
                  <a:lnTo>
                    <a:pt x="248024" y="123115"/>
                  </a:lnTo>
                  <a:cubicBezTo>
                    <a:pt x="246405" y="120877"/>
                    <a:pt x="244786" y="117146"/>
                    <a:pt x="243977" y="113415"/>
                  </a:cubicBezTo>
                  <a:cubicBezTo>
                    <a:pt x="243977" y="112669"/>
                    <a:pt x="243977" y="111923"/>
                    <a:pt x="243572" y="111177"/>
                  </a:cubicBezTo>
                  <a:cubicBezTo>
                    <a:pt x="243977" y="110431"/>
                    <a:pt x="243977" y="108938"/>
                    <a:pt x="243977" y="108192"/>
                  </a:cubicBezTo>
                  <a:cubicBezTo>
                    <a:pt x="245191" y="102223"/>
                    <a:pt x="246405" y="96254"/>
                    <a:pt x="247215" y="89538"/>
                  </a:cubicBezTo>
                  <a:close/>
                  <a:moveTo>
                    <a:pt x="238715" y="73869"/>
                  </a:moveTo>
                  <a:cubicBezTo>
                    <a:pt x="239120" y="74615"/>
                    <a:pt x="239120" y="74615"/>
                    <a:pt x="239525" y="74615"/>
                  </a:cubicBezTo>
                  <a:lnTo>
                    <a:pt x="240334" y="76108"/>
                  </a:lnTo>
                  <a:cubicBezTo>
                    <a:pt x="240739" y="76854"/>
                    <a:pt x="241548" y="77600"/>
                    <a:pt x="241953" y="78346"/>
                  </a:cubicBezTo>
                  <a:cubicBezTo>
                    <a:pt x="242763" y="79838"/>
                    <a:pt x="243572" y="82077"/>
                    <a:pt x="243977" y="85061"/>
                  </a:cubicBezTo>
                  <a:cubicBezTo>
                    <a:pt x="244382" y="87300"/>
                    <a:pt x="244382" y="89538"/>
                    <a:pt x="243977" y="91777"/>
                  </a:cubicBezTo>
                  <a:cubicBezTo>
                    <a:pt x="243572" y="95508"/>
                    <a:pt x="242763" y="99238"/>
                    <a:pt x="241953" y="102223"/>
                  </a:cubicBezTo>
                  <a:cubicBezTo>
                    <a:pt x="241548" y="103715"/>
                    <a:pt x="241548" y="105208"/>
                    <a:pt x="241548" y="107446"/>
                  </a:cubicBezTo>
                  <a:cubicBezTo>
                    <a:pt x="241144" y="106700"/>
                    <a:pt x="241144" y="106700"/>
                    <a:pt x="240739" y="106700"/>
                  </a:cubicBezTo>
                  <a:lnTo>
                    <a:pt x="239525" y="105208"/>
                  </a:lnTo>
                  <a:cubicBezTo>
                    <a:pt x="237906" y="102969"/>
                    <a:pt x="236692" y="99984"/>
                    <a:pt x="236287" y="96254"/>
                  </a:cubicBezTo>
                  <a:cubicBezTo>
                    <a:pt x="236287" y="88046"/>
                    <a:pt x="238715" y="80584"/>
                    <a:pt x="238715" y="73869"/>
                  </a:cubicBezTo>
                  <a:close/>
                  <a:moveTo>
                    <a:pt x="236692" y="105954"/>
                  </a:moveTo>
                  <a:lnTo>
                    <a:pt x="239525" y="111177"/>
                  </a:lnTo>
                  <a:cubicBezTo>
                    <a:pt x="239930" y="111923"/>
                    <a:pt x="239930" y="111923"/>
                    <a:pt x="240334" y="111923"/>
                  </a:cubicBezTo>
                  <a:cubicBezTo>
                    <a:pt x="240739" y="111923"/>
                    <a:pt x="240739" y="112669"/>
                    <a:pt x="241144" y="112669"/>
                  </a:cubicBezTo>
                  <a:cubicBezTo>
                    <a:pt x="241144" y="114161"/>
                    <a:pt x="241548" y="114907"/>
                    <a:pt x="241548" y="115654"/>
                  </a:cubicBezTo>
                  <a:cubicBezTo>
                    <a:pt x="241953" y="117892"/>
                    <a:pt x="242763" y="120131"/>
                    <a:pt x="243572" y="122369"/>
                  </a:cubicBezTo>
                  <a:lnTo>
                    <a:pt x="247215" y="129084"/>
                  </a:lnTo>
                  <a:cubicBezTo>
                    <a:pt x="247215" y="129831"/>
                    <a:pt x="247215" y="129831"/>
                    <a:pt x="247619" y="129831"/>
                  </a:cubicBezTo>
                  <a:cubicBezTo>
                    <a:pt x="247619" y="132069"/>
                    <a:pt x="248024" y="134308"/>
                    <a:pt x="248834" y="136546"/>
                  </a:cubicBezTo>
                  <a:cubicBezTo>
                    <a:pt x="249238" y="138038"/>
                    <a:pt x="250048" y="140277"/>
                    <a:pt x="250857" y="141769"/>
                  </a:cubicBezTo>
                  <a:cubicBezTo>
                    <a:pt x="251667" y="143261"/>
                    <a:pt x="252476" y="145500"/>
                    <a:pt x="253286" y="146992"/>
                  </a:cubicBezTo>
                  <a:cubicBezTo>
                    <a:pt x="253286" y="149977"/>
                    <a:pt x="254095" y="152961"/>
                    <a:pt x="254905" y="155946"/>
                  </a:cubicBezTo>
                  <a:cubicBezTo>
                    <a:pt x="255309" y="158184"/>
                    <a:pt x="256119" y="159677"/>
                    <a:pt x="256524" y="161169"/>
                  </a:cubicBezTo>
                  <a:cubicBezTo>
                    <a:pt x="256928" y="161915"/>
                    <a:pt x="256928" y="162661"/>
                    <a:pt x="257738" y="164154"/>
                  </a:cubicBezTo>
                  <a:cubicBezTo>
                    <a:pt x="258547" y="165646"/>
                    <a:pt x="258142" y="164900"/>
                    <a:pt x="258142" y="165646"/>
                  </a:cubicBezTo>
                  <a:cubicBezTo>
                    <a:pt x="258142" y="172361"/>
                    <a:pt x="259761" y="179077"/>
                    <a:pt x="262190" y="184300"/>
                  </a:cubicBezTo>
                  <a:cubicBezTo>
                    <a:pt x="262190" y="187284"/>
                    <a:pt x="262190" y="190269"/>
                    <a:pt x="262594" y="193254"/>
                  </a:cubicBezTo>
                  <a:cubicBezTo>
                    <a:pt x="262999" y="194746"/>
                    <a:pt x="263404" y="196238"/>
                    <a:pt x="263809" y="198477"/>
                  </a:cubicBezTo>
                  <a:cubicBezTo>
                    <a:pt x="264213" y="200715"/>
                    <a:pt x="264618" y="202207"/>
                    <a:pt x="265428" y="203700"/>
                  </a:cubicBezTo>
                  <a:lnTo>
                    <a:pt x="265428" y="204446"/>
                  </a:lnTo>
                  <a:cubicBezTo>
                    <a:pt x="265023" y="207430"/>
                    <a:pt x="265023" y="209669"/>
                    <a:pt x="265428" y="212654"/>
                  </a:cubicBezTo>
                  <a:cubicBezTo>
                    <a:pt x="265832" y="216384"/>
                    <a:pt x="266642" y="220861"/>
                    <a:pt x="267856" y="223846"/>
                  </a:cubicBezTo>
                  <a:cubicBezTo>
                    <a:pt x="267047" y="229815"/>
                    <a:pt x="267047" y="235784"/>
                    <a:pt x="268261" y="241007"/>
                  </a:cubicBezTo>
                  <a:cubicBezTo>
                    <a:pt x="268665" y="241754"/>
                    <a:pt x="268665" y="243246"/>
                    <a:pt x="268665" y="243992"/>
                  </a:cubicBezTo>
                  <a:cubicBezTo>
                    <a:pt x="268261" y="245484"/>
                    <a:pt x="268261" y="246230"/>
                    <a:pt x="268261" y="247723"/>
                  </a:cubicBezTo>
                  <a:cubicBezTo>
                    <a:pt x="267856" y="246977"/>
                    <a:pt x="267047" y="246977"/>
                    <a:pt x="265832" y="246977"/>
                  </a:cubicBezTo>
                  <a:lnTo>
                    <a:pt x="262999" y="246977"/>
                  </a:lnTo>
                  <a:cubicBezTo>
                    <a:pt x="262594" y="246977"/>
                    <a:pt x="261785" y="247723"/>
                    <a:pt x="261380" y="247723"/>
                  </a:cubicBezTo>
                  <a:cubicBezTo>
                    <a:pt x="260166" y="246977"/>
                    <a:pt x="258952" y="246230"/>
                    <a:pt x="258142" y="246977"/>
                  </a:cubicBezTo>
                  <a:lnTo>
                    <a:pt x="256928" y="246977"/>
                  </a:lnTo>
                  <a:cubicBezTo>
                    <a:pt x="256524" y="246977"/>
                    <a:pt x="255714" y="246977"/>
                    <a:pt x="255309" y="247723"/>
                  </a:cubicBezTo>
                  <a:lnTo>
                    <a:pt x="254095" y="247723"/>
                  </a:lnTo>
                  <a:cubicBezTo>
                    <a:pt x="252881" y="246977"/>
                    <a:pt x="252071" y="246977"/>
                    <a:pt x="251262" y="246977"/>
                  </a:cubicBezTo>
                  <a:lnTo>
                    <a:pt x="248024" y="246977"/>
                  </a:lnTo>
                  <a:cubicBezTo>
                    <a:pt x="247619" y="247723"/>
                    <a:pt x="247215" y="247723"/>
                    <a:pt x="246405" y="247723"/>
                  </a:cubicBezTo>
                  <a:cubicBezTo>
                    <a:pt x="245596" y="246977"/>
                    <a:pt x="244786" y="246977"/>
                    <a:pt x="243977" y="246977"/>
                  </a:cubicBezTo>
                  <a:lnTo>
                    <a:pt x="240334" y="246977"/>
                  </a:lnTo>
                  <a:cubicBezTo>
                    <a:pt x="239930" y="246977"/>
                    <a:pt x="239930" y="247723"/>
                    <a:pt x="239525" y="247723"/>
                  </a:cubicBezTo>
                  <a:lnTo>
                    <a:pt x="239120" y="247723"/>
                  </a:lnTo>
                  <a:cubicBezTo>
                    <a:pt x="237501" y="246977"/>
                    <a:pt x="236287" y="246977"/>
                    <a:pt x="234668" y="246977"/>
                  </a:cubicBezTo>
                  <a:cubicBezTo>
                    <a:pt x="233859" y="246977"/>
                    <a:pt x="233049" y="246977"/>
                    <a:pt x="231835" y="247723"/>
                  </a:cubicBezTo>
                  <a:cubicBezTo>
                    <a:pt x="230621" y="246977"/>
                    <a:pt x="229811" y="246977"/>
                    <a:pt x="228597" y="246977"/>
                  </a:cubicBezTo>
                  <a:lnTo>
                    <a:pt x="225359" y="246977"/>
                  </a:lnTo>
                  <a:cubicBezTo>
                    <a:pt x="224954" y="247723"/>
                    <a:pt x="224550" y="247723"/>
                    <a:pt x="224145" y="247723"/>
                  </a:cubicBezTo>
                  <a:cubicBezTo>
                    <a:pt x="223740" y="247723"/>
                    <a:pt x="223336" y="246977"/>
                    <a:pt x="222526" y="246977"/>
                  </a:cubicBezTo>
                  <a:cubicBezTo>
                    <a:pt x="221312" y="246230"/>
                    <a:pt x="220502" y="246230"/>
                    <a:pt x="219288" y="246977"/>
                  </a:cubicBezTo>
                  <a:lnTo>
                    <a:pt x="217669" y="246977"/>
                  </a:lnTo>
                  <a:cubicBezTo>
                    <a:pt x="217265" y="247723"/>
                    <a:pt x="216860" y="247723"/>
                    <a:pt x="216050" y="247723"/>
                  </a:cubicBezTo>
                  <a:cubicBezTo>
                    <a:pt x="215646" y="246977"/>
                    <a:pt x="214431" y="246230"/>
                    <a:pt x="213217" y="246977"/>
                  </a:cubicBezTo>
                  <a:lnTo>
                    <a:pt x="212003" y="246977"/>
                  </a:lnTo>
                  <a:cubicBezTo>
                    <a:pt x="211194" y="246977"/>
                    <a:pt x="210384" y="247723"/>
                    <a:pt x="209170" y="247723"/>
                  </a:cubicBezTo>
                  <a:cubicBezTo>
                    <a:pt x="208360" y="246977"/>
                    <a:pt x="207956" y="246977"/>
                    <a:pt x="207551" y="246977"/>
                  </a:cubicBezTo>
                  <a:cubicBezTo>
                    <a:pt x="207551" y="245484"/>
                    <a:pt x="207146" y="244738"/>
                    <a:pt x="207146" y="243246"/>
                  </a:cubicBezTo>
                  <a:cubicBezTo>
                    <a:pt x="207146" y="242500"/>
                    <a:pt x="206742" y="241007"/>
                    <a:pt x="206742" y="240261"/>
                  </a:cubicBezTo>
                  <a:cubicBezTo>
                    <a:pt x="207146" y="236530"/>
                    <a:pt x="206337" y="232800"/>
                    <a:pt x="205527" y="229815"/>
                  </a:cubicBezTo>
                  <a:lnTo>
                    <a:pt x="205527" y="229069"/>
                  </a:lnTo>
                  <a:cubicBezTo>
                    <a:pt x="205123" y="228323"/>
                    <a:pt x="204718" y="226830"/>
                    <a:pt x="204718" y="226084"/>
                  </a:cubicBezTo>
                  <a:cubicBezTo>
                    <a:pt x="204718" y="224592"/>
                    <a:pt x="204718" y="223100"/>
                    <a:pt x="204313" y="220861"/>
                  </a:cubicBezTo>
                  <a:cubicBezTo>
                    <a:pt x="203908" y="219369"/>
                    <a:pt x="203504" y="217130"/>
                    <a:pt x="202694" y="214146"/>
                  </a:cubicBezTo>
                  <a:cubicBezTo>
                    <a:pt x="202289" y="214146"/>
                    <a:pt x="202289" y="213400"/>
                    <a:pt x="202289" y="213400"/>
                  </a:cubicBezTo>
                  <a:cubicBezTo>
                    <a:pt x="202289" y="213400"/>
                    <a:pt x="201885" y="212654"/>
                    <a:pt x="201885" y="211907"/>
                  </a:cubicBezTo>
                  <a:cubicBezTo>
                    <a:pt x="201480" y="208177"/>
                    <a:pt x="200671" y="204446"/>
                    <a:pt x="199052" y="201461"/>
                  </a:cubicBezTo>
                  <a:cubicBezTo>
                    <a:pt x="198647" y="201461"/>
                    <a:pt x="198647" y="200715"/>
                    <a:pt x="197837" y="199223"/>
                  </a:cubicBezTo>
                  <a:cubicBezTo>
                    <a:pt x="197837" y="198477"/>
                    <a:pt x="197837" y="197731"/>
                    <a:pt x="197433" y="196984"/>
                  </a:cubicBezTo>
                  <a:cubicBezTo>
                    <a:pt x="197028" y="194746"/>
                    <a:pt x="196218" y="191761"/>
                    <a:pt x="195004" y="190269"/>
                  </a:cubicBezTo>
                  <a:cubicBezTo>
                    <a:pt x="194600" y="190269"/>
                    <a:pt x="194600" y="189523"/>
                    <a:pt x="194600" y="189523"/>
                  </a:cubicBezTo>
                  <a:cubicBezTo>
                    <a:pt x="194195" y="189523"/>
                    <a:pt x="194195" y="188777"/>
                    <a:pt x="194195" y="188777"/>
                  </a:cubicBezTo>
                  <a:lnTo>
                    <a:pt x="193385" y="187284"/>
                  </a:lnTo>
                  <a:lnTo>
                    <a:pt x="193385" y="186538"/>
                  </a:lnTo>
                  <a:cubicBezTo>
                    <a:pt x="193790" y="186538"/>
                    <a:pt x="193790" y="185792"/>
                    <a:pt x="194195" y="185792"/>
                  </a:cubicBezTo>
                  <a:cubicBezTo>
                    <a:pt x="194600" y="185792"/>
                    <a:pt x="195004" y="185046"/>
                    <a:pt x="195409" y="185046"/>
                  </a:cubicBezTo>
                  <a:cubicBezTo>
                    <a:pt x="196218" y="183554"/>
                    <a:pt x="197028" y="182061"/>
                    <a:pt x="197837" y="179823"/>
                  </a:cubicBezTo>
                  <a:cubicBezTo>
                    <a:pt x="198242" y="179077"/>
                    <a:pt x="198242" y="178331"/>
                    <a:pt x="198647" y="176838"/>
                  </a:cubicBezTo>
                  <a:cubicBezTo>
                    <a:pt x="199052" y="175346"/>
                    <a:pt x="199052" y="176838"/>
                    <a:pt x="199052" y="176092"/>
                  </a:cubicBezTo>
                  <a:cubicBezTo>
                    <a:pt x="200266" y="174600"/>
                    <a:pt x="201480" y="173107"/>
                    <a:pt x="202289" y="170869"/>
                  </a:cubicBezTo>
                  <a:cubicBezTo>
                    <a:pt x="203099" y="169377"/>
                    <a:pt x="203504" y="168631"/>
                    <a:pt x="203908" y="167138"/>
                  </a:cubicBezTo>
                  <a:lnTo>
                    <a:pt x="204313" y="166392"/>
                  </a:lnTo>
                  <a:cubicBezTo>
                    <a:pt x="204718" y="166392"/>
                    <a:pt x="205123" y="165646"/>
                    <a:pt x="205527" y="164900"/>
                  </a:cubicBezTo>
                  <a:cubicBezTo>
                    <a:pt x="206337" y="164154"/>
                    <a:pt x="207146" y="162661"/>
                    <a:pt x="207551" y="161169"/>
                  </a:cubicBezTo>
                  <a:cubicBezTo>
                    <a:pt x="208360" y="159677"/>
                    <a:pt x="208765" y="158931"/>
                    <a:pt x="209170" y="157438"/>
                  </a:cubicBezTo>
                  <a:cubicBezTo>
                    <a:pt x="210384" y="155946"/>
                    <a:pt x="211194" y="154454"/>
                    <a:pt x="212003" y="152961"/>
                  </a:cubicBezTo>
                  <a:cubicBezTo>
                    <a:pt x="212408" y="152215"/>
                    <a:pt x="212812" y="150723"/>
                    <a:pt x="213217" y="149977"/>
                  </a:cubicBezTo>
                  <a:cubicBezTo>
                    <a:pt x="213622" y="149231"/>
                    <a:pt x="213622" y="148484"/>
                    <a:pt x="214431" y="146992"/>
                  </a:cubicBezTo>
                  <a:cubicBezTo>
                    <a:pt x="216050" y="145500"/>
                    <a:pt x="217265" y="143261"/>
                    <a:pt x="218074" y="141023"/>
                  </a:cubicBezTo>
                  <a:cubicBezTo>
                    <a:pt x="218479" y="140277"/>
                    <a:pt x="218883" y="138784"/>
                    <a:pt x="219693" y="137292"/>
                  </a:cubicBezTo>
                  <a:cubicBezTo>
                    <a:pt x="220907" y="135800"/>
                    <a:pt x="221717" y="134308"/>
                    <a:pt x="222931" y="132069"/>
                  </a:cubicBezTo>
                  <a:cubicBezTo>
                    <a:pt x="223336" y="130577"/>
                    <a:pt x="224145" y="129084"/>
                    <a:pt x="224954" y="126846"/>
                  </a:cubicBezTo>
                  <a:cubicBezTo>
                    <a:pt x="225359" y="126846"/>
                    <a:pt x="225359" y="126846"/>
                    <a:pt x="225359" y="126100"/>
                  </a:cubicBezTo>
                  <a:cubicBezTo>
                    <a:pt x="225764" y="126100"/>
                    <a:pt x="225764" y="126100"/>
                    <a:pt x="225764" y="125354"/>
                  </a:cubicBezTo>
                  <a:lnTo>
                    <a:pt x="226573" y="123861"/>
                  </a:lnTo>
                  <a:cubicBezTo>
                    <a:pt x="227383" y="123115"/>
                    <a:pt x="227788" y="122369"/>
                    <a:pt x="228192" y="120877"/>
                  </a:cubicBezTo>
                  <a:cubicBezTo>
                    <a:pt x="228597" y="119384"/>
                    <a:pt x="229002" y="117892"/>
                    <a:pt x="229811" y="116400"/>
                  </a:cubicBezTo>
                  <a:cubicBezTo>
                    <a:pt x="230621" y="115654"/>
                    <a:pt x="231025" y="114907"/>
                    <a:pt x="231835" y="114161"/>
                  </a:cubicBezTo>
                  <a:lnTo>
                    <a:pt x="234668" y="108938"/>
                  </a:lnTo>
                  <a:cubicBezTo>
                    <a:pt x="235073" y="108192"/>
                    <a:pt x="235073" y="107446"/>
                    <a:pt x="235073" y="106700"/>
                  </a:cubicBezTo>
                  <a:cubicBezTo>
                    <a:pt x="235882" y="106700"/>
                    <a:pt x="236287" y="106700"/>
                    <a:pt x="236692" y="105954"/>
                  </a:cubicBezTo>
                  <a:close/>
                  <a:moveTo>
                    <a:pt x="228597" y="72377"/>
                  </a:moveTo>
                  <a:cubicBezTo>
                    <a:pt x="229002" y="67900"/>
                    <a:pt x="229406" y="63423"/>
                    <a:pt x="229406" y="58200"/>
                  </a:cubicBezTo>
                  <a:lnTo>
                    <a:pt x="229811" y="58946"/>
                  </a:lnTo>
                  <a:cubicBezTo>
                    <a:pt x="230621" y="59692"/>
                    <a:pt x="231430" y="60438"/>
                    <a:pt x="232240" y="61931"/>
                  </a:cubicBezTo>
                  <a:cubicBezTo>
                    <a:pt x="233454" y="63423"/>
                    <a:pt x="234263" y="64915"/>
                    <a:pt x="235073" y="67154"/>
                  </a:cubicBezTo>
                  <a:cubicBezTo>
                    <a:pt x="236692" y="72377"/>
                    <a:pt x="236692" y="78346"/>
                    <a:pt x="235073" y="83569"/>
                  </a:cubicBezTo>
                  <a:cubicBezTo>
                    <a:pt x="234263" y="86554"/>
                    <a:pt x="233859" y="89538"/>
                    <a:pt x="233859" y="92523"/>
                  </a:cubicBezTo>
                  <a:cubicBezTo>
                    <a:pt x="233049" y="91777"/>
                    <a:pt x="232644" y="91777"/>
                    <a:pt x="232240" y="91031"/>
                  </a:cubicBezTo>
                  <a:cubicBezTo>
                    <a:pt x="230621" y="88792"/>
                    <a:pt x="229406" y="86554"/>
                    <a:pt x="228597" y="83569"/>
                  </a:cubicBezTo>
                  <a:cubicBezTo>
                    <a:pt x="228597" y="82823"/>
                    <a:pt x="228192" y="82823"/>
                    <a:pt x="228192" y="82823"/>
                  </a:cubicBezTo>
                  <a:cubicBezTo>
                    <a:pt x="227788" y="78346"/>
                    <a:pt x="228192" y="75361"/>
                    <a:pt x="228597" y="72377"/>
                  </a:cubicBezTo>
                  <a:close/>
                  <a:moveTo>
                    <a:pt x="227788" y="89538"/>
                  </a:moveTo>
                  <a:cubicBezTo>
                    <a:pt x="227788" y="90284"/>
                    <a:pt x="228192" y="90284"/>
                    <a:pt x="228192" y="90284"/>
                  </a:cubicBezTo>
                  <a:cubicBezTo>
                    <a:pt x="229406" y="92523"/>
                    <a:pt x="230216" y="94015"/>
                    <a:pt x="231835" y="95508"/>
                  </a:cubicBezTo>
                  <a:cubicBezTo>
                    <a:pt x="232240" y="96254"/>
                    <a:pt x="233049" y="97000"/>
                    <a:pt x="233454" y="97746"/>
                  </a:cubicBezTo>
                  <a:cubicBezTo>
                    <a:pt x="233859" y="99238"/>
                    <a:pt x="234263" y="99984"/>
                    <a:pt x="234263" y="101477"/>
                  </a:cubicBezTo>
                  <a:cubicBezTo>
                    <a:pt x="234668" y="102223"/>
                    <a:pt x="235073" y="102969"/>
                    <a:pt x="235073" y="104461"/>
                  </a:cubicBezTo>
                  <a:cubicBezTo>
                    <a:pt x="234668" y="104461"/>
                    <a:pt x="234668" y="105208"/>
                    <a:pt x="234263" y="105208"/>
                  </a:cubicBezTo>
                  <a:cubicBezTo>
                    <a:pt x="233454" y="105954"/>
                    <a:pt x="232644" y="105954"/>
                    <a:pt x="231430" y="105208"/>
                  </a:cubicBezTo>
                  <a:cubicBezTo>
                    <a:pt x="230216" y="104461"/>
                    <a:pt x="229002" y="102969"/>
                    <a:pt x="227788" y="100731"/>
                  </a:cubicBezTo>
                  <a:cubicBezTo>
                    <a:pt x="227383" y="99984"/>
                    <a:pt x="226573" y="99238"/>
                    <a:pt x="226169" y="98492"/>
                  </a:cubicBezTo>
                  <a:cubicBezTo>
                    <a:pt x="225764" y="97746"/>
                    <a:pt x="225764" y="97746"/>
                    <a:pt x="225359" y="97746"/>
                  </a:cubicBezTo>
                  <a:lnTo>
                    <a:pt x="224954" y="97746"/>
                  </a:lnTo>
                  <a:lnTo>
                    <a:pt x="224954" y="97000"/>
                  </a:lnTo>
                  <a:cubicBezTo>
                    <a:pt x="224550" y="97000"/>
                    <a:pt x="224145" y="96254"/>
                    <a:pt x="223740" y="96254"/>
                  </a:cubicBezTo>
                  <a:cubicBezTo>
                    <a:pt x="224145" y="95508"/>
                    <a:pt x="224550" y="94015"/>
                    <a:pt x="224954" y="93269"/>
                  </a:cubicBezTo>
                  <a:lnTo>
                    <a:pt x="225359" y="92523"/>
                  </a:lnTo>
                  <a:lnTo>
                    <a:pt x="226169" y="91031"/>
                  </a:lnTo>
                  <a:cubicBezTo>
                    <a:pt x="227383" y="89538"/>
                    <a:pt x="227788" y="89538"/>
                    <a:pt x="227788" y="89538"/>
                  </a:cubicBezTo>
                  <a:close/>
                  <a:moveTo>
                    <a:pt x="219288" y="56708"/>
                  </a:moveTo>
                  <a:lnTo>
                    <a:pt x="219288" y="45515"/>
                  </a:lnTo>
                  <a:lnTo>
                    <a:pt x="219693" y="45515"/>
                  </a:lnTo>
                  <a:cubicBezTo>
                    <a:pt x="220502" y="46261"/>
                    <a:pt x="221717" y="47754"/>
                    <a:pt x="222526" y="48500"/>
                  </a:cubicBezTo>
                  <a:cubicBezTo>
                    <a:pt x="223740" y="49992"/>
                    <a:pt x="224550" y="51484"/>
                    <a:pt x="225359" y="52977"/>
                  </a:cubicBezTo>
                  <a:cubicBezTo>
                    <a:pt x="225764" y="53723"/>
                    <a:pt x="225764" y="54469"/>
                    <a:pt x="225764" y="55215"/>
                  </a:cubicBezTo>
                  <a:cubicBezTo>
                    <a:pt x="226573" y="59692"/>
                    <a:pt x="226573" y="64169"/>
                    <a:pt x="225764" y="68646"/>
                  </a:cubicBezTo>
                  <a:cubicBezTo>
                    <a:pt x="225764" y="70138"/>
                    <a:pt x="225359" y="71631"/>
                    <a:pt x="225359" y="73123"/>
                  </a:cubicBezTo>
                  <a:lnTo>
                    <a:pt x="225359" y="78346"/>
                  </a:lnTo>
                  <a:cubicBezTo>
                    <a:pt x="224550" y="77600"/>
                    <a:pt x="223336" y="76854"/>
                    <a:pt x="222526" y="75361"/>
                  </a:cubicBezTo>
                  <a:cubicBezTo>
                    <a:pt x="220907" y="73869"/>
                    <a:pt x="219693" y="71631"/>
                    <a:pt x="219288" y="68646"/>
                  </a:cubicBezTo>
                  <a:lnTo>
                    <a:pt x="219288" y="56708"/>
                  </a:lnTo>
                  <a:close/>
                  <a:moveTo>
                    <a:pt x="209170" y="34323"/>
                  </a:moveTo>
                  <a:cubicBezTo>
                    <a:pt x="209979" y="35069"/>
                    <a:pt x="210789" y="35069"/>
                    <a:pt x="212003" y="35815"/>
                  </a:cubicBezTo>
                  <a:cubicBezTo>
                    <a:pt x="212408" y="36561"/>
                    <a:pt x="212812" y="36561"/>
                    <a:pt x="213217" y="36561"/>
                  </a:cubicBezTo>
                  <a:cubicBezTo>
                    <a:pt x="220098" y="44769"/>
                    <a:pt x="215646" y="55961"/>
                    <a:pt x="216455" y="64915"/>
                  </a:cubicBezTo>
                  <a:cubicBezTo>
                    <a:pt x="215241" y="64169"/>
                    <a:pt x="214431" y="62677"/>
                    <a:pt x="213217" y="61931"/>
                  </a:cubicBezTo>
                  <a:cubicBezTo>
                    <a:pt x="212812" y="61184"/>
                    <a:pt x="212408" y="61184"/>
                    <a:pt x="212003" y="60438"/>
                  </a:cubicBezTo>
                  <a:cubicBezTo>
                    <a:pt x="211194" y="59692"/>
                    <a:pt x="210789" y="58200"/>
                    <a:pt x="210384" y="56708"/>
                  </a:cubicBezTo>
                  <a:cubicBezTo>
                    <a:pt x="208765" y="49246"/>
                    <a:pt x="209979" y="41038"/>
                    <a:pt x="209170" y="34323"/>
                  </a:cubicBezTo>
                  <a:close/>
                  <a:moveTo>
                    <a:pt x="198242" y="24623"/>
                  </a:moveTo>
                  <a:cubicBezTo>
                    <a:pt x="198647" y="24623"/>
                    <a:pt x="198647" y="24623"/>
                    <a:pt x="198242" y="24623"/>
                  </a:cubicBezTo>
                  <a:cubicBezTo>
                    <a:pt x="199456" y="25369"/>
                    <a:pt x="200671" y="26115"/>
                    <a:pt x="201885" y="27608"/>
                  </a:cubicBezTo>
                  <a:cubicBezTo>
                    <a:pt x="202694" y="28354"/>
                    <a:pt x="203504" y="29100"/>
                    <a:pt x="203908" y="29846"/>
                  </a:cubicBezTo>
                  <a:lnTo>
                    <a:pt x="205123" y="32085"/>
                  </a:lnTo>
                  <a:cubicBezTo>
                    <a:pt x="207956" y="38800"/>
                    <a:pt x="205527" y="48500"/>
                    <a:pt x="206742" y="55215"/>
                  </a:cubicBezTo>
                  <a:cubicBezTo>
                    <a:pt x="205932" y="55215"/>
                    <a:pt x="205527" y="54469"/>
                    <a:pt x="205123" y="54469"/>
                  </a:cubicBezTo>
                  <a:cubicBezTo>
                    <a:pt x="204718" y="54469"/>
                    <a:pt x="204313" y="53723"/>
                    <a:pt x="203908" y="53723"/>
                  </a:cubicBezTo>
                  <a:cubicBezTo>
                    <a:pt x="203099" y="52977"/>
                    <a:pt x="202694" y="52231"/>
                    <a:pt x="201885" y="51484"/>
                  </a:cubicBezTo>
                  <a:cubicBezTo>
                    <a:pt x="201075" y="50738"/>
                    <a:pt x="200671" y="49246"/>
                    <a:pt x="200266" y="47754"/>
                  </a:cubicBezTo>
                  <a:cubicBezTo>
                    <a:pt x="199456" y="42531"/>
                    <a:pt x="199052" y="36561"/>
                    <a:pt x="199052" y="31338"/>
                  </a:cubicBezTo>
                  <a:cubicBezTo>
                    <a:pt x="198647" y="28354"/>
                    <a:pt x="198647" y="26115"/>
                    <a:pt x="198242" y="24623"/>
                  </a:cubicBezTo>
                  <a:close/>
                  <a:moveTo>
                    <a:pt x="198242" y="49992"/>
                  </a:moveTo>
                  <a:cubicBezTo>
                    <a:pt x="198242" y="50738"/>
                    <a:pt x="198647" y="50738"/>
                    <a:pt x="198647" y="51484"/>
                  </a:cubicBezTo>
                  <a:cubicBezTo>
                    <a:pt x="199456" y="53723"/>
                    <a:pt x="200671" y="55215"/>
                    <a:pt x="201885" y="55961"/>
                  </a:cubicBezTo>
                  <a:cubicBezTo>
                    <a:pt x="202694" y="56708"/>
                    <a:pt x="203099" y="57454"/>
                    <a:pt x="203908" y="57454"/>
                  </a:cubicBezTo>
                  <a:cubicBezTo>
                    <a:pt x="204313" y="57454"/>
                    <a:pt x="204718" y="58200"/>
                    <a:pt x="205123" y="58200"/>
                  </a:cubicBezTo>
                  <a:cubicBezTo>
                    <a:pt x="205527" y="58200"/>
                    <a:pt x="206742" y="58946"/>
                    <a:pt x="207146" y="58946"/>
                  </a:cubicBezTo>
                  <a:lnTo>
                    <a:pt x="207551" y="58946"/>
                  </a:lnTo>
                  <a:cubicBezTo>
                    <a:pt x="208360" y="61931"/>
                    <a:pt x="209979" y="64915"/>
                    <a:pt x="211598" y="66408"/>
                  </a:cubicBezTo>
                  <a:cubicBezTo>
                    <a:pt x="212003" y="66408"/>
                    <a:pt x="212003" y="67154"/>
                    <a:pt x="212812" y="67154"/>
                  </a:cubicBezTo>
                  <a:cubicBezTo>
                    <a:pt x="214027" y="68646"/>
                    <a:pt x="215241" y="69392"/>
                    <a:pt x="216860" y="70138"/>
                  </a:cubicBezTo>
                  <a:cubicBezTo>
                    <a:pt x="217265" y="70884"/>
                    <a:pt x="217265" y="72377"/>
                    <a:pt x="217669" y="73123"/>
                  </a:cubicBezTo>
                  <a:cubicBezTo>
                    <a:pt x="218074" y="74615"/>
                    <a:pt x="218479" y="75361"/>
                    <a:pt x="219288" y="76108"/>
                  </a:cubicBezTo>
                  <a:cubicBezTo>
                    <a:pt x="220098" y="77600"/>
                    <a:pt x="221312" y="79092"/>
                    <a:pt x="222526" y="80584"/>
                  </a:cubicBezTo>
                  <a:cubicBezTo>
                    <a:pt x="223336" y="81331"/>
                    <a:pt x="224145" y="82077"/>
                    <a:pt x="225359" y="82823"/>
                  </a:cubicBezTo>
                  <a:cubicBezTo>
                    <a:pt x="226573" y="83569"/>
                    <a:pt x="225764" y="83569"/>
                    <a:pt x="225764" y="83569"/>
                  </a:cubicBezTo>
                  <a:lnTo>
                    <a:pt x="225764" y="84315"/>
                  </a:lnTo>
                  <a:cubicBezTo>
                    <a:pt x="226169" y="85061"/>
                    <a:pt x="226169" y="85808"/>
                    <a:pt x="226573" y="86554"/>
                  </a:cubicBezTo>
                  <a:cubicBezTo>
                    <a:pt x="226978" y="87300"/>
                    <a:pt x="226169" y="87300"/>
                    <a:pt x="225764" y="87300"/>
                  </a:cubicBezTo>
                  <a:lnTo>
                    <a:pt x="225359" y="88046"/>
                  </a:lnTo>
                  <a:cubicBezTo>
                    <a:pt x="224145" y="89538"/>
                    <a:pt x="223336" y="91777"/>
                    <a:pt x="222526" y="94015"/>
                  </a:cubicBezTo>
                  <a:cubicBezTo>
                    <a:pt x="222121" y="94761"/>
                    <a:pt x="222121" y="95508"/>
                    <a:pt x="221717" y="96254"/>
                  </a:cubicBezTo>
                  <a:cubicBezTo>
                    <a:pt x="220907" y="97000"/>
                    <a:pt x="220098" y="98492"/>
                    <a:pt x="219288" y="99238"/>
                  </a:cubicBezTo>
                  <a:cubicBezTo>
                    <a:pt x="218883" y="99984"/>
                    <a:pt x="218074" y="100731"/>
                    <a:pt x="217669" y="102223"/>
                  </a:cubicBezTo>
                  <a:cubicBezTo>
                    <a:pt x="217265" y="103715"/>
                    <a:pt x="216860" y="104461"/>
                    <a:pt x="216050" y="105208"/>
                  </a:cubicBezTo>
                  <a:cubicBezTo>
                    <a:pt x="214836" y="106700"/>
                    <a:pt x="213622" y="108192"/>
                    <a:pt x="212408" y="110431"/>
                  </a:cubicBezTo>
                  <a:cubicBezTo>
                    <a:pt x="212003" y="111177"/>
                    <a:pt x="211598" y="111923"/>
                    <a:pt x="211194" y="113415"/>
                  </a:cubicBezTo>
                  <a:cubicBezTo>
                    <a:pt x="210789" y="114161"/>
                    <a:pt x="210789" y="114161"/>
                    <a:pt x="210789" y="114907"/>
                  </a:cubicBezTo>
                  <a:cubicBezTo>
                    <a:pt x="209170" y="116400"/>
                    <a:pt x="207956" y="118638"/>
                    <a:pt x="206742" y="121623"/>
                  </a:cubicBezTo>
                  <a:cubicBezTo>
                    <a:pt x="206337" y="122369"/>
                    <a:pt x="205932" y="123861"/>
                    <a:pt x="205527" y="124607"/>
                  </a:cubicBezTo>
                  <a:cubicBezTo>
                    <a:pt x="205123" y="125354"/>
                    <a:pt x="205123" y="125354"/>
                    <a:pt x="204718" y="125354"/>
                  </a:cubicBezTo>
                  <a:cubicBezTo>
                    <a:pt x="204313" y="125354"/>
                    <a:pt x="203908" y="126100"/>
                    <a:pt x="203504" y="126846"/>
                  </a:cubicBezTo>
                  <a:lnTo>
                    <a:pt x="201480" y="130577"/>
                  </a:lnTo>
                  <a:cubicBezTo>
                    <a:pt x="201075" y="131323"/>
                    <a:pt x="200671" y="132815"/>
                    <a:pt x="200266" y="133561"/>
                  </a:cubicBezTo>
                  <a:cubicBezTo>
                    <a:pt x="199456" y="134308"/>
                    <a:pt x="198647" y="135054"/>
                    <a:pt x="198242" y="136546"/>
                  </a:cubicBezTo>
                  <a:lnTo>
                    <a:pt x="196623" y="139531"/>
                  </a:lnTo>
                  <a:cubicBezTo>
                    <a:pt x="195814" y="141023"/>
                    <a:pt x="195409" y="142515"/>
                    <a:pt x="194600" y="144754"/>
                  </a:cubicBezTo>
                  <a:cubicBezTo>
                    <a:pt x="194195" y="145500"/>
                    <a:pt x="193790" y="146246"/>
                    <a:pt x="193385" y="146246"/>
                  </a:cubicBezTo>
                  <a:cubicBezTo>
                    <a:pt x="192576" y="146992"/>
                    <a:pt x="191766" y="148484"/>
                    <a:pt x="191362" y="149977"/>
                  </a:cubicBezTo>
                  <a:lnTo>
                    <a:pt x="190552" y="151469"/>
                  </a:lnTo>
                  <a:cubicBezTo>
                    <a:pt x="190147" y="152215"/>
                    <a:pt x="190147" y="152961"/>
                    <a:pt x="189743" y="154454"/>
                  </a:cubicBezTo>
                  <a:cubicBezTo>
                    <a:pt x="189338" y="155946"/>
                    <a:pt x="189338" y="155200"/>
                    <a:pt x="188529" y="155200"/>
                  </a:cubicBezTo>
                  <a:cubicBezTo>
                    <a:pt x="187314" y="156692"/>
                    <a:pt x="186505" y="158184"/>
                    <a:pt x="185695" y="160423"/>
                  </a:cubicBezTo>
                  <a:cubicBezTo>
                    <a:pt x="185291" y="161169"/>
                    <a:pt x="184886" y="162661"/>
                    <a:pt x="184077" y="164154"/>
                  </a:cubicBezTo>
                  <a:cubicBezTo>
                    <a:pt x="183267" y="164900"/>
                    <a:pt x="182458" y="165646"/>
                    <a:pt x="182053" y="167138"/>
                  </a:cubicBezTo>
                  <a:cubicBezTo>
                    <a:pt x="181648" y="166392"/>
                    <a:pt x="181243" y="165646"/>
                    <a:pt x="180434" y="165646"/>
                  </a:cubicBezTo>
                  <a:cubicBezTo>
                    <a:pt x="179624" y="163407"/>
                    <a:pt x="178410" y="161915"/>
                    <a:pt x="177196" y="160423"/>
                  </a:cubicBezTo>
                  <a:cubicBezTo>
                    <a:pt x="176791" y="159677"/>
                    <a:pt x="175982" y="158931"/>
                    <a:pt x="175577" y="158184"/>
                  </a:cubicBezTo>
                  <a:cubicBezTo>
                    <a:pt x="175172" y="157438"/>
                    <a:pt x="175172" y="157438"/>
                    <a:pt x="174363" y="157438"/>
                  </a:cubicBezTo>
                  <a:lnTo>
                    <a:pt x="173958" y="156692"/>
                  </a:lnTo>
                  <a:cubicBezTo>
                    <a:pt x="173149" y="155200"/>
                    <a:pt x="171935" y="153707"/>
                    <a:pt x="170720" y="152215"/>
                  </a:cubicBezTo>
                  <a:cubicBezTo>
                    <a:pt x="169911" y="151469"/>
                    <a:pt x="169101" y="150723"/>
                    <a:pt x="168292" y="150723"/>
                  </a:cubicBezTo>
                  <a:cubicBezTo>
                    <a:pt x="167887" y="150723"/>
                    <a:pt x="167078" y="149977"/>
                    <a:pt x="166673" y="149977"/>
                  </a:cubicBezTo>
                  <a:cubicBezTo>
                    <a:pt x="166268" y="149231"/>
                    <a:pt x="165459" y="148484"/>
                    <a:pt x="165054" y="147738"/>
                  </a:cubicBezTo>
                  <a:lnTo>
                    <a:pt x="163435" y="146246"/>
                  </a:lnTo>
                  <a:cubicBezTo>
                    <a:pt x="163030" y="146246"/>
                    <a:pt x="161816" y="145500"/>
                    <a:pt x="161007" y="145500"/>
                  </a:cubicBezTo>
                  <a:lnTo>
                    <a:pt x="161007" y="144754"/>
                  </a:lnTo>
                  <a:lnTo>
                    <a:pt x="159388" y="144754"/>
                  </a:lnTo>
                  <a:cubicBezTo>
                    <a:pt x="158983" y="144007"/>
                    <a:pt x="158578" y="144007"/>
                    <a:pt x="158174" y="144007"/>
                  </a:cubicBezTo>
                  <a:cubicBezTo>
                    <a:pt x="156960" y="142515"/>
                    <a:pt x="155341" y="141769"/>
                    <a:pt x="153722" y="141769"/>
                  </a:cubicBezTo>
                  <a:lnTo>
                    <a:pt x="151293" y="141769"/>
                  </a:lnTo>
                  <a:cubicBezTo>
                    <a:pt x="150484" y="141023"/>
                    <a:pt x="149674" y="141023"/>
                    <a:pt x="148865" y="141023"/>
                  </a:cubicBezTo>
                  <a:cubicBezTo>
                    <a:pt x="149270" y="136546"/>
                    <a:pt x="149270" y="132069"/>
                    <a:pt x="148865" y="127592"/>
                  </a:cubicBezTo>
                  <a:cubicBezTo>
                    <a:pt x="149674" y="123115"/>
                    <a:pt x="149674" y="117892"/>
                    <a:pt x="148865" y="113415"/>
                  </a:cubicBezTo>
                  <a:cubicBezTo>
                    <a:pt x="149674" y="108938"/>
                    <a:pt x="149674" y="103715"/>
                    <a:pt x="148865" y="99238"/>
                  </a:cubicBezTo>
                  <a:cubicBezTo>
                    <a:pt x="149674" y="94761"/>
                    <a:pt x="149674" y="90284"/>
                    <a:pt x="148865" y="85808"/>
                  </a:cubicBezTo>
                  <a:cubicBezTo>
                    <a:pt x="149674" y="81331"/>
                    <a:pt x="149674" y="76108"/>
                    <a:pt x="148865" y="71631"/>
                  </a:cubicBezTo>
                  <a:cubicBezTo>
                    <a:pt x="149674" y="67154"/>
                    <a:pt x="149674" y="62677"/>
                    <a:pt x="148865" y="58200"/>
                  </a:cubicBezTo>
                  <a:cubicBezTo>
                    <a:pt x="149270" y="53723"/>
                    <a:pt x="149270" y="48500"/>
                    <a:pt x="148865" y="44023"/>
                  </a:cubicBezTo>
                  <a:cubicBezTo>
                    <a:pt x="149674" y="39546"/>
                    <a:pt x="149674" y="34323"/>
                    <a:pt x="148865" y="29846"/>
                  </a:cubicBezTo>
                  <a:cubicBezTo>
                    <a:pt x="148865" y="29100"/>
                    <a:pt x="149270" y="27608"/>
                    <a:pt x="149270" y="26861"/>
                  </a:cubicBezTo>
                  <a:lnTo>
                    <a:pt x="151698" y="26861"/>
                  </a:lnTo>
                  <a:cubicBezTo>
                    <a:pt x="152507" y="26115"/>
                    <a:pt x="152912" y="26115"/>
                    <a:pt x="153722" y="26115"/>
                  </a:cubicBezTo>
                  <a:cubicBezTo>
                    <a:pt x="154126" y="25369"/>
                    <a:pt x="154531" y="25369"/>
                    <a:pt x="155341" y="25369"/>
                  </a:cubicBezTo>
                  <a:cubicBezTo>
                    <a:pt x="156150" y="26861"/>
                    <a:pt x="157364" y="27608"/>
                    <a:pt x="158174" y="28354"/>
                  </a:cubicBezTo>
                  <a:cubicBezTo>
                    <a:pt x="158983" y="28354"/>
                    <a:pt x="159793" y="29100"/>
                    <a:pt x="161007" y="29100"/>
                  </a:cubicBezTo>
                  <a:lnTo>
                    <a:pt x="165054" y="29100"/>
                  </a:lnTo>
                  <a:cubicBezTo>
                    <a:pt x="165459" y="29100"/>
                    <a:pt x="165459" y="28354"/>
                    <a:pt x="165864" y="28354"/>
                  </a:cubicBezTo>
                  <a:cubicBezTo>
                    <a:pt x="167483" y="30592"/>
                    <a:pt x="169101" y="32085"/>
                    <a:pt x="170720" y="32831"/>
                  </a:cubicBezTo>
                  <a:cubicBezTo>
                    <a:pt x="171935" y="33577"/>
                    <a:pt x="173149" y="33577"/>
                    <a:pt x="174363" y="33577"/>
                  </a:cubicBezTo>
                  <a:lnTo>
                    <a:pt x="176387" y="33577"/>
                  </a:lnTo>
                  <a:lnTo>
                    <a:pt x="177196" y="35069"/>
                  </a:lnTo>
                  <a:cubicBezTo>
                    <a:pt x="179220" y="37308"/>
                    <a:pt x="181648" y="38800"/>
                    <a:pt x="184077" y="39546"/>
                  </a:cubicBezTo>
                  <a:cubicBezTo>
                    <a:pt x="184481" y="39546"/>
                    <a:pt x="184886" y="39546"/>
                    <a:pt x="185695" y="40292"/>
                  </a:cubicBezTo>
                  <a:lnTo>
                    <a:pt x="187314" y="40292"/>
                  </a:lnTo>
                  <a:cubicBezTo>
                    <a:pt x="187719" y="41038"/>
                    <a:pt x="187719" y="41785"/>
                    <a:pt x="188124" y="42531"/>
                  </a:cubicBezTo>
                  <a:cubicBezTo>
                    <a:pt x="188529" y="43277"/>
                    <a:pt x="189743" y="44023"/>
                    <a:pt x="190147" y="45515"/>
                  </a:cubicBezTo>
                  <a:cubicBezTo>
                    <a:pt x="190552" y="45515"/>
                    <a:pt x="190957" y="45515"/>
                    <a:pt x="190957" y="46261"/>
                  </a:cubicBezTo>
                  <a:cubicBezTo>
                    <a:pt x="191766" y="47008"/>
                    <a:pt x="192171" y="47008"/>
                    <a:pt x="192981" y="47008"/>
                  </a:cubicBezTo>
                  <a:cubicBezTo>
                    <a:pt x="193385" y="47754"/>
                    <a:pt x="193790" y="47754"/>
                    <a:pt x="194195" y="47754"/>
                  </a:cubicBezTo>
                  <a:cubicBezTo>
                    <a:pt x="194600" y="48500"/>
                    <a:pt x="195814" y="48500"/>
                    <a:pt x="196623" y="48500"/>
                  </a:cubicBezTo>
                  <a:close/>
                  <a:moveTo>
                    <a:pt x="187314" y="16415"/>
                  </a:moveTo>
                  <a:cubicBezTo>
                    <a:pt x="187719" y="16415"/>
                    <a:pt x="188529" y="17161"/>
                    <a:pt x="188933" y="17161"/>
                  </a:cubicBezTo>
                  <a:cubicBezTo>
                    <a:pt x="189743" y="17908"/>
                    <a:pt x="190147" y="17908"/>
                    <a:pt x="190957" y="18654"/>
                  </a:cubicBezTo>
                  <a:cubicBezTo>
                    <a:pt x="191362" y="18654"/>
                    <a:pt x="191362" y="19400"/>
                    <a:pt x="191766" y="19400"/>
                  </a:cubicBezTo>
                  <a:cubicBezTo>
                    <a:pt x="192576" y="20146"/>
                    <a:pt x="192981" y="20892"/>
                    <a:pt x="193790" y="22385"/>
                  </a:cubicBezTo>
                  <a:cubicBezTo>
                    <a:pt x="194195" y="23131"/>
                    <a:pt x="194600" y="23877"/>
                    <a:pt x="195004" y="25369"/>
                  </a:cubicBezTo>
                  <a:cubicBezTo>
                    <a:pt x="197028" y="31338"/>
                    <a:pt x="195409" y="39546"/>
                    <a:pt x="196623" y="46261"/>
                  </a:cubicBezTo>
                  <a:cubicBezTo>
                    <a:pt x="196218" y="45515"/>
                    <a:pt x="195409" y="45515"/>
                    <a:pt x="195004" y="45515"/>
                  </a:cubicBezTo>
                  <a:cubicBezTo>
                    <a:pt x="194600" y="44769"/>
                    <a:pt x="194195" y="44769"/>
                    <a:pt x="193790" y="44769"/>
                  </a:cubicBezTo>
                  <a:cubicBezTo>
                    <a:pt x="192981" y="44023"/>
                    <a:pt x="192576" y="43277"/>
                    <a:pt x="191766" y="42531"/>
                  </a:cubicBezTo>
                  <a:cubicBezTo>
                    <a:pt x="191362" y="42531"/>
                    <a:pt x="191362" y="41785"/>
                    <a:pt x="190957" y="41785"/>
                  </a:cubicBezTo>
                  <a:cubicBezTo>
                    <a:pt x="190552" y="41785"/>
                    <a:pt x="190147" y="41038"/>
                    <a:pt x="189743" y="39546"/>
                  </a:cubicBezTo>
                  <a:cubicBezTo>
                    <a:pt x="189338" y="38054"/>
                    <a:pt x="188933" y="36561"/>
                    <a:pt x="188933" y="35069"/>
                  </a:cubicBezTo>
                  <a:cubicBezTo>
                    <a:pt x="188529" y="29100"/>
                    <a:pt x="187719" y="23131"/>
                    <a:pt x="186505" y="17161"/>
                  </a:cubicBezTo>
                  <a:lnTo>
                    <a:pt x="187314" y="17161"/>
                  </a:lnTo>
                  <a:close/>
                  <a:moveTo>
                    <a:pt x="175172" y="10446"/>
                  </a:moveTo>
                  <a:cubicBezTo>
                    <a:pt x="175982" y="10446"/>
                    <a:pt x="177196" y="10446"/>
                    <a:pt x="178006" y="11192"/>
                  </a:cubicBezTo>
                  <a:cubicBezTo>
                    <a:pt x="181648" y="11938"/>
                    <a:pt x="184077" y="16415"/>
                    <a:pt x="184886" y="23131"/>
                  </a:cubicBezTo>
                  <a:cubicBezTo>
                    <a:pt x="185291" y="27608"/>
                    <a:pt x="185695" y="32831"/>
                    <a:pt x="186505" y="37308"/>
                  </a:cubicBezTo>
                  <a:cubicBezTo>
                    <a:pt x="186505" y="37308"/>
                    <a:pt x="186505" y="38054"/>
                    <a:pt x="186910" y="38054"/>
                  </a:cubicBezTo>
                  <a:lnTo>
                    <a:pt x="186505" y="38054"/>
                  </a:lnTo>
                  <a:cubicBezTo>
                    <a:pt x="186100" y="38054"/>
                    <a:pt x="185695" y="37308"/>
                    <a:pt x="184886" y="37308"/>
                  </a:cubicBezTo>
                  <a:cubicBezTo>
                    <a:pt x="182862" y="37308"/>
                    <a:pt x="180839" y="35069"/>
                    <a:pt x="179220" y="32831"/>
                  </a:cubicBezTo>
                  <a:cubicBezTo>
                    <a:pt x="178815" y="32085"/>
                    <a:pt x="178410" y="30592"/>
                    <a:pt x="178006" y="29100"/>
                  </a:cubicBezTo>
                  <a:cubicBezTo>
                    <a:pt x="177196" y="23131"/>
                    <a:pt x="176387" y="17908"/>
                    <a:pt x="175172" y="12685"/>
                  </a:cubicBezTo>
                  <a:lnTo>
                    <a:pt x="175172" y="10446"/>
                  </a:lnTo>
                  <a:close/>
                  <a:moveTo>
                    <a:pt x="163030" y="5969"/>
                  </a:moveTo>
                  <a:cubicBezTo>
                    <a:pt x="163435" y="5969"/>
                    <a:pt x="163435" y="5223"/>
                    <a:pt x="163435" y="5969"/>
                  </a:cubicBezTo>
                  <a:lnTo>
                    <a:pt x="165054" y="5969"/>
                  </a:lnTo>
                  <a:cubicBezTo>
                    <a:pt x="167078" y="5969"/>
                    <a:pt x="169101" y="7461"/>
                    <a:pt x="170720" y="10446"/>
                  </a:cubicBezTo>
                  <a:cubicBezTo>
                    <a:pt x="173553" y="14923"/>
                    <a:pt x="173149" y="23877"/>
                    <a:pt x="174363" y="29846"/>
                  </a:cubicBezTo>
                  <a:lnTo>
                    <a:pt x="174768" y="30592"/>
                  </a:lnTo>
                  <a:lnTo>
                    <a:pt x="175172" y="30592"/>
                  </a:lnTo>
                  <a:cubicBezTo>
                    <a:pt x="173958" y="30592"/>
                    <a:pt x="172744" y="29846"/>
                    <a:pt x="171530" y="29846"/>
                  </a:cubicBezTo>
                  <a:cubicBezTo>
                    <a:pt x="170316" y="29100"/>
                    <a:pt x="169101" y="28354"/>
                    <a:pt x="168292" y="26861"/>
                  </a:cubicBezTo>
                  <a:cubicBezTo>
                    <a:pt x="167078" y="23877"/>
                    <a:pt x="166268" y="20146"/>
                    <a:pt x="165459" y="16415"/>
                  </a:cubicBezTo>
                  <a:cubicBezTo>
                    <a:pt x="165054" y="13431"/>
                    <a:pt x="164245" y="11192"/>
                    <a:pt x="163840" y="8954"/>
                  </a:cubicBezTo>
                  <a:cubicBezTo>
                    <a:pt x="163435" y="7461"/>
                    <a:pt x="163435" y="6715"/>
                    <a:pt x="163030" y="5969"/>
                  </a:cubicBezTo>
                  <a:close/>
                  <a:moveTo>
                    <a:pt x="150889" y="2985"/>
                  </a:moveTo>
                  <a:lnTo>
                    <a:pt x="153722" y="2985"/>
                  </a:lnTo>
                  <a:cubicBezTo>
                    <a:pt x="155341" y="2985"/>
                    <a:pt x="156960" y="3731"/>
                    <a:pt x="158174" y="5223"/>
                  </a:cubicBezTo>
                  <a:cubicBezTo>
                    <a:pt x="159793" y="5969"/>
                    <a:pt x="160197" y="8208"/>
                    <a:pt x="161007" y="10446"/>
                  </a:cubicBezTo>
                  <a:cubicBezTo>
                    <a:pt x="161816" y="14177"/>
                    <a:pt x="162626" y="18654"/>
                    <a:pt x="163435" y="23131"/>
                  </a:cubicBezTo>
                  <a:cubicBezTo>
                    <a:pt x="163840" y="23877"/>
                    <a:pt x="163840" y="24623"/>
                    <a:pt x="164245" y="26115"/>
                  </a:cubicBezTo>
                  <a:lnTo>
                    <a:pt x="161007" y="26115"/>
                  </a:lnTo>
                  <a:cubicBezTo>
                    <a:pt x="159793" y="25369"/>
                    <a:pt x="158983" y="25369"/>
                    <a:pt x="158174" y="25369"/>
                  </a:cubicBezTo>
                  <a:cubicBezTo>
                    <a:pt x="157769" y="24623"/>
                    <a:pt x="156960" y="23877"/>
                    <a:pt x="156555" y="23131"/>
                  </a:cubicBezTo>
                  <a:cubicBezTo>
                    <a:pt x="155341" y="20892"/>
                    <a:pt x="154126" y="17908"/>
                    <a:pt x="153722" y="14923"/>
                  </a:cubicBezTo>
                  <a:cubicBezTo>
                    <a:pt x="152912" y="11938"/>
                    <a:pt x="152103" y="9700"/>
                    <a:pt x="151698" y="7461"/>
                  </a:cubicBezTo>
                  <a:cubicBezTo>
                    <a:pt x="151293" y="5969"/>
                    <a:pt x="150889" y="4477"/>
                    <a:pt x="150889" y="2985"/>
                  </a:cubicBezTo>
                  <a:close/>
                  <a:moveTo>
                    <a:pt x="138747" y="2985"/>
                  </a:moveTo>
                  <a:lnTo>
                    <a:pt x="139556" y="2238"/>
                  </a:lnTo>
                  <a:cubicBezTo>
                    <a:pt x="141580" y="1492"/>
                    <a:pt x="143603" y="1492"/>
                    <a:pt x="145627" y="2985"/>
                  </a:cubicBezTo>
                  <a:cubicBezTo>
                    <a:pt x="149270" y="5969"/>
                    <a:pt x="150484" y="13431"/>
                    <a:pt x="151698" y="19400"/>
                  </a:cubicBezTo>
                  <a:cubicBezTo>
                    <a:pt x="152103" y="20892"/>
                    <a:pt x="152507" y="22385"/>
                    <a:pt x="153317" y="23131"/>
                  </a:cubicBezTo>
                  <a:lnTo>
                    <a:pt x="151698" y="23131"/>
                  </a:lnTo>
                  <a:cubicBezTo>
                    <a:pt x="149674" y="23877"/>
                    <a:pt x="147651" y="23131"/>
                    <a:pt x="145627" y="21638"/>
                  </a:cubicBezTo>
                  <a:lnTo>
                    <a:pt x="145222" y="21638"/>
                  </a:lnTo>
                  <a:cubicBezTo>
                    <a:pt x="142794" y="16415"/>
                    <a:pt x="141175" y="11192"/>
                    <a:pt x="139556" y="5223"/>
                  </a:cubicBezTo>
                  <a:lnTo>
                    <a:pt x="138747" y="2985"/>
                  </a:lnTo>
                  <a:close/>
                  <a:moveTo>
                    <a:pt x="126605" y="4477"/>
                  </a:moveTo>
                  <a:cubicBezTo>
                    <a:pt x="127009" y="4477"/>
                    <a:pt x="128224" y="3731"/>
                    <a:pt x="128628" y="3731"/>
                  </a:cubicBezTo>
                  <a:cubicBezTo>
                    <a:pt x="129438" y="2985"/>
                    <a:pt x="130247" y="2985"/>
                    <a:pt x="131057" y="2985"/>
                  </a:cubicBezTo>
                  <a:lnTo>
                    <a:pt x="132676" y="2985"/>
                  </a:lnTo>
                  <a:cubicBezTo>
                    <a:pt x="135509" y="3731"/>
                    <a:pt x="137937" y="8208"/>
                    <a:pt x="138747" y="13431"/>
                  </a:cubicBezTo>
                  <a:cubicBezTo>
                    <a:pt x="139151" y="14177"/>
                    <a:pt x="139151" y="14923"/>
                    <a:pt x="139556" y="15669"/>
                  </a:cubicBezTo>
                  <a:cubicBezTo>
                    <a:pt x="139961" y="17908"/>
                    <a:pt x="140770" y="20892"/>
                    <a:pt x="141984" y="22385"/>
                  </a:cubicBezTo>
                  <a:cubicBezTo>
                    <a:pt x="141175" y="23131"/>
                    <a:pt x="140366" y="23131"/>
                    <a:pt x="139556" y="23131"/>
                  </a:cubicBezTo>
                  <a:lnTo>
                    <a:pt x="138747" y="23131"/>
                  </a:lnTo>
                  <a:cubicBezTo>
                    <a:pt x="137128" y="23877"/>
                    <a:pt x="135509" y="23131"/>
                    <a:pt x="133890" y="21638"/>
                  </a:cubicBezTo>
                  <a:cubicBezTo>
                    <a:pt x="133080" y="20892"/>
                    <a:pt x="132676" y="20146"/>
                    <a:pt x="132271" y="18654"/>
                  </a:cubicBezTo>
                  <a:cubicBezTo>
                    <a:pt x="131866" y="17908"/>
                    <a:pt x="131057" y="15669"/>
                    <a:pt x="130652" y="14923"/>
                  </a:cubicBezTo>
                  <a:cubicBezTo>
                    <a:pt x="130247" y="14177"/>
                    <a:pt x="129033" y="10446"/>
                    <a:pt x="128224" y="8208"/>
                  </a:cubicBezTo>
                  <a:cubicBezTo>
                    <a:pt x="127819" y="7461"/>
                    <a:pt x="127009" y="5969"/>
                    <a:pt x="126605" y="4477"/>
                  </a:cubicBezTo>
                  <a:close/>
                  <a:moveTo>
                    <a:pt x="114463" y="8208"/>
                  </a:moveTo>
                  <a:cubicBezTo>
                    <a:pt x="114867" y="7461"/>
                    <a:pt x="115272" y="7461"/>
                    <a:pt x="116082" y="7461"/>
                  </a:cubicBezTo>
                  <a:cubicBezTo>
                    <a:pt x="117296" y="6715"/>
                    <a:pt x="118105" y="6715"/>
                    <a:pt x="119319" y="6715"/>
                  </a:cubicBezTo>
                  <a:lnTo>
                    <a:pt x="120938" y="6715"/>
                  </a:lnTo>
                  <a:cubicBezTo>
                    <a:pt x="121748" y="6715"/>
                    <a:pt x="122962" y="7461"/>
                    <a:pt x="123771" y="8208"/>
                  </a:cubicBezTo>
                  <a:lnTo>
                    <a:pt x="126200" y="12685"/>
                  </a:lnTo>
                  <a:cubicBezTo>
                    <a:pt x="127009" y="14923"/>
                    <a:pt x="128224" y="17161"/>
                    <a:pt x="129033" y="19400"/>
                  </a:cubicBezTo>
                  <a:cubicBezTo>
                    <a:pt x="129842" y="20892"/>
                    <a:pt x="130247" y="23131"/>
                    <a:pt x="131461" y="23877"/>
                  </a:cubicBezTo>
                  <a:cubicBezTo>
                    <a:pt x="130652" y="24623"/>
                    <a:pt x="129842" y="24623"/>
                    <a:pt x="129033" y="24623"/>
                  </a:cubicBezTo>
                  <a:cubicBezTo>
                    <a:pt x="128224" y="25369"/>
                    <a:pt x="127414" y="25369"/>
                    <a:pt x="126200" y="25369"/>
                  </a:cubicBezTo>
                  <a:cubicBezTo>
                    <a:pt x="125390" y="25369"/>
                    <a:pt x="124581" y="25369"/>
                    <a:pt x="123771" y="24623"/>
                  </a:cubicBezTo>
                  <a:lnTo>
                    <a:pt x="123367" y="24623"/>
                  </a:lnTo>
                  <a:cubicBezTo>
                    <a:pt x="122557" y="23877"/>
                    <a:pt x="122153" y="22385"/>
                    <a:pt x="121343" y="21638"/>
                  </a:cubicBezTo>
                  <a:lnTo>
                    <a:pt x="119724" y="18654"/>
                  </a:lnTo>
                  <a:cubicBezTo>
                    <a:pt x="118915" y="16415"/>
                    <a:pt x="117701" y="14177"/>
                    <a:pt x="116486" y="11938"/>
                  </a:cubicBezTo>
                  <a:close/>
                  <a:moveTo>
                    <a:pt x="102321" y="13431"/>
                  </a:moveTo>
                  <a:cubicBezTo>
                    <a:pt x="103535" y="11938"/>
                    <a:pt x="104749" y="11192"/>
                    <a:pt x="106368" y="10446"/>
                  </a:cubicBezTo>
                  <a:cubicBezTo>
                    <a:pt x="107178" y="9700"/>
                    <a:pt x="107987" y="9700"/>
                    <a:pt x="109201" y="9700"/>
                  </a:cubicBezTo>
                  <a:cubicBezTo>
                    <a:pt x="110820" y="10446"/>
                    <a:pt x="112034" y="11192"/>
                    <a:pt x="113248" y="12685"/>
                  </a:cubicBezTo>
                  <a:cubicBezTo>
                    <a:pt x="114463" y="14177"/>
                    <a:pt x="115272" y="16415"/>
                    <a:pt x="116082" y="18654"/>
                  </a:cubicBezTo>
                  <a:cubicBezTo>
                    <a:pt x="116891" y="20892"/>
                    <a:pt x="118105" y="23131"/>
                    <a:pt x="119319" y="25369"/>
                  </a:cubicBezTo>
                  <a:lnTo>
                    <a:pt x="119724" y="26115"/>
                  </a:lnTo>
                  <a:cubicBezTo>
                    <a:pt x="119724" y="26115"/>
                    <a:pt x="119724" y="26861"/>
                    <a:pt x="119319" y="26861"/>
                  </a:cubicBezTo>
                  <a:lnTo>
                    <a:pt x="116082" y="28354"/>
                  </a:lnTo>
                  <a:cubicBezTo>
                    <a:pt x="115272" y="29100"/>
                    <a:pt x="114463" y="29100"/>
                    <a:pt x="113248" y="29100"/>
                  </a:cubicBezTo>
                  <a:cubicBezTo>
                    <a:pt x="112844" y="29100"/>
                    <a:pt x="112034" y="29100"/>
                    <a:pt x="111630" y="28354"/>
                  </a:cubicBezTo>
                  <a:lnTo>
                    <a:pt x="108796" y="25369"/>
                  </a:lnTo>
                  <a:lnTo>
                    <a:pt x="106368" y="20146"/>
                  </a:lnTo>
                  <a:cubicBezTo>
                    <a:pt x="105154" y="17908"/>
                    <a:pt x="103535" y="15669"/>
                    <a:pt x="102321" y="13431"/>
                  </a:cubicBezTo>
                  <a:close/>
                  <a:moveTo>
                    <a:pt x="90583" y="20146"/>
                  </a:moveTo>
                  <a:cubicBezTo>
                    <a:pt x="91798" y="19400"/>
                    <a:pt x="93012" y="17908"/>
                    <a:pt x="94226" y="17161"/>
                  </a:cubicBezTo>
                  <a:cubicBezTo>
                    <a:pt x="95440" y="16415"/>
                    <a:pt x="97059" y="15669"/>
                    <a:pt x="98273" y="16415"/>
                  </a:cubicBezTo>
                  <a:cubicBezTo>
                    <a:pt x="98678" y="16415"/>
                    <a:pt x="99083" y="17161"/>
                    <a:pt x="99892" y="17161"/>
                  </a:cubicBezTo>
                  <a:cubicBezTo>
                    <a:pt x="102725" y="18654"/>
                    <a:pt x="104344" y="23877"/>
                    <a:pt x="106773" y="27608"/>
                  </a:cubicBezTo>
                  <a:cubicBezTo>
                    <a:pt x="107582" y="29100"/>
                    <a:pt x="107987" y="29846"/>
                    <a:pt x="108796" y="30592"/>
                  </a:cubicBezTo>
                  <a:cubicBezTo>
                    <a:pt x="107987" y="31338"/>
                    <a:pt x="107582" y="31338"/>
                    <a:pt x="106773" y="32085"/>
                  </a:cubicBezTo>
                  <a:cubicBezTo>
                    <a:pt x="104749" y="33577"/>
                    <a:pt x="103130" y="34323"/>
                    <a:pt x="101107" y="33577"/>
                  </a:cubicBezTo>
                  <a:cubicBezTo>
                    <a:pt x="100702" y="32831"/>
                    <a:pt x="100702" y="32831"/>
                    <a:pt x="100297" y="32831"/>
                  </a:cubicBezTo>
                  <a:cubicBezTo>
                    <a:pt x="99892" y="32831"/>
                    <a:pt x="99488" y="32085"/>
                    <a:pt x="98678" y="31338"/>
                  </a:cubicBezTo>
                  <a:cubicBezTo>
                    <a:pt x="97059" y="29846"/>
                    <a:pt x="95845" y="27608"/>
                    <a:pt x="94631" y="24623"/>
                  </a:cubicBezTo>
                  <a:cubicBezTo>
                    <a:pt x="93012" y="23877"/>
                    <a:pt x="91798" y="22385"/>
                    <a:pt x="90583" y="20146"/>
                  </a:cubicBezTo>
                  <a:cubicBezTo>
                    <a:pt x="90988" y="20892"/>
                    <a:pt x="90988" y="20892"/>
                    <a:pt x="90988" y="20146"/>
                  </a:cubicBezTo>
                  <a:close/>
                  <a:moveTo>
                    <a:pt x="79656" y="29846"/>
                  </a:moveTo>
                  <a:lnTo>
                    <a:pt x="80465" y="28354"/>
                  </a:lnTo>
                  <a:lnTo>
                    <a:pt x="80870" y="28354"/>
                  </a:lnTo>
                  <a:cubicBezTo>
                    <a:pt x="81275" y="27608"/>
                    <a:pt x="81679" y="27608"/>
                    <a:pt x="82489" y="26861"/>
                  </a:cubicBezTo>
                  <a:cubicBezTo>
                    <a:pt x="84108" y="25369"/>
                    <a:pt x="85727" y="24623"/>
                    <a:pt x="87346" y="24623"/>
                  </a:cubicBezTo>
                  <a:lnTo>
                    <a:pt x="88155" y="24623"/>
                  </a:lnTo>
                  <a:cubicBezTo>
                    <a:pt x="88560" y="25369"/>
                    <a:pt x="89369" y="25369"/>
                    <a:pt x="89774" y="25369"/>
                  </a:cubicBezTo>
                  <a:cubicBezTo>
                    <a:pt x="90179" y="26115"/>
                    <a:pt x="90179" y="26115"/>
                    <a:pt x="90583" y="26115"/>
                  </a:cubicBezTo>
                  <a:cubicBezTo>
                    <a:pt x="91798" y="27608"/>
                    <a:pt x="93012" y="29846"/>
                    <a:pt x="94226" y="31338"/>
                  </a:cubicBezTo>
                  <a:cubicBezTo>
                    <a:pt x="95036" y="33577"/>
                    <a:pt x="96250" y="35069"/>
                    <a:pt x="97869" y="35815"/>
                  </a:cubicBezTo>
                  <a:cubicBezTo>
                    <a:pt x="96250" y="37308"/>
                    <a:pt x="95036" y="38800"/>
                    <a:pt x="94226" y="39546"/>
                  </a:cubicBezTo>
                  <a:cubicBezTo>
                    <a:pt x="93012" y="40292"/>
                    <a:pt x="91798" y="40292"/>
                    <a:pt x="90583" y="40292"/>
                  </a:cubicBezTo>
                  <a:lnTo>
                    <a:pt x="90179" y="40292"/>
                  </a:lnTo>
                  <a:cubicBezTo>
                    <a:pt x="90179" y="40292"/>
                    <a:pt x="90179" y="39546"/>
                    <a:pt x="89774" y="39546"/>
                  </a:cubicBezTo>
                  <a:cubicBezTo>
                    <a:pt x="89369" y="38800"/>
                    <a:pt x="88560" y="38800"/>
                    <a:pt x="88155" y="38800"/>
                  </a:cubicBezTo>
                  <a:cubicBezTo>
                    <a:pt x="87750" y="38800"/>
                    <a:pt x="87750" y="38054"/>
                    <a:pt x="87750" y="38054"/>
                  </a:cubicBezTo>
                  <a:cubicBezTo>
                    <a:pt x="87750" y="38054"/>
                    <a:pt x="87750" y="37308"/>
                    <a:pt x="87346" y="37308"/>
                  </a:cubicBezTo>
                  <a:cubicBezTo>
                    <a:pt x="85727" y="35069"/>
                    <a:pt x="83703" y="32831"/>
                    <a:pt x="82489" y="30592"/>
                  </a:cubicBezTo>
                  <a:cubicBezTo>
                    <a:pt x="82084" y="29846"/>
                    <a:pt x="81679" y="29846"/>
                    <a:pt x="80870" y="29100"/>
                  </a:cubicBezTo>
                  <a:lnTo>
                    <a:pt x="80465" y="29100"/>
                  </a:lnTo>
                  <a:cubicBezTo>
                    <a:pt x="80465" y="30592"/>
                    <a:pt x="80060" y="30592"/>
                    <a:pt x="79656" y="29846"/>
                  </a:cubicBezTo>
                  <a:close/>
                  <a:moveTo>
                    <a:pt x="69133" y="41038"/>
                  </a:moveTo>
                  <a:lnTo>
                    <a:pt x="70347" y="38800"/>
                  </a:lnTo>
                  <a:cubicBezTo>
                    <a:pt x="71156" y="38054"/>
                    <a:pt x="72371" y="36561"/>
                    <a:pt x="73180" y="35815"/>
                  </a:cubicBezTo>
                  <a:cubicBezTo>
                    <a:pt x="74394" y="35069"/>
                    <a:pt x="76013" y="34323"/>
                    <a:pt x="77227" y="35069"/>
                  </a:cubicBezTo>
                  <a:cubicBezTo>
                    <a:pt x="78442" y="35815"/>
                    <a:pt x="79656" y="36561"/>
                    <a:pt x="80870" y="38054"/>
                  </a:cubicBezTo>
                  <a:lnTo>
                    <a:pt x="81275" y="38054"/>
                  </a:lnTo>
                  <a:cubicBezTo>
                    <a:pt x="81679" y="38800"/>
                    <a:pt x="82084" y="39546"/>
                    <a:pt x="82894" y="40292"/>
                  </a:cubicBezTo>
                  <a:cubicBezTo>
                    <a:pt x="84513" y="42531"/>
                    <a:pt x="86536" y="44769"/>
                    <a:pt x="88560" y="46261"/>
                  </a:cubicBezTo>
                  <a:cubicBezTo>
                    <a:pt x="86941" y="48500"/>
                    <a:pt x="85322" y="49992"/>
                    <a:pt x="83703" y="50738"/>
                  </a:cubicBezTo>
                  <a:cubicBezTo>
                    <a:pt x="83298" y="50738"/>
                    <a:pt x="82894" y="50738"/>
                    <a:pt x="82084" y="51484"/>
                  </a:cubicBezTo>
                  <a:lnTo>
                    <a:pt x="81275" y="51484"/>
                  </a:lnTo>
                  <a:cubicBezTo>
                    <a:pt x="80465" y="50738"/>
                    <a:pt x="79251" y="49992"/>
                    <a:pt x="78442" y="49246"/>
                  </a:cubicBezTo>
                  <a:cubicBezTo>
                    <a:pt x="77227" y="47754"/>
                    <a:pt x="75608" y="46261"/>
                    <a:pt x="74394" y="44769"/>
                  </a:cubicBezTo>
                  <a:cubicBezTo>
                    <a:pt x="73585" y="44023"/>
                    <a:pt x="72775" y="43277"/>
                    <a:pt x="71561" y="41785"/>
                  </a:cubicBezTo>
                  <a:cubicBezTo>
                    <a:pt x="70347" y="41785"/>
                    <a:pt x="69942" y="41038"/>
                    <a:pt x="69133" y="41038"/>
                  </a:cubicBezTo>
                  <a:close/>
                  <a:moveTo>
                    <a:pt x="59419" y="52977"/>
                  </a:moveTo>
                  <a:cubicBezTo>
                    <a:pt x="60229" y="51484"/>
                    <a:pt x="61443" y="49246"/>
                    <a:pt x="62252" y="48500"/>
                  </a:cubicBezTo>
                  <a:cubicBezTo>
                    <a:pt x="63466" y="47754"/>
                    <a:pt x="64276" y="46261"/>
                    <a:pt x="65490" y="45515"/>
                  </a:cubicBezTo>
                  <a:lnTo>
                    <a:pt x="67109" y="45515"/>
                  </a:lnTo>
                  <a:cubicBezTo>
                    <a:pt x="68323" y="45515"/>
                    <a:pt x="69942" y="46261"/>
                    <a:pt x="70752" y="47754"/>
                  </a:cubicBezTo>
                  <a:lnTo>
                    <a:pt x="73585" y="50738"/>
                  </a:lnTo>
                  <a:cubicBezTo>
                    <a:pt x="74799" y="52231"/>
                    <a:pt x="76418" y="53723"/>
                    <a:pt x="77632" y="54469"/>
                  </a:cubicBezTo>
                  <a:lnTo>
                    <a:pt x="78037" y="54469"/>
                  </a:lnTo>
                  <a:lnTo>
                    <a:pt x="77632" y="55215"/>
                  </a:lnTo>
                  <a:cubicBezTo>
                    <a:pt x="76418" y="57454"/>
                    <a:pt x="75204" y="58946"/>
                    <a:pt x="73585" y="60438"/>
                  </a:cubicBezTo>
                  <a:cubicBezTo>
                    <a:pt x="72775" y="61184"/>
                    <a:pt x="71966" y="61931"/>
                    <a:pt x="70752" y="61931"/>
                  </a:cubicBezTo>
                  <a:cubicBezTo>
                    <a:pt x="69133" y="61184"/>
                    <a:pt x="67919" y="60438"/>
                    <a:pt x="67109" y="59692"/>
                  </a:cubicBezTo>
                  <a:cubicBezTo>
                    <a:pt x="66300" y="58946"/>
                    <a:pt x="66300" y="58946"/>
                    <a:pt x="65490" y="58946"/>
                  </a:cubicBezTo>
                  <a:cubicBezTo>
                    <a:pt x="64681" y="57454"/>
                    <a:pt x="63466" y="56708"/>
                    <a:pt x="62252" y="55961"/>
                  </a:cubicBezTo>
                  <a:cubicBezTo>
                    <a:pt x="61443" y="54469"/>
                    <a:pt x="60633" y="53723"/>
                    <a:pt x="59419" y="52977"/>
                  </a:cubicBezTo>
                  <a:close/>
                  <a:moveTo>
                    <a:pt x="49706" y="67154"/>
                  </a:moveTo>
                  <a:cubicBezTo>
                    <a:pt x="50110" y="67154"/>
                    <a:pt x="50110" y="66408"/>
                    <a:pt x="50110" y="66408"/>
                  </a:cubicBezTo>
                  <a:cubicBezTo>
                    <a:pt x="51325" y="64169"/>
                    <a:pt x="52539" y="61931"/>
                    <a:pt x="54158" y="59692"/>
                  </a:cubicBezTo>
                  <a:cubicBezTo>
                    <a:pt x="54562" y="58946"/>
                    <a:pt x="55372" y="58946"/>
                    <a:pt x="55777" y="58946"/>
                  </a:cubicBezTo>
                  <a:cubicBezTo>
                    <a:pt x="56586" y="58200"/>
                    <a:pt x="56991" y="58200"/>
                    <a:pt x="57800" y="58200"/>
                  </a:cubicBezTo>
                  <a:cubicBezTo>
                    <a:pt x="58205" y="58200"/>
                    <a:pt x="58610" y="58200"/>
                    <a:pt x="58610" y="58946"/>
                  </a:cubicBezTo>
                  <a:cubicBezTo>
                    <a:pt x="59824" y="58946"/>
                    <a:pt x="61038" y="59692"/>
                    <a:pt x="61848" y="61184"/>
                  </a:cubicBezTo>
                  <a:cubicBezTo>
                    <a:pt x="63062" y="61931"/>
                    <a:pt x="63871" y="63423"/>
                    <a:pt x="65085" y="64169"/>
                  </a:cubicBezTo>
                  <a:cubicBezTo>
                    <a:pt x="65490" y="64915"/>
                    <a:pt x="65895" y="64915"/>
                    <a:pt x="66704" y="64915"/>
                  </a:cubicBezTo>
                  <a:cubicBezTo>
                    <a:pt x="67514" y="64915"/>
                    <a:pt x="67514" y="65661"/>
                    <a:pt x="67919" y="65661"/>
                  </a:cubicBezTo>
                  <a:cubicBezTo>
                    <a:pt x="68323" y="65661"/>
                    <a:pt x="67109" y="67154"/>
                    <a:pt x="66704" y="68646"/>
                  </a:cubicBezTo>
                  <a:cubicBezTo>
                    <a:pt x="66300" y="70138"/>
                    <a:pt x="65895" y="69392"/>
                    <a:pt x="65085" y="70138"/>
                  </a:cubicBezTo>
                  <a:cubicBezTo>
                    <a:pt x="64276" y="71631"/>
                    <a:pt x="63062" y="73123"/>
                    <a:pt x="61848" y="73123"/>
                  </a:cubicBezTo>
                  <a:cubicBezTo>
                    <a:pt x="61443" y="73123"/>
                    <a:pt x="61443" y="73123"/>
                    <a:pt x="61443" y="73869"/>
                  </a:cubicBezTo>
                  <a:cubicBezTo>
                    <a:pt x="61443" y="74615"/>
                    <a:pt x="59824" y="73123"/>
                    <a:pt x="58610" y="73123"/>
                  </a:cubicBezTo>
                  <a:cubicBezTo>
                    <a:pt x="57396" y="73123"/>
                    <a:pt x="58205" y="72377"/>
                    <a:pt x="57800" y="72377"/>
                  </a:cubicBezTo>
                  <a:cubicBezTo>
                    <a:pt x="56991" y="72377"/>
                    <a:pt x="56586" y="71631"/>
                    <a:pt x="55777" y="71631"/>
                  </a:cubicBezTo>
                  <a:cubicBezTo>
                    <a:pt x="55372" y="70884"/>
                    <a:pt x="54562" y="70884"/>
                    <a:pt x="54158" y="70884"/>
                  </a:cubicBezTo>
                  <a:cubicBezTo>
                    <a:pt x="52943" y="69392"/>
                    <a:pt x="51325" y="68646"/>
                    <a:pt x="50110" y="68646"/>
                  </a:cubicBezTo>
                  <a:cubicBezTo>
                    <a:pt x="50110" y="68646"/>
                    <a:pt x="49706" y="67900"/>
                    <a:pt x="49706" y="67154"/>
                  </a:cubicBezTo>
                  <a:close/>
                  <a:moveTo>
                    <a:pt x="41206" y="82823"/>
                  </a:moveTo>
                  <a:lnTo>
                    <a:pt x="42016" y="81331"/>
                  </a:lnTo>
                  <a:cubicBezTo>
                    <a:pt x="42420" y="80584"/>
                    <a:pt x="42825" y="79092"/>
                    <a:pt x="43230" y="78346"/>
                  </a:cubicBezTo>
                  <a:cubicBezTo>
                    <a:pt x="43635" y="77600"/>
                    <a:pt x="44039" y="77600"/>
                    <a:pt x="44444" y="76854"/>
                  </a:cubicBezTo>
                  <a:cubicBezTo>
                    <a:pt x="46063" y="73869"/>
                    <a:pt x="48491" y="73123"/>
                    <a:pt x="50515" y="73869"/>
                  </a:cubicBezTo>
                  <a:cubicBezTo>
                    <a:pt x="51729" y="74615"/>
                    <a:pt x="53348" y="75361"/>
                    <a:pt x="54562" y="76854"/>
                  </a:cubicBezTo>
                  <a:lnTo>
                    <a:pt x="56181" y="78346"/>
                  </a:lnTo>
                  <a:cubicBezTo>
                    <a:pt x="56586" y="79092"/>
                    <a:pt x="57800" y="79092"/>
                    <a:pt x="58205" y="79092"/>
                  </a:cubicBezTo>
                  <a:lnTo>
                    <a:pt x="59419" y="79092"/>
                  </a:lnTo>
                  <a:lnTo>
                    <a:pt x="59014" y="79838"/>
                  </a:lnTo>
                  <a:lnTo>
                    <a:pt x="58205" y="81331"/>
                  </a:lnTo>
                  <a:lnTo>
                    <a:pt x="56181" y="85061"/>
                  </a:lnTo>
                  <a:cubicBezTo>
                    <a:pt x="55777" y="85808"/>
                    <a:pt x="54967" y="86554"/>
                    <a:pt x="54562" y="87300"/>
                  </a:cubicBezTo>
                  <a:cubicBezTo>
                    <a:pt x="54158" y="88046"/>
                    <a:pt x="53753" y="88046"/>
                    <a:pt x="53348" y="88046"/>
                  </a:cubicBezTo>
                  <a:cubicBezTo>
                    <a:pt x="52539" y="88046"/>
                    <a:pt x="51325" y="88046"/>
                    <a:pt x="50515" y="87300"/>
                  </a:cubicBezTo>
                  <a:cubicBezTo>
                    <a:pt x="48491" y="86554"/>
                    <a:pt x="46468" y="85808"/>
                    <a:pt x="44444" y="84315"/>
                  </a:cubicBezTo>
                  <a:cubicBezTo>
                    <a:pt x="44039" y="84315"/>
                    <a:pt x="43635" y="84315"/>
                    <a:pt x="43230" y="83569"/>
                  </a:cubicBezTo>
                  <a:lnTo>
                    <a:pt x="41206" y="83569"/>
                  </a:lnTo>
                  <a:close/>
                  <a:moveTo>
                    <a:pt x="33112" y="99984"/>
                  </a:moveTo>
                  <a:cubicBezTo>
                    <a:pt x="33112" y="99238"/>
                    <a:pt x="33516" y="99238"/>
                    <a:pt x="33516" y="97746"/>
                  </a:cubicBezTo>
                  <a:cubicBezTo>
                    <a:pt x="33516" y="96254"/>
                    <a:pt x="35135" y="94761"/>
                    <a:pt x="35540" y="92523"/>
                  </a:cubicBezTo>
                  <a:cubicBezTo>
                    <a:pt x="36754" y="90284"/>
                    <a:pt x="37968" y="89538"/>
                    <a:pt x="39183" y="88792"/>
                  </a:cubicBezTo>
                  <a:cubicBezTo>
                    <a:pt x="39587" y="88046"/>
                    <a:pt x="39992" y="88046"/>
                    <a:pt x="40801" y="88046"/>
                  </a:cubicBezTo>
                  <a:lnTo>
                    <a:pt x="41611" y="88046"/>
                  </a:lnTo>
                  <a:cubicBezTo>
                    <a:pt x="42016" y="88046"/>
                    <a:pt x="42420" y="88792"/>
                    <a:pt x="42825" y="88792"/>
                  </a:cubicBezTo>
                  <a:cubicBezTo>
                    <a:pt x="43230" y="88792"/>
                    <a:pt x="43635" y="89538"/>
                    <a:pt x="44039" y="89538"/>
                  </a:cubicBezTo>
                  <a:cubicBezTo>
                    <a:pt x="46063" y="91031"/>
                    <a:pt x="48087" y="91777"/>
                    <a:pt x="50110" y="92523"/>
                  </a:cubicBezTo>
                  <a:lnTo>
                    <a:pt x="50515" y="93269"/>
                  </a:lnTo>
                  <a:cubicBezTo>
                    <a:pt x="50515" y="93269"/>
                    <a:pt x="50110" y="94015"/>
                    <a:pt x="50110" y="95508"/>
                  </a:cubicBezTo>
                  <a:cubicBezTo>
                    <a:pt x="48896" y="98492"/>
                    <a:pt x="47277" y="101477"/>
                    <a:pt x="45254" y="102969"/>
                  </a:cubicBezTo>
                  <a:lnTo>
                    <a:pt x="41611" y="102969"/>
                  </a:lnTo>
                  <a:cubicBezTo>
                    <a:pt x="41206" y="102969"/>
                    <a:pt x="40801" y="102969"/>
                    <a:pt x="40801" y="102223"/>
                  </a:cubicBezTo>
                  <a:lnTo>
                    <a:pt x="39183" y="102223"/>
                  </a:lnTo>
                  <a:cubicBezTo>
                    <a:pt x="37564" y="101477"/>
                    <a:pt x="36349" y="101477"/>
                    <a:pt x="35540" y="100731"/>
                  </a:cubicBezTo>
                  <a:close/>
                  <a:moveTo>
                    <a:pt x="25826" y="118638"/>
                  </a:moveTo>
                  <a:lnTo>
                    <a:pt x="27041" y="114161"/>
                  </a:lnTo>
                  <a:cubicBezTo>
                    <a:pt x="27445" y="113415"/>
                    <a:pt x="27850" y="111923"/>
                    <a:pt x="28255" y="111177"/>
                  </a:cubicBezTo>
                  <a:cubicBezTo>
                    <a:pt x="29469" y="108938"/>
                    <a:pt x="30683" y="107446"/>
                    <a:pt x="31897" y="105954"/>
                  </a:cubicBezTo>
                  <a:lnTo>
                    <a:pt x="33516" y="105954"/>
                  </a:lnTo>
                  <a:cubicBezTo>
                    <a:pt x="33921" y="105208"/>
                    <a:pt x="34731" y="105954"/>
                    <a:pt x="35540" y="105954"/>
                  </a:cubicBezTo>
                  <a:cubicBezTo>
                    <a:pt x="36349" y="105954"/>
                    <a:pt x="37968" y="106700"/>
                    <a:pt x="39183" y="107446"/>
                  </a:cubicBezTo>
                  <a:cubicBezTo>
                    <a:pt x="39587" y="107446"/>
                    <a:pt x="39992" y="107446"/>
                    <a:pt x="40801" y="108192"/>
                  </a:cubicBezTo>
                  <a:lnTo>
                    <a:pt x="43230" y="108192"/>
                  </a:lnTo>
                  <a:cubicBezTo>
                    <a:pt x="43230" y="108938"/>
                    <a:pt x="43230" y="108938"/>
                    <a:pt x="42825" y="108938"/>
                  </a:cubicBezTo>
                  <a:cubicBezTo>
                    <a:pt x="42420" y="110431"/>
                    <a:pt x="42016" y="111177"/>
                    <a:pt x="41611" y="112669"/>
                  </a:cubicBezTo>
                  <a:cubicBezTo>
                    <a:pt x="41206" y="113415"/>
                    <a:pt x="41206" y="114161"/>
                    <a:pt x="40801" y="114907"/>
                  </a:cubicBezTo>
                  <a:lnTo>
                    <a:pt x="39183" y="117892"/>
                  </a:lnTo>
                  <a:cubicBezTo>
                    <a:pt x="38778" y="118638"/>
                    <a:pt x="38373" y="118638"/>
                    <a:pt x="37564" y="118638"/>
                  </a:cubicBezTo>
                  <a:cubicBezTo>
                    <a:pt x="36754" y="119384"/>
                    <a:pt x="35945" y="119384"/>
                    <a:pt x="35135" y="119384"/>
                  </a:cubicBezTo>
                  <a:lnTo>
                    <a:pt x="33112" y="119384"/>
                  </a:lnTo>
                  <a:cubicBezTo>
                    <a:pt x="32707" y="119384"/>
                    <a:pt x="31897" y="119384"/>
                    <a:pt x="31493" y="118638"/>
                  </a:cubicBezTo>
                  <a:cubicBezTo>
                    <a:pt x="30278" y="118638"/>
                    <a:pt x="29064" y="117892"/>
                    <a:pt x="27850" y="117892"/>
                  </a:cubicBezTo>
                  <a:lnTo>
                    <a:pt x="26636" y="117892"/>
                  </a:lnTo>
                  <a:cubicBezTo>
                    <a:pt x="26636" y="118638"/>
                    <a:pt x="26231" y="118638"/>
                    <a:pt x="25826" y="118638"/>
                  </a:cubicBezTo>
                  <a:close/>
                  <a:moveTo>
                    <a:pt x="19755" y="137292"/>
                  </a:moveTo>
                  <a:cubicBezTo>
                    <a:pt x="20160" y="135800"/>
                    <a:pt x="20565" y="133561"/>
                    <a:pt x="20970" y="132069"/>
                  </a:cubicBezTo>
                  <a:cubicBezTo>
                    <a:pt x="21374" y="131323"/>
                    <a:pt x="21779" y="129831"/>
                    <a:pt x="22184" y="129084"/>
                  </a:cubicBezTo>
                  <a:cubicBezTo>
                    <a:pt x="23398" y="125354"/>
                    <a:pt x="25422" y="123861"/>
                    <a:pt x="27445" y="123115"/>
                  </a:cubicBezTo>
                  <a:lnTo>
                    <a:pt x="28660" y="123115"/>
                  </a:lnTo>
                  <a:cubicBezTo>
                    <a:pt x="29874" y="123115"/>
                    <a:pt x="31088" y="123861"/>
                    <a:pt x="32302" y="123861"/>
                  </a:cubicBezTo>
                  <a:cubicBezTo>
                    <a:pt x="32707" y="124607"/>
                    <a:pt x="33516" y="124607"/>
                    <a:pt x="33921" y="124607"/>
                  </a:cubicBezTo>
                  <a:lnTo>
                    <a:pt x="36754" y="124607"/>
                  </a:lnTo>
                  <a:lnTo>
                    <a:pt x="35945" y="127592"/>
                  </a:lnTo>
                  <a:cubicBezTo>
                    <a:pt x="35540" y="129831"/>
                    <a:pt x="34731" y="131323"/>
                    <a:pt x="33921" y="133561"/>
                  </a:cubicBezTo>
                  <a:cubicBezTo>
                    <a:pt x="33516" y="135054"/>
                    <a:pt x="32707" y="135054"/>
                    <a:pt x="32302" y="135800"/>
                  </a:cubicBezTo>
                  <a:cubicBezTo>
                    <a:pt x="31088" y="136546"/>
                    <a:pt x="29874" y="137292"/>
                    <a:pt x="28660" y="136546"/>
                  </a:cubicBezTo>
                  <a:lnTo>
                    <a:pt x="27445" y="136546"/>
                  </a:lnTo>
                  <a:cubicBezTo>
                    <a:pt x="25826" y="137292"/>
                    <a:pt x="23803" y="136546"/>
                    <a:pt x="22184" y="137292"/>
                  </a:cubicBezTo>
                  <a:lnTo>
                    <a:pt x="20970" y="137292"/>
                  </a:lnTo>
                  <a:cubicBezTo>
                    <a:pt x="20565" y="137292"/>
                    <a:pt x="20160" y="138038"/>
                    <a:pt x="19755" y="137292"/>
                  </a:cubicBezTo>
                  <a:close/>
                  <a:moveTo>
                    <a:pt x="14494" y="157438"/>
                  </a:moveTo>
                  <a:cubicBezTo>
                    <a:pt x="14899" y="153707"/>
                    <a:pt x="15708" y="149977"/>
                    <a:pt x="16922" y="146992"/>
                  </a:cubicBezTo>
                  <a:cubicBezTo>
                    <a:pt x="17327" y="145500"/>
                    <a:pt x="18137" y="144007"/>
                    <a:pt x="19351" y="144007"/>
                  </a:cubicBezTo>
                  <a:cubicBezTo>
                    <a:pt x="19755" y="143261"/>
                    <a:pt x="20160" y="143261"/>
                    <a:pt x="20970" y="143261"/>
                  </a:cubicBezTo>
                  <a:cubicBezTo>
                    <a:pt x="20970" y="142515"/>
                    <a:pt x="21374" y="142515"/>
                    <a:pt x="21779" y="142515"/>
                  </a:cubicBezTo>
                  <a:lnTo>
                    <a:pt x="27041" y="142515"/>
                  </a:lnTo>
                  <a:cubicBezTo>
                    <a:pt x="27445" y="143261"/>
                    <a:pt x="27850" y="143261"/>
                    <a:pt x="28255" y="142515"/>
                  </a:cubicBezTo>
                  <a:cubicBezTo>
                    <a:pt x="29064" y="142515"/>
                    <a:pt x="29874" y="142515"/>
                    <a:pt x="30683" y="141769"/>
                  </a:cubicBezTo>
                  <a:cubicBezTo>
                    <a:pt x="30278" y="145500"/>
                    <a:pt x="29469" y="148484"/>
                    <a:pt x="28255" y="151469"/>
                  </a:cubicBezTo>
                  <a:cubicBezTo>
                    <a:pt x="27850" y="152215"/>
                    <a:pt x="27850" y="152961"/>
                    <a:pt x="27041" y="153707"/>
                  </a:cubicBezTo>
                  <a:cubicBezTo>
                    <a:pt x="26231" y="154454"/>
                    <a:pt x="26636" y="154454"/>
                    <a:pt x="26636" y="154454"/>
                  </a:cubicBezTo>
                  <a:cubicBezTo>
                    <a:pt x="25017" y="155200"/>
                    <a:pt x="23398" y="155946"/>
                    <a:pt x="22184" y="156692"/>
                  </a:cubicBezTo>
                  <a:lnTo>
                    <a:pt x="20970" y="156692"/>
                  </a:lnTo>
                  <a:cubicBezTo>
                    <a:pt x="20565" y="156692"/>
                    <a:pt x="20160" y="156692"/>
                    <a:pt x="19351" y="157438"/>
                  </a:cubicBezTo>
                  <a:lnTo>
                    <a:pt x="16922" y="157438"/>
                  </a:lnTo>
                  <a:cubicBezTo>
                    <a:pt x="16113" y="157438"/>
                    <a:pt x="15303" y="158184"/>
                    <a:pt x="14494" y="158931"/>
                  </a:cubicBezTo>
                  <a:close/>
                  <a:moveTo>
                    <a:pt x="10042" y="178331"/>
                  </a:moveTo>
                  <a:lnTo>
                    <a:pt x="10851" y="172361"/>
                  </a:lnTo>
                  <a:cubicBezTo>
                    <a:pt x="11661" y="167138"/>
                    <a:pt x="14089" y="163407"/>
                    <a:pt x="16922" y="162661"/>
                  </a:cubicBezTo>
                  <a:cubicBezTo>
                    <a:pt x="17327" y="162661"/>
                    <a:pt x="18541" y="161915"/>
                    <a:pt x="19351" y="161915"/>
                  </a:cubicBezTo>
                  <a:lnTo>
                    <a:pt x="21779" y="161915"/>
                  </a:lnTo>
                  <a:cubicBezTo>
                    <a:pt x="22993" y="161915"/>
                    <a:pt x="24207" y="161169"/>
                    <a:pt x="25422" y="161169"/>
                  </a:cubicBezTo>
                  <a:cubicBezTo>
                    <a:pt x="25017" y="166392"/>
                    <a:pt x="23803" y="170869"/>
                    <a:pt x="21779" y="173854"/>
                  </a:cubicBezTo>
                  <a:cubicBezTo>
                    <a:pt x="21374" y="173854"/>
                    <a:pt x="21374" y="174600"/>
                    <a:pt x="20565" y="174600"/>
                  </a:cubicBezTo>
                  <a:cubicBezTo>
                    <a:pt x="20160" y="175346"/>
                    <a:pt x="19755" y="175346"/>
                    <a:pt x="18946" y="175346"/>
                  </a:cubicBezTo>
                  <a:cubicBezTo>
                    <a:pt x="18137" y="176092"/>
                    <a:pt x="17327" y="176092"/>
                    <a:pt x="16518" y="176092"/>
                  </a:cubicBezTo>
                  <a:lnTo>
                    <a:pt x="10447" y="178331"/>
                  </a:lnTo>
                  <a:cubicBezTo>
                    <a:pt x="10042" y="179077"/>
                    <a:pt x="10042" y="179077"/>
                    <a:pt x="9637" y="179077"/>
                  </a:cubicBezTo>
                  <a:close/>
                  <a:moveTo>
                    <a:pt x="8423" y="187284"/>
                  </a:moveTo>
                  <a:cubicBezTo>
                    <a:pt x="9232" y="185792"/>
                    <a:pt x="10042" y="185046"/>
                    <a:pt x="10851" y="184300"/>
                  </a:cubicBezTo>
                  <a:cubicBezTo>
                    <a:pt x="12875" y="182807"/>
                    <a:pt x="14899" y="181315"/>
                    <a:pt x="16922" y="181315"/>
                  </a:cubicBezTo>
                  <a:cubicBezTo>
                    <a:pt x="17732" y="181315"/>
                    <a:pt x="18541" y="180569"/>
                    <a:pt x="19351" y="180569"/>
                  </a:cubicBezTo>
                  <a:cubicBezTo>
                    <a:pt x="20160" y="180569"/>
                    <a:pt x="20565" y="179823"/>
                    <a:pt x="20970" y="179823"/>
                  </a:cubicBezTo>
                  <a:cubicBezTo>
                    <a:pt x="21374" y="179823"/>
                    <a:pt x="21374" y="179823"/>
                    <a:pt x="21374" y="179077"/>
                  </a:cubicBezTo>
                  <a:cubicBezTo>
                    <a:pt x="20970" y="180569"/>
                    <a:pt x="20970" y="182061"/>
                    <a:pt x="20970" y="183554"/>
                  </a:cubicBezTo>
                  <a:cubicBezTo>
                    <a:pt x="20565" y="186538"/>
                    <a:pt x="20160" y="188777"/>
                    <a:pt x="19351" y="191015"/>
                  </a:cubicBezTo>
                  <a:lnTo>
                    <a:pt x="18541" y="192507"/>
                  </a:lnTo>
                  <a:cubicBezTo>
                    <a:pt x="18137" y="193254"/>
                    <a:pt x="17327" y="193254"/>
                    <a:pt x="16922" y="194000"/>
                  </a:cubicBezTo>
                  <a:cubicBezTo>
                    <a:pt x="14899" y="195492"/>
                    <a:pt x="12875" y="196984"/>
                    <a:pt x="10851" y="196984"/>
                  </a:cubicBezTo>
                  <a:lnTo>
                    <a:pt x="8423" y="198477"/>
                  </a:lnTo>
                  <a:lnTo>
                    <a:pt x="6804" y="199969"/>
                  </a:lnTo>
                  <a:lnTo>
                    <a:pt x="6804" y="199223"/>
                  </a:lnTo>
                  <a:lnTo>
                    <a:pt x="6399" y="199223"/>
                  </a:lnTo>
                  <a:cubicBezTo>
                    <a:pt x="6804" y="195492"/>
                    <a:pt x="7209" y="191015"/>
                    <a:pt x="8423" y="187284"/>
                  </a:cubicBezTo>
                  <a:close/>
                  <a:moveTo>
                    <a:pt x="8423" y="204446"/>
                  </a:moveTo>
                  <a:lnTo>
                    <a:pt x="10851" y="202954"/>
                  </a:lnTo>
                  <a:cubicBezTo>
                    <a:pt x="12875" y="202207"/>
                    <a:pt x="14899" y="201461"/>
                    <a:pt x="16922" y="199969"/>
                  </a:cubicBezTo>
                  <a:cubicBezTo>
                    <a:pt x="17327" y="199223"/>
                    <a:pt x="17327" y="199223"/>
                    <a:pt x="17732" y="199223"/>
                  </a:cubicBezTo>
                  <a:cubicBezTo>
                    <a:pt x="17732" y="202954"/>
                    <a:pt x="17327" y="206684"/>
                    <a:pt x="16922" y="209669"/>
                  </a:cubicBezTo>
                  <a:cubicBezTo>
                    <a:pt x="16518" y="211161"/>
                    <a:pt x="16113" y="212654"/>
                    <a:pt x="15303" y="213400"/>
                  </a:cubicBezTo>
                  <a:cubicBezTo>
                    <a:pt x="14089" y="215638"/>
                    <a:pt x="12470" y="217130"/>
                    <a:pt x="10851" y="217877"/>
                  </a:cubicBezTo>
                  <a:lnTo>
                    <a:pt x="8423" y="219369"/>
                  </a:lnTo>
                  <a:cubicBezTo>
                    <a:pt x="6804" y="220115"/>
                    <a:pt x="5590" y="221607"/>
                    <a:pt x="4376" y="223100"/>
                  </a:cubicBezTo>
                  <a:lnTo>
                    <a:pt x="4376" y="222354"/>
                  </a:lnTo>
                  <a:lnTo>
                    <a:pt x="3971" y="222354"/>
                  </a:lnTo>
                  <a:cubicBezTo>
                    <a:pt x="3971" y="211907"/>
                    <a:pt x="5995" y="206684"/>
                    <a:pt x="8423" y="204446"/>
                  </a:cubicBezTo>
                  <a:close/>
                  <a:moveTo>
                    <a:pt x="3566" y="232054"/>
                  </a:moveTo>
                  <a:cubicBezTo>
                    <a:pt x="4780" y="228323"/>
                    <a:pt x="6399" y="226084"/>
                    <a:pt x="8423" y="224592"/>
                  </a:cubicBezTo>
                  <a:cubicBezTo>
                    <a:pt x="9232" y="223846"/>
                    <a:pt x="10042" y="223846"/>
                    <a:pt x="10851" y="223846"/>
                  </a:cubicBezTo>
                  <a:cubicBezTo>
                    <a:pt x="12470" y="223100"/>
                    <a:pt x="14089" y="221607"/>
                    <a:pt x="15303" y="220115"/>
                  </a:cubicBezTo>
                  <a:cubicBezTo>
                    <a:pt x="15708" y="225338"/>
                    <a:pt x="14899" y="229815"/>
                    <a:pt x="13684" y="234292"/>
                  </a:cubicBezTo>
                  <a:cubicBezTo>
                    <a:pt x="12875" y="235784"/>
                    <a:pt x="11661" y="237277"/>
                    <a:pt x="10851" y="238023"/>
                  </a:cubicBezTo>
                  <a:cubicBezTo>
                    <a:pt x="10042" y="238769"/>
                    <a:pt x="9232" y="239515"/>
                    <a:pt x="8423" y="239515"/>
                  </a:cubicBezTo>
                  <a:cubicBezTo>
                    <a:pt x="6804" y="241007"/>
                    <a:pt x="5185" y="242500"/>
                    <a:pt x="3566" y="244738"/>
                  </a:cubicBezTo>
                  <a:lnTo>
                    <a:pt x="3161" y="245484"/>
                  </a:lnTo>
                  <a:lnTo>
                    <a:pt x="3161" y="244738"/>
                  </a:lnTo>
                  <a:cubicBezTo>
                    <a:pt x="2757" y="240261"/>
                    <a:pt x="2757" y="235784"/>
                    <a:pt x="3566" y="232054"/>
                  </a:cubicBezTo>
                  <a:close/>
                  <a:moveTo>
                    <a:pt x="3566" y="252200"/>
                  </a:moveTo>
                  <a:cubicBezTo>
                    <a:pt x="4780" y="249215"/>
                    <a:pt x="6399" y="246977"/>
                    <a:pt x="8423" y="245484"/>
                  </a:cubicBezTo>
                  <a:cubicBezTo>
                    <a:pt x="9232" y="244738"/>
                    <a:pt x="10042" y="244738"/>
                    <a:pt x="10851" y="243992"/>
                  </a:cubicBezTo>
                  <a:cubicBezTo>
                    <a:pt x="12066" y="243246"/>
                    <a:pt x="13280" y="241754"/>
                    <a:pt x="14089" y="240261"/>
                  </a:cubicBezTo>
                  <a:cubicBezTo>
                    <a:pt x="14494" y="244738"/>
                    <a:pt x="14494" y="249961"/>
                    <a:pt x="13280" y="254438"/>
                  </a:cubicBezTo>
                  <a:cubicBezTo>
                    <a:pt x="12470" y="255184"/>
                    <a:pt x="11661" y="256677"/>
                    <a:pt x="10851" y="257423"/>
                  </a:cubicBezTo>
                  <a:cubicBezTo>
                    <a:pt x="10042" y="258915"/>
                    <a:pt x="9232" y="259661"/>
                    <a:pt x="8423" y="260407"/>
                  </a:cubicBezTo>
                  <a:cubicBezTo>
                    <a:pt x="6804" y="262646"/>
                    <a:pt x="4780" y="264138"/>
                    <a:pt x="3566" y="266377"/>
                  </a:cubicBezTo>
                  <a:lnTo>
                    <a:pt x="3161" y="267123"/>
                  </a:lnTo>
                  <a:lnTo>
                    <a:pt x="2757" y="266377"/>
                  </a:lnTo>
                  <a:cubicBezTo>
                    <a:pt x="1947" y="261900"/>
                    <a:pt x="2352" y="256677"/>
                    <a:pt x="3566" y="252200"/>
                  </a:cubicBezTo>
                  <a:close/>
                  <a:moveTo>
                    <a:pt x="3566" y="289507"/>
                  </a:moveTo>
                  <a:cubicBezTo>
                    <a:pt x="2352" y="285030"/>
                    <a:pt x="2352" y="279061"/>
                    <a:pt x="3566" y="274584"/>
                  </a:cubicBezTo>
                  <a:cubicBezTo>
                    <a:pt x="4780" y="270854"/>
                    <a:pt x="6399" y="268615"/>
                    <a:pt x="8423" y="266377"/>
                  </a:cubicBezTo>
                  <a:lnTo>
                    <a:pt x="10851" y="264138"/>
                  </a:lnTo>
                  <a:cubicBezTo>
                    <a:pt x="11661" y="263392"/>
                    <a:pt x="12875" y="262646"/>
                    <a:pt x="13280" y="261154"/>
                  </a:cubicBezTo>
                  <a:cubicBezTo>
                    <a:pt x="14089" y="265630"/>
                    <a:pt x="14089" y="271600"/>
                    <a:pt x="13280" y="276077"/>
                  </a:cubicBezTo>
                  <a:lnTo>
                    <a:pt x="10851" y="280553"/>
                  </a:lnTo>
                  <a:cubicBezTo>
                    <a:pt x="10042" y="282046"/>
                    <a:pt x="9232" y="282792"/>
                    <a:pt x="8423" y="283538"/>
                  </a:cubicBezTo>
                  <a:cubicBezTo>
                    <a:pt x="6804" y="285777"/>
                    <a:pt x="5185" y="288015"/>
                    <a:pt x="3971" y="291000"/>
                  </a:cubicBezTo>
                  <a:close/>
                  <a:moveTo>
                    <a:pt x="5590" y="311892"/>
                  </a:moveTo>
                  <a:cubicBezTo>
                    <a:pt x="2757" y="297715"/>
                    <a:pt x="5185" y="292492"/>
                    <a:pt x="8423" y="288761"/>
                  </a:cubicBezTo>
                  <a:lnTo>
                    <a:pt x="10851" y="285777"/>
                  </a:lnTo>
                  <a:cubicBezTo>
                    <a:pt x="12066" y="284284"/>
                    <a:pt x="13280" y="282792"/>
                    <a:pt x="14089" y="280553"/>
                  </a:cubicBezTo>
                  <a:cubicBezTo>
                    <a:pt x="15303" y="288015"/>
                    <a:pt x="15303" y="292492"/>
                    <a:pt x="14494" y="294730"/>
                  </a:cubicBezTo>
                  <a:cubicBezTo>
                    <a:pt x="13684" y="297715"/>
                    <a:pt x="12470" y="299953"/>
                    <a:pt x="10851" y="301446"/>
                  </a:cubicBezTo>
                  <a:cubicBezTo>
                    <a:pt x="10042" y="302938"/>
                    <a:pt x="9232" y="304430"/>
                    <a:pt x="8423" y="305177"/>
                  </a:cubicBezTo>
                  <a:cubicBezTo>
                    <a:pt x="7613" y="308161"/>
                    <a:pt x="6399" y="310400"/>
                    <a:pt x="5590" y="311892"/>
                  </a:cubicBezTo>
                  <a:close/>
                  <a:moveTo>
                    <a:pt x="8423" y="313384"/>
                  </a:moveTo>
                  <a:cubicBezTo>
                    <a:pt x="9232" y="311892"/>
                    <a:pt x="10042" y="310400"/>
                    <a:pt x="10851" y="309653"/>
                  </a:cubicBezTo>
                  <a:cubicBezTo>
                    <a:pt x="12470" y="307415"/>
                    <a:pt x="14089" y="305177"/>
                    <a:pt x="15303" y="302192"/>
                  </a:cubicBezTo>
                  <a:cubicBezTo>
                    <a:pt x="16113" y="305177"/>
                    <a:pt x="16518" y="308161"/>
                    <a:pt x="16922" y="311146"/>
                  </a:cubicBezTo>
                  <a:lnTo>
                    <a:pt x="16922" y="314130"/>
                  </a:lnTo>
                  <a:cubicBezTo>
                    <a:pt x="16922" y="314877"/>
                    <a:pt x="16518" y="315623"/>
                    <a:pt x="16518" y="316369"/>
                  </a:cubicBezTo>
                  <a:cubicBezTo>
                    <a:pt x="14899" y="320846"/>
                    <a:pt x="12875" y="325323"/>
                    <a:pt x="10851" y="329053"/>
                  </a:cubicBezTo>
                  <a:cubicBezTo>
                    <a:pt x="10042" y="330546"/>
                    <a:pt x="9232" y="332038"/>
                    <a:pt x="8423" y="334276"/>
                  </a:cubicBezTo>
                  <a:lnTo>
                    <a:pt x="8423" y="333530"/>
                  </a:lnTo>
                  <a:cubicBezTo>
                    <a:pt x="5590" y="323084"/>
                    <a:pt x="6804" y="317115"/>
                    <a:pt x="8423" y="313384"/>
                  </a:cubicBezTo>
                  <a:close/>
                  <a:moveTo>
                    <a:pt x="12470" y="354423"/>
                  </a:moveTo>
                  <a:cubicBezTo>
                    <a:pt x="12066" y="352930"/>
                    <a:pt x="11256" y="351438"/>
                    <a:pt x="10851" y="349200"/>
                  </a:cubicBezTo>
                  <a:cubicBezTo>
                    <a:pt x="10042" y="345469"/>
                    <a:pt x="10042" y="340992"/>
                    <a:pt x="10851" y="337261"/>
                  </a:cubicBezTo>
                  <a:cubicBezTo>
                    <a:pt x="12066" y="332038"/>
                    <a:pt x="14899" y="329053"/>
                    <a:pt x="16922" y="324577"/>
                  </a:cubicBezTo>
                  <a:cubicBezTo>
                    <a:pt x="17327" y="323830"/>
                    <a:pt x="17327" y="323084"/>
                    <a:pt x="18137" y="321592"/>
                  </a:cubicBezTo>
                  <a:cubicBezTo>
                    <a:pt x="18541" y="323084"/>
                    <a:pt x="18946" y="325323"/>
                    <a:pt x="19351" y="326815"/>
                  </a:cubicBezTo>
                  <a:cubicBezTo>
                    <a:pt x="19755" y="329800"/>
                    <a:pt x="20160" y="332784"/>
                    <a:pt x="19755" y="335769"/>
                  </a:cubicBezTo>
                  <a:cubicBezTo>
                    <a:pt x="19351" y="336515"/>
                    <a:pt x="19351" y="336515"/>
                    <a:pt x="19351" y="337261"/>
                  </a:cubicBezTo>
                  <a:cubicBezTo>
                    <a:pt x="18541" y="339500"/>
                    <a:pt x="17732" y="340992"/>
                    <a:pt x="16922" y="343230"/>
                  </a:cubicBezTo>
                  <a:cubicBezTo>
                    <a:pt x="15303" y="346961"/>
                    <a:pt x="13684" y="350692"/>
                    <a:pt x="12470" y="354423"/>
                  </a:cubicBezTo>
                  <a:close/>
                  <a:moveTo>
                    <a:pt x="17732" y="375315"/>
                  </a:moveTo>
                  <a:cubicBezTo>
                    <a:pt x="17327" y="375315"/>
                    <a:pt x="17327" y="374569"/>
                    <a:pt x="17327" y="374569"/>
                  </a:cubicBezTo>
                  <a:cubicBezTo>
                    <a:pt x="13280" y="364123"/>
                    <a:pt x="14899" y="358153"/>
                    <a:pt x="17327" y="352184"/>
                  </a:cubicBezTo>
                  <a:lnTo>
                    <a:pt x="19755" y="347707"/>
                  </a:lnTo>
                  <a:cubicBezTo>
                    <a:pt x="20160" y="346215"/>
                    <a:pt x="20970" y="344723"/>
                    <a:pt x="21374" y="343230"/>
                  </a:cubicBezTo>
                  <a:cubicBezTo>
                    <a:pt x="21779" y="342484"/>
                    <a:pt x="21779" y="342484"/>
                    <a:pt x="21779" y="341738"/>
                  </a:cubicBezTo>
                  <a:cubicBezTo>
                    <a:pt x="21779" y="340992"/>
                    <a:pt x="22184" y="342484"/>
                    <a:pt x="22184" y="343230"/>
                  </a:cubicBezTo>
                  <a:cubicBezTo>
                    <a:pt x="23398" y="346961"/>
                    <a:pt x="24207" y="351438"/>
                    <a:pt x="24207" y="355915"/>
                  </a:cubicBezTo>
                  <a:cubicBezTo>
                    <a:pt x="23803" y="358153"/>
                    <a:pt x="22993" y="361138"/>
                    <a:pt x="22184" y="362630"/>
                  </a:cubicBezTo>
                  <a:cubicBezTo>
                    <a:pt x="21779" y="363376"/>
                    <a:pt x="21374" y="364869"/>
                    <a:pt x="20970" y="365615"/>
                  </a:cubicBezTo>
                  <a:cubicBezTo>
                    <a:pt x="20565" y="367107"/>
                    <a:pt x="20160" y="368600"/>
                    <a:pt x="19351" y="370092"/>
                  </a:cubicBezTo>
                  <a:cubicBezTo>
                    <a:pt x="18541" y="371584"/>
                    <a:pt x="17732" y="373823"/>
                    <a:pt x="17732" y="375315"/>
                  </a:cubicBezTo>
                  <a:close/>
                  <a:moveTo>
                    <a:pt x="21779" y="391730"/>
                  </a:moveTo>
                  <a:cubicBezTo>
                    <a:pt x="21374" y="390984"/>
                    <a:pt x="20970" y="389492"/>
                    <a:pt x="20565" y="388746"/>
                  </a:cubicBezTo>
                  <a:cubicBezTo>
                    <a:pt x="19351" y="384269"/>
                    <a:pt x="19351" y="379046"/>
                    <a:pt x="20565" y="374569"/>
                  </a:cubicBezTo>
                  <a:cubicBezTo>
                    <a:pt x="20970" y="373823"/>
                    <a:pt x="21374" y="372330"/>
                    <a:pt x="21779" y="371584"/>
                  </a:cubicBezTo>
                  <a:cubicBezTo>
                    <a:pt x="23398" y="368600"/>
                    <a:pt x="24612" y="364869"/>
                    <a:pt x="25422" y="361138"/>
                  </a:cubicBezTo>
                  <a:cubicBezTo>
                    <a:pt x="25826" y="362630"/>
                    <a:pt x="26636" y="364123"/>
                    <a:pt x="27041" y="364869"/>
                  </a:cubicBezTo>
                  <a:lnTo>
                    <a:pt x="28255" y="369346"/>
                  </a:lnTo>
                  <a:cubicBezTo>
                    <a:pt x="28660" y="370838"/>
                    <a:pt x="28660" y="373076"/>
                    <a:pt x="28660" y="374569"/>
                  </a:cubicBezTo>
                  <a:cubicBezTo>
                    <a:pt x="28255" y="375315"/>
                    <a:pt x="28255" y="376061"/>
                    <a:pt x="28255" y="376807"/>
                  </a:cubicBezTo>
                  <a:cubicBezTo>
                    <a:pt x="27850" y="378300"/>
                    <a:pt x="27445" y="379792"/>
                    <a:pt x="27041" y="382030"/>
                  </a:cubicBezTo>
                  <a:cubicBezTo>
                    <a:pt x="25826" y="387253"/>
                    <a:pt x="24207" y="390984"/>
                    <a:pt x="23398" y="395461"/>
                  </a:cubicBezTo>
                  <a:lnTo>
                    <a:pt x="23398" y="394715"/>
                  </a:lnTo>
                  <a:close/>
                  <a:moveTo>
                    <a:pt x="32302" y="404415"/>
                  </a:moveTo>
                  <a:cubicBezTo>
                    <a:pt x="31493" y="407400"/>
                    <a:pt x="30683" y="410384"/>
                    <a:pt x="30683" y="413369"/>
                  </a:cubicBezTo>
                  <a:lnTo>
                    <a:pt x="30278" y="412623"/>
                  </a:lnTo>
                  <a:lnTo>
                    <a:pt x="28660" y="409638"/>
                  </a:lnTo>
                  <a:cubicBezTo>
                    <a:pt x="28255" y="408892"/>
                    <a:pt x="27850" y="407400"/>
                    <a:pt x="27445" y="406653"/>
                  </a:cubicBezTo>
                  <a:cubicBezTo>
                    <a:pt x="25826" y="402176"/>
                    <a:pt x="25826" y="396207"/>
                    <a:pt x="27445" y="391730"/>
                  </a:cubicBezTo>
                  <a:cubicBezTo>
                    <a:pt x="27850" y="390984"/>
                    <a:pt x="28255" y="389492"/>
                    <a:pt x="28660" y="388746"/>
                  </a:cubicBezTo>
                  <a:cubicBezTo>
                    <a:pt x="29874" y="385761"/>
                    <a:pt x="30683" y="382776"/>
                    <a:pt x="31088" y="379792"/>
                  </a:cubicBezTo>
                  <a:cubicBezTo>
                    <a:pt x="31493" y="380538"/>
                    <a:pt x="31897" y="381284"/>
                    <a:pt x="32302" y="382776"/>
                  </a:cubicBezTo>
                  <a:cubicBezTo>
                    <a:pt x="32707" y="384269"/>
                    <a:pt x="33516" y="385761"/>
                    <a:pt x="33921" y="387253"/>
                  </a:cubicBezTo>
                  <a:cubicBezTo>
                    <a:pt x="34326" y="388746"/>
                    <a:pt x="34731" y="390984"/>
                    <a:pt x="34731" y="393223"/>
                  </a:cubicBezTo>
                  <a:cubicBezTo>
                    <a:pt x="34326" y="394715"/>
                    <a:pt x="34326" y="396953"/>
                    <a:pt x="33921" y="398446"/>
                  </a:cubicBezTo>
                  <a:lnTo>
                    <a:pt x="32302" y="404415"/>
                  </a:lnTo>
                  <a:close/>
                  <a:moveTo>
                    <a:pt x="37968" y="431276"/>
                  </a:moveTo>
                  <a:lnTo>
                    <a:pt x="35945" y="428292"/>
                  </a:lnTo>
                  <a:cubicBezTo>
                    <a:pt x="35135" y="426799"/>
                    <a:pt x="34326" y="425307"/>
                    <a:pt x="33921" y="423069"/>
                  </a:cubicBezTo>
                  <a:cubicBezTo>
                    <a:pt x="32707" y="419338"/>
                    <a:pt x="32707" y="414861"/>
                    <a:pt x="33921" y="410384"/>
                  </a:cubicBezTo>
                  <a:cubicBezTo>
                    <a:pt x="34326" y="408146"/>
                    <a:pt x="35540" y="405161"/>
                    <a:pt x="35945" y="402923"/>
                  </a:cubicBezTo>
                  <a:cubicBezTo>
                    <a:pt x="36349" y="401430"/>
                    <a:pt x="36754" y="399192"/>
                    <a:pt x="37159" y="397700"/>
                  </a:cubicBezTo>
                  <a:cubicBezTo>
                    <a:pt x="37968" y="399192"/>
                    <a:pt x="39183" y="400684"/>
                    <a:pt x="39992" y="402923"/>
                  </a:cubicBezTo>
                  <a:cubicBezTo>
                    <a:pt x="40397" y="404415"/>
                    <a:pt x="41206" y="405907"/>
                    <a:pt x="41611" y="408146"/>
                  </a:cubicBezTo>
                  <a:lnTo>
                    <a:pt x="41611" y="413369"/>
                  </a:lnTo>
                  <a:cubicBezTo>
                    <a:pt x="41206" y="416353"/>
                    <a:pt x="40801" y="419338"/>
                    <a:pt x="39992" y="422323"/>
                  </a:cubicBezTo>
                  <a:cubicBezTo>
                    <a:pt x="38778" y="424561"/>
                    <a:pt x="38373" y="427546"/>
                    <a:pt x="37968" y="431276"/>
                  </a:cubicBezTo>
                  <a:close/>
                  <a:moveTo>
                    <a:pt x="46468" y="446946"/>
                  </a:moveTo>
                  <a:cubicBezTo>
                    <a:pt x="45658" y="446199"/>
                    <a:pt x="44849" y="445453"/>
                    <a:pt x="44444" y="443961"/>
                  </a:cubicBezTo>
                  <a:cubicBezTo>
                    <a:pt x="44039" y="443215"/>
                    <a:pt x="43635" y="442469"/>
                    <a:pt x="43230" y="442469"/>
                  </a:cubicBezTo>
                  <a:cubicBezTo>
                    <a:pt x="42825" y="441723"/>
                    <a:pt x="42420" y="440230"/>
                    <a:pt x="42016" y="439484"/>
                  </a:cubicBezTo>
                  <a:cubicBezTo>
                    <a:pt x="41611" y="438738"/>
                    <a:pt x="41206" y="437246"/>
                    <a:pt x="41206" y="435753"/>
                  </a:cubicBezTo>
                  <a:cubicBezTo>
                    <a:pt x="40801" y="433515"/>
                    <a:pt x="40801" y="431276"/>
                    <a:pt x="41206" y="429038"/>
                  </a:cubicBezTo>
                  <a:cubicBezTo>
                    <a:pt x="41206" y="427546"/>
                    <a:pt x="41611" y="425307"/>
                    <a:pt x="42016" y="423815"/>
                  </a:cubicBezTo>
                  <a:lnTo>
                    <a:pt x="43230" y="417100"/>
                  </a:lnTo>
                  <a:cubicBezTo>
                    <a:pt x="43635" y="415607"/>
                    <a:pt x="43635" y="414115"/>
                    <a:pt x="43635" y="412623"/>
                  </a:cubicBezTo>
                  <a:lnTo>
                    <a:pt x="44039" y="413369"/>
                  </a:lnTo>
                  <a:cubicBezTo>
                    <a:pt x="46063" y="415607"/>
                    <a:pt x="47682" y="419338"/>
                    <a:pt x="48491" y="423815"/>
                  </a:cubicBezTo>
                  <a:cubicBezTo>
                    <a:pt x="48896" y="433515"/>
                    <a:pt x="46468" y="440976"/>
                    <a:pt x="46468" y="446946"/>
                  </a:cubicBezTo>
                  <a:close/>
                  <a:moveTo>
                    <a:pt x="50515" y="454407"/>
                  </a:moveTo>
                  <a:cubicBezTo>
                    <a:pt x="48896" y="449184"/>
                    <a:pt x="48896" y="443215"/>
                    <a:pt x="50515" y="437992"/>
                  </a:cubicBezTo>
                  <a:cubicBezTo>
                    <a:pt x="50920" y="435007"/>
                    <a:pt x="51325" y="432023"/>
                    <a:pt x="51325" y="429038"/>
                  </a:cubicBezTo>
                  <a:cubicBezTo>
                    <a:pt x="52539" y="429784"/>
                    <a:pt x="53753" y="431276"/>
                    <a:pt x="54562" y="433515"/>
                  </a:cubicBezTo>
                  <a:cubicBezTo>
                    <a:pt x="55372" y="434261"/>
                    <a:pt x="55777" y="435753"/>
                    <a:pt x="56181" y="437246"/>
                  </a:cubicBezTo>
                  <a:cubicBezTo>
                    <a:pt x="56586" y="437992"/>
                    <a:pt x="56586" y="438738"/>
                    <a:pt x="56586" y="439484"/>
                  </a:cubicBezTo>
                  <a:cubicBezTo>
                    <a:pt x="56586" y="443215"/>
                    <a:pt x="56586" y="446946"/>
                    <a:pt x="56181" y="450676"/>
                  </a:cubicBezTo>
                  <a:cubicBezTo>
                    <a:pt x="55777" y="454407"/>
                    <a:pt x="55372" y="458138"/>
                    <a:pt x="55777" y="462615"/>
                  </a:cubicBezTo>
                  <a:lnTo>
                    <a:pt x="55372" y="461869"/>
                  </a:lnTo>
                  <a:cubicBezTo>
                    <a:pt x="54967" y="461869"/>
                    <a:pt x="54967" y="461123"/>
                    <a:pt x="54562" y="461123"/>
                  </a:cubicBezTo>
                  <a:cubicBezTo>
                    <a:pt x="52943" y="459630"/>
                    <a:pt x="51325" y="457392"/>
                    <a:pt x="50515" y="45440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5" name="Freeform 1034"/>
            <p:cNvSpPr/>
            <p:nvPr/>
          </p:nvSpPr>
          <p:spPr>
            <a:xfrm>
              <a:off x="10244200" y="211446"/>
              <a:ext cx="46948" cy="94761"/>
            </a:xfrm>
            <a:custGeom>
              <a:avLst/>
              <a:gdLst>
                <a:gd name="connsiteX0" fmla="*/ 0 w 46948"/>
                <a:gd name="connsiteY0" fmla="*/ 30592 h 94761"/>
                <a:gd name="connsiteX1" fmla="*/ 405 w 46948"/>
                <a:gd name="connsiteY1" fmla="*/ 32085 h 94761"/>
                <a:gd name="connsiteX2" fmla="*/ 809 w 46948"/>
                <a:gd name="connsiteY2" fmla="*/ 32831 h 94761"/>
                <a:gd name="connsiteX3" fmla="*/ 1214 w 46948"/>
                <a:gd name="connsiteY3" fmla="*/ 33577 h 94761"/>
                <a:gd name="connsiteX4" fmla="*/ 1619 w 46948"/>
                <a:gd name="connsiteY4" fmla="*/ 34323 h 94761"/>
                <a:gd name="connsiteX5" fmla="*/ 2024 w 46948"/>
                <a:gd name="connsiteY5" fmla="*/ 35069 h 94761"/>
                <a:gd name="connsiteX6" fmla="*/ 2428 w 46948"/>
                <a:gd name="connsiteY6" fmla="*/ 35815 h 94761"/>
                <a:gd name="connsiteX7" fmla="*/ 3238 w 46948"/>
                <a:gd name="connsiteY7" fmla="*/ 37308 h 94761"/>
                <a:gd name="connsiteX8" fmla="*/ 4047 w 46948"/>
                <a:gd name="connsiteY8" fmla="*/ 39546 h 94761"/>
                <a:gd name="connsiteX9" fmla="*/ 4452 w 46948"/>
                <a:gd name="connsiteY9" fmla="*/ 41785 h 94761"/>
                <a:gd name="connsiteX10" fmla="*/ 4857 w 46948"/>
                <a:gd name="connsiteY10" fmla="*/ 43277 h 94761"/>
                <a:gd name="connsiteX11" fmla="*/ 5261 w 46948"/>
                <a:gd name="connsiteY11" fmla="*/ 44023 h 94761"/>
                <a:gd name="connsiteX12" fmla="*/ 5666 w 46948"/>
                <a:gd name="connsiteY12" fmla="*/ 45515 h 94761"/>
                <a:gd name="connsiteX13" fmla="*/ 5666 w 46948"/>
                <a:gd name="connsiteY13" fmla="*/ 47008 h 94761"/>
                <a:gd name="connsiteX14" fmla="*/ 6071 w 46948"/>
                <a:gd name="connsiteY14" fmla="*/ 47754 h 94761"/>
                <a:gd name="connsiteX15" fmla="*/ 6071 w 46948"/>
                <a:gd name="connsiteY15" fmla="*/ 48500 h 94761"/>
                <a:gd name="connsiteX16" fmla="*/ 5666 w 46948"/>
                <a:gd name="connsiteY16" fmla="*/ 49992 h 94761"/>
                <a:gd name="connsiteX17" fmla="*/ 5666 w 46948"/>
                <a:gd name="connsiteY17" fmla="*/ 50738 h 94761"/>
                <a:gd name="connsiteX18" fmla="*/ 5261 w 46948"/>
                <a:gd name="connsiteY18" fmla="*/ 51484 h 94761"/>
                <a:gd name="connsiteX19" fmla="*/ 4452 w 46948"/>
                <a:gd name="connsiteY19" fmla="*/ 54469 h 94761"/>
                <a:gd name="connsiteX20" fmla="*/ 4047 w 46948"/>
                <a:gd name="connsiteY20" fmla="*/ 55215 h 94761"/>
                <a:gd name="connsiteX21" fmla="*/ 3643 w 46948"/>
                <a:gd name="connsiteY21" fmla="*/ 55961 h 94761"/>
                <a:gd name="connsiteX22" fmla="*/ 3238 w 46948"/>
                <a:gd name="connsiteY22" fmla="*/ 56708 h 94761"/>
                <a:gd name="connsiteX23" fmla="*/ 2833 w 46948"/>
                <a:gd name="connsiteY23" fmla="*/ 57454 h 94761"/>
                <a:gd name="connsiteX24" fmla="*/ 2428 w 46948"/>
                <a:gd name="connsiteY24" fmla="*/ 58200 h 94761"/>
                <a:gd name="connsiteX25" fmla="*/ 2024 w 46948"/>
                <a:gd name="connsiteY25" fmla="*/ 58946 h 94761"/>
                <a:gd name="connsiteX26" fmla="*/ 1619 w 46948"/>
                <a:gd name="connsiteY26" fmla="*/ 59692 h 94761"/>
                <a:gd name="connsiteX27" fmla="*/ 2024 w 46948"/>
                <a:gd name="connsiteY27" fmla="*/ 61184 h 94761"/>
                <a:gd name="connsiteX28" fmla="*/ 2428 w 46948"/>
                <a:gd name="connsiteY28" fmla="*/ 62677 h 94761"/>
                <a:gd name="connsiteX29" fmla="*/ 2428 w 46948"/>
                <a:gd name="connsiteY29" fmla="*/ 63423 h 94761"/>
                <a:gd name="connsiteX30" fmla="*/ 4452 w 46948"/>
                <a:gd name="connsiteY30" fmla="*/ 63423 h 94761"/>
                <a:gd name="connsiteX31" fmla="*/ 4857 w 46948"/>
                <a:gd name="connsiteY31" fmla="*/ 62677 h 94761"/>
                <a:gd name="connsiteX32" fmla="*/ 5261 w 46948"/>
                <a:gd name="connsiteY32" fmla="*/ 61931 h 94761"/>
                <a:gd name="connsiteX33" fmla="*/ 5666 w 46948"/>
                <a:gd name="connsiteY33" fmla="*/ 61184 h 94761"/>
                <a:gd name="connsiteX34" fmla="*/ 6071 w 46948"/>
                <a:gd name="connsiteY34" fmla="*/ 60438 h 94761"/>
                <a:gd name="connsiteX35" fmla="*/ 6476 w 46948"/>
                <a:gd name="connsiteY35" fmla="*/ 59692 h 94761"/>
                <a:gd name="connsiteX36" fmla="*/ 6880 w 46948"/>
                <a:gd name="connsiteY36" fmla="*/ 58200 h 94761"/>
                <a:gd name="connsiteX37" fmla="*/ 7285 w 46948"/>
                <a:gd name="connsiteY37" fmla="*/ 57454 h 94761"/>
                <a:gd name="connsiteX38" fmla="*/ 7690 w 46948"/>
                <a:gd name="connsiteY38" fmla="*/ 56708 h 94761"/>
                <a:gd name="connsiteX39" fmla="*/ 7690 w 46948"/>
                <a:gd name="connsiteY39" fmla="*/ 55961 h 94761"/>
                <a:gd name="connsiteX40" fmla="*/ 9309 w 46948"/>
                <a:gd name="connsiteY40" fmla="*/ 55961 h 94761"/>
                <a:gd name="connsiteX41" fmla="*/ 9713 w 46948"/>
                <a:gd name="connsiteY41" fmla="*/ 55215 h 94761"/>
                <a:gd name="connsiteX42" fmla="*/ 10118 w 46948"/>
                <a:gd name="connsiteY42" fmla="*/ 55961 h 94761"/>
                <a:gd name="connsiteX43" fmla="*/ 10523 w 46948"/>
                <a:gd name="connsiteY43" fmla="*/ 55961 h 94761"/>
                <a:gd name="connsiteX44" fmla="*/ 10523 w 46948"/>
                <a:gd name="connsiteY44" fmla="*/ 56708 h 94761"/>
                <a:gd name="connsiteX45" fmla="*/ 10928 w 46948"/>
                <a:gd name="connsiteY45" fmla="*/ 57454 h 94761"/>
                <a:gd name="connsiteX46" fmla="*/ 11332 w 46948"/>
                <a:gd name="connsiteY46" fmla="*/ 58200 h 94761"/>
                <a:gd name="connsiteX47" fmla="*/ 11737 w 46948"/>
                <a:gd name="connsiteY47" fmla="*/ 58946 h 94761"/>
                <a:gd name="connsiteX48" fmla="*/ 12142 w 46948"/>
                <a:gd name="connsiteY48" fmla="*/ 61931 h 94761"/>
                <a:gd name="connsiteX49" fmla="*/ 12547 w 46948"/>
                <a:gd name="connsiteY49" fmla="*/ 62677 h 94761"/>
                <a:gd name="connsiteX50" fmla="*/ 12951 w 46948"/>
                <a:gd name="connsiteY50" fmla="*/ 63423 h 94761"/>
                <a:gd name="connsiteX51" fmla="*/ 13356 w 46948"/>
                <a:gd name="connsiteY51" fmla="*/ 64169 h 94761"/>
                <a:gd name="connsiteX52" fmla="*/ 14166 w 46948"/>
                <a:gd name="connsiteY52" fmla="*/ 64915 h 94761"/>
                <a:gd name="connsiteX53" fmla="*/ 14570 w 46948"/>
                <a:gd name="connsiteY53" fmla="*/ 65661 h 94761"/>
                <a:gd name="connsiteX54" fmla="*/ 14975 w 46948"/>
                <a:gd name="connsiteY54" fmla="*/ 67154 h 94761"/>
                <a:gd name="connsiteX55" fmla="*/ 14975 w 46948"/>
                <a:gd name="connsiteY55" fmla="*/ 69392 h 94761"/>
                <a:gd name="connsiteX56" fmla="*/ 15380 w 46948"/>
                <a:gd name="connsiteY56" fmla="*/ 70138 h 94761"/>
                <a:gd name="connsiteX57" fmla="*/ 14975 w 46948"/>
                <a:gd name="connsiteY57" fmla="*/ 70884 h 94761"/>
                <a:gd name="connsiteX58" fmla="*/ 14570 w 46948"/>
                <a:gd name="connsiteY58" fmla="*/ 71631 h 94761"/>
                <a:gd name="connsiteX59" fmla="*/ 14166 w 46948"/>
                <a:gd name="connsiteY59" fmla="*/ 72377 h 94761"/>
                <a:gd name="connsiteX60" fmla="*/ 12951 w 46948"/>
                <a:gd name="connsiteY60" fmla="*/ 73123 h 94761"/>
                <a:gd name="connsiteX61" fmla="*/ 12142 w 46948"/>
                <a:gd name="connsiteY61" fmla="*/ 73123 h 94761"/>
                <a:gd name="connsiteX62" fmla="*/ 12142 w 46948"/>
                <a:gd name="connsiteY62" fmla="*/ 72377 h 94761"/>
                <a:gd name="connsiteX63" fmla="*/ 11737 w 46948"/>
                <a:gd name="connsiteY63" fmla="*/ 71631 h 94761"/>
                <a:gd name="connsiteX64" fmla="*/ 11332 w 46948"/>
                <a:gd name="connsiteY64" fmla="*/ 70884 h 94761"/>
                <a:gd name="connsiteX65" fmla="*/ 11332 w 46948"/>
                <a:gd name="connsiteY65" fmla="*/ 70138 h 94761"/>
                <a:gd name="connsiteX66" fmla="*/ 10118 w 46948"/>
                <a:gd name="connsiteY66" fmla="*/ 69392 h 94761"/>
                <a:gd name="connsiteX67" fmla="*/ 8499 w 46948"/>
                <a:gd name="connsiteY67" fmla="*/ 69392 h 94761"/>
                <a:gd name="connsiteX68" fmla="*/ 7690 w 46948"/>
                <a:gd name="connsiteY68" fmla="*/ 70138 h 94761"/>
                <a:gd name="connsiteX69" fmla="*/ 6476 w 46948"/>
                <a:gd name="connsiteY69" fmla="*/ 71631 h 94761"/>
                <a:gd name="connsiteX70" fmla="*/ 6071 w 46948"/>
                <a:gd name="connsiteY70" fmla="*/ 72377 h 94761"/>
                <a:gd name="connsiteX71" fmla="*/ 5666 w 46948"/>
                <a:gd name="connsiteY71" fmla="*/ 73123 h 94761"/>
                <a:gd name="connsiteX72" fmla="*/ 5261 w 46948"/>
                <a:gd name="connsiteY72" fmla="*/ 73869 h 94761"/>
                <a:gd name="connsiteX73" fmla="*/ 4857 w 46948"/>
                <a:gd name="connsiteY73" fmla="*/ 74615 h 94761"/>
                <a:gd name="connsiteX74" fmla="*/ 4857 w 46948"/>
                <a:gd name="connsiteY74" fmla="*/ 76854 h 94761"/>
                <a:gd name="connsiteX75" fmla="*/ 5261 w 46948"/>
                <a:gd name="connsiteY75" fmla="*/ 78346 h 94761"/>
                <a:gd name="connsiteX76" fmla="*/ 5666 w 46948"/>
                <a:gd name="connsiteY76" fmla="*/ 79838 h 94761"/>
                <a:gd name="connsiteX77" fmla="*/ 6071 w 46948"/>
                <a:gd name="connsiteY77" fmla="*/ 80584 h 94761"/>
                <a:gd name="connsiteX78" fmla="*/ 6476 w 46948"/>
                <a:gd name="connsiteY78" fmla="*/ 81331 h 94761"/>
                <a:gd name="connsiteX79" fmla="*/ 6476 w 46948"/>
                <a:gd name="connsiteY79" fmla="*/ 84315 h 94761"/>
                <a:gd name="connsiteX80" fmla="*/ 6880 w 46948"/>
                <a:gd name="connsiteY80" fmla="*/ 85061 h 94761"/>
                <a:gd name="connsiteX81" fmla="*/ 7285 w 46948"/>
                <a:gd name="connsiteY81" fmla="*/ 85808 h 94761"/>
                <a:gd name="connsiteX82" fmla="*/ 9713 w 46948"/>
                <a:gd name="connsiteY82" fmla="*/ 85808 h 94761"/>
                <a:gd name="connsiteX83" fmla="*/ 9713 w 46948"/>
                <a:gd name="connsiteY83" fmla="*/ 85061 h 94761"/>
                <a:gd name="connsiteX84" fmla="*/ 10118 w 46948"/>
                <a:gd name="connsiteY84" fmla="*/ 85061 h 94761"/>
                <a:gd name="connsiteX85" fmla="*/ 10523 w 46948"/>
                <a:gd name="connsiteY85" fmla="*/ 84315 h 94761"/>
                <a:gd name="connsiteX86" fmla="*/ 10928 w 46948"/>
                <a:gd name="connsiteY86" fmla="*/ 83569 h 94761"/>
                <a:gd name="connsiteX87" fmla="*/ 11332 w 46948"/>
                <a:gd name="connsiteY87" fmla="*/ 82823 h 94761"/>
                <a:gd name="connsiteX88" fmla="*/ 14166 w 46948"/>
                <a:gd name="connsiteY88" fmla="*/ 82823 h 94761"/>
                <a:gd name="connsiteX89" fmla="*/ 14570 w 46948"/>
                <a:gd name="connsiteY89" fmla="*/ 83569 h 94761"/>
                <a:gd name="connsiteX90" fmla="*/ 14975 w 46948"/>
                <a:gd name="connsiteY90" fmla="*/ 84315 h 94761"/>
                <a:gd name="connsiteX91" fmla="*/ 15380 w 46948"/>
                <a:gd name="connsiteY91" fmla="*/ 85061 h 94761"/>
                <a:gd name="connsiteX92" fmla="*/ 16189 w 46948"/>
                <a:gd name="connsiteY92" fmla="*/ 85061 h 94761"/>
                <a:gd name="connsiteX93" fmla="*/ 16594 w 46948"/>
                <a:gd name="connsiteY93" fmla="*/ 85808 h 94761"/>
                <a:gd name="connsiteX94" fmla="*/ 16999 w 46948"/>
                <a:gd name="connsiteY94" fmla="*/ 85808 h 94761"/>
                <a:gd name="connsiteX95" fmla="*/ 17403 w 46948"/>
                <a:gd name="connsiteY95" fmla="*/ 86554 h 94761"/>
                <a:gd name="connsiteX96" fmla="*/ 17808 w 46948"/>
                <a:gd name="connsiteY96" fmla="*/ 87300 h 94761"/>
                <a:gd name="connsiteX97" fmla="*/ 18213 w 46948"/>
                <a:gd name="connsiteY97" fmla="*/ 88046 h 94761"/>
                <a:gd name="connsiteX98" fmla="*/ 18618 w 46948"/>
                <a:gd name="connsiteY98" fmla="*/ 88792 h 94761"/>
                <a:gd name="connsiteX99" fmla="*/ 19427 w 46948"/>
                <a:gd name="connsiteY99" fmla="*/ 89538 h 94761"/>
                <a:gd name="connsiteX100" fmla="*/ 20237 w 46948"/>
                <a:gd name="connsiteY100" fmla="*/ 88792 h 94761"/>
                <a:gd name="connsiteX101" fmla="*/ 20641 w 46948"/>
                <a:gd name="connsiteY101" fmla="*/ 88046 h 94761"/>
                <a:gd name="connsiteX102" fmla="*/ 21046 w 46948"/>
                <a:gd name="connsiteY102" fmla="*/ 87300 h 94761"/>
                <a:gd name="connsiteX103" fmla="*/ 21046 w 46948"/>
                <a:gd name="connsiteY103" fmla="*/ 86554 h 94761"/>
                <a:gd name="connsiteX104" fmla="*/ 20237 w 46948"/>
                <a:gd name="connsiteY104" fmla="*/ 85808 h 94761"/>
                <a:gd name="connsiteX105" fmla="*/ 19832 w 46948"/>
                <a:gd name="connsiteY105" fmla="*/ 85061 h 94761"/>
                <a:gd name="connsiteX106" fmla="*/ 19427 w 46948"/>
                <a:gd name="connsiteY106" fmla="*/ 84315 h 94761"/>
                <a:gd name="connsiteX107" fmla="*/ 19022 w 46948"/>
                <a:gd name="connsiteY107" fmla="*/ 83569 h 94761"/>
                <a:gd name="connsiteX108" fmla="*/ 18618 w 46948"/>
                <a:gd name="connsiteY108" fmla="*/ 82823 h 94761"/>
                <a:gd name="connsiteX109" fmla="*/ 18213 w 46948"/>
                <a:gd name="connsiteY109" fmla="*/ 82077 h 94761"/>
                <a:gd name="connsiteX110" fmla="*/ 17808 w 46948"/>
                <a:gd name="connsiteY110" fmla="*/ 81331 h 94761"/>
                <a:gd name="connsiteX111" fmla="*/ 17808 w 46948"/>
                <a:gd name="connsiteY111" fmla="*/ 79092 h 94761"/>
                <a:gd name="connsiteX112" fmla="*/ 18213 w 46948"/>
                <a:gd name="connsiteY112" fmla="*/ 78346 h 94761"/>
                <a:gd name="connsiteX113" fmla="*/ 19022 w 46948"/>
                <a:gd name="connsiteY113" fmla="*/ 78346 h 94761"/>
                <a:gd name="connsiteX114" fmla="*/ 19427 w 46948"/>
                <a:gd name="connsiteY114" fmla="*/ 79092 h 94761"/>
                <a:gd name="connsiteX115" fmla="*/ 20237 w 46948"/>
                <a:gd name="connsiteY115" fmla="*/ 79092 h 94761"/>
                <a:gd name="connsiteX116" fmla="*/ 20641 w 46948"/>
                <a:gd name="connsiteY116" fmla="*/ 79838 h 94761"/>
                <a:gd name="connsiteX117" fmla="*/ 21046 w 46948"/>
                <a:gd name="connsiteY117" fmla="*/ 80584 h 94761"/>
                <a:gd name="connsiteX118" fmla="*/ 21451 w 46948"/>
                <a:gd name="connsiteY118" fmla="*/ 81331 h 94761"/>
                <a:gd name="connsiteX119" fmla="*/ 21855 w 46948"/>
                <a:gd name="connsiteY119" fmla="*/ 82077 h 94761"/>
                <a:gd name="connsiteX120" fmla="*/ 22260 w 46948"/>
                <a:gd name="connsiteY120" fmla="*/ 82823 h 94761"/>
                <a:gd name="connsiteX121" fmla="*/ 22665 w 46948"/>
                <a:gd name="connsiteY121" fmla="*/ 83569 h 94761"/>
                <a:gd name="connsiteX122" fmla="*/ 23070 w 46948"/>
                <a:gd name="connsiteY122" fmla="*/ 84315 h 94761"/>
                <a:gd name="connsiteX123" fmla="*/ 23474 w 46948"/>
                <a:gd name="connsiteY123" fmla="*/ 85061 h 94761"/>
                <a:gd name="connsiteX124" fmla="*/ 23879 w 46948"/>
                <a:gd name="connsiteY124" fmla="*/ 85808 h 94761"/>
                <a:gd name="connsiteX125" fmla="*/ 24284 w 46948"/>
                <a:gd name="connsiteY125" fmla="*/ 87300 h 94761"/>
                <a:gd name="connsiteX126" fmla="*/ 24689 w 46948"/>
                <a:gd name="connsiteY126" fmla="*/ 88046 h 94761"/>
                <a:gd name="connsiteX127" fmla="*/ 25093 w 46948"/>
                <a:gd name="connsiteY127" fmla="*/ 88792 h 94761"/>
                <a:gd name="connsiteX128" fmla="*/ 25498 w 46948"/>
                <a:gd name="connsiteY128" fmla="*/ 88792 h 94761"/>
                <a:gd name="connsiteX129" fmla="*/ 25903 w 46948"/>
                <a:gd name="connsiteY129" fmla="*/ 89538 h 94761"/>
                <a:gd name="connsiteX130" fmla="*/ 25903 w 46948"/>
                <a:gd name="connsiteY130" fmla="*/ 90284 h 94761"/>
                <a:gd name="connsiteX131" fmla="*/ 26307 w 46948"/>
                <a:gd name="connsiteY131" fmla="*/ 91031 h 94761"/>
                <a:gd name="connsiteX132" fmla="*/ 26712 w 46948"/>
                <a:gd name="connsiteY132" fmla="*/ 91777 h 94761"/>
                <a:gd name="connsiteX133" fmla="*/ 28331 w 46948"/>
                <a:gd name="connsiteY133" fmla="*/ 93269 h 94761"/>
                <a:gd name="connsiteX134" fmla="*/ 28736 w 46948"/>
                <a:gd name="connsiteY134" fmla="*/ 94015 h 94761"/>
                <a:gd name="connsiteX135" fmla="*/ 29141 w 46948"/>
                <a:gd name="connsiteY135" fmla="*/ 94761 h 94761"/>
                <a:gd name="connsiteX136" fmla="*/ 29545 w 46948"/>
                <a:gd name="connsiteY136" fmla="*/ 94761 h 94761"/>
                <a:gd name="connsiteX137" fmla="*/ 29950 w 46948"/>
                <a:gd name="connsiteY137" fmla="*/ 94015 h 94761"/>
                <a:gd name="connsiteX138" fmla="*/ 30355 w 46948"/>
                <a:gd name="connsiteY138" fmla="*/ 93269 h 94761"/>
                <a:gd name="connsiteX139" fmla="*/ 31164 w 46948"/>
                <a:gd name="connsiteY139" fmla="*/ 92523 h 94761"/>
                <a:gd name="connsiteX140" fmla="*/ 31164 w 46948"/>
                <a:gd name="connsiteY140" fmla="*/ 91031 h 94761"/>
                <a:gd name="connsiteX141" fmla="*/ 31569 w 46948"/>
                <a:gd name="connsiteY141" fmla="*/ 89538 h 94761"/>
                <a:gd name="connsiteX142" fmla="*/ 31569 w 46948"/>
                <a:gd name="connsiteY142" fmla="*/ 88046 h 94761"/>
                <a:gd name="connsiteX143" fmla="*/ 31164 w 46948"/>
                <a:gd name="connsiteY143" fmla="*/ 85808 h 94761"/>
                <a:gd name="connsiteX144" fmla="*/ 30760 w 46948"/>
                <a:gd name="connsiteY144" fmla="*/ 84315 h 94761"/>
                <a:gd name="connsiteX145" fmla="*/ 29950 w 46948"/>
                <a:gd name="connsiteY145" fmla="*/ 83569 h 94761"/>
                <a:gd name="connsiteX146" fmla="*/ 29545 w 46948"/>
                <a:gd name="connsiteY146" fmla="*/ 82823 h 94761"/>
                <a:gd name="connsiteX147" fmla="*/ 29141 w 46948"/>
                <a:gd name="connsiteY147" fmla="*/ 82077 h 94761"/>
                <a:gd name="connsiteX148" fmla="*/ 28331 w 46948"/>
                <a:gd name="connsiteY148" fmla="*/ 82077 h 94761"/>
                <a:gd name="connsiteX149" fmla="*/ 27522 w 46948"/>
                <a:gd name="connsiteY149" fmla="*/ 81331 h 94761"/>
                <a:gd name="connsiteX150" fmla="*/ 26307 w 46948"/>
                <a:gd name="connsiteY150" fmla="*/ 79838 h 94761"/>
                <a:gd name="connsiteX151" fmla="*/ 25903 w 46948"/>
                <a:gd name="connsiteY151" fmla="*/ 78346 h 94761"/>
                <a:gd name="connsiteX152" fmla="*/ 25498 w 46948"/>
                <a:gd name="connsiteY152" fmla="*/ 78346 h 94761"/>
                <a:gd name="connsiteX153" fmla="*/ 25093 w 46948"/>
                <a:gd name="connsiteY153" fmla="*/ 77600 h 94761"/>
                <a:gd name="connsiteX154" fmla="*/ 24689 w 46948"/>
                <a:gd name="connsiteY154" fmla="*/ 76854 h 94761"/>
                <a:gd name="connsiteX155" fmla="*/ 23474 w 46948"/>
                <a:gd name="connsiteY155" fmla="*/ 75361 h 94761"/>
                <a:gd name="connsiteX156" fmla="*/ 22665 w 46948"/>
                <a:gd name="connsiteY156" fmla="*/ 73869 h 94761"/>
                <a:gd name="connsiteX157" fmla="*/ 22260 w 46948"/>
                <a:gd name="connsiteY157" fmla="*/ 73123 h 94761"/>
                <a:gd name="connsiteX158" fmla="*/ 21855 w 46948"/>
                <a:gd name="connsiteY158" fmla="*/ 72377 h 94761"/>
                <a:gd name="connsiteX159" fmla="*/ 21451 w 46948"/>
                <a:gd name="connsiteY159" fmla="*/ 71631 h 94761"/>
                <a:gd name="connsiteX160" fmla="*/ 21046 w 46948"/>
                <a:gd name="connsiteY160" fmla="*/ 70884 h 94761"/>
                <a:gd name="connsiteX161" fmla="*/ 21046 w 46948"/>
                <a:gd name="connsiteY161" fmla="*/ 68646 h 94761"/>
                <a:gd name="connsiteX162" fmla="*/ 21451 w 46948"/>
                <a:gd name="connsiteY162" fmla="*/ 67900 h 94761"/>
                <a:gd name="connsiteX163" fmla="*/ 21855 w 46948"/>
                <a:gd name="connsiteY163" fmla="*/ 67154 h 94761"/>
                <a:gd name="connsiteX164" fmla="*/ 22260 w 46948"/>
                <a:gd name="connsiteY164" fmla="*/ 66408 h 94761"/>
                <a:gd name="connsiteX165" fmla="*/ 22665 w 46948"/>
                <a:gd name="connsiteY165" fmla="*/ 67154 h 94761"/>
                <a:gd name="connsiteX166" fmla="*/ 23070 w 46948"/>
                <a:gd name="connsiteY166" fmla="*/ 67154 h 94761"/>
                <a:gd name="connsiteX167" fmla="*/ 23474 w 46948"/>
                <a:gd name="connsiteY167" fmla="*/ 67900 h 94761"/>
                <a:gd name="connsiteX168" fmla="*/ 23879 w 46948"/>
                <a:gd name="connsiteY168" fmla="*/ 68646 h 94761"/>
                <a:gd name="connsiteX169" fmla="*/ 24284 w 46948"/>
                <a:gd name="connsiteY169" fmla="*/ 69392 h 94761"/>
                <a:gd name="connsiteX170" fmla="*/ 24689 w 46948"/>
                <a:gd name="connsiteY170" fmla="*/ 70138 h 94761"/>
                <a:gd name="connsiteX171" fmla="*/ 25093 w 46948"/>
                <a:gd name="connsiteY171" fmla="*/ 70884 h 94761"/>
                <a:gd name="connsiteX172" fmla="*/ 25498 w 46948"/>
                <a:gd name="connsiteY172" fmla="*/ 71631 h 94761"/>
                <a:gd name="connsiteX173" fmla="*/ 25903 w 46948"/>
                <a:gd name="connsiteY173" fmla="*/ 71631 h 94761"/>
                <a:gd name="connsiteX174" fmla="*/ 26307 w 46948"/>
                <a:gd name="connsiteY174" fmla="*/ 72377 h 94761"/>
                <a:gd name="connsiteX175" fmla="*/ 26712 w 46948"/>
                <a:gd name="connsiteY175" fmla="*/ 73123 h 94761"/>
                <a:gd name="connsiteX176" fmla="*/ 27117 w 46948"/>
                <a:gd name="connsiteY176" fmla="*/ 73869 h 94761"/>
                <a:gd name="connsiteX177" fmla="*/ 27522 w 46948"/>
                <a:gd name="connsiteY177" fmla="*/ 74615 h 94761"/>
                <a:gd name="connsiteX178" fmla="*/ 28331 w 46948"/>
                <a:gd name="connsiteY178" fmla="*/ 75361 h 94761"/>
                <a:gd name="connsiteX179" fmla="*/ 28736 w 46948"/>
                <a:gd name="connsiteY179" fmla="*/ 74615 h 94761"/>
                <a:gd name="connsiteX180" fmla="*/ 29950 w 46948"/>
                <a:gd name="connsiteY180" fmla="*/ 74615 h 94761"/>
                <a:gd name="connsiteX181" fmla="*/ 30355 w 46948"/>
                <a:gd name="connsiteY181" fmla="*/ 73869 h 94761"/>
                <a:gd name="connsiteX182" fmla="*/ 30355 w 46948"/>
                <a:gd name="connsiteY182" fmla="*/ 73123 h 94761"/>
                <a:gd name="connsiteX183" fmla="*/ 29950 w 46948"/>
                <a:gd name="connsiteY183" fmla="*/ 72377 h 94761"/>
                <a:gd name="connsiteX184" fmla="*/ 29545 w 46948"/>
                <a:gd name="connsiteY184" fmla="*/ 71631 h 94761"/>
                <a:gd name="connsiteX185" fmla="*/ 29141 w 46948"/>
                <a:gd name="connsiteY185" fmla="*/ 70884 h 94761"/>
                <a:gd name="connsiteX186" fmla="*/ 29141 w 46948"/>
                <a:gd name="connsiteY186" fmla="*/ 69392 h 94761"/>
                <a:gd name="connsiteX187" fmla="*/ 28736 w 46948"/>
                <a:gd name="connsiteY187" fmla="*/ 68646 h 94761"/>
                <a:gd name="connsiteX188" fmla="*/ 28736 w 46948"/>
                <a:gd name="connsiteY188" fmla="*/ 67154 h 94761"/>
                <a:gd name="connsiteX189" fmla="*/ 29141 w 46948"/>
                <a:gd name="connsiteY189" fmla="*/ 66408 h 94761"/>
                <a:gd name="connsiteX190" fmla="*/ 29545 w 46948"/>
                <a:gd name="connsiteY190" fmla="*/ 66408 h 94761"/>
                <a:gd name="connsiteX191" fmla="*/ 29950 w 46948"/>
                <a:gd name="connsiteY191" fmla="*/ 67154 h 94761"/>
                <a:gd name="connsiteX192" fmla="*/ 30355 w 46948"/>
                <a:gd name="connsiteY192" fmla="*/ 67900 h 94761"/>
                <a:gd name="connsiteX193" fmla="*/ 30355 w 46948"/>
                <a:gd name="connsiteY193" fmla="*/ 68646 h 94761"/>
                <a:gd name="connsiteX194" fmla="*/ 30760 w 46948"/>
                <a:gd name="connsiteY194" fmla="*/ 69392 h 94761"/>
                <a:gd name="connsiteX195" fmla="*/ 31164 w 46948"/>
                <a:gd name="connsiteY195" fmla="*/ 70138 h 94761"/>
                <a:gd name="connsiteX196" fmla="*/ 31569 w 46948"/>
                <a:gd name="connsiteY196" fmla="*/ 70884 h 94761"/>
                <a:gd name="connsiteX197" fmla="*/ 31569 w 46948"/>
                <a:gd name="connsiteY197" fmla="*/ 71631 h 94761"/>
                <a:gd name="connsiteX198" fmla="*/ 31974 w 46948"/>
                <a:gd name="connsiteY198" fmla="*/ 72377 h 94761"/>
                <a:gd name="connsiteX199" fmla="*/ 32378 w 46948"/>
                <a:gd name="connsiteY199" fmla="*/ 73123 h 94761"/>
                <a:gd name="connsiteX200" fmla="*/ 33593 w 46948"/>
                <a:gd name="connsiteY200" fmla="*/ 73123 h 94761"/>
                <a:gd name="connsiteX201" fmla="*/ 34402 w 46948"/>
                <a:gd name="connsiteY201" fmla="*/ 72377 h 94761"/>
                <a:gd name="connsiteX202" fmla="*/ 34807 w 46948"/>
                <a:gd name="connsiteY202" fmla="*/ 71631 h 94761"/>
                <a:gd name="connsiteX203" fmla="*/ 35212 w 46948"/>
                <a:gd name="connsiteY203" fmla="*/ 70884 h 94761"/>
                <a:gd name="connsiteX204" fmla="*/ 35616 w 46948"/>
                <a:gd name="connsiteY204" fmla="*/ 68646 h 94761"/>
                <a:gd name="connsiteX205" fmla="*/ 35616 w 46948"/>
                <a:gd name="connsiteY205" fmla="*/ 67900 h 94761"/>
                <a:gd name="connsiteX206" fmla="*/ 36021 w 46948"/>
                <a:gd name="connsiteY206" fmla="*/ 67154 h 94761"/>
                <a:gd name="connsiteX207" fmla="*/ 36426 w 46948"/>
                <a:gd name="connsiteY207" fmla="*/ 66408 h 94761"/>
                <a:gd name="connsiteX208" fmla="*/ 36831 w 46948"/>
                <a:gd name="connsiteY208" fmla="*/ 65661 h 94761"/>
                <a:gd name="connsiteX209" fmla="*/ 37235 w 46948"/>
                <a:gd name="connsiteY209" fmla="*/ 64915 h 94761"/>
                <a:gd name="connsiteX210" fmla="*/ 37640 w 46948"/>
                <a:gd name="connsiteY210" fmla="*/ 64169 h 94761"/>
                <a:gd name="connsiteX211" fmla="*/ 38045 w 46948"/>
                <a:gd name="connsiteY211" fmla="*/ 63423 h 94761"/>
                <a:gd name="connsiteX212" fmla="*/ 38045 w 46948"/>
                <a:gd name="connsiteY212" fmla="*/ 61931 h 94761"/>
                <a:gd name="connsiteX213" fmla="*/ 38449 w 46948"/>
                <a:gd name="connsiteY213" fmla="*/ 61184 h 94761"/>
                <a:gd name="connsiteX214" fmla="*/ 38854 w 46948"/>
                <a:gd name="connsiteY214" fmla="*/ 61184 h 94761"/>
                <a:gd name="connsiteX215" fmla="*/ 39259 w 46948"/>
                <a:gd name="connsiteY215" fmla="*/ 60438 h 94761"/>
                <a:gd name="connsiteX216" fmla="*/ 39664 w 46948"/>
                <a:gd name="connsiteY216" fmla="*/ 59692 h 94761"/>
                <a:gd name="connsiteX217" fmla="*/ 40068 w 46948"/>
                <a:gd name="connsiteY217" fmla="*/ 58946 h 94761"/>
                <a:gd name="connsiteX218" fmla="*/ 40473 w 46948"/>
                <a:gd name="connsiteY218" fmla="*/ 58200 h 94761"/>
                <a:gd name="connsiteX219" fmla="*/ 40878 w 46948"/>
                <a:gd name="connsiteY219" fmla="*/ 57454 h 94761"/>
                <a:gd name="connsiteX220" fmla="*/ 41283 w 46948"/>
                <a:gd name="connsiteY220" fmla="*/ 56708 h 94761"/>
                <a:gd name="connsiteX221" fmla="*/ 41283 w 46948"/>
                <a:gd name="connsiteY221" fmla="*/ 55215 h 94761"/>
                <a:gd name="connsiteX222" fmla="*/ 40878 w 46948"/>
                <a:gd name="connsiteY222" fmla="*/ 53723 h 94761"/>
                <a:gd name="connsiteX223" fmla="*/ 40878 w 46948"/>
                <a:gd name="connsiteY223" fmla="*/ 52977 h 94761"/>
                <a:gd name="connsiteX224" fmla="*/ 40473 w 46948"/>
                <a:gd name="connsiteY224" fmla="*/ 52231 h 94761"/>
                <a:gd name="connsiteX225" fmla="*/ 40068 w 46948"/>
                <a:gd name="connsiteY225" fmla="*/ 51484 h 94761"/>
                <a:gd name="connsiteX226" fmla="*/ 40473 w 46948"/>
                <a:gd name="connsiteY226" fmla="*/ 49992 h 94761"/>
                <a:gd name="connsiteX227" fmla="*/ 40473 w 46948"/>
                <a:gd name="connsiteY227" fmla="*/ 48500 h 94761"/>
                <a:gd name="connsiteX228" fmla="*/ 40878 w 46948"/>
                <a:gd name="connsiteY228" fmla="*/ 47754 h 94761"/>
                <a:gd name="connsiteX229" fmla="*/ 41687 w 46948"/>
                <a:gd name="connsiteY229" fmla="*/ 47754 h 94761"/>
                <a:gd name="connsiteX230" fmla="*/ 42092 w 46948"/>
                <a:gd name="connsiteY230" fmla="*/ 48500 h 94761"/>
                <a:gd name="connsiteX231" fmla="*/ 42497 w 46948"/>
                <a:gd name="connsiteY231" fmla="*/ 49246 h 94761"/>
                <a:gd name="connsiteX232" fmla="*/ 43306 w 46948"/>
                <a:gd name="connsiteY232" fmla="*/ 49992 h 94761"/>
                <a:gd name="connsiteX233" fmla="*/ 43711 w 46948"/>
                <a:gd name="connsiteY233" fmla="*/ 50738 h 94761"/>
                <a:gd name="connsiteX234" fmla="*/ 44116 w 46948"/>
                <a:gd name="connsiteY234" fmla="*/ 51484 h 94761"/>
                <a:gd name="connsiteX235" fmla="*/ 44520 w 46948"/>
                <a:gd name="connsiteY235" fmla="*/ 52231 h 94761"/>
                <a:gd name="connsiteX236" fmla="*/ 44925 w 46948"/>
                <a:gd name="connsiteY236" fmla="*/ 52977 h 94761"/>
                <a:gd name="connsiteX237" fmla="*/ 45330 w 46948"/>
                <a:gd name="connsiteY237" fmla="*/ 52231 h 94761"/>
                <a:gd name="connsiteX238" fmla="*/ 45735 w 46948"/>
                <a:gd name="connsiteY238" fmla="*/ 51484 h 94761"/>
                <a:gd name="connsiteX239" fmla="*/ 46139 w 46948"/>
                <a:gd name="connsiteY239" fmla="*/ 50738 h 94761"/>
                <a:gd name="connsiteX240" fmla="*/ 46544 w 46948"/>
                <a:gd name="connsiteY240" fmla="*/ 49246 h 94761"/>
                <a:gd name="connsiteX241" fmla="*/ 46544 w 46948"/>
                <a:gd name="connsiteY241" fmla="*/ 48500 h 94761"/>
                <a:gd name="connsiteX242" fmla="*/ 46949 w 46948"/>
                <a:gd name="connsiteY242" fmla="*/ 47008 h 94761"/>
                <a:gd name="connsiteX243" fmla="*/ 46544 w 46948"/>
                <a:gd name="connsiteY243" fmla="*/ 46261 h 94761"/>
                <a:gd name="connsiteX244" fmla="*/ 46139 w 46948"/>
                <a:gd name="connsiteY244" fmla="*/ 45515 h 94761"/>
                <a:gd name="connsiteX245" fmla="*/ 45735 w 46948"/>
                <a:gd name="connsiteY245" fmla="*/ 44769 h 94761"/>
                <a:gd name="connsiteX246" fmla="*/ 45330 w 46948"/>
                <a:gd name="connsiteY246" fmla="*/ 44023 h 94761"/>
                <a:gd name="connsiteX247" fmla="*/ 44520 w 46948"/>
                <a:gd name="connsiteY247" fmla="*/ 42531 h 94761"/>
                <a:gd name="connsiteX248" fmla="*/ 44520 w 46948"/>
                <a:gd name="connsiteY248" fmla="*/ 39546 h 94761"/>
                <a:gd name="connsiteX249" fmla="*/ 44925 w 46948"/>
                <a:gd name="connsiteY249" fmla="*/ 38800 h 94761"/>
                <a:gd name="connsiteX250" fmla="*/ 45330 w 46948"/>
                <a:gd name="connsiteY250" fmla="*/ 38054 h 94761"/>
                <a:gd name="connsiteX251" fmla="*/ 45735 w 46948"/>
                <a:gd name="connsiteY251" fmla="*/ 37308 h 94761"/>
                <a:gd name="connsiteX252" fmla="*/ 46139 w 46948"/>
                <a:gd name="connsiteY252" fmla="*/ 36561 h 94761"/>
                <a:gd name="connsiteX253" fmla="*/ 46544 w 46948"/>
                <a:gd name="connsiteY253" fmla="*/ 35815 h 94761"/>
                <a:gd name="connsiteX254" fmla="*/ 46544 w 46948"/>
                <a:gd name="connsiteY254" fmla="*/ 29846 h 94761"/>
                <a:gd name="connsiteX255" fmla="*/ 46139 w 46948"/>
                <a:gd name="connsiteY255" fmla="*/ 29100 h 94761"/>
                <a:gd name="connsiteX256" fmla="*/ 45735 w 46948"/>
                <a:gd name="connsiteY256" fmla="*/ 28354 h 94761"/>
                <a:gd name="connsiteX257" fmla="*/ 45330 w 46948"/>
                <a:gd name="connsiteY257" fmla="*/ 27608 h 94761"/>
                <a:gd name="connsiteX258" fmla="*/ 44520 w 46948"/>
                <a:gd name="connsiteY258" fmla="*/ 29100 h 94761"/>
                <a:gd name="connsiteX259" fmla="*/ 44116 w 46948"/>
                <a:gd name="connsiteY259" fmla="*/ 29846 h 94761"/>
                <a:gd name="connsiteX260" fmla="*/ 43711 w 46948"/>
                <a:gd name="connsiteY260" fmla="*/ 29846 h 94761"/>
                <a:gd name="connsiteX261" fmla="*/ 43306 w 46948"/>
                <a:gd name="connsiteY261" fmla="*/ 30592 h 94761"/>
                <a:gd name="connsiteX262" fmla="*/ 42901 w 46948"/>
                <a:gd name="connsiteY262" fmla="*/ 31338 h 94761"/>
                <a:gd name="connsiteX263" fmla="*/ 42092 w 46948"/>
                <a:gd name="connsiteY263" fmla="*/ 32085 h 94761"/>
                <a:gd name="connsiteX264" fmla="*/ 40068 w 46948"/>
                <a:gd name="connsiteY264" fmla="*/ 32085 h 94761"/>
                <a:gd name="connsiteX265" fmla="*/ 39664 w 46948"/>
                <a:gd name="connsiteY265" fmla="*/ 31338 h 94761"/>
                <a:gd name="connsiteX266" fmla="*/ 39259 w 46948"/>
                <a:gd name="connsiteY266" fmla="*/ 31338 h 94761"/>
                <a:gd name="connsiteX267" fmla="*/ 38854 w 46948"/>
                <a:gd name="connsiteY267" fmla="*/ 30592 h 94761"/>
                <a:gd name="connsiteX268" fmla="*/ 38449 w 46948"/>
                <a:gd name="connsiteY268" fmla="*/ 29846 h 94761"/>
                <a:gd name="connsiteX269" fmla="*/ 38045 w 46948"/>
                <a:gd name="connsiteY269" fmla="*/ 29100 h 94761"/>
                <a:gd name="connsiteX270" fmla="*/ 37640 w 46948"/>
                <a:gd name="connsiteY270" fmla="*/ 29100 h 94761"/>
                <a:gd name="connsiteX271" fmla="*/ 37235 w 46948"/>
                <a:gd name="connsiteY271" fmla="*/ 28354 h 94761"/>
                <a:gd name="connsiteX272" fmla="*/ 36831 w 46948"/>
                <a:gd name="connsiteY272" fmla="*/ 28354 h 94761"/>
                <a:gd name="connsiteX273" fmla="*/ 36426 w 46948"/>
                <a:gd name="connsiteY273" fmla="*/ 27608 h 94761"/>
                <a:gd name="connsiteX274" fmla="*/ 36021 w 46948"/>
                <a:gd name="connsiteY274" fmla="*/ 28354 h 94761"/>
                <a:gd name="connsiteX275" fmla="*/ 34807 w 46948"/>
                <a:gd name="connsiteY275" fmla="*/ 29100 h 94761"/>
                <a:gd name="connsiteX276" fmla="*/ 34402 w 46948"/>
                <a:gd name="connsiteY276" fmla="*/ 29846 h 94761"/>
                <a:gd name="connsiteX277" fmla="*/ 34402 w 46948"/>
                <a:gd name="connsiteY277" fmla="*/ 32085 h 94761"/>
                <a:gd name="connsiteX278" fmla="*/ 34807 w 46948"/>
                <a:gd name="connsiteY278" fmla="*/ 32831 h 94761"/>
                <a:gd name="connsiteX279" fmla="*/ 35212 w 46948"/>
                <a:gd name="connsiteY279" fmla="*/ 33577 h 94761"/>
                <a:gd name="connsiteX280" fmla="*/ 35616 w 46948"/>
                <a:gd name="connsiteY280" fmla="*/ 34323 h 94761"/>
                <a:gd name="connsiteX281" fmla="*/ 36021 w 46948"/>
                <a:gd name="connsiteY281" fmla="*/ 35069 h 94761"/>
                <a:gd name="connsiteX282" fmla="*/ 36021 w 46948"/>
                <a:gd name="connsiteY282" fmla="*/ 35815 h 94761"/>
                <a:gd name="connsiteX283" fmla="*/ 36426 w 46948"/>
                <a:gd name="connsiteY283" fmla="*/ 38054 h 94761"/>
                <a:gd name="connsiteX284" fmla="*/ 33997 w 46948"/>
                <a:gd name="connsiteY284" fmla="*/ 38054 h 94761"/>
                <a:gd name="connsiteX285" fmla="*/ 33997 w 46948"/>
                <a:gd name="connsiteY285" fmla="*/ 37308 h 94761"/>
                <a:gd name="connsiteX286" fmla="*/ 33593 w 46948"/>
                <a:gd name="connsiteY286" fmla="*/ 36561 h 94761"/>
                <a:gd name="connsiteX287" fmla="*/ 32378 w 46948"/>
                <a:gd name="connsiteY287" fmla="*/ 35815 h 94761"/>
                <a:gd name="connsiteX288" fmla="*/ 31974 w 46948"/>
                <a:gd name="connsiteY288" fmla="*/ 35069 h 94761"/>
                <a:gd name="connsiteX289" fmla="*/ 31569 w 46948"/>
                <a:gd name="connsiteY289" fmla="*/ 34323 h 94761"/>
                <a:gd name="connsiteX290" fmla="*/ 31164 w 46948"/>
                <a:gd name="connsiteY290" fmla="*/ 33577 h 94761"/>
                <a:gd name="connsiteX291" fmla="*/ 28736 w 46948"/>
                <a:gd name="connsiteY291" fmla="*/ 33577 h 94761"/>
                <a:gd name="connsiteX292" fmla="*/ 28331 w 46948"/>
                <a:gd name="connsiteY292" fmla="*/ 34323 h 94761"/>
                <a:gd name="connsiteX293" fmla="*/ 27522 w 46948"/>
                <a:gd name="connsiteY293" fmla="*/ 35069 h 94761"/>
                <a:gd name="connsiteX294" fmla="*/ 26712 w 46948"/>
                <a:gd name="connsiteY294" fmla="*/ 35815 h 94761"/>
                <a:gd name="connsiteX295" fmla="*/ 25903 w 46948"/>
                <a:gd name="connsiteY295" fmla="*/ 36561 h 94761"/>
                <a:gd name="connsiteX296" fmla="*/ 25498 w 46948"/>
                <a:gd name="connsiteY296" fmla="*/ 36561 h 94761"/>
                <a:gd name="connsiteX297" fmla="*/ 25093 w 46948"/>
                <a:gd name="connsiteY297" fmla="*/ 37308 h 94761"/>
                <a:gd name="connsiteX298" fmla="*/ 24689 w 46948"/>
                <a:gd name="connsiteY298" fmla="*/ 38054 h 94761"/>
                <a:gd name="connsiteX299" fmla="*/ 23879 w 46948"/>
                <a:gd name="connsiteY299" fmla="*/ 38054 h 94761"/>
                <a:gd name="connsiteX300" fmla="*/ 23474 w 46948"/>
                <a:gd name="connsiteY300" fmla="*/ 39546 h 94761"/>
                <a:gd name="connsiteX301" fmla="*/ 22665 w 46948"/>
                <a:gd name="connsiteY301" fmla="*/ 39546 h 94761"/>
                <a:gd name="connsiteX302" fmla="*/ 21451 w 46948"/>
                <a:gd name="connsiteY302" fmla="*/ 41038 h 94761"/>
                <a:gd name="connsiteX303" fmla="*/ 21046 w 46948"/>
                <a:gd name="connsiteY303" fmla="*/ 41785 h 94761"/>
                <a:gd name="connsiteX304" fmla="*/ 20641 w 46948"/>
                <a:gd name="connsiteY304" fmla="*/ 42531 h 94761"/>
                <a:gd name="connsiteX305" fmla="*/ 20237 w 46948"/>
                <a:gd name="connsiteY305" fmla="*/ 43277 h 94761"/>
                <a:gd name="connsiteX306" fmla="*/ 20237 w 46948"/>
                <a:gd name="connsiteY306" fmla="*/ 47008 h 94761"/>
                <a:gd name="connsiteX307" fmla="*/ 20641 w 46948"/>
                <a:gd name="connsiteY307" fmla="*/ 47754 h 94761"/>
                <a:gd name="connsiteX308" fmla="*/ 21046 w 46948"/>
                <a:gd name="connsiteY308" fmla="*/ 48500 h 94761"/>
                <a:gd name="connsiteX309" fmla="*/ 21046 w 46948"/>
                <a:gd name="connsiteY309" fmla="*/ 49246 h 94761"/>
                <a:gd name="connsiteX310" fmla="*/ 21451 w 46948"/>
                <a:gd name="connsiteY310" fmla="*/ 49992 h 94761"/>
                <a:gd name="connsiteX311" fmla="*/ 21855 w 46948"/>
                <a:gd name="connsiteY311" fmla="*/ 50738 h 94761"/>
                <a:gd name="connsiteX312" fmla="*/ 22260 w 46948"/>
                <a:gd name="connsiteY312" fmla="*/ 51484 h 94761"/>
                <a:gd name="connsiteX313" fmla="*/ 22665 w 46948"/>
                <a:gd name="connsiteY313" fmla="*/ 52231 h 94761"/>
                <a:gd name="connsiteX314" fmla="*/ 23070 w 46948"/>
                <a:gd name="connsiteY314" fmla="*/ 52977 h 94761"/>
                <a:gd name="connsiteX315" fmla="*/ 23474 w 46948"/>
                <a:gd name="connsiteY315" fmla="*/ 53723 h 94761"/>
                <a:gd name="connsiteX316" fmla="*/ 23070 w 46948"/>
                <a:gd name="connsiteY316" fmla="*/ 54469 h 94761"/>
                <a:gd name="connsiteX317" fmla="*/ 23070 w 46948"/>
                <a:gd name="connsiteY317" fmla="*/ 55215 h 94761"/>
                <a:gd name="connsiteX318" fmla="*/ 22665 w 46948"/>
                <a:gd name="connsiteY318" fmla="*/ 55215 h 94761"/>
                <a:gd name="connsiteX319" fmla="*/ 21855 w 46948"/>
                <a:gd name="connsiteY319" fmla="*/ 54469 h 94761"/>
                <a:gd name="connsiteX320" fmla="*/ 21451 w 46948"/>
                <a:gd name="connsiteY320" fmla="*/ 53723 h 94761"/>
                <a:gd name="connsiteX321" fmla="*/ 21046 w 46948"/>
                <a:gd name="connsiteY321" fmla="*/ 53723 h 94761"/>
                <a:gd name="connsiteX322" fmla="*/ 20641 w 46948"/>
                <a:gd name="connsiteY322" fmla="*/ 54469 h 94761"/>
                <a:gd name="connsiteX323" fmla="*/ 20237 w 46948"/>
                <a:gd name="connsiteY323" fmla="*/ 52977 h 94761"/>
                <a:gd name="connsiteX324" fmla="*/ 19832 w 46948"/>
                <a:gd name="connsiteY324" fmla="*/ 52231 h 94761"/>
                <a:gd name="connsiteX325" fmla="*/ 19427 w 46948"/>
                <a:gd name="connsiteY325" fmla="*/ 51484 h 94761"/>
                <a:gd name="connsiteX326" fmla="*/ 18618 w 46948"/>
                <a:gd name="connsiteY326" fmla="*/ 51484 h 94761"/>
                <a:gd name="connsiteX327" fmla="*/ 18213 w 46948"/>
                <a:gd name="connsiteY327" fmla="*/ 52231 h 94761"/>
                <a:gd name="connsiteX328" fmla="*/ 17808 w 46948"/>
                <a:gd name="connsiteY328" fmla="*/ 52977 h 94761"/>
                <a:gd name="connsiteX329" fmla="*/ 17403 w 46948"/>
                <a:gd name="connsiteY329" fmla="*/ 54469 h 94761"/>
                <a:gd name="connsiteX330" fmla="*/ 17808 w 46948"/>
                <a:gd name="connsiteY330" fmla="*/ 55215 h 94761"/>
                <a:gd name="connsiteX331" fmla="*/ 18213 w 46948"/>
                <a:gd name="connsiteY331" fmla="*/ 55961 h 94761"/>
                <a:gd name="connsiteX332" fmla="*/ 18618 w 46948"/>
                <a:gd name="connsiteY332" fmla="*/ 56708 h 94761"/>
                <a:gd name="connsiteX333" fmla="*/ 19022 w 46948"/>
                <a:gd name="connsiteY333" fmla="*/ 57454 h 94761"/>
                <a:gd name="connsiteX334" fmla="*/ 19832 w 46948"/>
                <a:gd name="connsiteY334" fmla="*/ 58200 h 94761"/>
                <a:gd name="connsiteX335" fmla="*/ 20237 w 46948"/>
                <a:gd name="connsiteY335" fmla="*/ 58946 h 94761"/>
                <a:gd name="connsiteX336" fmla="*/ 20237 w 46948"/>
                <a:gd name="connsiteY336" fmla="*/ 61931 h 94761"/>
                <a:gd name="connsiteX337" fmla="*/ 19832 w 46948"/>
                <a:gd name="connsiteY337" fmla="*/ 62677 h 94761"/>
                <a:gd name="connsiteX338" fmla="*/ 19427 w 46948"/>
                <a:gd name="connsiteY338" fmla="*/ 63423 h 94761"/>
                <a:gd name="connsiteX339" fmla="*/ 18618 w 46948"/>
                <a:gd name="connsiteY339" fmla="*/ 62677 h 94761"/>
                <a:gd name="connsiteX340" fmla="*/ 17808 w 46948"/>
                <a:gd name="connsiteY340" fmla="*/ 61931 h 94761"/>
                <a:gd name="connsiteX341" fmla="*/ 17403 w 46948"/>
                <a:gd name="connsiteY341" fmla="*/ 60438 h 94761"/>
                <a:gd name="connsiteX342" fmla="*/ 16999 w 46948"/>
                <a:gd name="connsiteY342" fmla="*/ 60438 h 94761"/>
                <a:gd name="connsiteX343" fmla="*/ 16189 w 46948"/>
                <a:gd name="connsiteY343" fmla="*/ 58946 h 94761"/>
                <a:gd name="connsiteX344" fmla="*/ 15784 w 46948"/>
                <a:gd name="connsiteY344" fmla="*/ 57454 h 94761"/>
                <a:gd name="connsiteX345" fmla="*/ 15380 w 46948"/>
                <a:gd name="connsiteY345" fmla="*/ 56708 h 94761"/>
                <a:gd name="connsiteX346" fmla="*/ 14975 w 46948"/>
                <a:gd name="connsiteY346" fmla="*/ 55961 h 94761"/>
                <a:gd name="connsiteX347" fmla="*/ 14570 w 46948"/>
                <a:gd name="connsiteY347" fmla="*/ 54469 h 94761"/>
                <a:gd name="connsiteX348" fmla="*/ 13761 w 46948"/>
                <a:gd name="connsiteY348" fmla="*/ 53723 h 94761"/>
                <a:gd name="connsiteX349" fmla="*/ 13356 w 46948"/>
                <a:gd name="connsiteY349" fmla="*/ 52231 h 94761"/>
                <a:gd name="connsiteX350" fmla="*/ 13356 w 46948"/>
                <a:gd name="connsiteY350" fmla="*/ 50738 h 94761"/>
                <a:gd name="connsiteX351" fmla="*/ 13761 w 46948"/>
                <a:gd name="connsiteY351" fmla="*/ 50738 h 94761"/>
                <a:gd name="connsiteX352" fmla="*/ 14166 w 46948"/>
                <a:gd name="connsiteY352" fmla="*/ 49992 h 94761"/>
                <a:gd name="connsiteX353" fmla="*/ 14975 w 46948"/>
                <a:gd name="connsiteY353" fmla="*/ 48500 h 94761"/>
                <a:gd name="connsiteX354" fmla="*/ 15380 w 46948"/>
                <a:gd name="connsiteY354" fmla="*/ 47754 h 94761"/>
                <a:gd name="connsiteX355" fmla="*/ 16189 w 46948"/>
                <a:gd name="connsiteY355" fmla="*/ 46261 h 94761"/>
                <a:gd name="connsiteX356" fmla="*/ 16999 w 46948"/>
                <a:gd name="connsiteY356" fmla="*/ 44769 h 94761"/>
                <a:gd name="connsiteX357" fmla="*/ 18213 w 46948"/>
                <a:gd name="connsiteY357" fmla="*/ 41785 h 94761"/>
                <a:gd name="connsiteX358" fmla="*/ 19832 w 46948"/>
                <a:gd name="connsiteY358" fmla="*/ 38800 h 94761"/>
                <a:gd name="connsiteX359" fmla="*/ 21046 w 46948"/>
                <a:gd name="connsiteY359" fmla="*/ 35815 h 94761"/>
                <a:gd name="connsiteX360" fmla="*/ 21451 w 46948"/>
                <a:gd name="connsiteY360" fmla="*/ 35069 h 94761"/>
                <a:gd name="connsiteX361" fmla="*/ 21855 w 46948"/>
                <a:gd name="connsiteY361" fmla="*/ 34323 h 94761"/>
                <a:gd name="connsiteX362" fmla="*/ 22260 w 46948"/>
                <a:gd name="connsiteY362" fmla="*/ 33577 h 94761"/>
                <a:gd name="connsiteX363" fmla="*/ 22665 w 46948"/>
                <a:gd name="connsiteY363" fmla="*/ 32831 h 94761"/>
                <a:gd name="connsiteX364" fmla="*/ 23070 w 46948"/>
                <a:gd name="connsiteY364" fmla="*/ 32085 h 94761"/>
                <a:gd name="connsiteX365" fmla="*/ 23070 w 46948"/>
                <a:gd name="connsiteY365" fmla="*/ 31338 h 94761"/>
                <a:gd name="connsiteX366" fmla="*/ 23474 w 46948"/>
                <a:gd name="connsiteY366" fmla="*/ 30592 h 94761"/>
                <a:gd name="connsiteX367" fmla="*/ 23879 w 46948"/>
                <a:gd name="connsiteY367" fmla="*/ 29846 h 94761"/>
                <a:gd name="connsiteX368" fmla="*/ 24284 w 46948"/>
                <a:gd name="connsiteY368" fmla="*/ 29100 h 94761"/>
                <a:gd name="connsiteX369" fmla="*/ 26712 w 46948"/>
                <a:gd name="connsiteY369" fmla="*/ 29100 h 94761"/>
                <a:gd name="connsiteX370" fmla="*/ 27522 w 46948"/>
                <a:gd name="connsiteY370" fmla="*/ 28354 h 94761"/>
                <a:gd name="connsiteX371" fmla="*/ 28736 w 46948"/>
                <a:gd name="connsiteY371" fmla="*/ 27608 h 94761"/>
                <a:gd name="connsiteX372" fmla="*/ 29141 w 46948"/>
                <a:gd name="connsiteY372" fmla="*/ 27608 h 94761"/>
                <a:gd name="connsiteX373" fmla="*/ 29950 w 46948"/>
                <a:gd name="connsiteY373" fmla="*/ 26861 h 94761"/>
                <a:gd name="connsiteX374" fmla="*/ 30760 w 46948"/>
                <a:gd name="connsiteY374" fmla="*/ 26115 h 94761"/>
                <a:gd name="connsiteX375" fmla="*/ 32378 w 46948"/>
                <a:gd name="connsiteY375" fmla="*/ 25369 h 94761"/>
                <a:gd name="connsiteX376" fmla="*/ 33188 w 46948"/>
                <a:gd name="connsiteY376" fmla="*/ 24623 h 94761"/>
                <a:gd name="connsiteX377" fmla="*/ 33593 w 46948"/>
                <a:gd name="connsiteY377" fmla="*/ 24623 h 94761"/>
                <a:gd name="connsiteX378" fmla="*/ 33997 w 46948"/>
                <a:gd name="connsiteY378" fmla="*/ 23877 h 94761"/>
                <a:gd name="connsiteX379" fmla="*/ 34402 w 46948"/>
                <a:gd name="connsiteY379" fmla="*/ 23131 h 94761"/>
                <a:gd name="connsiteX380" fmla="*/ 34807 w 46948"/>
                <a:gd name="connsiteY380" fmla="*/ 21638 h 94761"/>
                <a:gd name="connsiteX381" fmla="*/ 34807 w 46948"/>
                <a:gd name="connsiteY381" fmla="*/ 17161 h 94761"/>
                <a:gd name="connsiteX382" fmla="*/ 34402 w 46948"/>
                <a:gd name="connsiteY382" fmla="*/ 16415 h 94761"/>
                <a:gd name="connsiteX383" fmla="*/ 32783 w 46948"/>
                <a:gd name="connsiteY383" fmla="*/ 16415 h 94761"/>
                <a:gd name="connsiteX384" fmla="*/ 32378 w 46948"/>
                <a:gd name="connsiteY384" fmla="*/ 17161 h 94761"/>
                <a:gd name="connsiteX385" fmla="*/ 31974 w 46948"/>
                <a:gd name="connsiteY385" fmla="*/ 17161 h 94761"/>
                <a:gd name="connsiteX386" fmla="*/ 31569 w 46948"/>
                <a:gd name="connsiteY386" fmla="*/ 17908 h 94761"/>
                <a:gd name="connsiteX387" fmla="*/ 31164 w 46948"/>
                <a:gd name="connsiteY387" fmla="*/ 18654 h 94761"/>
                <a:gd name="connsiteX388" fmla="*/ 30760 w 46948"/>
                <a:gd name="connsiteY388" fmla="*/ 19400 h 94761"/>
                <a:gd name="connsiteX389" fmla="*/ 29141 w 46948"/>
                <a:gd name="connsiteY389" fmla="*/ 19400 h 94761"/>
                <a:gd name="connsiteX390" fmla="*/ 28736 w 46948"/>
                <a:gd name="connsiteY390" fmla="*/ 18654 h 94761"/>
                <a:gd name="connsiteX391" fmla="*/ 28736 w 46948"/>
                <a:gd name="connsiteY391" fmla="*/ 16415 h 94761"/>
                <a:gd name="connsiteX392" fmla="*/ 29141 w 46948"/>
                <a:gd name="connsiteY392" fmla="*/ 14923 h 94761"/>
                <a:gd name="connsiteX393" fmla="*/ 29141 w 46948"/>
                <a:gd name="connsiteY393" fmla="*/ 14177 h 94761"/>
                <a:gd name="connsiteX394" fmla="*/ 29545 w 46948"/>
                <a:gd name="connsiteY394" fmla="*/ 13431 h 94761"/>
                <a:gd name="connsiteX395" fmla="*/ 29950 w 46948"/>
                <a:gd name="connsiteY395" fmla="*/ 11938 h 94761"/>
                <a:gd name="connsiteX396" fmla="*/ 30355 w 46948"/>
                <a:gd name="connsiteY396" fmla="*/ 11192 h 94761"/>
                <a:gd name="connsiteX397" fmla="*/ 30760 w 46948"/>
                <a:gd name="connsiteY397" fmla="*/ 10446 h 94761"/>
                <a:gd name="connsiteX398" fmla="*/ 31164 w 46948"/>
                <a:gd name="connsiteY398" fmla="*/ 9700 h 94761"/>
                <a:gd name="connsiteX399" fmla="*/ 31569 w 46948"/>
                <a:gd name="connsiteY399" fmla="*/ 8208 h 94761"/>
                <a:gd name="connsiteX400" fmla="*/ 31974 w 46948"/>
                <a:gd name="connsiteY400" fmla="*/ 6715 h 94761"/>
                <a:gd name="connsiteX401" fmla="*/ 32378 w 46948"/>
                <a:gd name="connsiteY401" fmla="*/ 5223 h 94761"/>
                <a:gd name="connsiteX402" fmla="*/ 32378 w 46948"/>
                <a:gd name="connsiteY402" fmla="*/ 2238 h 94761"/>
                <a:gd name="connsiteX403" fmla="*/ 31974 w 46948"/>
                <a:gd name="connsiteY403" fmla="*/ 1492 h 94761"/>
                <a:gd name="connsiteX404" fmla="*/ 31974 w 46948"/>
                <a:gd name="connsiteY404" fmla="*/ 746 h 94761"/>
                <a:gd name="connsiteX405" fmla="*/ 31164 w 46948"/>
                <a:gd name="connsiteY405" fmla="*/ 0 h 94761"/>
                <a:gd name="connsiteX406" fmla="*/ 29545 w 46948"/>
                <a:gd name="connsiteY406" fmla="*/ 0 h 94761"/>
                <a:gd name="connsiteX407" fmla="*/ 28736 w 46948"/>
                <a:gd name="connsiteY407" fmla="*/ 746 h 94761"/>
                <a:gd name="connsiteX408" fmla="*/ 28331 w 46948"/>
                <a:gd name="connsiteY408" fmla="*/ 746 h 94761"/>
                <a:gd name="connsiteX409" fmla="*/ 27117 w 46948"/>
                <a:gd name="connsiteY409" fmla="*/ 1492 h 94761"/>
                <a:gd name="connsiteX410" fmla="*/ 26307 w 46948"/>
                <a:gd name="connsiteY410" fmla="*/ 2238 h 94761"/>
                <a:gd name="connsiteX411" fmla="*/ 25498 w 46948"/>
                <a:gd name="connsiteY411" fmla="*/ 2985 h 94761"/>
                <a:gd name="connsiteX412" fmla="*/ 25093 w 46948"/>
                <a:gd name="connsiteY412" fmla="*/ 2985 h 94761"/>
                <a:gd name="connsiteX413" fmla="*/ 25093 w 46948"/>
                <a:gd name="connsiteY413" fmla="*/ 5969 h 94761"/>
                <a:gd name="connsiteX414" fmla="*/ 24689 w 46948"/>
                <a:gd name="connsiteY414" fmla="*/ 8954 h 94761"/>
                <a:gd name="connsiteX415" fmla="*/ 24689 w 46948"/>
                <a:gd name="connsiteY415" fmla="*/ 10446 h 94761"/>
                <a:gd name="connsiteX416" fmla="*/ 24284 w 46948"/>
                <a:gd name="connsiteY416" fmla="*/ 12685 h 94761"/>
                <a:gd name="connsiteX417" fmla="*/ 24284 w 46948"/>
                <a:gd name="connsiteY417" fmla="*/ 14923 h 94761"/>
                <a:gd name="connsiteX418" fmla="*/ 23474 w 46948"/>
                <a:gd name="connsiteY418" fmla="*/ 17161 h 94761"/>
                <a:gd name="connsiteX419" fmla="*/ 23070 w 46948"/>
                <a:gd name="connsiteY419" fmla="*/ 18654 h 94761"/>
                <a:gd name="connsiteX420" fmla="*/ 22665 w 46948"/>
                <a:gd name="connsiteY420" fmla="*/ 18654 h 94761"/>
                <a:gd name="connsiteX421" fmla="*/ 21855 w 46948"/>
                <a:gd name="connsiteY421" fmla="*/ 19400 h 94761"/>
                <a:gd name="connsiteX422" fmla="*/ 21451 w 46948"/>
                <a:gd name="connsiteY422" fmla="*/ 20146 h 94761"/>
                <a:gd name="connsiteX423" fmla="*/ 21046 w 46948"/>
                <a:gd name="connsiteY423" fmla="*/ 20892 h 94761"/>
                <a:gd name="connsiteX424" fmla="*/ 20641 w 46948"/>
                <a:gd name="connsiteY424" fmla="*/ 21638 h 94761"/>
                <a:gd name="connsiteX425" fmla="*/ 19832 w 46948"/>
                <a:gd name="connsiteY425" fmla="*/ 21638 h 94761"/>
                <a:gd name="connsiteX426" fmla="*/ 18618 w 46948"/>
                <a:gd name="connsiteY426" fmla="*/ 20892 h 94761"/>
                <a:gd name="connsiteX427" fmla="*/ 17808 w 46948"/>
                <a:gd name="connsiteY427" fmla="*/ 20892 h 94761"/>
                <a:gd name="connsiteX428" fmla="*/ 17403 w 46948"/>
                <a:gd name="connsiteY428" fmla="*/ 20146 h 94761"/>
                <a:gd name="connsiteX429" fmla="*/ 16189 w 46948"/>
                <a:gd name="connsiteY429" fmla="*/ 19400 h 94761"/>
                <a:gd name="connsiteX430" fmla="*/ 14975 w 46948"/>
                <a:gd name="connsiteY430" fmla="*/ 18654 h 94761"/>
                <a:gd name="connsiteX431" fmla="*/ 12951 w 46948"/>
                <a:gd name="connsiteY431" fmla="*/ 18654 h 94761"/>
                <a:gd name="connsiteX432" fmla="*/ 12142 w 46948"/>
                <a:gd name="connsiteY432" fmla="*/ 19400 h 94761"/>
                <a:gd name="connsiteX433" fmla="*/ 11332 w 46948"/>
                <a:gd name="connsiteY433" fmla="*/ 20146 h 94761"/>
                <a:gd name="connsiteX434" fmla="*/ 10928 w 46948"/>
                <a:gd name="connsiteY434" fmla="*/ 20892 h 94761"/>
                <a:gd name="connsiteX435" fmla="*/ 10523 w 46948"/>
                <a:gd name="connsiteY435" fmla="*/ 21638 h 94761"/>
                <a:gd name="connsiteX436" fmla="*/ 10118 w 46948"/>
                <a:gd name="connsiteY436" fmla="*/ 22384 h 94761"/>
                <a:gd name="connsiteX437" fmla="*/ 9713 w 46948"/>
                <a:gd name="connsiteY437" fmla="*/ 23877 h 94761"/>
                <a:gd name="connsiteX438" fmla="*/ 9713 w 46948"/>
                <a:gd name="connsiteY438" fmla="*/ 24623 h 94761"/>
                <a:gd name="connsiteX439" fmla="*/ 10118 w 46948"/>
                <a:gd name="connsiteY439" fmla="*/ 25369 h 94761"/>
                <a:gd name="connsiteX440" fmla="*/ 10523 w 46948"/>
                <a:gd name="connsiteY440" fmla="*/ 26115 h 94761"/>
                <a:gd name="connsiteX441" fmla="*/ 10928 w 46948"/>
                <a:gd name="connsiteY441" fmla="*/ 26861 h 94761"/>
                <a:gd name="connsiteX442" fmla="*/ 11332 w 46948"/>
                <a:gd name="connsiteY442" fmla="*/ 26861 h 94761"/>
                <a:gd name="connsiteX443" fmla="*/ 12142 w 46948"/>
                <a:gd name="connsiteY443" fmla="*/ 27608 h 94761"/>
                <a:gd name="connsiteX444" fmla="*/ 12547 w 46948"/>
                <a:gd name="connsiteY444" fmla="*/ 27608 h 94761"/>
                <a:gd name="connsiteX445" fmla="*/ 13761 w 46948"/>
                <a:gd name="connsiteY445" fmla="*/ 28354 h 94761"/>
                <a:gd name="connsiteX446" fmla="*/ 14570 w 46948"/>
                <a:gd name="connsiteY446" fmla="*/ 28354 h 94761"/>
                <a:gd name="connsiteX447" fmla="*/ 15784 w 46948"/>
                <a:gd name="connsiteY447" fmla="*/ 29100 h 94761"/>
                <a:gd name="connsiteX448" fmla="*/ 16189 w 46948"/>
                <a:gd name="connsiteY448" fmla="*/ 29100 h 94761"/>
                <a:gd name="connsiteX449" fmla="*/ 16594 w 46948"/>
                <a:gd name="connsiteY449" fmla="*/ 29846 h 94761"/>
                <a:gd name="connsiteX450" fmla="*/ 16594 w 46948"/>
                <a:gd name="connsiteY450" fmla="*/ 30592 h 94761"/>
                <a:gd name="connsiteX451" fmla="*/ 16189 w 46948"/>
                <a:gd name="connsiteY451" fmla="*/ 31338 h 94761"/>
                <a:gd name="connsiteX452" fmla="*/ 15784 w 46948"/>
                <a:gd name="connsiteY452" fmla="*/ 32085 h 94761"/>
                <a:gd name="connsiteX453" fmla="*/ 16189 w 46948"/>
                <a:gd name="connsiteY453" fmla="*/ 32831 h 94761"/>
                <a:gd name="connsiteX454" fmla="*/ 15784 w 46948"/>
                <a:gd name="connsiteY454" fmla="*/ 33577 h 94761"/>
                <a:gd name="connsiteX455" fmla="*/ 15380 w 46948"/>
                <a:gd name="connsiteY455" fmla="*/ 34323 h 94761"/>
                <a:gd name="connsiteX456" fmla="*/ 14570 w 46948"/>
                <a:gd name="connsiteY456" fmla="*/ 35815 h 94761"/>
                <a:gd name="connsiteX457" fmla="*/ 13761 w 46948"/>
                <a:gd name="connsiteY457" fmla="*/ 36561 h 94761"/>
                <a:gd name="connsiteX458" fmla="*/ 13356 w 46948"/>
                <a:gd name="connsiteY458" fmla="*/ 37308 h 94761"/>
                <a:gd name="connsiteX459" fmla="*/ 12142 w 46948"/>
                <a:gd name="connsiteY459" fmla="*/ 40292 h 94761"/>
                <a:gd name="connsiteX460" fmla="*/ 11737 w 46948"/>
                <a:gd name="connsiteY460" fmla="*/ 41038 h 94761"/>
                <a:gd name="connsiteX461" fmla="*/ 10928 w 46948"/>
                <a:gd name="connsiteY461" fmla="*/ 41785 h 94761"/>
                <a:gd name="connsiteX462" fmla="*/ 10928 w 46948"/>
                <a:gd name="connsiteY462" fmla="*/ 42531 h 94761"/>
                <a:gd name="connsiteX463" fmla="*/ 9713 w 46948"/>
                <a:gd name="connsiteY463" fmla="*/ 42531 h 94761"/>
                <a:gd name="connsiteX464" fmla="*/ 9713 w 46948"/>
                <a:gd name="connsiteY464" fmla="*/ 41785 h 94761"/>
                <a:gd name="connsiteX465" fmla="*/ 9309 w 46948"/>
                <a:gd name="connsiteY465" fmla="*/ 41038 h 94761"/>
                <a:gd name="connsiteX466" fmla="*/ 9309 w 46948"/>
                <a:gd name="connsiteY466" fmla="*/ 38800 h 94761"/>
                <a:gd name="connsiteX467" fmla="*/ 8904 w 46948"/>
                <a:gd name="connsiteY467" fmla="*/ 36561 h 94761"/>
                <a:gd name="connsiteX468" fmla="*/ 8095 w 46948"/>
                <a:gd name="connsiteY468" fmla="*/ 36561 h 94761"/>
                <a:gd name="connsiteX469" fmla="*/ 7690 w 46948"/>
                <a:gd name="connsiteY469" fmla="*/ 34323 h 94761"/>
                <a:gd name="connsiteX470" fmla="*/ 7690 w 46948"/>
                <a:gd name="connsiteY470" fmla="*/ 33577 h 94761"/>
                <a:gd name="connsiteX471" fmla="*/ 7285 w 46948"/>
                <a:gd name="connsiteY471" fmla="*/ 32085 h 94761"/>
                <a:gd name="connsiteX472" fmla="*/ 6476 w 46948"/>
                <a:gd name="connsiteY472" fmla="*/ 32085 h 94761"/>
                <a:gd name="connsiteX473" fmla="*/ 6071 w 46948"/>
                <a:gd name="connsiteY473" fmla="*/ 30592 h 94761"/>
                <a:gd name="connsiteX474" fmla="*/ 6071 w 46948"/>
                <a:gd name="connsiteY474" fmla="*/ 29846 h 94761"/>
                <a:gd name="connsiteX475" fmla="*/ 5666 w 46948"/>
                <a:gd name="connsiteY475" fmla="*/ 29100 h 94761"/>
                <a:gd name="connsiteX476" fmla="*/ 5261 w 46948"/>
                <a:gd name="connsiteY476" fmla="*/ 27608 h 94761"/>
                <a:gd name="connsiteX477" fmla="*/ 4857 w 46948"/>
                <a:gd name="connsiteY477" fmla="*/ 26115 h 94761"/>
                <a:gd name="connsiteX478" fmla="*/ 3643 w 46948"/>
                <a:gd name="connsiteY478" fmla="*/ 24623 h 94761"/>
                <a:gd name="connsiteX479" fmla="*/ 2428 w 46948"/>
                <a:gd name="connsiteY479" fmla="*/ 23877 h 94761"/>
                <a:gd name="connsiteX480" fmla="*/ 1619 w 46948"/>
                <a:gd name="connsiteY480" fmla="*/ 24623 h 94761"/>
                <a:gd name="connsiteX481" fmla="*/ 405 w 46948"/>
                <a:gd name="connsiteY481" fmla="*/ 24623 h 94761"/>
                <a:gd name="connsiteX482" fmla="*/ 405 w 46948"/>
                <a:gd name="connsiteY482" fmla="*/ 25369 h 94761"/>
                <a:gd name="connsiteX483" fmla="*/ 0 w 46948"/>
                <a:gd name="connsiteY483" fmla="*/ 26115 h 94761"/>
                <a:gd name="connsiteX484" fmla="*/ 0 w 46948"/>
                <a:gd name="connsiteY484" fmla="*/ 26861 h 94761"/>
                <a:gd name="connsiteX485" fmla="*/ 405 w 46948"/>
                <a:gd name="connsiteY485" fmla="*/ 28354 h 94761"/>
                <a:gd name="connsiteX486" fmla="*/ 36021 w 46948"/>
                <a:gd name="connsiteY486" fmla="*/ 52231 h 94761"/>
                <a:gd name="connsiteX487" fmla="*/ 36021 w 46948"/>
                <a:gd name="connsiteY487" fmla="*/ 51484 h 94761"/>
                <a:gd name="connsiteX488" fmla="*/ 36426 w 46948"/>
                <a:gd name="connsiteY488" fmla="*/ 50738 h 94761"/>
                <a:gd name="connsiteX489" fmla="*/ 36831 w 46948"/>
                <a:gd name="connsiteY489" fmla="*/ 49992 h 94761"/>
                <a:gd name="connsiteX490" fmla="*/ 37235 w 46948"/>
                <a:gd name="connsiteY490" fmla="*/ 49992 h 94761"/>
                <a:gd name="connsiteX491" fmla="*/ 37640 w 46948"/>
                <a:gd name="connsiteY491" fmla="*/ 50738 h 94761"/>
                <a:gd name="connsiteX492" fmla="*/ 38045 w 46948"/>
                <a:gd name="connsiteY492" fmla="*/ 51484 h 94761"/>
                <a:gd name="connsiteX493" fmla="*/ 38449 w 46948"/>
                <a:gd name="connsiteY493" fmla="*/ 52231 h 94761"/>
                <a:gd name="connsiteX494" fmla="*/ 38449 w 46948"/>
                <a:gd name="connsiteY494" fmla="*/ 52977 h 94761"/>
                <a:gd name="connsiteX495" fmla="*/ 38854 w 46948"/>
                <a:gd name="connsiteY495" fmla="*/ 53723 h 94761"/>
                <a:gd name="connsiteX496" fmla="*/ 38449 w 46948"/>
                <a:gd name="connsiteY496" fmla="*/ 55215 h 94761"/>
                <a:gd name="connsiteX497" fmla="*/ 37640 w 46948"/>
                <a:gd name="connsiteY497" fmla="*/ 55961 h 94761"/>
                <a:gd name="connsiteX498" fmla="*/ 36831 w 46948"/>
                <a:gd name="connsiteY498" fmla="*/ 55961 h 94761"/>
                <a:gd name="connsiteX499" fmla="*/ 36426 w 46948"/>
                <a:gd name="connsiteY499" fmla="*/ 55215 h 94761"/>
                <a:gd name="connsiteX500" fmla="*/ 36021 w 46948"/>
                <a:gd name="connsiteY500" fmla="*/ 54469 h 94761"/>
                <a:gd name="connsiteX501" fmla="*/ 33997 w 46948"/>
                <a:gd name="connsiteY501" fmla="*/ 56708 h 94761"/>
                <a:gd name="connsiteX502" fmla="*/ 34402 w 46948"/>
                <a:gd name="connsiteY502" fmla="*/ 57454 h 94761"/>
                <a:gd name="connsiteX503" fmla="*/ 34807 w 46948"/>
                <a:gd name="connsiteY503" fmla="*/ 58200 h 94761"/>
                <a:gd name="connsiteX504" fmla="*/ 35212 w 46948"/>
                <a:gd name="connsiteY504" fmla="*/ 59692 h 94761"/>
                <a:gd name="connsiteX505" fmla="*/ 35212 w 46948"/>
                <a:gd name="connsiteY505" fmla="*/ 60438 h 94761"/>
                <a:gd name="connsiteX506" fmla="*/ 34402 w 46948"/>
                <a:gd name="connsiteY506" fmla="*/ 61931 h 94761"/>
                <a:gd name="connsiteX507" fmla="*/ 33997 w 46948"/>
                <a:gd name="connsiteY507" fmla="*/ 62677 h 94761"/>
                <a:gd name="connsiteX508" fmla="*/ 33593 w 46948"/>
                <a:gd name="connsiteY508" fmla="*/ 62677 h 94761"/>
                <a:gd name="connsiteX509" fmla="*/ 32783 w 46948"/>
                <a:gd name="connsiteY509" fmla="*/ 61931 h 94761"/>
                <a:gd name="connsiteX510" fmla="*/ 32378 w 46948"/>
                <a:gd name="connsiteY510" fmla="*/ 61184 h 94761"/>
                <a:gd name="connsiteX511" fmla="*/ 31974 w 46948"/>
                <a:gd name="connsiteY511" fmla="*/ 61184 h 94761"/>
                <a:gd name="connsiteX512" fmla="*/ 31569 w 46948"/>
                <a:gd name="connsiteY512" fmla="*/ 60438 h 94761"/>
                <a:gd name="connsiteX513" fmla="*/ 31569 w 46948"/>
                <a:gd name="connsiteY513" fmla="*/ 57454 h 94761"/>
                <a:gd name="connsiteX514" fmla="*/ 31974 w 46948"/>
                <a:gd name="connsiteY514" fmla="*/ 56708 h 94761"/>
                <a:gd name="connsiteX515" fmla="*/ 32783 w 46948"/>
                <a:gd name="connsiteY515" fmla="*/ 55961 h 94761"/>
                <a:gd name="connsiteX516" fmla="*/ 33997 w 46948"/>
                <a:gd name="connsiteY516" fmla="*/ 55961 h 94761"/>
                <a:gd name="connsiteX517" fmla="*/ 29950 w 46948"/>
                <a:gd name="connsiteY517" fmla="*/ 41785 h 94761"/>
                <a:gd name="connsiteX518" fmla="*/ 30355 w 46948"/>
                <a:gd name="connsiteY518" fmla="*/ 40292 h 94761"/>
                <a:gd name="connsiteX519" fmla="*/ 31974 w 46948"/>
                <a:gd name="connsiteY519" fmla="*/ 40292 h 94761"/>
                <a:gd name="connsiteX520" fmla="*/ 32378 w 46948"/>
                <a:gd name="connsiteY520" fmla="*/ 41038 h 94761"/>
                <a:gd name="connsiteX521" fmla="*/ 32783 w 46948"/>
                <a:gd name="connsiteY521" fmla="*/ 41785 h 94761"/>
                <a:gd name="connsiteX522" fmla="*/ 32378 w 46948"/>
                <a:gd name="connsiteY522" fmla="*/ 41785 h 94761"/>
                <a:gd name="connsiteX523" fmla="*/ 32783 w 46948"/>
                <a:gd name="connsiteY523" fmla="*/ 42531 h 94761"/>
                <a:gd name="connsiteX524" fmla="*/ 33188 w 46948"/>
                <a:gd name="connsiteY524" fmla="*/ 43277 h 94761"/>
                <a:gd name="connsiteX525" fmla="*/ 33188 w 46948"/>
                <a:gd name="connsiteY525" fmla="*/ 47008 h 94761"/>
                <a:gd name="connsiteX526" fmla="*/ 31569 w 46948"/>
                <a:gd name="connsiteY526" fmla="*/ 47008 h 94761"/>
                <a:gd name="connsiteX527" fmla="*/ 31164 w 46948"/>
                <a:gd name="connsiteY527" fmla="*/ 46261 h 94761"/>
                <a:gd name="connsiteX528" fmla="*/ 30760 w 46948"/>
                <a:gd name="connsiteY528" fmla="*/ 45515 h 94761"/>
                <a:gd name="connsiteX529" fmla="*/ 30355 w 46948"/>
                <a:gd name="connsiteY529" fmla="*/ 44023 h 94761"/>
                <a:gd name="connsiteX530" fmla="*/ 26307 w 46948"/>
                <a:gd name="connsiteY530" fmla="*/ 47754 h 94761"/>
                <a:gd name="connsiteX531" fmla="*/ 26307 w 46948"/>
                <a:gd name="connsiteY531" fmla="*/ 47008 h 94761"/>
                <a:gd name="connsiteX532" fmla="*/ 26712 w 46948"/>
                <a:gd name="connsiteY532" fmla="*/ 46261 h 94761"/>
                <a:gd name="connsiteX533" fmla="*/ 27117 w 46948"/>
                <a:gd name="connsiteY533" fmla="*/ 45515 h 94761"/>
                <a:gd name="connsiteX534" fmla="*/ 27926 w 46948"/>
                <a:gd name="connsiteY534" fmla="*/ 45515 h 94761"/>
                <a:gd name="connsiteX535" fmla="*/ 28331 w 46948"/>
                <a:gd name="connsiteY535" fmla="*/ 46261 h 94761"/>
                <a:gd name="connsiteX536" fmla="*/ 28736 w 46948"/>
                <a:gd name="connsiteY536" fmla="*/ 47008 h 94761"/>
                <a:gd name="connsiteX537" fmla="*/ 29141 w 46948"/>
                <a:gd name="connsiteY537" fmla="*/ 47754 h 94761"/>
                <a:gd name="connsiteX538" fmla="*/ 29545 w 46948"/>
                <a:gd name="connsiteY538" fmla="*/ 48500 h 94761"/>
                <a:gd name="connsiteX539" fmla="*/ 29950 w 46948"/>
                <a:gd name="connsiteY539" fmla="*/ 49246 h 94761"/>
                <a:gd name="connsiteX540" fmla="*/ 29950 w 46948"/>
                <a:gd name="connsiteY540" fmla="*/ 49992 h 94761"/>
                <a:gd name="connsiteX541" fmla="*/ 29545 w 46948"/>
                <a:gd name="connsiteY541" fmla="*/ 51484 h 94761"/>
                <a:gd name="connsiteX542" fmla="*/ 27926 w 46948"/>
                <a:gd name="connsiteY542" fmla="*/ 51484 h 94761"/>
                <a:gd name="connsiteX543" fmla="*/ 27522 w 46948"/>
                <a:gd name="connsiteY543" fmla="*/ 50738 h 94761"/>
                <a:gd name="connsiteX544" fmla="*/ 27117 w 46948"/>
                <a:gd name="connsiteY544" fmla="*/ 49992 h 94761"/>
                <a:gd name="connsiteX545" fmla="*/ 26712 w 46948"/>
                <a:gd name="connsiteY545" fmla="*/ 49246 h 94761"/>
                <a:gd name="connsiteX546" fmla="*/ 26712 w 46948"/>
                <a:gd name="connsiteY546" fmla="*/ 47754 h 9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</a:cxnLst>
              <a:rect l="l" t="t" r="r" b="b"/>
              <a:pathLst>
                <a:path w="46948" h="94761">
                  <a:moveTo>
                    <a:pt x="0" y="30592"/>
                  </a:moveTo>
                  <a:lnTo>
                    <a:pt x="405" y="32085"/>
                  </a:lnTo>
                  <a:lnTo>
                    <a:pt x="809" y="32831"/>
                  </a:lnTo>
                  <a:lnTo>
                    <a:pt x="1214" y="33577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3238" y="37308"/>
                  </a:lnTo>
                  <a:lnTo>
                    <a:pt x="4047" y="39546"/>
                  </a:lnTo>
                  <a:lnTo>
                    <a:pt x="4452" y="41785"/>
                  </a:lnTo>
                  <a:lnTo>
                    <a:pt x="4857" y="43277"/>
                  </a:lnTo>
                  <a:lnTo>
                    <a:pt x="5261" y="44023"/>
                  </a:lnTo>
                  <a:lnTo>
                    <a:pt x="5666" y="45515"/>
                  </a:lnTo>
                  <a:lnTo>
                    <a:pt x="5666" y="47008"/>
                  </a:lnTo>
                  <a:lnTo>
                    <a:pt x="6071" y="47754"/>
                  </a:lnTo>
                  <a:lnTo>
                    <a:pt x="6071" y="48500"/>
                  </a:lnTo>
                  <a:lnTo>
                    <a:pt x="5666" y="49992"/>
                  </a:lnTo>
                  <a:lnTo>
                    <a:pt x="5666" y="50738"/>
                  </a:lnTo>
                  <a:lnTo>
                    <a:pt x="5261" y="51484"/>
                  </a:lnTo>
                  <a:lnTo>
                    <a:pt x="4452" y="54469"/>
                  </a:lnTo>
                  <a:lnTo>
                    <a:pt x="4047" y="55215"/>
                  </a:lnTo>
                  <a:lnTo>
                    <a:pt x="3643" y="55961"/>
                  </a:lnTo>
                  <a:lnTo>
                    <a:pt x="3238" y="56708"/>
                  </a:lnTo>
                  <a:lnTo>
                    <a:pt x="2833" y="57454"/>
                  </a:lnTo>
                  <a:lnTo>
                    <a:pt x="2428" y="58200"/>
                  </a:lnTo>
                  <a:lnTo>
                    <a:pt x="2024" y="58946"/>
                  </a:lnTo>
                  <a:lnTo>
                    <a:pt x="1619" y="59692"/>
                  </a:lnTo>
                  <a:lnTo>
                    <a:pt x="2024" y="61184"/>
                  </a:lnTo>
                  <a:lnTo>
                    <a:pt x="2428" y="62677"/>
                  </a:lnTo>
                  <a:lnTo>
                    <a:pt x="2428" y="63423"/>
                  </a:lnTo>
                  <a:lnTo>
                    <a:pt x="4452" y="63423"/>
                  </a:lnTo>
                  <a:lnTo>
                    <a:pt x="4857" y="62677"/>
                  </a:lnTo>
                  <a:lnTo>
                    <a:pt x="5261" y="61931"/>
                  </a:lnTo>
                  <a:lnTo>
                    <a:pt x="5666" y="61184"/>
                  </a:lnTo>
                  <a:lnTo>
                    <a:pt x="6071" y="60438"/>
                  </a:lnTo>
                  <a:lnTo>
                    <a:pt x="6476" y="59692"/>
                  </a:lnTo>
                  <a:lnTo>
                    <a:pt x="6880" y="58200"/>
                  </a:lnTo>
                  <a:lnTo>
                    <a:pt x="7285" y="57454"/>
                  </a:lnTo>
                  <a:lnTo>
                    <a:pt x="7690" y="56708"/>
                  </a:lnTo>
                  <a:lnTo>
                    <a:pt x="7690" y="55961"/>
                  </a:lnTo>
                  <a:lnTo>
                    <a:pt x="9309" y="55961"/>
                  </a:lnTo>
                  <a:lnTo>
                    <a:pt x="9713" y="55215"/>
                  </a:lnTo>
                  <a:lnTo>
                    <a:pt x="10118" y="55961"/>
                  </a:lnTo>
                  <a:lnTo>
                    <a:pt x="10523" y="55961"/>
                  </a:lnTo>
                  <a:lnTo>
                    <a:pt x="10523" y="56708"/>
                  </a:lnTo>
                  <a:lnTo>
                    <a:pt x="10928" y="57454"/>
                  </a:lnTo>
                  <a:lnTo>
                    <a:pt x="11332" y="58200"/>
                  </a:lnTo>
                  <a:lnTo>
                    <a:pt x="11737" y="58946"/>
                  </a:lnTo>
                  <a:lnTo>
                    <a:pt x="12142" y="61931"/>
                  </a:lnTo>
                  <a:lnTo>
                    <a:pt x="12547" y="62677"/>
                  </a:lnTo>
                  <a:lnTo>
                    <a:pt x="12951" y="63423"/>
                  </a:lnTo>
                  <a:lnTo>
                    <a:pt x="13356" y="64169"/>
                  </a:lnTo>
                  <a:lnTo>
                    <a:pt x="14166" y="64915"/>
                  </a:lnTo>
                  <a:lnTo>
                    <a:pt x="14570" y="65661"/>
                  </a:lnTo>
                  <a:lnTo>
                    <a:pt x="14975" y="67154"/>
                  </a:lnTo>
                  <a:lnTo>
                    <a:pt x="14975" y="69392"/>
                  </a:lnTo>
                  <a:lnTo>
                    <a:pt x="15380" y="70138"/>
                  </a:lnTo>
                  <a:lnTo>
                    <a:pt x="14975" y="70884"/>
                  </a:lnTo>
                  <a:lnTo>
                    <a:pt x="14570" y="71631"/>
                  </a:lnTo>
                  <a:lnTo>
                    <a:pt x="14166" y="72377"/>
                  </a:lnTo>
                  <a:lnTo>
                    <a:pt x="12951" y="73123"/>
                  </a:lnTo>
                  <a:lnTo>
                    <a:pt x="12142" y="73123"/>
                  </a:lnTo>
                  <a:lnTo>
                    <a:pt x="12142" y="72377"/>
                  </a:lnTo>
                  <a:lnTo>
                    <a:pt x="11737" y="71631"/>
                  </a:lnTo>
                  <a:lnTo>
                    <a:pt x="11332" y="70884"/>
                  </a:lnTo>
                  <a:lnTo>
                    <a:pt x="11332" y="70138"/>
                  </a:lnTo>
                  <a:lnTo>
                    <a:pt x="10118" y="69392"/>
                  </a:lnTo>
                  <a:lnTo>
                    <a:pt x="8499" y="69392"/>
                  </a:lnTo>
                  <a:lnTo>
                    <a:pt x="7690" y="70138"/>
                  </a:lnTo>
                  <a:lnTo>
                    <a:pt x="6476" y="71631"/>
                  </a:lnTo>
                  <a:lnTo>
                    <a:pt x="6071" y="72377"/>
                  </a:lnTo>
                  <a:lnTo>
                    <a:pt x="5666" y="73123"/>
                  </a:lnTo>
                  <a:lnTo>
                    <a:pt x="5261" y="73869"/>
                  </a:lnTo>
                  <a:lnTo>
                    <a:pt x="4857" y="74615"/>
                  </a:lnTo>
                  <a:lnTo>
                    <a:pt x="4857" y="76854"/>
                  </a:lnTo>
                  <a:lnTo>
                    <a:pt x="5261" y="78346"/>
                  </a:lnTo>
                  <a:lnTo>
                    <a:pt x="5666" y="79838"/>
                  </a:lnTo>
                  <a:lnTo>
                    <a:pt x="6071" y="80584"/>
                  </a:lnTo>
                  <a:lnTo>
                    <a:pt x="6476" y="81331"/>
                  </a:lnTo>
                  <a:lnTo>
                    <a:pt x="6476" y="84315"/>
                  </a:lnTo>
                  <a:lnTo>
                    <a:pt x="6880" y="85061"/>
                  </a:lnTo>
                  <a:lnTo>
                    <a:pt x="7285" y="85808"/>
                  </a:lnTo>
                  <a:lnTo>
                    <a:pt x="9713" y="85808"/>
                  </a:lnTo>
                  <a:lnTo>
                    <a:pt x="9713" y="85061"/>
                  </a:lnTo>
                  <a:lnTo>
                    <a:pt x="10118" y="85061"/>
                  </a:lnTo>
                  <a:lnTo>
                    <a:pt x="10523" y="84315"/>
                  </a:lnTo>
                  <a:lnTo>
                    <a:pt x="10928" y="83569"/>
                  </a:lnTo>
                  <a:lnTo>
                    <a:pt x="11332" y="82823"/>
                  </a:lnTo>
                  <a:lnTo>
                    <a:pt x="14166" y="82823"/>
                  </a:lnTo>
                  <a:lnTo>
                    <a:pt x="14570" y="83569"/>
                  </a:lnTo>
                  <a:lnTo>
                    <a:pt x="14975" y="84315"/>
                  </a:lnTo>
                  <a:lnTo>
                    <a:pt x="15380" y="85061"/>
                  </a:lnTo>
                  <a:lnTo>
                    <a:pt x="16189" y="85061"/>
                  </a:lnTo>
                  <a:lnTo>
                    <a:pt x="16594" y="85808"/>
                  </a:lnTo>
                  <a:lnTo>
                    <a:pt x="16999" y="85808"/>
                  </a:lnTo>
                  <a:lnTo>
                    <a:pt x="17403" y="86554"/>
                  </a:lnTo>
                  <a:lnTo>
                    <a:pt x="17808" y="87300"/>
                  </a:lnTo>
                  <a:lnTo>
                    <a:pt x="18213" y="88046"/>
                  </a:lnTo>
                  <a:lnTo>
                    <a:pt x="18618" y="88792"/>
                  </a:lnTo>
                  <a:lnTo>
                    <a:pt x="19427" y="89538"/>
                  </a:lnTo>
                  <a:lnTo>
                    <a:pt x="20237" y="88792"/>
                  </a:lnTo>
                  <a:lnTo>
                    <a:pt x="20641" y="88046"/>
                  </a:lnTo>
                  <a:lnTo>
                    <a:pt x="21046" y="87300"/>
                  </a:lnTo>
                  <a:lnTo>
                    <a:pt x="21046" y="86554"/>
                  </a:lnTo>
                  <a:lnTo>
                    <a:pt x="20237" y="85808"/>
                  </a:lnTo>
                  <a:lnTo>
                    <a:pt x="19832" y="85061"/>
                  </a:lnTo>
                  <a:lnTo>
                    <a:pt x="19427" y="84315"/>
                  </a:lnTo>
                  <a:lnTo>
                    <a:pt x="19022" y="83569"/>
                  </a:lnTo>
                  <a:lnTo>
                    <a:pt x="18618" y="82823"/>
                  </a:lnTo>
                  <a:lnTo>
                    <a:pt x="18213" y="82077"/>
                  </a:lnTo>
                  <a:lnTo>
                    <a:pt x="17808" y="81331"/>
                  </a:lnTo>
                  <a:lnTo>
                    <a:pt x="17808" y="79092"/>
                  </a:lnTo>
                  <a:lnTo>
                    <a:pt x="18213" y="78346"/>
                  </a:lnTo>
                  <a:lnTo>
                    <a:pt x="19022" y="78346"/>
                  </a:lnTo>
                  <a:lnTo>
                    <a:pt x="19427" y="79092"/>
                  </a:lnTo>
                  <a:lnTo>
                    <a:pt x="20237" y="79092"/>
                  </a:lnTo>
                  <a:lnTo>
                    <a:pt x="20641" y="79838"/>
                  </a:lnTo>
                  <a:lnTo>
                    <a:pt x="21046" y="80584"/>
                  </a:lnTo>
                  <a:lnTo>
                    <a:pt x="21451" y="81331"/>
                  </a:lnTo>
                  <a:lnTo>
                    <a:pt x="21855" y="82077"/>
                  </a:lnTo>
                  <a:lnTo>
                    <a:pt x="22260" y="82823"/>
                  </a:lnTo>
                  <a:lnTo>
                    <a:pt x="22665" y="83569"/>
                  </a:lnTo>
                  <a:lnTo>
                    <a:pt x="23070" y="84315"/>
                  </a:lnTo>
                  <a:lnTo>
                    <a:pt x="23474" y="85061"/>
                  </a:lnTo>
                  <a:lnTo>
                    <a:pt x="23879" y="85808"/>
                  </a:lnTo>
                  <a:lnTo>
                    <a:pt x="24284" y="87300"/>
                  </a:lnTo>
                  <a:lnTo>
                    <a:pt x="24689" y="88046"/>
                  </a:lnTo>
                  <a:lnTo>
                    <a:pt x="25093" y="88792"/>
                  </a:lnTo>
                  <a:lnTo>
                    <a:pt x="25498" y="88792"/>
                  </a:lnTo>
                  <a:lnTo>
                    <a:pt x="25903" y="89538"/>
                  </a:lnTo>
                  <a:lnTo>
                    <a:pt x="25903" y="90284"/>
                  </a:lnTo>
                  <a:lnTo>
                    <a:pt x="26307" y="91031"/>
                  </a:lnTo>
                  <a:lnTo>
                    <a:pt x="26712" y="91777"/>
                  </a:lnTo>
                  <a:lnTo>
                    <a:pt x="28331" y="93269"/>
                  </a:lnTo>
                  <a:lnTo>
                    <a:pt x="28736" y="94015"/>
                  </a:lnTo>
                  <a:lnTo>
                    <a:pt x="29141" y="94761"/>
                  </a:lnTo>
                  <a:lnTo>
                    <a:pt x="29545" y="94761"/>
                  </a:lnTo>
                  <a:lnTo>
                    <a:pt x="29950" y="94015"/>
                  </a:lnTo>
                  <a:lnTo>
                    <a:pt x="30355" y="93269"/>
                  </a:lnTo>
                  <a:lnTo>
                    <a:pt x="31164" y="92523"/>
                  </a:lnTo>
                  <a:lnTo>
                    <a:pt x="31164" y="91031"/>
                  </a:lnTo>
                  <a:lnTo>
                    <a:pt x="31569" y="89538"/>
                  </a:lnTo>
                  <a:lnTo>
                    <a:pt x="31569" y="88046"/>
                  </a:lnTo>
                  <a:lnTo>
                    <a:pt x="31164" y="85808"/>
                  </a:lnTo>
                  <a:lnTo>
                    <a:pt x="30760" y="84315"/>
                  </a:lnTo>
                  <a:lnTo>
                    <a:pt x="29950" y="83569"/>
                  </a:lnTo>
                  <a:lnTo>
                    <a:pt x="29545" y="82823"/>
                  </a:lnTo>
                  <a:lnTo>
                    <a:pt x="29141" y="82077"/>
                  </a:lnTo>
                  <a:lnTo>
                    <a:pt x="28331" y="82077"/>
                  </a:lnTo>
                  <a:lnTo>
                    <a:pt x="27522" y="81331"/>
                  </a:lnTo>
                  <a:lnTo>
                    <a:pt x="26307" y="79838"/>
                  </a:lnTo>
                  <a:lnTo>
                    <a:pt x="25903" y="78346"/>
                  </a:lnTo>
                  <a:lnTo>
                    <a:pt x="25498" y="78346"/>
                  </a:lnTo>
                  <a:lnTo>
                    <a:pt x="25093" y="77600"/>
                  </a:lnTo>
                  <a:lnTo>
                    <a:pt x="24689" y="76854"/>
                  </a:lnTo>
                  <a:cubicBezTo>
                    <a:pt x="24689" y="76854"/>
                    <a:pt x="23879" y="75361"/>
                    <a:pt x="23474" y="75361"/>
                  </a:cubicBezTo>
                  <a:cubicBezTo>
                    <a:pt x="23070" y="75361"/>
                    <a:pt x="23070" y="73869"/>
                    <a:pt x="22665" y="73869"/>
                  </a:cubicBezTo>
                  <a:lnTo>
                    <a:pt x="22260" y="73123"/>
                  </a:lnTo>
                  <a:lnTo>
                    <a:pt x="21855" y="72377"/>
                  </a:lnTo>
                  <a:lnTo>
                    <a:pt x="21451" y="71631"/>
                  </a:lnTo>
                  <a:lnTo>
                    <a:pt x="21046" y="70884"/>
                  </a:lnTo>
                  <a:lnTo>
                    <a:pt x="21046" y="68646"/>
                  </a:lnTo>
                  <a:lnTo>
                    <a:pt x="21451" y="67900"/>
                  </a:lnTo>
                  <a:lnTo>
                    <a:pt x="21855" y="67154"/>
                  </a:lnTo>
                  <a:lnTo>
                    <a:pt x="22260" y="66408"/>
                  </a:lnTo>
                  <a:lnTo>
                    <a:pt x="22665" y="67154"/>
                  </a:lnTo>
                  <a:lnTo>
                    <a:pt x="23070" y="67154"/>
                  </a:lnTo>
                  <a:lnTo>
                    <a:pt x="23474" y="67900"/>
                  </a:lnTo>
                  <a:lnTo>
                    <a:pt x="23879" y="68646"/>
                  </a:lnTo>
                  <a:lnTo>
                    <a:pt x="24284" y="69392"/>
                  </a:lnTo>
                  <a:lnTo>
                    <a:pt x="24689" y="70138"/>
                  </a:lnTo>
                  <a:lnTo>
                    <a:pt x="25093" y="70884"/>
                  </a:lnTo>
                  <a:lnTo>
                    <a:pt x="25498" y="71631"/>
                  </a:lnTo>
                  <a:lnTo>
                    <a:pt x="25903" y="71631"/>
                  </a:lnTo>
                  <a:lnTo>
                    <a:pt x="26307" y="72377"/>
                  </a:lnTo>
                  <a:lnTo>
                    <a:pt x="26712" y="73123"/>
                  </a:lnTo>
                  <a:lnTo>
                    <a:pt x="27117" y="73869"/>
                  </a:lnTo>
                  <a:lnTo>
                    <a:pt x="27522" y="74615"/>
                  </a:lnTo>
                  <a:lnTo>
                    <a:pt x="28331" y="75361"/>
                  </a:lnTo>
                  <a:lnTo>
                    <a:pt x="28736" y="74615"/>
                  </a:lnTo>
                  <a:lnTo>
                    <a:pt x="29950" y="74615"/>
                  </a:lnTo>
                  <a:lnTo>
                    <a:pt x="30355" y="73869"/>
                  </a:lnTo>
                  <a:lnTo>
                    <a:pt x="30355" y="73123"/>
                  </a:lnTo>
                  <a:lnTo>
                    <a:pt x="29950" y="72377"/>
                  </a:lnTo>
                  <a:lnTo>
                    <a:pt x="29545" y="71631"/>
                  </a:lnTo>
                  <a:lnTo>
                    <a:pt x="29141" y="70884"/>
                  </a:lnTo>
                  <a:lnTo>
                    <a:pt x="29141" y="69392"/>
                  </a:lnTo>
                  <a:lnTo>
                    <a:pt x="28736" y="68646"/>
                  </a:lnTo>
                  <a:lnTo>
                    <a:pt x="28736" y="67154"/>
                  </a:lnTo>
                  <a:lnTo>
                    <a:pt x="29141" y="66408"/>
                  </a:lnTo>
                  <a:lnTo>
                    <a:pt x="29545" y="66408"/>
                  </a:lnTo>
                  <a:lnTo>
                    <a:pt x="29950" y="67154"/>
                  </a:lnTo>
                  <a:lnTo>
                    <a:pt x="30355" y="67900"/>
                  </a:lnTo>
                  <a:lnTo>
                    <a:pt x="30355" y="68646"/>
                  </a:lnTo>
                  <a:lnTo>
                    <a:pt x="30760" y="69392"/>
                  </a:lnTo>
                  <a:lnTo>
                    <a:pt x="31164" y="70138"/>
                  </a:lnTo>
                  <a:lnTo>
                    <a:pt x="31569" y="70884"/>
                  </a:lnTo>
                  <a:lnTo>
                    <a:pt x="31569" y="71631"/>
                  </a:lnTo>
                  <a:lnTo>
                    <a:pt x="31974" y="72377"/>
                  </a:lnTo>
                  <a:lnTo>
                    <a:pt x="32378" y="73123"/>
                  </a:lnTo>
                  <a:lnTo>
                    <a:pt x="33593" y="73123"/>
                  </a:lnTo>
                  <a:lnTo>
                    <a:pt x="34402" y="72377"/>
                  </a:lnTo>
                  <a:lnTo>
                    <a:pt x="34807" y="71631"/>
                  </a:lnTo>
                  <a:lnTo>
                    <a:pt x="35212" y="70884"/>
                  </a:lnTo>
                  <a:lnTo>
                    <a:pt x="35616" y="68646"/>
                  </a:lnTo>
                  <a:lnTo>
                    <a:pt x="35616" y="67900"/>
                  </a:lnTo>
                  <a:lnTo>
                    <a:pt x="36021" y="67154"/>
                  </a:lnTo>
                  <a:lnTo>
                    <a:pt x="36426" y="66408"/>
                  </a:lnTo>
                  <a:lnTo>
                    <a:pt x="36831" y="65661"/>
                  </a:lnTo>
                  <a:lnTo>
                    <a:pt x="37235" y="64915"/>
                  </a:lnTo>
                  <a:lnTo>
                    <a:pt x="37640" y="64169"/>
                  </a:lnTo>
                  <a:lnTo>
                    <a:pt x="38045" y="63423"/>
                  </a:lnTo>
                  <a:lnTo>
                    <a:pt x="38045" y="61931"/>
                  </a:lnTo>
                  <a:lnTo>
                    <a:pt x="38449" y="61184"/>
                  </a:lnTo>
                  <a:lnTo>
                    <a:pt x="38854" y="61184"/>
                  </a:lnTo>
                  <a:lnTo>
                    <a:pt x="39259" y="60438"/>
                  </a:lnTo>
                  <a:lnTo>
                    <a:pt x="39664" y="59692"/>
                  </a:lnTo>
                  <a:lnTo>
                    <a:pt x="40068" y="58946"/>
                  </a:lnTo>
                  <a:lnTo>
                    <a:pt x="40473" y="58200"/>
                  </a:lnTo>
                  <a:lnTo>
                    <a:pt x="40878" y="57454"/>
                  </a:lnTo>
                  <a:lnTo>
                    <a:pt x="41283" y="56708"/>
                  </a:lnTo>
                  <a:lnTo>
                    <a:pt x="41283" y="55215"/>
                  </a:lnTo>
                  <a:lnTo>
                    <a:pt x="40878" y="53723"/>
                  </a:lnTo>
                  <a:lnTo>
                    <a:pt x="40878" y="52977"/>
                  </a:lnTo>
                  <a:lnTo>
                    <a:pt x="40473" y="52231"/>
                  </a:lnTo>
                  <a:lnTo>
                    <a:pt x="40068" y="51484"/>
                  </a:lnTo>
                  <a:lnTo>
                    <a:pt x="40473" y="49992"/>
                  </a:lnTo>
                  <a:lnTo>
                    <a:pt x="40473" y="48500"/>
                  </a:lnTo>
                  <a:lnTo>
                    <a:pt x="40878" y="47754"/>
                  </a:lnTo>
                  <a:lnTo>
                    <a:pt x="41687" y="47754"/>
                  </a:lnTo>
                  <a:lnTo>
                    <a:pt x="42092" y="48500"/>
                  </a:lnTo>
                  <a:lnTo>
                    <a:pt x="42497" y="49246"/>
                  </a:lnTo>
                  <a:lnTo>
                    <a:pt x="43306" y="49992"/>
                  </a:lnTo>
                  <a:lnTo>
                    <a:pt x="43711" y="50738"/>
                  </a:lnTo>
                  <a:lnTo>
                    <a:pt x="44116" y="51484"/>
                  </a:lnTo>
                  <a:lnTo>
                    <a:pt x="44520" y="52231"/>
                  </a:lnTo>
                  <a:lnTo>
                    <a:pt x="44925" y="52977"/>
                  </a:lnTo>
                  <a:lnTo>
                    <a:pt x="45330" y="52231"/>
                  </a:lnTo>
                  <a:lnTo>
                    <a:pt x="45735" y="51484"/>
                  </a:lnTo>
                  <a:lnTo>
                    <a:pt x="46139" y="50738"/>
                  </a:lnTo>
                  <a:lnTo>
                    <a:pt x="46544" y="49246"/>
                  </a:lnTo>
                  <a:lnTo>
                    <a:pt x="46544" y="48500"/>
                  </a:lnTo>
                  <a:lnTo>
                    <a:pt x="46949" y="47008"/>
                  </a:lnTo>
                  <a:lnTo>
                    <a:pt x="46544" y="46261"/>
                  </a:lnTo>
                  <a:lnTo>
                    <a:pt x="46139" y="45515"/>
                  </a:lnTo>
                  <a:lnTo>
                    <a:pt x="45735" y="44769"/>
                  </a:lnTo>
                  <a:lnTo>
                    <a:pt x="45330" y="44023"/>
                  </a:lnTo>
                  <a:lnTo>
                    <a:pt x="44520" y="42531"/>
                  </a:lnTo>
                  <a:lnTo>
                    <a:pt x="44520" y="39546"/>
                  </a:lnTo>
                  <a:lnTo>
                    <a:pt x="44925" y="38800"/>
                  </a:lnTo>
                  <a:lnTo>
                    <a:pt x="45330" y="38054"/>
                  </a:lnTo>
                  <a:lnTo>
                    <a:pt x="45735" y="37308"/>
                  </a:lnTo>
                  <a:lnTo>
                    <a:pt x="46139" y="36561"/>
                  </a:lnTo>
                  <a:lnTo>
                    <a:pt x="46544" y="35815"/>
                  </a:lnTo>
                  <a:lnTo>
                    <a:pt x="46544" y="29846"/>
                  </a:lnTo>
                  <a:lnTo>
                    <a:pt x="46139" y="29100"/>
                  </a:lnTo>
                  <a:lnTo>
                    <a:pt x="45735" y="28354"/>
                  </a:lnTo>
                  <a:lnTo>
                    <a:pt x="45330" y="27608"/>
                  </a:lnTo>
                  <a:lnTo>
                    <a:pt x="44520" y="29100"/>
                  </a:lnTo>
                  <a:lnTo>
                    <a:pt x="44116" y="29846"/>
                  </a:lnTo>
                  <a:lnTo>
                    <a:pt x="43711" y="29846"/>
                  </a:lnTo>
                  <a:lnTo>
                    <a:pt x="43306" y="30592"/>
                  </a:lnTo>
                  <a:lnTo>
                    <a:pt x="42901" y="31338"/>
                  </a:lnTo>
                  <a:lnTo>
                    <a:pt x="42092" y="32085"/>
                  </a:lnTo>
                  <a:lnTo>
                    <a:pt x="40068" y="32085"/>
                  </a:lnTo>
                  <a:lnTo>
                    <a:pt x="39664" y="31338"/>
                  </a:lnTo>
                  <a:lnTo>
                    <a:pt x="39259" y="31338"/>
                  </a:lnTo>
                  <a:lnTo>
                    <a:pt x="38854" y="30592"/>
                  </a:lnTo>
                  <a:lnTo>
                    <a:pt x="38449" y="29846"/>
                  </a:lnTo>
                  <a:lnTo>
                    <a:pt x="38045" y="29100"/>
                  </a:lnTo>
                  <a:lnTo>
                    <a:pt x="37640" y="29100"/>
                  </a:lnTo>
                  <a:lnTo>
                    <a:pt x="37235" y="28354"/>
                  </a:lnTo>
                  <a:lnTo>
                    <a:pt x="36831" y="28354"/>
                  </a:lnTo>
                  <a:lnTo>
                    <a:pt x="36426" y="27608"/>
                  </a:lnTo>
                  <a:lnTo>
                    <a:pt x="36021" y="28354"/>
                  </a:lnTo>
                  <a:lnTo>
                    <a:pt x="34807" y="29100"/>
                  </a:lnTo>
                  <a:lnTo>
                    <a:pt x="34402" y="29846"/>
                  </a:lnTo>
                  <a:lnTo>
                    <a:pt x="34402" y="32085"/>
                  </a:lnTo>
                  <a:lnTo>
                    <a:pt x="34807" y="32831"/>
                  </a:lnTo>
                  <a:lnTo>
                    <a:pt x="35212" y="33577"/>
                  </a:lnTo>
                  <a:lnTo>
                    <a:pt x="35616" y="34323"/>
                  </a:lnTo>
                  <a:lnTo>
                    <a:pt x="36021" y="35069"/>
                  </a:lnTo>
                  <a:lnTo>
                    <a:pt x="36021" y="35815"/>
                  </a:lnTo>
                  <a:lnTo>
                    <a:pt x="36426" y="38054"/>
                  </a:lnTo>
                  <a:lnTo>
                    <a:pt x="33997" y="38054"/>
                  </a:lnTo>
                  <a:lnTo>
                    <a:pt x="33997" y="37308"/>
                  </a:lnTo>
                  <a:lnTo>
                    <a:pt x="33593" y="36561"/>
                  </a:lnTo>
                  <a:lnTo>
                    <a:pt x="32378" y="35815"/>
                  </a:lnTo>
                  <a:lnTo>
                    <a:pt x="31974" y="35069"/>
                  </a:lnTo>
                  <a:lnTo>
                    <a:pt x="31569" y="34323"/>
                  </a:lnTo>
                  <a:lnTo>
                    <a:pt x="31164" y="33577"/>
                  </a:lnTo>
                  <a:lnTo>
                    <a:pt x="28736" y="33577"/>
                  </a:lnTo>
                  <a:lnTo>
                    <a:pt x="28331" y="34323"/>
                  </a:lnTo>
                  <a:lnTo>
                    <a:pt x="27522" y="35069"/>
                  </a:lnTo>
                  <a:lnTo>
                    <a:pt x="26712" y="35815"/>
                  </a:lnTo>
                  <a:lnTo>
                    <a:pt x="25903" y="36561"/>
                  </a:lnTo>
                  <a:lnTo>
                    <a:pt x="25498" y="36561"/>
                  </a:lnTo>
                  <a:lnTo>
                    <a:pt x="25093" y="37308"/>
                  </a:lnTo>
                  <a:lnTo>
                    <a:pt x="24689" y="38054"/>
                  </a:lnTo>
                  <a:lnTo>
                    <a:pt x="23879" y="38054"/>
                  </a:lnTo>
                  <a:lnTo>
                    <a:pt x="23474" y="39546"/>
                  </a:lnTo>
                  <a:lnTo>
                    <a:pt x="22665" y="39546"/>
                  </a:lnTo>
                  <a:lnTo>
                    <a:pt x="21451" y="41038"/>
                  </a:lnTo>
                  <a:lnTo>
                    <a:pt x="21046" y="41785"/>
                  </a:lnTo>
                  <a:lnTo>
                    <a:pt x="20641" y="42531"/>
                  </a:lnTo>
                  <a:lnTo>
                    <a:pt x="20237" y="43277"/>
                  </a:lnTo>
                  <a:lnTo>
                    <a:pt x="20237" y="47008"/>
                  </a:lnTo>
                  <a:lnTo>
                    <a:pt x="20641" y="47754"/>
                  </a:lnTo>
                  <a:lnTo>
                    <a:pt x="21046" y="48500"/>
                  </a:lnTo>
                  <a:lnTo>
                    <a:pt x="21046" y="49246"/>
                  </a:lnTo>
                  <a:lnTo>
                    <a:pt x="21451" y="49992"/>
                  </a:lnTo>
                  <a:lnTo>
                    <a:pt x="21855" y="50738"/>
                  </a:lnTo>
                  <a:lnTo>
                    <a:pt x="22260" y="51484"/>
                  </a:lnTo>
                  <a:lnTo>
                    <a:pt x="22665" y="52231"/>
                  </a:lnTo>
                  <a:lnTo>
                    <a:pt x="23070" y="52977"/>
                  </a:lnTo>
                  <a:lnTo>
                    <a:pt x="23474" y="53723"/>
                  </a:lnTo>
                  <a:lnTo>
                    <a:pt x="23070" y="54469"/>
                  </a:lnTo>
                  <a:lnTo>
                    <a:pt x="23070" y="55215"/>
                  </a:lnTo>
                  <a:lnTo>
                    <a:pt x="22665" y="55215"/>
                  </a:lnTo>
                  <a:lnTo>
                    <a:pt x="21855" y="54469"/>
                  </a:lnTo>
                  <a:lnTo>
                    <a:pt x="21451" y="53723"/>
                  </a:lnTo>
                  <a:lnTo>
                    <a:pt x="21046" y="53723"/>
                  </a:lnTo>
                  <a:lnTo>
                    <a:pt x="20641" y="54469"/>
                  </a:lnTo>
                  <a:lnTo>
                    <a:pt x="20237" y="52977"/>
                  </a:lnTo>
                  <a:lnTo>
                    <a:pt x="19832" y="52231"/>
                  </a:lnTo>
                  <a:lnTo>
                    <a:pt x="19427" y="51484"/>
                  </a:lnTo>
                  <a:lnTo>
                    <a:pt x="18618" y="51484"/>
                  </a:lnTo>
                  <a:lnTo>
                    <a:pt x="18213" y="52231"/>
                  </a:lnTo>
                  <a:lnTo>
                    <a:pt x="17808" y="52977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8213" y="55961"/>
                  </a:lnTo>
                  <a:lnTo>
                    <a:pt x="18618" y="56708"/>
                  </a:lnTo>
                  <a:lnTo>
                    <a:pt x="19022" y="57454"/>
                  </a:lnTo>
                  <a:lnTo>
                    <a:pt x="19832" y="58200"/>
                  </a:lnTo>
                  <a:lnTo>
                    <a:pt x="20237" y="58946"/>
                  </a:lnTo>
                  <a:lnTo>
                    <a:pt x="20237" y="61931"/>
                  </a:lnTo>
                  <a:lnTo>
                    <a:pt x="19832" y="62677"/>
                  </a:lnTo>
                  <a:lnTo>
                    <a:pt x="19427" y="63423"/>
                  </a:lnTo>
                  <a:lnTo>
                    <a:pt x="18618" y="62677"/>
                  </a:lnTo>
                  <a:lnTo>
                    <a:pt x="17808" y="61931"/>
                  </a:lnTo>
                  <a:lnTo>
                    <a:pt x="17403" y="60438"/>
                  </a:lnTo>
                  <a:lnTo>
                    <a:pt x="16999" y="60438"/>
                  </a:lnTo>
                  <a:lnTo>
                    <a:pt x="16189" y="58946"/>
                  </a:lnTo>
                  <a:lnTo>
                    <a:pt x="15784" y="57454"/>
                  </a:lnTo>
                  <a:lnTo>
                    <a:pt x="15380" y="56708"/>
                  </a:lnTo>
                  <a:lnTo>
                    <a:pt x="14975" y="55961"/>
                  </a:lnTo>
                  <a:lnTo>
                    <a:pt x="14570" y="54469"/>
                  </a:lnTo>
                  <a:lnTo>
                    <a:pt x="13761" y="53723"/>
                  </a:lnTo>
                  <a:lnTo>
                    <a:pt x="13356" y="52231"/>
                  </a:lnTo>
                  <a:lnTo>
                    <a:pt x="13356" y="50738"/>
                  </a:lnTo>
                  <a:lnTo>
                    <a:pt x="13761" y="50738"/>
                  </a:lnTo>
                  <a:lnTo>
                    <a:pt x="14166" y="49992"/>
                  </a:lnTo>
                  <a:lnTo>
                    <a:pt x="14975" y="48500"/>
                  </a:lnTo>
                  <a:lnTo>
                    <a:pt x="15380" y="47754"/>
                  </a:lnTo>
                  <a:lnTo>
                    <a:pt x="16189" y="46261"/>
                  </a:lnTo>
                  <a:lnTo>
                    <a:pt x="16999" y="44769"/>
                  </a:lnTo>
                  <a:lnTo>
                    <a:pt x="18213" y="41785"/>
                  </a:lnTo>
                  <a:lnTo>
                    <a:pt x="19832" y="38800"/>
                  </a:lnTo>
                  <a:lnTo>
                    <a:pt x="21046" y="35815"/>
                  </a:lnTo>
                  <a:lnTo>
                    <a:pt x="21451" y="35069"/>
                  </a:lnTo>
                  <a:lnTo>
                    <a:pt x="21855" y="34323"/>
                  </a:lnTo>
                  <a:lnTo>
                    <a:pt x="22260" y="33577"/>
                  </a:lnTo>
                  <a:lnTo>
                    <a:pt x="22665" y="32831"/>
                  </a:lnTo>
                  <a:lnTo>
                    <a:pt x="23070" y="32085"/>
                  </a:lnTo>
                  <a:lnTo>
                    <a:pt x="23070" y="31338"/>
                  </a:lnTo>
                  <a:lnTo>
                    <a:pt x="23474" y="30592"/>
                  </a:lnTo>
                  <a:lnTo>
                    <a:pt x="23879" y="29846"/>
                  </a:lnTo>
                  <a:lnTo>
                    <a:pt x="24284" y="29100"/>
                  </a:lnTo>
                  <a:lnTo>
                    <a:pt x="26712" y="29100"/>
                  </a:lnTo>
                  <a:lnTo>
                    <a:pt x="27522" y="28354"/>
                  </a:lnTo>
                  <a:lnTo>
                    <a:pt x="28736" y="27608"/>
                  </a:lnTo>
                  <a:lnTo>
                    <a:pt x="29141" y="27608"/>
                  </a:lnTo>
                  <a:lnTo>
                    <a:pt x="29950" y="26861"/>
                  </a:lnTo>
                  <a:lnTo>
                    <a:pt x="30760" y="26115"/>
                  </a:lnTo>
                  <a:lnTo>
                    <a:pt x="32378" y="25369"/>
                  </a:lnTo>
                  <a:lnTo>
                    <a:pt x="33188" y="24623"/>
                  </a:lnTo>
                  <a:lnTo>
                    <a:pt x="33593" y="24623"/>
                  </a:lnTo>
                  <a:lnTo>
                    <a:pt x="33997" y="23877"/>
                  </a:lnTo>
                  <a:lnTo>
                    <a:pt x="34402" y="23131"/>
                  </a:lnTo>
                  <a:lnTo>
                    <a:pt x="34807" y="21638"/>
                  </a:lnTo>
                  <a:lnTo>
                    <a:pt x="34807" y="17161"/>
                  </a:lnTo>
                  <a:lnTo>
                    <a:pt x="34402" y="16415"/>
                  </a:lnTo>
                  <a:lnTo>
                    <a:pt x="32783" y="16415"/>
                  </a:lnTo>
                  <a:lnTo>
                    <a:pt x="32378" y="17161"/>
                  </a:lnTo>
                  <a:lnTo>
                    <a:pt x="31974" y="17161"/>
                  </a:lnTo>
                  <a:lnTo>
                    <a:pt x="31569" y="17908"/>
                  </a:lnTo>
                  <a:lnTo>
                    <a:pt x="31164" y="18654"/>
                  </a:lnTo>
                  <a:lnTo>
                    <a:pt x="30760" y="19400"/>
                  </a:lnTo>
                  <a:lnTo>
                    <a:pt x="29141" y="19400"/>
                  </a:lnTo>
                  <a:lnTo>
                    <a:pt x="28736" y="18654"/>
                  </a:lnTo>
                  <a:lnTo>
                    <a:pt x="28736" y="16415"/>
                  </a:lnTo>
                  <a:lnTo>
                    <a:pt x="29141" y="14923"/>
                  </a:lnTo>
                  <a:lnTo>
                    <a:pt x="29141" y="14177"/>
                  </a:lnTo>
                  <a:lnTo>
                    <a:pt x="29545" y="13431"/>
                  </a:lnTo>
                  <a:lnTo>
                    <a:pt x="29950" y="11938"/>
                  </a:lnTo>
                  <a:lnTo>
                    <a:pt x="30355" y="11192"/>
                  </a:lnTo>
                  <a:lnTo>
                    <a:pt x="30760" y="10446"/>
                  </a:lnTo>
                  <a:lnTo>
                    <a:pt x="31164" y="9700"/>
                  </a:lnTo>
                  <a:lnTo>
                    <a:pt x="31569" y="8208"/>
                  </a:lnTo>
                  <a:lnTo>
                    <a:pt x="31974" y="6715"/>
                  </a:lnTo>
                  <a:lnTo>
                    <a:pt x="32378" y="5223"/>
                  </a:lnTo>
                  <a:lnTo>
                    <a:pt x="32378" y="2238"/>
                  </a:lnTo>
                  <a:lnTo>
                    <a:pt x="31974" y="1492"/>
                  </a:lnTo>
                  <a:lnTo>
                    <a:pt x="31974" y="746"/>
                  </a:lnTo>
                  <a:lnTo>
                    <a:pt x="31164" y="0"/>
                  </a:lnTo>
                  <a:lnTo>
                    <a:pt x="29545" y="0"/>
                  </a:lnTo>
                  <a:lnTo>
                    <a:pt x="28736" y="746"/>
                  </a:lnTo>
                  <a:lnTo>
                    <a:pt x="28331" y="746"/>
                  </a:lnTo>
                  <a:lnTo>
                    <a:pt x="27117" y="1492"/>
                  </a:lnTo>
                  <a:lnTo>
                    <a:pt x="26307" y="2238"/>
                  </a:lnTo>
                  <a:lnTo>
                    <a:pt x="25498" y="2985"/>
                  </a:lnTo>
                  <a:lnTo>
                    <a:pt x="25093" y="2985"/>
                  </a:lnTo>
                  <a:lnTo>
                    <a:pt x="25093" y="5969"/>
                  </a:lnTo>
                  <a:lnTo>
                    <a:pt x="24689" y="8954"/>
                  </a:lnTo>
                  <a:lnTo>
                    <a:pt x="24689" y="10446"/>
                  </a:lnTo>
                  <a:lnTo>
                    <a:pt x="24284" y="12685"/>
                  </a:lnTo>
                  <a:lnTo>
                    <a:pt x="24284" y="14923"/>
                  </a:lnTo>
                  <a:lnTo>
                    <a:pt x="23474" y="17161"/>
                  </a:lnTo>
                  <a:lnTo>
                    <a:pt x="23070" y="18654"/>
                  </a:lnTo>
                  <a:lnTo>
                    <a:pt x="22665" y="18654"/>
                  </a:lnTo>
                  <a:lnTo>
                    <a:pt x="21855" y="19400"/>
                  </a:lnTo>
                  <a:lnTo>
                    <a:pt x="21451" y="20146"/>
                  </a:lnTo>
                  <a:lnTo>
                    <a:pt x="21046" y="20892"/>
                  </a:lnTo>
                  <a:lnTo>
                    <a:pt x="20641" y="21638"/>
                  </a:lnTo>
                  <a:lnTo>
                    <a:pt x="19832" y="21638"/>
                  </a:lnTo>
                  <a:lnTo>
                    <a:pt x="18618" y="20892"/>
                  </a:lnTo>
                  <a:lnTo>
                    <a:pt x="17808" y="20892"/>
                  </a:lnTo>
                  <a:lnTo>
                    <a:pt x="17403" y="20146"/>
                  </a:lnTo>
                  <a:lnTo>
                    <a:pt x="16189" y="19400"/>
                  </a:lnTo>
                  <a:lnTo>
                    <a:pt x="14975" y="18654"/>
                  </a:lnTo>
                  <a:lnTo>
                    <a:pt x="12951" y="18654"/>
                  </a:lnTo>
                  <a:lnTo>
                    <a:pt x="12142" y="19400"/>
                  </a:lnTo>
                  <a:lnTo>
                    <a:pt x="11332" y="20146"/>
                  </a:lnTo>
                  <a:lnTo>
                    <a:pt x="10928" y="20892"/>
                  </a:lnTo>
                  <a:lnTo>
                    <a:pt x="10523" y="21638"/>
                  </a:lnTo>
                  <a:lnTo>
                    <a:pt x="10118" y="22384"/>
                  </a:lnTo>
                  <a:lnTo>
                    <a:pt x="9713" y="23877"/>
                  </a:lnTo>
                  <a:lnTo>
                    <a:pt x="9713" y="24623"/>
                  </a:lnTo>
                  <a:lnTo>
                    <a:pt x="10118" y="25369"/>
                  </a:lnTo>
                  <a:lnTo>
                    <a:pt x="10523" y="26115"/>
                  </a:lnTo>
                  <a:lnTo>
                    <a:pt x="10928" y="26861"/>
                  </a:lnTo>
                  <a:lnTo>
                    <a:pt x="11332" y="26861"/>
                  </a:lnTo>
                  <a:lnTo>
                    <a:pt x="12142" y="27608"/>
                  </a:lnTo>
                  <a:lnTo>
                    <a:pt x="12547" y="27608"/>
                  </a:lnTo>
                  <a:lnTo>
                    <a:pt x="13761" y="28354"/>
                  </a:lnTo>
                  <a:lnTo>
                    <a:pt x="14570" y="28354"/>
                  </a:lnTo>
                  <a:lnTo>
                    <a:pt x="15784" y="29100"/>
                  </a:lnTo>
                  <a:lnTo>
                    <a:pt x="16189" y="29100"/>
                  </a:lnTo>
                  <a:lnTo>
                    <a:pt x="16594" y="29846"/>
                  </a:lnTo>
                  <a:lnTo>
                    <a:pt x="16594" y="30592"/>
                  </a:lnTo>
                  <a:lnTo>
                    <a:pt x="16189" y="31338"/>
                  </a:lnTo>
                  <a:lnTo>
                    <a:pt x="15784" y="32085"/>
                  </a:lnTo>
                  <a:lnTo>
                    <a:pt x="16189" y="32831"/>
                  </a:lnTo>
                  <a:lnTo>
                    <a:pt x="15784" y="33577"/>
                  </a:lnTo>
                  <a:lnTo>
                    <a:pt x="15380" y="34323"/>
                  </a:lnTo>
                  <a:lnTo>
                    <a:pt x="14570" y="35815"/>
                  </a:lnTo>
                  <a:lnTo>
                    <a:pt x="13761" y="36561"/>
                  </a:lnTo>
                  <a:lnTo>
                    <a:pt x="13356" y="37308"/>
                  </a:lnTo>
                  <a:lnTo>
                    <a:pt x="12142" y="40292"/>
                  </a:lnTo>
                  <a:lnTo>
                    <a:pt x="11737" y="41038"/>
                  </a:lnTo>
                  <a:lnTo>
                    <a:pt x="10928" y="41785"/>
                  </a:lnTo>
                  <a:lnTo>
                    <a:pt x="10928" y="42531"/>
                  </a:lnTo>
                  <a:lnTo>
                    <a:pt x="9713" y="42531"/>
                  </a:lnTo>
                  <a:lnTo>
                    <a:pt x="9713" y="41785"/>
                  </a:lnTo>
                  <a:lnTo>
                    <a:pt x="9309" y="41038"/>
                  </a:lnTo>
                  <a:lnTo>
                    <a:pt x="9309" y="38800"/>
                  </a:lnTo>
                  <a:lnTo>
                    <a:pt x="8904" y="36561"/>
                  </a:lnTo>
                  <a:lnTo>
                    <a:pt x="8095" y="36561"/>
                  </a:lnTo>
                  <a:lnTo>
                    <a:pt x="7690" y="34323"/>
                  </a:lnTo>
                  <a:lnTo>
                    <a:pt x="7690" y="33577"/>
                  </a:lnTo>
                  <a:lnTo>
                    <a:pt x="7285" y="32085"/>
                  </a:lnTo>
                  <a:lnTo>
                    <a:pt x="6476" y="32085"/>
                  </a:lnTo>
                  <a:lnTo>
                    <a:pt x="6071" y="30592"/>
                  </a:lnTo>
                  <a:lnTo>
                    <a:pt x="6071" y="29846"/>
                  </a:lnTo>
                  <a:lnTo>
                    <a:pt x="5666" y="29100"/>
                  </a:lnTo>
                  <a:lnTo>
                    <a:pt x="5261" y="27608"/>
                  </a:lnTo>
                  <a:lnTo>
                    <a:pt x="4857" y="26115"/>
                  </a:lnTo>
                  <a:lnTo>
                    <a:pt x="3643" y="24623"/>
                  </a:lnTo>
                  <a:lnTo>
                    <a:pt x="2428" y="23877"/>
                  </a:lnTo>
                  <a:lnTo>
                    <a:pt x="1619" y="24623"/>
                  </a:lnTo>
                  <a:lnTo>
                    <a:pt x="405" y="24623"/>
                  </a:lnTo>
                  <a:lnTo>
                    <a:pt x="405" y="25369"/>
                  </a:lnTo>
                  <a:lnTo>
                    <a:pt x="0" y="26115"/>
                  </a:lnTo>
                  <a:lnTo>
                    <a:pt x="0" y="26861"/>
                  </a:lnTo>
                  <a:lnTo>
                    <a:pt x="405" y="28354"/>
                  </a:lnTo>
                  <a:close/>
                  <a:moveTo>
                    <a:pt x="36021" y="52231"/>
                  </a:moveTo>
                  <a:lnTo>
                    <a:pt x="36021" y="51484"/>
                  </a:lnTo>
                  <a:lnTo>
                    <a:pt x="36426" y="50738"/>
                  </a:lnTo>
                  <a:lnTo>
                    <a:pt x="36831" y="49992"/>
                  </a:lnTo>
                  <a:lnTo>
                    <a:pt x="37235" y="49992"/>
                  </a:lnTo>
                  <a:lnTo>
                    <a:pt x="37640" y="50738"/>
                  </a:lnTo>
                  <a:lnTo>
                    <a:pt x="38045" y="51484"/>
                  </a:lnTo>
                  <a:lnTo>
                    <a:pt x="38449" y="52231"/>
                  </a:lnTo>
                  <a:lnTo>
                    <a:pt x="38449" y="52977"/>
                  </a:lnTo>
                  <a:lnTo>
                    <a:pt x="38854" y="53723"/>
                  </a:lnTo>
                  <a:lnTo>
                    <a:pt x="38449" y="55215"/>
                  </a:lnTo>
                  <a:lnTo>
                    <a:pt x="37640" y="55961"/>
                  </a:lnTo>
                  <a:lnTo>
                    <a:pt x="36831" y="55961"/>
                  </a:lnTo>
                  <a:lnTo>
                    <a:pt x="36426" y="55215"/>
                  </a:lnTo>
                  <a:lnTo>
                    <a:pt x="36021" y="54469"/>
                  </a:lnTo>
                  <a:close/>
                  <a:moveTo>
                    <a:pt x="33997" y="56708"/>
                  </a:moveTo>
                  <a:lnTo>
                    <a:pt x="34402" y="57454"/>
                  </a:lnTo>
                  <a:lnTo>
                    <a:pt x="34807" y="58200"/>
                  </a:lnTo>
                  <a:lnTo>
                    <a:pt x="35212" y="59692"/>
                  </a:lnTo>
                  <a:lnTo>
                    <a:pt x="35212" y="60438"/>
                  </a:lnTo>
                  <a:lnTo>
                    <a:pt x="34402" y="61931"/>
                  </a:lnTo>
                  <a:lnTo>
                    <a:pt x="33997" y="62677"/>
                  </a:lnTo>
                  <a:lnTo>
                    <a:pt x="33593" y="62677"/>
                  </a:lnTo>
                  <a:lnTo>
                    <a:pt x="32783" y="61931"/>
                  </a:lnTo>
                  <a:lnTo>
                    <a:pt x="32378" y="61184"/>
                  </a:lnTo>
                  <a:lnTo>
                    <a:pt x="31974" y="61184"/>
                  </a:lnTo>
                  <a:lnTo>
                    <a:pt x="31569" y="60438"/>
                  </a:lnTo>
                  <a:lnTo>
                    <a:pt x="31569" y="57454"/>
                  </a:lnTo>
                  <a:lnTo>
                    <a:pt x="31974" y="56708"/>
                  </a:lnTo>
                  <a:lnTo>
                    <a:pt x="32783" y="55961"/>
                  </a:lnTo>
                  <a:lnTo>
                    <a:pt x="33997" y="55961"/>
                  </a:lnTo>
                  <a:close/>
                  <a:moveTo>
                    <a:pt x="29950" y="41785"/>
                  </a:moveTo>
                  <a:lnTo>
                    <a:pt x="30355" y="40292"/>
                  </a:lnTo>
                  <a:lnTo>
                    <a:pt x="31974" y="40292"/>
                  </a:lnTo>
                  <a:lnTo>
                    <a:pt x="32378" y="41038"/>
                  </a:lnTo>
                  <a:lnTo>
                    <a:pt x="32783" y="41785"/>
                  </a:lnTo>
                  <a:lnTo>
                    <a:pt x="32378" y="41785"/>
                  </a:lnTo>
                  <a:lnTo>
                    <a:pt x="32783" y="42531"/>
                  </a:lnTo>
                  <a:lnTo>
                    <a:pt x="33188" y="43277"/>
                  </a:lnTo>
                  <a:lnTo>
                    <a:pt x="33188" y="47008"/>
                  </a:lnTo>
                  <a:lnTo>
                    <a:pt x="31569" y="47008"/>
                  </a:lnTo>
                  <a:lnTo>
                    <a:pt x="31164" y="46261"/>
                  </a:lnTo>
                  <a:lnTo>
                    <a:pt x="30760" y="45515"/>
                  </a:lnTo>
                  <a:lnTo>
                    <a:pt x="30355" y="44023"/>
                  </a:lnTo>
                  <a:close/>
                  <a:moveTo>
                    <a:pt x="26307" y="47754"/>
                  </a:moveTo>
                  <a:lnTo>
                    <a:pt x="26307" y="47008"/>
                  </a:lnTo>
                  <a:lnTo>
                    <a:pt x="26712" y="46261"/>
                  </a:lnTo>
                  <a:lnTo>
                    <a:pt x="27117" y="45515"/>
                  </a:lnTo>
                  <a:lnTo>
                    <a:pt x="27926" y="45515"/>
                  </a:lnTo>
                  <a:lnTo>
                    <a:pt x="28331" y="46261"/>
                  </a:lnTo>
                  <a:lnTo>
                    <a:pt x="28736" y="47008"/>
                  </a:lnTo>
                  <a:lnTo>
                    <a:pt x="29141" y="47754"/>
                  </a:lnTo>
                  <a:lnTo>
                    <a:pt x="29545" y="48500"/>
                  </a:lnTo>
                  <a:lnTo>
                    <a:pt x="29950" y="49246"/>
                  </a:lnTo>
                  <a:lnTo>
                    <a:pt x="29950" y="49992"/>
                  </a:lnTo>
                  <a:lnTo>
                    <a:pt x="29545" y="51484"/>
                  </a:lnTo>
                  <a:lnTo>
                    <a:pt x="27926" y="51484"/>
                  </a:lnTo>
                  <a:lnTo>
                    <a:pt x="27522" y="50738"/>
                  </a:lnTo>
                  <a:lnTo>
                    <a:pt x="27117" y="49992"/>
                  </a:lnTo>
                  <a:lnTo>
                    <a:pt x="26712" y="49246"/>
                  </a:lnTo>
                  <a:lnTo>
                    <a:pt x="26712" y="477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7" name="Freeform 1036"/>
            <p:cNvSpPr/>
            <p:nvPr/>
          </p:nvSpPr>
          <p:spPr>
            <a:xfrm>
              <a:off x="10216274" y="406938"/>
              <a:ext cx="29545" cy="55215"/>
            </a:xfrm>
            <a:custGeom>
              <a:avLst/>
              <a:gdLst>
                <a:gd name="connsiteX0" fmla="*/ 26307 w 29545"/>
                <a:gd name="connsiteY0" fmla="*/ 3731 h 55215"/>
                <a:gd name="connsiteX1" fmla="*/ 23879 w 29545"/>
                <a:gd name="connsiteY1" fmla="*/ 0 h 55215"/>
                <a:gd name="connsiteX2" fmla="*/ 22260 w 29545"/>
                <a:gd name="connsiteY2" fmla="*/ 1492 h 55215"/>
                <a:gd name="connsiteX3" fmla="*/ 21046 w 29545"/>
                <a:gd name="connsiteY3" fmla="*/ 2238 h 55215"/>
                <a:gd name="connsiteX4" fmla="*/ 15784 w 29545"/>
                <a:gd name="connsiteY4" fmla="*/ 7461 h 55215"/>
                <a:gd name="connsiteX5" fmla="*/ 14570 w 29545"/>
                <a:gd name="connsiteY5" fmla="*/ 8208 h 55215"/>
                <a:gd name="connsiteX6" fmla="*/ 12951 w 29545"/>
                <a:gd name="connsiteY6" fmla="*/ 8954 h 55215"/>
                <a:gd name="connsiteX7" fmla="*/ 10523 w 29545"/>
                <a:gd name="connsiteY7" fmla="*/ 11192 h 55215"/>
                <a:gd name="connsiteX8" fmla="*/ 4452 w 29545"/>
                <a:gd name="connsiteY8" fmla="*/ 16415 h 55215"/>
                <a:gd name="connsiteX9" fmla="*/ 2024 w 29545"/>
                <a:gd name="connsiteY9" fmla="*/ 18654 h 55215"/>
                <a:gd name="connsiteX10" fmla="*/ 0 w 29545"/>
                <a:gd name="connsiteY10" fmla="*/ 20892 h 55215"/>
                <a:gd name="connsiteX11" fmla="*/ 2024 w 29545"/>
                <a:gd name="connsiteY11" fmla="*/ 25369 h 55215"/>
                <a:gd name="connsiteX12" fmla="*/ 4452 w 29545"/>
                <a:gd name="connsiteY12" fmla="*/ 29100 h 55215"/>
                <a:gd name="connsiteX13" fmla="*/ 4857 w 29545"/>
                <a:gd name="connsiteY13" fmla="*/ 29100 h 55215"/>
                <a:gd name="connsiteX14" fmla="*/ 9713 w 29545"/>
                <a:gd name="connsiteY14" fmla="*/ 24623 h 55215"/>
                <a:gd name="connsiteX15" fmla="*/ 10523 w 29545"/>
                <a:gd name="connsiteY15" fmla="*/ 26115 h 55215"/>
                <a:gd name="connsiteX16" fmla="*/ 12951 w 29545"/>
                <a:gd name="connsiteY16" fmla="*/ 29846 h 55215"/>
                <a:gd name="connsiteX17" fmla="*/ 14570 w 29545"/>
                <a:gd name="connsiteY17" fmla="*/ 32831 h 55215"/>
                <a:gd name="connsiteX18" fmla="*/ 15784 w 29545"/>
                <a:gd name="connsiteY18" fmla="*/ 35069 h 55215"/>
                <a:gd name="connsiteX19" fmla="*/ 16594 w 29545"/>
                <a:gd name="connsiteY19" fmla="*/ 36561 h 55215"/>
                <a:gd name="connsiteX20" fmla="*/ 15784 w 29545"/>
                <a:gd name="connsiteY20" fmla="*/ 40292 h 55215"/>
                <a:gd name="connsiteX21" fmla="*/ 14975 w 29545"/>
                <a:gd name="connsiteY21" fmla="*/ 45515 h 55215"/>
                <a:gd name="connsiteX22" fmla="*/ 14570 w 29545"/>
                <a:gd name="connsiteY22" fmla="*/ 46261 h 55215"/>
                <a:gd name="connsiteX23" fmla="*/ 14975 w 29545"/>
                <a:gd name="connsiteY23" fmla="*/ 47008 h 55215"/>
                <a:gd name="connsiteX24" fmla="*/ 16189 w 29545"/>
                <a:gd name="connsiteY24" fmla="*/ 48500 h 55215"/>
                <a:gd name="connsiteX25" fmla="*/ 19832 w 29545"/>
                <a:gd name="connsiteY25" fmla="*/ 55215 h 55215"/>
                <a:gd name="connsiteX26" fmla="*/ 21451 w 29545"/>
                <a:gd name="connsiteY26" fmla="*/ 48500 h 55215"/>
                <a:gd name="connsiteX27" fmla="*/ 22665 w 29545"/>
                <a:gd name="connsiteY27" fmla="*/ 43277 h 55215"/>
                <a:gd name="connsiteX28" fmla="*/ 26307 w 29545"/>
                <a:gd name="connsiteY28" fmla="*/ 26861 h 55215"/>
                <a:gd name="connsiteX29" fmla="*/ 27926 w 29545"/>
                <a:gd name="connsiteY29" fmla="*/ 19400 h 55215"/>
                <a:gd name="connsiteX30" fmla="*/ 29545 w 29545"/>
                <a:gd name="connsiteY30" fmla="*/ 10446 h 55215"/>
                <a:gd name="connsiteX31" fmla="*/ 27926 w 29545"/>
                <a:gd name="connsiteY31" fmla="*/ 7461 h 55215"/>
                <a:gd name="connsiteX32" fmla="*/ 22665 w 29545"/>
                <a:gd name="connsiteY32" fmla="*/ 14923 h 55215"/>
                <a:gd name="connsiteX33" fmla="*/ 21451 w 29545"/>
                <a:gd name="connsiteY33" fmla="*/ 20146 h 55215"/>
                <a:gd name="connsiteX34" fmla="*/ 19022 w 29545"/>
                <a:gd name="connsiteY34" fmla="*/ 29100 h 55215"/>
                <a:gd name="connsiteX35" fmla="*/ 16189 w 29545"/>
                <a:gd name="connsiteY35" fmla="*/ 23877 h 55215"/>
                <a:gd name="connsiteX36" fmla="*/ 14975 w 29545"/>
                <a:gd name="connsiteY36" fmla="*/ 21638 h 55215"/>
                <a:gd name="connsiteX37" fmla="*/ 14570 w 29545"/>
                <a:gd name="connsiteY37" fmla="*/ 20892 h 55215"/>
                <a:gd name="connsiteX38" fmla="*/ 14975 w 29545"/>
                <a:gd name="connsiteY38" fmla="*/ 20146 h 55215"/>
                <a:gd name="connsiteX39" fmla="*/ 16189 w 29545"/>
                <a:gd name="connsiteY39" fmla="*/ 19400 h 55215"/>
                <a:gd name="connsiteX40" fmla="*/ 21451 w 29545"/>
                <a:gd name="connsiteY40" fmla="*/ 14177 h 55215"/>
                <a:gd name="connsiteX41" fmla="*/ 22665 w 29545"/>
                <a:gd name="connsiteY41" fmla="*/ 13431 h 55215"/>
                <a:gd name="connsiteX42" fmla="*/ 23070 w 29545"/>
                <a:gd name="connsiteY42" fmla="*/ 12685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9545" h="55215">
                  <a:moveTo>
                    <a:pt x="26307" y="3731"/>
                  </a:moveTo>
                  <a:lnTo>
                    <a:pt x="23879" y="0"/>
                  </a:lnTo>
                  <a:lnTo>
                    <a:pt x="22260" y="1492"/>
                  </a:lnTo>
                  <a:lnTo>
                    <a:pt x="21046" y="2238"/>
                  </a:lnTo>
                  <a:lnTo>
                    <a:pt x="15784" y="7461"/>
                  </a:lnTo>
                  <a:lnTo>
                    <a:pt x="14570" y="8208"/>
                  </a:lnTo>
                  <a:lnTo>
                    <a:pt x="12951" y="8954"/>
                  </a:lnTo>
                  <a:lnTo>
                    <a:pt x="10523" y="11192"/>
                  </a:lnTo>
                  <a:lnTo>
                    <a:pt x="4452" y="16415"/>
                  </a:lnTo>
                  <a:lnTo>
                    <a:pt x="2024" y="18654"/>
                  </a:lnTo>
                  <a:lnTo>
                    <a:pt x="0" y="20892"/>
                  </a:lnTo>
                  <a:lnTo>
                    <a:pt x="2024" y="25369"/>
                  </a:lnTo>
                  <a:lnTo>
                    <a:pt x="4452" y="29100"/>
                  </a:lnTo>
                  <a:lnTo>
                    <a:pt x="4857" y="29100"/>
                  </a:lnTo>
                  <a:lnTo>
                    <a:pt x="9713" y="24623"/>
                  </a:lnTo>
                  <a:lnTo>
                    <a:pt x="10523" y="26115"/>
                  </a:lnTo>
                  <a:lnTo>
                    <a:pt x="12951" y="29846"/>
                  </a:lnTo>
                  <a:lnTo>
                    <a:pt x="14570" y="32831"/>
                  </a:lnTo>
                  <a:lnTo>
                    <a:pt x="15784" y="35069"/>
                  </a:lnTo>
                  <a:lnTo>
                    <a:pt x="16594" y="36561"/>
                  </a:lnTo>
                  <a:lnTo>
                    <a:pt x="15784" y="40292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4975" y="47008"/>
                  </a:lnTo>
                  <a:lnTo>
                    <a:pt x="16189" y="48500"/>
                  </a:lnTo>
                  <a:lnTo>
                    <a:pt x="19832" y="55215"/>
                  </a:lnTo>
                  <a:lnTo>
                    <a:pt x="21451" y="48500"/>
                  </a:lnTo>
                  <a:lnTo>
                    <a:pt x="22665" y="43277"/>
                  </a:lnTo>
                  <a:lnTo>
                    <a:pt x="26307" y="26861"/>
                  </a:lnTo>
                  <a:lnTo>
                    <a:pt x="27926" y="19400"/>
                  </a:lnTo>
                  <a:lnTo>
                    <a:pt x="29545" y="10446"/>
                  </a:lnTo>
                  <a:lnTo>
                    <a:pt x="27926" y="7461"/>
                  </a:lnTo>
                  <a:close/>
                  <a:moveTo>
                    <a:pt x="22665" y="14923"/>
                  </a:moveTo>
                  <a:lnTo>
                    <a:pt x="21451" y="20146"/>
                  </a:lnTo>
                  <a:lnTo>
                    <a:pt x="19022" y="29100"/>
                  </a:lnTo>
                  <a:lnTo>
                    <a:pt x="16189" y="23877"/>
                  </a:lnTo>
                  <a:lnTo>
                    <a:pt x="14975" y="21638"/>
                  </a:lnTo>
                  <a:lnTo>
                    <a:pt x="14570" y="20892"/>
                  </a:lnTo>
                  <a:lnTo>
                    <a:pt x="14975" y="20146"/>
                  </a:lnTo>
                  <a:lnTo>
                    <a:pt x="16189" y="19400"/>
                  </a:lnTo>
                  <a:lnTo>
                    <a:pt x="21451" y="14177"/>
                  </a:lnTo>
                  <a:lnTo>
                    <a:pt x="22665" y="13431"/>
                  </a:lnTo>
                  <a:lnTo>
                    <a:pt x="23070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9" name="Freeform 1038"/>
            <p:cNvSpPr/>
            <p:nvPr/>
          </p:nvSpPr>
          <p:spPr>
            <a:xfrm>
              <a:off x="10241772" y="76392"/>
              <a:ext cx="37235" cy="59692"/>
            </a:xfrm>
            <a:custGeom>
              <a:avLst/>
              <a:gdLst>
                <a:gd name="connsiteX0" fmla="*/ 809 w 37235"/>
                <a:gd name="connsiteY0" fmla="*/ 49992 h 59692"/>
                <a:gd name="connsiteX1" fmla="*/ 2428 w 37235"/>
                <a:gd name="connsiteY1" fmla="*/ 52231 h 59692"/>
                <a:gd name="connsiteX2" fmla="*/ 3643 w 37235"/>
                <a:gd name="connsiteY2" fmla="*/ 51485 h 59692"/>
                <a:gd name="connsiteX3" fmla="*/ 4047 w 37235"/>
                <a:gd name="connsiteY3" fmla="*/ 51485 h 59692"/>
                <a:gd name="connsiteX4" fmla="*/ 4452 w 37235"/>
                <a:gd name="connsiteY4" fmla="*/ 50738 h 59692"/>
                <a:gd name="connsiteX5" fmla="*/ 4452 w 37235"/>
                <a:gd name="connsiteY5" fmla="*/ 49992 h 59692"/>
                <a:gd name="connsiteX6" fmla="*/ 4857 w 37235"/>
                <a:gd name="connsiteY6" fmla="*/ 49246 h 59692"/>
                <a:gd name="connsiteX7" fmla="*/ 5261 w 37235"/>
                <a:gd name="connsiteY7" fmla="*/ 47754 h 59692"/>
                <a:gd name="connsiteX8" fmla="*/ 5666 w 37235"/>
                <a:gd name="connsiteY8" fmla="*/ 46261 h 59692"/>
                <a:gd name="connsiteX9" fmla="*/ 5666 w 37235"/>
                <a:gd name="connsiteY9" fmla="*/ 44023 h 59692"/>
                <a:gd name="connsiteX10" fmla="*/ 6071 w 37235"/>
                <a:gd name="connsiteY10" fmla="*/ 41785 h 59692"/>
                <a:gd name="connsiteX11" fmla="*/ 6476 w 37235"/>
                <a:gd name="connsiteY11" fmla="*/ 38800 h 59692"/>
                <a:gd name="connsiteX12" fmla="*/ 6880 w 37235"/>
                <a:gd name="connsiteY12" fmla="*/ 35815 h 59692"/>
                <a:gd name="connsiteX13" fmla="*/ 7285 w 37235"/>
                <a:gd name="connsiteY13" fmla="*/ 32831 h 59692"/>
                <a:gd name="connsiteX14" fmla="*/ 7285 w 37235"/>
                <a:gd name="connsiteY14" fmla="*/ 26115 h 59692"/>
                <a:gd name="connsiteX15" fmla="*/ 7690 w 37235"/>
                <a:gd name="connsiteY15" fmla="*/ 26115 h 59692"/>
                <a:gd name="connsiteX16" fmla="*/ 8499 w 37235"/>
                <a:gd name="connsiteY16" fmla="*/ 26861 h 59692"/>
                <a:gd name="connsiteX17" fmla="*/ 8904 w 37235"/>
                <a:gd name="connsiteY17" fmla="*/ 27608 h 59692"/>
                <a:gd name="connsiteX18" fmla="*/ 8904 w 37235"/>
                <a:gd name="connsiteY18" fmla="*/ 33577 h 59692"/>
                <a:gd name="connsiteX19" fmla="*/ 8499 w 37235"/>
                <a:gd name="connsiteY19" fmla="*/ 34323 h 59692"/>
                <a:gd name="connsiteX20" fmla="*/ 8499 w 37235"/>
                <a:gd name="connsiteY20" fmla="*/ 37308 h 59692"/>
                <a:gd name="connsiteX21" fmla="*/ 8095 w 37235"/>
                <a:gd name="connsiteY21" fmla="*/ 40292 h 59692"/>
                <a:gd name="connsiteX22" fmla="*/ 7690 w 37235"/>
                <a:gd name="connsiteY22" fmla="*/ 43277 h 59692"/>
                <a:gd name="connsiteX23" fmla="*/ 7690 w 37235"/>
                <a:gd name="connsiteY23" fmla="*/ 44023 h 59692"/>
                <a:gd name="connsiteX24" fmla="*/ 7285 w 37235"/>
                <a:gd name="connsiteY24" fmla="*/ 45515 h 59692"/>
                <a:gd name="connsiteX25" fmla="*/ 7285 w 37235"/>
                <a:gd name="connsiteY25" fmla="*/ 49246 h 59692"/>
                <a:gd name="connsiteX26" fmla="*/ 7690 w 37235"/>
                <a:gd name="connsiteY26" fmla="*/ 49992 h 59692"/>
                <a:gd name="connsiteX27" fmla="*/ 8095 w 37235"/>
                <a:gd name="connsiteY27" fmla="*/ 50738 h 59692"/>
                <a:gd name="connsiteX28" fmla="*/ 8499 w 37235"/>
                <a:gd name="connsiteY28" fmla="*/ 51485 h 59692"/>
                <a:gd name="connsiteX29" fmla="*/ 8904 w 37235"/>
                <a:gd name="connsiteY29" fmla="*/ 52231 h 59692"/>
                <a:gd name="connsiteX30" fmla="*/ 9713 w 37235"/>
                <a:gd name="connsiteY30" fmla="*/ 51485 h 59692"/>
                <a:gd name="connsiteX31" fmla="*/ 10928 w 37235"/>
                <a:gd name="connsiteY31" fmla="*/ 52231 h 59692"/>
                <a:gd name="connsiteX32" fmla="*/ 12951 w 37235"/>
                <a:gd name="connsiteY32" fmla="*/ 52231 h 59692"/>
                <a:gd name="connsiteX33" fmla="*/ 14570 w 37235"/>
                <a:gd name="connsiteY33" fmla="*/ 52977 h 59692"/>
                <a:gd name="connsiteX34" fmla="*/ 14975 w 37235"/>
                <a:gd name="connsiteY34" fmla="*/ 53723 h 59692"/>
                <a:gd name="connsiteX35" fmla="*/ 16189 w 37235"/>
                <a:gd name="connsiteY35" fmla="*/ 54469 h 59692"/>
                <a:gd name="connsiteX36" fmla="*/ 17403 w 37235"/>
                <a:gd name="connsiteY36" fmla="*/ 55215 h 59692"/>
                <a:gd name="connsiteX37" fmla="*/ 18213 w 37235"/>
                <a:gd name="connsiteY37" fmla="*/ 55215 h 59692"/>
                <a:gd name="connsiteX38" fmla="*/ 18213 w 37235"/>
                <a:gd name="connsiteY38" fmla="*/ 54469 h 59692"/>
                <a:gd name="connsiteX39" fmla="*/ 18618 w 37235"/>
                <a:gd name="connsiteY39" fmla="*/ 54469 h 59692"/>
                <a:gd name="connsiteX40" fmla="*/ 19022 w 37235"/>
                <a:gd name="connsiteY40" fmla="*/ 53723 h 59692"/>
                <a:gd name="connsiteX41" fmla="*/ 19832 w 37235"/>
                <a:gd name="connsiteY41" fmla="*/ 52977 h 59692"/>
                <a:gd name="connsiteX42" fmla="*/ 20641 w 37235"/>
                <a:gd name="connsiteY42" fmla="*/ 52977 h 59692"/>
                <a:gd name="connsiteX43" fmla="*/ 21046 w 37235"/>
                <a:gd name="connsiteY43" fmla="*/ 52231 h 59692"/>
                <a:gd name="connsiteX44" fmla="*/ 21046 w 37235"/>
                <a:gd name="connsiteY44" fmla="*/ 50738 h 59692"/>
                <a:gd name="connsiteX45" fmla="*/ 21451 w 37235"/>
                <a:gd name="connsiteY45" fmla="*/ 49246 h 59692"/>
                <a:gd name="connsiteX46" fmla="*/ 21855 w 37235"/>
                <a:gd name="connsiteY46" fmla="*/ 48500 h 59692"/>
                <a:gd name="connsiteX47" fmla="*/ 22260 w 37235"/>
                <a:gd name="connsiteY47" fmla="*/ 47754 h 59692"/>
                <a:gd name="connsiteX48" fmla="*/ 22665 w 37235"/>
                <a:gd name="connsiteY48" fmla="*/ 47754 h 59692"/>
                <a:gd name="connsiteX49" fmla="*/ 23070 w 37235"/>
                <a:gd name="connsiteY49" fmla="*/ 48500 h 59692"/>
                <a:gd name="connsiteX50" fmla="*/ 23474 w 37235"/>
                <a:gd name="connsiteY50" fmla="*/ 49246 h 59692"/>
                <a:gd name="connsiteX51" fmla="*/ 23474 w 37235"/>
                <a:gd name="connsiteY51" fmla="*/ 51485 h 59692"/>
                <a:gd name="connsiteX52" fmla="*/ 23070 w 37235"/>
                <a:gd name="connsiteY52" fmla="*/ 52231 h 59692"/>
                <a:gd name="connsiteX53" fmla="*/ 23879 w 37235"/>
                <a:gd name="connsiteY53" fmla="*/ 52977 h 59692"/>
                <a:gd name="connsiteX54" fmla="*/ 23879 w 37235"/>
                <a:gd name="connsiteY54" fmla="*/ 58200 h 59692"/>
                <a:gd name="connsiteX55" fmla="*/ 25093 w 37235"/>
                <a:gd name="connsiteY55" fmla="*/ 58946 h 59692"/>
                <a:gd name="connsiteX56" fmla="*/ 25903 w 37235"/>
                <a:gd name="connsiteY56" fmla="*/ 58946 h 59692"/>
                <a:gd name="connsiteX57" fmla="*/ 26712 w 37235"/>
                <a:gd name="connsiteY57" fmla="*/ 59692 h 59692"/>
                <a:gd name="connsiteX58" fmla="*/ 26712 w 37235"/>
                <a:gd name="connsiteY58" fmla="*/ 58946 h 59692"/>
                <a:gd name="connsiteX59" fmla="*/ 27117 w 37235"/>
                <a:gd name="connsiteY59" fmla="*/ 55961 h 59692"/>
                <a:gd name="connsiteX60" fmla="*/ 27117 w 37235"/>
                <a:gd name="connsiteY60" fmla="*/ 54469 h 59692"/>
                <a:gd name="connsiteX61" fmla="*/ 28331 w 37235"/>
                <a:gd name="connsiteY61" fmla="*/ 51485 h 59692"/>
                <a:gd name="connsiteX62" fmla="*/ 28736 w 37235"/>
                <a:gd name="connsiteY62" fmla="*/ 49246 h 59692"/>
                <a:gd name="connsiteX63" fmla="*/ 29141 w 37235"/>
                <a:gd name="connsiteY63" fmla="*/ 47008 h 59692"/>
                <a:gd name="connsiteX64" fmla="*/ 29545 w 37235"/>
                <a:gd name="connsiteY64" fmla="*/ 46261 h 59692"/>
                <a:gd name="connsiteX65" fmla="*/ 29950 w 37235"/>
                <a:gd name="connsiteY65" fmla="*/ 44023 h 59692"/>
                <a:gd name="connsiteX66" fmla="*/ 30355 w 37235"/>
                <a:gd name="connsiteY66" fmla="*/ 42531 h 59692"/>
                <a:gd name="connsiteX67" fmla="*/ 30760 w 37235"/>
                <a:gd name="connsiteY67" fmla="*/ 41038 h 59692"/>
                <a:gd name="connsiteX68" fmla="*/ 31974 w 37235"/>
                <a:gd name="connsiteY68" fmla="*/ 38054 h 59692"/>
                <a:gd name="connsiteX69" fmla="*/ 32378 w 37235"/>
                <a:gd name="connsiteY69" fmla="*/ 35815 h 59692"/>
                <a:gd name="connsiteX70" fmla="*/ 34807 w 37235"/>
                <a:gd name="connsiteY70" fmla="*/ 32831 h 59692"/>
                <a:gd name="connsiteX71" fmla="*/ 35212 w 37235"/>
                <a:gd name="connsiteY71" fmla="*/ 31338 h 59692"/>
                <a:gd name="connsiteX72" fmla="*/ 35616 w 37235"/>
                <a:gd name="connsiteY72" fmla="*/ 28354 h 59692"/>
                <a:gd name="connsiteX73" fmla="*/ 36021 w 37235"/>
                <a:gd name="connsiteY73" fmla="*/ 26861 h 59692"/>
                <a:gd name="connsiteX74" fmla="*/ 36426 w 37235"/>
                <a:gd name="connsiteY74" fmla="*/ 25369 h 59692"/>
                <a:gd name="connsiteX75" fmla="*/ 37235 w 37235"/>
                <a:gd name="connsiteY75" fmla="*/ 22385 h 59692"/>
                <a:gd name="connsiteX76" fmla="*/ 37235 w 37235"/>
                <a:gd name="connsiteY76" fmla="*/ 19400 h 59692"/>
                <a:gd name="connsiteX77" fmla="*/ 36021 w 37235"/>
                <a:gd name="connsiteY77" fmla="*/ 18654 h 59692"/>
                <a:gd name="connsiteX78" fmla="*/ 34402 w 37235"/>
                <a:gd name="connsiteY78" fmla="*/ 18654 h 59692"/>
                <a:gd name="connsiteX79" fmla="*/ 33997 w 37235"/>
                <a:gd name="connsiteY79" fmla="*/ 19400 h 59692"/>
                <a:gd name="connsiteX80" fmla="*/ 33188 w 37235"/>
                <a:gd name="connsiteY80" fmla="*/ 20146 h 59692"/>
                <a:gd name="connsiteX81" fmla="*/ 32783 w 37235"/>
                <a:gd name="connsiteY81" fmla="*/ 21638 h 59692"/>
                <a:gd name="connsiteX82" fmla="*/ 32378 w 37235"/>
                <a:gd name="connsiteY82" fmla="*/ 24623 h 59692"/>
                <a:gd name="connsiteX83" fmla="*/ 31974 w 37235"/>
                <a:gd name="connsiteY83" fmla="*/ 26861 h 59692"/>
                <a:gd name="connsiteX84" fmla="*/ 31569 w 37235"/>
                <a:gd name="connsiteY84" fmla="*/ 29100 h 59692"/>
                <a:gd name="connsiteX85" fmla="*/ 30760 w 37235"/>
                <a:gd name="connsiteY85" fmla="*/ 30592 h 59692"/>
                <a:gd name="connsiteX86" fmla="*/ 29950 w 37235"/>
                <a:gd name="connsiteY86" fmla="*/ 34323 h 59692"/>
                <a:gd name="connsiteX87" fmla="*/ 29141 w 37235"/>
                <a:gd name="connsiteY87" fmla="*/ 37308 h 59692"/>
                <a:gd name="connsiteX88" fmla="*/ 28736 w 37235"/>
                <a:gd name="connsiteY88" fmla="*/ 38054 h 59692"/>
                <a:gd name="connsiteX89" fmla="*/ 28331 w 37235"/>
                <a:gd name="connsiteY89" fmla="*/ 38800 h 59692"/>
                <a:gd name="connsiteX90" fmla="*/ 27926 w 37235"/>
                <a:gd name="connsiteY90" fmla="*/ 41785 h 59692"/>
                <a:gd name="connsiteX91" fmla="*/ 27926 w 37235"/>
                <a:gd name="connsiteY91" fmla="*/ 44769 h 59692"/>
                <a:gd name="connsiteX92" fmla="*/ 27522 w 37235"/>
                <a:gd name="connsiteY92" fmla="*/ 45515 h 59692"/>
                <a:gd name="connsiteX93" fmla="*/ 26712 w 37235"/>
                <a:gd name="connsiteY93" fmla="*/ 45515 h 59692"/>
                <a:gd name="connsiteX94" fmla="*/ 26307 w 37235"/>
                <a:gd name="connsiteY94" fmla="*/ 46261 h 59692"/>
                <a:gd name="connsiteX95" fmla="*/ 25498 w 37235"/>
                <a:gd name="connsiteY95" fmla="*/ 47008 h 59692"/>
                <a:gd name="connsiteX96" fmla="*/ 25093 w 37235"/>
                <a:gd name="connsiteY96" fmla="*/ 45515 h 59692"/>
                <a:gd name="connsiteX97" fmla="*/ 24689 w 37235"/>
                <a:gd name="connsiteY97" fmla="*/ 44769 h 59692"/>
                <a:gd name="connsiteX98" fmla="*/ 25093 w 37235"/>
                <a:gd name="connsiteY98" fmla="*/ 42531 h 59692"/>
                <a:gd name="connsiteX99" fmla="*/ 25498 w 37235"/>
                <a:gd name="connsiteY99" fmla="*/ 40292 h 59692"/>
                <a:gd name="connsiteX100" fmla="*/ 25903 w 37235"/>
                <a:gd name="connsiteY100" fmla="*/ 38800 h 59692"/>
                <a:gd name="connsiteX101" fmla="*/ 26307 w 37235"/>
                <a:gd name="connsiteY101" fmla="*/ 35815 h 59692"/>
                <a:gd name="connsiteX102" fmla="*/ 27522 w 37235"/>
                <a:gd name="connsiteY102" fmla="*/ 32831 h 59692"/>
                <a:gd name="connsiteX103" fmla="*/ 27926 w 37235"/>
                <a:gd name="connsiteY103" fmla="*/ 32085 h 59692"/>
                <a:gd name="connsiteX104" fmla="*/ 28331 w 37235"/>
                <a:gd name="connsiteY104" fmla="*/ 31338 h 59692"/>
                <a:gd name="connsiteX105" fmla="*/ 28736 w 37235"/>
                <a:gd name="connsiteY105" fmla="*/ 29846 h 59692"/>
                <a:gd name="connsiteX106" fmla="*/ 29545 w 37235"/>
                <a:gd name="connsiteY106" fmla="*/ 25369 h 59692"/>
                <a:gd name="connsiteX107" fmla="*/ 29950 w 37235"/>
                <a:gd name="connsiteY107" fmla="*/ 22385 h 59692"/>
                <a:gd name="connsiteX108" fmla="*/ 29950 w 37235"/>
                <a:gd name="connsiteY108" fmla="*/ 17161 h 59692"/>
                <a:gd name="connsiteX109" fmla="*/ 30355 w 37235"/>
                <a:gd name="connsiteY109" fmla="*/ 14177 h 59692"/>
                <a:gd name="connsiteX110" fmla="*/ 29545 w 37235"/>
                <a:gd name="connsiteY110" fmla="*/ 13431 h 59692"/>
                <a:gd name="connsiteX111" fmla="*/ 28331 w 37235"/>
                <a:gd name="connsiteY111" fmla="*/ 10446 h 59692"/>
                <a:gd name="connsiteX112" fmla="*/ 27926 w 37235"/>
                <a:gd name="connsiteY112" fmla="*/ 9700 h 59692"/>
                <a:gd name="connsiteX113" fmla="*/ 27117 w 37235"/>
                <a:gd name="connsiteY113" fmla="*/ 8208 h 59692"/>
                <a:gd name="connsiteX114" fmla="*/ 25093 w 37235"/>
                <a:gd name="connsiteY114" fmla="*/ 5223 h 59692"/>
                <a:gd name="connsiteX115" fmla="*/ 24689 w 37235"/>
                <a:gd name="connsiteY115" fmla="*/ 4477 h 59692"/>
                <a:gd name="connsiteX116" fmla="*/ 23474 w 37235"/>
                <a:gd name="connsiteY116" fmla="*/ 2985 h 59692"/>
                <a:gd name="connsiteX117" fmla="*/ 22665 w 37235"/>
                <a:gd name="connsiteY117" fmla="*/ 2238 h 59692"/>
                <a:gd name="connsiteX118" fmla="*/ 21046 w 37235"/>
                <a:gd name="connsiteY118" fmla="*/ 2238 h 59692"/>
                <a:gd name="connsiteX119" fmla="*/ 19832 w 37235"/>
                <a:gd name="connsiteY119" fmla="*/ 2985 h 59692"/>
                <a:gd name="connsiteX120" fmla="*/ 19427 w 37235"/>
                <a:gd name="connsiteY120" fmla="*/ 3731 h 59692"/>
                <a:gd name="connsiteX121" fmla="*/ 18213 w 37235"/>
                <a:gd name="connsiteY121" fmla="*/ 5223 h 59692"/>
                <a:gd name="connsiteX122" fmla="*/ 17403 w 37235"/>
                <a:gd name="connsiteY122" fmla="*/ 8208 h 59692"/>
                <a:gd name="connsiteX123" fmla="*/ 16189 w 37235"/>
                <a:gd name="connsiteY123" fmla="*/ 11192 h 59692"/>
                <a:gd name="connsiteX124" fmla="*/ 15784 w 37235"/>
                <a:gd name="connsiteY124" fmla="*/ 13431 h 59692"/>
                <a:gd name="connsiteX125" fmla="*/ 14570 w 37235"/>
                <a:gd name="connsiteY125" fmla="*/ 17161 h 59692"/>
                <a:gd name="connsiteX126" fmla="*/ 14166 w 37235"/>
                <a:gd name="connsiteY126" fmla="*/ 18654 h 59692"/>
                <a:gd name="connsiteX127" fmla="*/ 13761 w 37235"/>
                <a:gd name="connsiteY127" fmla="*/ 18654 h 59692"/>
                <a:gd name="connsiteX128" fmla="*/ 12951 w 37235"/>
                <a:gd name="connsiteY128" fmla="*/ 19400 h 59692"/>
                <a:gd name="connsiteX129" fmla="*/ 11332 w 37235"/>
                <a:gd name="connsiteY129" fmla="*/ 19400 h 59692"/>
                <a:gd name="connsiteX130" fmla="*/ 11332 w 37235"/>
                <a:gd name="connsiteY130" fmla="*/ 18654 h 59692"/>
                <a:gd name="connsiteX131" fmla="*/ 10523 w 37235"/>
                <a:gd name="connsiteY131" fmla="*/ 17908 h 59692"/>
                <a:gd name="connsiteX132" fmla="*/ 10928 w 37235"/>
                <a:gd name="connsiteY132" fmla="*/ 15669 h 59692"/>
                <a:gd name="connsiteX133" fmla="*/ 11332 w 37235"/>
                <a:gd name="connsiteY133" fmla="*/ 14177 h 59692"/>
                <a:gd name="connsiteX134" fmla="*/ 11737 w 37235"/>
                <a:gd name="connsiteY134" fmla="*/ 13431 h 59692"/>
                <a:gd name="connsiteX135" fmla="*/ 11737 w 37235"/>
                <a:gd name="connsiteY135" fmla="*/ 12685 h 59692"/>
                <a:gd name="connsiteX136" fmla="*/ 12547 w 37235"/>
                <a:gd name="connsiteY136" fmla="*/ 10446 h 59692"/>
                <a:gd name="connsiteX137" fmla="*/ 12951 w 37235"/>
                <a:gd name="connsiteY137" fmla="*/ 8208 h 59692"/>
                <a:gd name="connsiteX138" fmla="*/ 12951 w 37235"/>
                <a:gd name="connsiteY138" fmla="*/ 7461 h 59692"/>
                <a:gd name="connsiteX139" fmla="*/ 13356 w 37235"/>
                <a:gd name="connsiteY139" fmla="*/ 5969 h 59692"/>
                <a:gd name="connsiteX140" fmla="*/ 13761 w 37235"/>
                <a:gd name="connsiteY140" fmla="*/ 3731 h 59692"/>
                <a:gd name="connsiteX141" fmla="*/ 13356 w 37235"/>
                <a:gd name="connsiteY141" fmla="*/ 746 h 59692"/>
                <a:gd name="connsiteX142" fmla="*/ 12951 w 37235"/>
                <a:gd name="connsiteY142" fmla="*/ 746 h 59692"/>
                <a:gd name="connsiteX143" fmla="*/ 11737 w 37235"/>
                <a:gd name="connsiteY143" fmla="*/ 0 h 59692"/>
                <a:gd name="connsiteX144" fmla="*/ 10523 w 37235"/>
                <a:gd name="connsiteY144" fmla="*/ 746 h 59692"/>
                <a:gd name="connsiteX145" fmla="*/ 10118 w 37235"/>
                <a:gd name="connsiteY145" fmla="*/ 1492 h 59692"/>
                <a:gd name="connsiteX146" fmla="*/ 9309 w 37235"/>
                <a:gd name="connsiteY146" fmla="*/ 2238 h 59692"/>
                <a:gd name="connsiteX147" fmla="*/ 9309 w 37235"/>
                <a:gd name="connsiteY147" fmla="*/ 3731 h 59692"/>
                <a:gd name="connsiteX148" fmla="*/ 8904 w 37235"/>
                <a:gd name="connsiteY148" fmla="*/ 7461 h 59692"/>
                <a:gd name="connsiteX149" fmla="*/ 8499 w 37235"/>
                <a:gd name="connsiteY149" fmla="*/ 8208 h 59692"/>
                <a:gd name="connsiteX150" fmla="*/ 8095 w 37235"/>
                <a:gd name="connsiteY150" fmla="*/ 9700 h 59692"/>
                <a:gd name="connsiteX151" fmla="*/ 6880 w 37235"/>
                <a:gd name="connsiteY151" fmla="*/ 14177 h 59692"/>
                <a:gd name="connsiteX152" fmla="*/ 5261 w 37235"/>
                <a:gd name="connsiteY152" fmla="*/ 17161 h 59692"/>
                <a:gd name="connsiteX153" fmla="*/ 4452 w 37235"/>
                <a:gd name="connsiteY153" fmla="*/ 19400 h 59692"/>
                <a:gd name="connsiteX154" fmla="*/ 4047 w 37235"/>
                <a:gd name="connsiteY154" fmla="*/ 20146 h 59692"/>
                <a:gd name="connsiteX155" fmla="*/ 2833 w 37235"/>
                <a:gd name="connsiteY155" fmla="*/ 22385 h 59692"/>
                <a:gd name="connsiteX156" fmla="*/ 2833 w 37235"/>
                <a:gd name="connsiteY156" fmla="*/ 27608 h 59692"/>
                <a:gd name="connsiteX157" fmla="*/ 2428 w 37235"/>
                <a:gd name="connsiteY157" fmla="*/ 30592 h 59692"/>
                <a:gd name="connsiteX158" fmla="*/ 2024 w 37235"/>
                <a:gd name="connsiteY158" fmla="*/ 32831 h 59692"/>
                <a:gd name="connsiteX159" fmla="*/ 1619 w 37235"/>
                <a:gd name="connsiteY159" fmla="*/ 33577 h 59692"/>
                <a:gd name="connsiteX160" fmla="*/ 1214 w 37235"/>
                <a:gd name="connsiteY160" fmla="*/ 35069 h 59692"/>
                <a:gd name="connsiteX161" fmla="*/ 1214 w 37235"/>
                <a:gd name="connsiteY161" fmla="*/ 40292 h 59692"/>
                <a:gd name="connsiteX162" fmla="*/ 809 w 37235"/>
                <a:gd name="connsiteY162" fmla="*/ 40292 h 59692"/>
                <a:gd name="connsiteX163" fmla="*/ 809 w 37235"/>
                <a:gd name="connsiteY163" fmla="*/ 43277 h 59692"/>
                <a:gd name="connsiteX164" fmla="*/ 405 w 37235"/>
                <a:gd name="connsiteY164" fmla="*/ 45515 h 59692"/>
                <a:gd name="connsiteX165" fmla="*/ 0 w 37235"/>
                <a:gd name="connsiteY165" fmla="*/ 47008 h 59692"/>
                <a:gd name="connsiteX166" fmla="*/ 405 w 37235"/>
                <a:gd name="connsiteY166" fmla="*/ 49246 h 59692"/>
                <a:gd name="connsiteX167" fmla="*/ 19022 w 37235"/>
                <a:gd name="connsiteY167" fmla="*/ 13431 h 59692"/>
                <a:gd name="connsiteX168" fmla="*/ 19427 w 37235"/>
                <a:gd name="connsiteY168" fmla="*/ 12685 h 59692"/>
                <a:gd name="connsiteX169" fmla="*/ 19832 w 37235"/>
                <a:gd name="connsiteY169" fmla="*/ 11938 h 59692"/>
                <a:gd name="connsiteX170" fmla="*/ 21046 w 37235"/>
                <a:gd name="connsiteY170" fmla="*/ 11938 h 59692"/>
                <a:gd name="connsiteX171" fmla="*/ 21451 w 37235"/>
                <a:gd name="connsiteY171" fmla="*/ 12685 h 59692"/>
                <a:gd name="connsiteX172" fmla="*/ 21855 w 37235"/>
                <a:gd name="connsiteY172" fmla="*/ 13431 h 59692"/>
                <a:gd name="connsiteX173" fmla="*/ 22260 w 37235"/>
                <a:gd name="connsiteY173" fmla="*/ 14923 h 59692"/>
                <a:gd name="connsiteX174" fmla="*/ 21855 w 37235"/>
                <a:gd name="connsiteY174" fmla="*/ 17161 h 59692"/>
                <a:gd name="connsiteX175" fmla="*/ 21855 w 37235"/>
                <a:gd name="connsiteY175" fmla="*/ 17908 h 59692"/>
                <a:gd name="connsiteX176" fmla="*/ 20237 w 37235"/>
                <a:gd name="connsiteY176" fmla="*/ 17908 h 59692"/>
                <a:gd name="connsiteX177" fmla="*/ 19832 w 37235"/>
                <a:gd name="connsiteY177" fmla="*/ 17161 h 59692"/>
                <a:gd name="connsiteX178" fmla="*/ 19832 w 37235"/>
                <a:gd name="connsiteY178" fmla="*/ 16415 h 59692"/>
                <a:gd name="connsiteX179" fmla="*/ 19427 w 37235"/>
                <a:gd name="connsiteY179" fmla="*/ 15669 h 59692"/>
                <a:gd name="connsiteX180" fmla="*/ 19427 w 37235"/>
                <a:gd name="connsiteY180" fmla="*/ 13431 h 59692"/>
                <a:gd name="connsiteX181" fmla="*/ 15784 w 37235"/>
                <a:gd name="connsiteY181" fmla="*/ 26861 h 59692"/>
                <a:gd name="connsiteX182" fmla="*/ 16189 w 37235"/>
                <a:gd name="connsiteY182" fmla="*/ 26115 h 59692"/>
                <a:gd name="connsiteX183" fmla="*/ 16594 w 37235"/>
                <a:gd name="connsiteY183" fmla="*/ 26115 h 59692"/>
                <a:gd name="connsiteX184" fmla="*/ 16999 w 37235"/>
                <a:gd name="connsiteY184" fmla="*/ 26861 h 59692"/>
                <a:gd name="connsiteX185" fmla="*/ 17403 w 37235"/>
                <a:gd name="connsiteY185" fmla="*/ 27608 h 59692"/>
                <a:gd name="connsiteX186" fmla="*/ 18213 w 37235"/>
                <a:gd name="connsiteY186" fmla="*/ 28354 h 59692"/>
                <a:gd name="connsiteX187" fmla="*/ 19022 w 37235"/>
                <a:gd name="connsiteY187" fmla="*/ 28354 h 59692"/>
                <a:gd name="connsiteX188" fmla="*/ 19427 w 37235"/>
                <a:gd name="connsiteY188" fmla="*/ 27608 h 59692"/>
                <a:gd name="connsiteX189" fmla="*/ 19832 w 37235"/>
                <a:gd name="connsiteY189" fmla="*/ 26861 h 59692"/>
                <a:gd name="connsiteX190" fmla="*/ 21046 w 37235"/>
                <a:gd name="connsiteY190" fmla="*/ 25369 h 59692"/>
                <a:gd name="connsiteX191" fmla="*/ 21451 w 37235"/>
                <a:gd name="connsiteY191" fmla="*/ 23877 h 59692"/>
                <a:gd name="connsiteX192" fmla="*/ 21855 w 37235"/>
                <a:gd name="connsiteY192" fmla="*/ 23131 h 59692"/>
                <a:gd name="connsiteX193" fmla="*/ 21855 w 37235"/>
                <a:gd name="connsiteY193" fmla="*/ 22385 h 59692"/>
                <a:gd name="connsiteX194" fmla="*/ 22260 w 37235"/>
                <a:gd name="connsiteY194" fmla="*/ 22385 h 59692"/>
                <a:gd name="connsiteX195" fmla="*/ 22665 w 37235"/>
                <a:gd name="connsiteY195" fmla="*/ 23131 h 59692"/>
                <a:gd name="connsiteX196" fmla="*/ 23070 w 37235"/>
                <a:gd name="connsiteY196" fmla="*/ 23877 h 59692"/>
                <a:gd name="connsiteX197" fmla="*/ 22665 w 37235"/>
                <a:gd name="connsiteY197" fmla="*/ 25369 h 59692"/>
                <a:gd name="connsiteX198" fmla="*/ 22260 w 37235"/>
                <a:gd name="connsiteY198" fmla="*/ 27608 h 59692"/>
                <a:gd name="connsiteX199" fmla="*/ 21855 w 37235"/>
                <a:gd name="connsiteY199" fmla="*/ 30592 h 59692"/>
                <a:gd name="connsiteX200" fmla="*/ 21451 w 37235"/>
                <a:gd name="connsiteY200" fmla="*/ 31338 h 59692"/>
                <a:gd name="connsiteX201" fmla="*/ 21046 w 37235"/>
                <a:gd name="connsiteY201" fmla="*/ 32085 h 59692"/>
                <a:gd name="connsiteX202" fmla="*/ 22665 w 37235"/>
                <a:gd name="connsiteY202" fmla="*/ 32831 h 59692"/>
                <a:gd name="connsiteX203" fmla="*/ 21855 w 37235"/>
                <a:gd name="connsiteY203" fmla="*/ 35069 h 59692"/>
                <a:gd name="connsiteX204" fmla="*/ 21451 w 37235"/>
                <a:gd name="connsiteY204" fmla="*/ 35815 h 59692"/>
                <a:gd name="connsiteX205" fmla="*/ 21046 w 37235"/>
                <a:gd name="connsiteY205" fmla="*/ 37308 h 59692"/>
                <a:gd name="connsiteX206" fmla="*/ 20641 w 37235"/>
                <a:gd name="connsiteY206" fmla="*/ 40292 h 59692"/>
                <a:gd name="connsiteX207" fmla="*/ 20237 w 37235"/>
                <a:gd name="connsiteY207" fmla="*/ 41785 h 59692"/>
                <a:gd name="connsiteX208" fmla="*/ 19832 w 37235"/>
                <a:gd name="connsiteY208" fmla="*/ 43277 h 59692"/>
                <a:gd name="connsiteX209" fmla="*/ 19427 w 37235"/>
                <a:gd name="connsiteY209" fmla="*/ 44769 h 59692"/>
                <a:gd name="connsiteX210" fmla="*/ 19022 w 37235"/>
                <a:gd name="connsiteY210" fmla="*/ 45515 h 59692"/>
                <a:gd name="connsiteX211" fmla="*/ 18618 w 37235"/>
                <a:gd name="connsiteY211" fmla="*/ 46261 h 59692"/>
                <a:gd name="connsiteX212" fmla="*/ 18618 w 37235"/>
                <a:gd name="connsiteY212" fmla="*/ 47008 h 59692"/>
                <a:gd name="connsiteX213" fmla="*/ 18213 w 37235"/>
                <a:gd name="connsiteY213" fmla="*/ 45515 h 59692"/>
                <a:gd name="connsiteX214" fmla="*/ 18618 w 37235"/>
                <a:gd name="connsiteY214" fmla="*/ 44769 h 59692"/>
                <a:gd name="connsiteX215" fmla="*/ 18618 w 37235"/>
                <a:gd name="connsiteY215" fmla="*/ 40292 h 59692"/>
                <a:gd name="connsiteX216" fmla="*/ 18213 w 37235"/>
                <a:gd name="connsiteY216" fmla="*/ 37308 h 59692"/>
                <a:gd name="connsiteX217" fmla="*/ 17808 w 37235"/>
                <a:gd name="connsiteY217" fmla="*/ 35815 h 59692"/>
                <a:gd name="connsiteX218" fmla="*/ 17403 w 37235"/>
                <a:gd name="connsiteY218" fmla="*/ 35069 h 59692"/>
                <a:gd name="connsiteX219" fmla="*/ 16594 w 37235"/>
                <a:gd name="connsiteY219" fmla="*/ 32831 h 59692"/>
                <a:gd name="connsiteX220" fmla="*/ 16189 w 37235"/>
                <a:gd name="connsiteY220" fmla="*/ 31338 h 59692"/>
                <a:gd name="connsiteX221" fmla="*/ 15784 w 37235"/>
                <a:gd name="connsiteY221" fmla="*/ 30592 h 59692"/>
                <a:gd name="connsiteX222" fmla="*/ 15380 w 37235"/>
                <a:gd name="connsiteY222" fmla="*/ 28354 h 59692"/>
                <a:gd name="connsiteX223" fmla="*/ 12547 w 37235"/>
                <a:gd name="connsiteY223" fmla="*/ 41038 h 59692"/>
                <a:gd name="connsiteX224" fmla="*/ 12547 w 37235"/>
                <a:gd name="connsiteY224" fmla="*/ 39546 h 59692"/>
                <a:gd name="connsiteX225" fmla="*/ 13356 w 37235"/>
                <a:gd name="connsiteY225" fmla="*/ 38800 h 59692"/>
                <a:gd name="connsiteX226" fmla="*/ 14975 w 37235"/>
                <a:gd name="connsiteY226" fmla="*/ 39546 h 59692"/>
                <a:gd name="connsiteX227" fmla="*/ 15380 w 37235"/>
                <a:gd name="connsiteY227" fmla="*/ 41785 h 59692"/>
                <a:gd name="connsiteX228" fmla="*/ 15380 w 37235"/>
                <a:gd name="connsiteY228" fmla="*/ 43277 h 59692"/>
                <a:gd name="connsiteX229" fmla="*/ 14975 w 37235"/>
                <a:gd name="connsiteY229" fmla="*/ 45515 h 59692"/>
                <a:gd name="connsiteX230" fmla="*/ 14570 w 37235"/>
                <a:gd name="connsiteY230" fmla="*/ 46261 h 59692"/>
                <a:gd name="connsiteX231" fmla="*/ 13356 w 37235"/>
                <a:gd name="connsiteY231" fmla="*/ 46261 h 59692"/>
                <a:gd name="connsiteX232" fmla="*/ 12951 w 37235"/>
                <a:gd name="connsiteY232" fmla="*/ 45515 h 59692"/>
                <a:gd name="connsiteX233" fmla="*/ 12547 w 37235"/>
                <a:gd name="connsiteY233" fmla="*/ 43277 h 59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</a:cxnLst>
              <a:rect l="l" t="t" r="r" b="b"/>
              <a:pathLst>
                <a:path w="37235" h="59692">
                  <a:moveTo>
                    <a:pt x="809" y="49992"/>
                  </a:moveTo>
                  <a:lnTo>
                    <a:pt x="2428" y="52231"/>
                  </a:lnTo>
                  <a:lnTo>
                    <a:pt x="3643" y="51485"/>
                  </a:lnTo>
                  <a:lnTo>
                    <a:pt x="4047" y="51485"/>
                  </a:lnTo>
                  <a:lnTo>
                    <a:pt x="4452" y="50738"/>
                  </a:lnTo>
                  <a:lnTo>
                    <a:pt x="4452" y="49992"/>
                  </a:lnTo>
                  <a:lnTo>
                    <a:pt x="4857" y="49246"/>
                  </a:lnTo>
                  <a:lnTo>
                    <a:pt x="5261" y="47754"/>
                  </a:lnTo>
                  <a:lnTo>
                    <a:pt x="5666" y="46261"/>
                  </a:lnTo>
                  <a:lnTo>
                    <a:pt x="5666" y="44023"/>
                  </a:lnTo>
                  <a:lnTo>
                    <a:pt x="6071" y="41785"/>
                  </a:lnTo>
                  <a:lnTo>
                    <a:pt x="6476" y="38800"/>
                  </a:lnTo>
                  <a:lnTo>
                    <a:pt x="6880" y="35815"/>
                  </a:lnTo>
                  <a:lnTo>
                    <a:pt x="7285" y="32831"/>
                  </a:lnTo>
                  <a:lnTo>
                    <a:pt x="7285" y="26115"/>
                  </a:lnTo>
                  <a:lnTo>
                    <a:pt x="7690" y="26115"/>
                  </a:lnTo>
                  <a:lnTo>
                    <a:pt x="8499" y="26861"/>
                  </a:lnTo>
                  <a:lnTo>
                    <a:pt x="8904" y="27608"/>
                  </a:lnTo>
                  <a:lnTo>
                    <a:pt x="8904" y="33577"/>
                  </a:lnTo>
                  <a:lnTo>
                    <a:pt x="8499" y="34323"/>
                  </a:lnTo>
                  <a:lnTo>
                    <a:pt x="8499" y="37308"/>
                  </a:lnTo>
                  <a:lnTo>
                    <a:pt x="8095" y="40292"/>
                  </a:lnTo>
                  <a:lnTo>
                    <a:pt x="7690" y="43277"/>
                  </a:lnTo>
                  <a:lnTo>
                    <a:pt x="7690" y="44023"/>
                  </a:lnTo>
                  <a:lnTo>
                    <a:pt x="7285" y="45515"/>
                  </a:lnTo>
                  <a:lnTo>
                    <a:pt x="7285" y="49246"/>
                  </a:lnTo>
                  <a:lnTo>
                    <a:pt x="7690" y="49992"/>
                  </a:lnTo>
                  <a:lnTo>
                    <a:pt x="8095" y="50738"/>
                  </a:lnTo>
                  <a:lnTo>
                    <a:pt x="8499" y="51485"/>
                  </a:lnTo>
                  <a:lnTo>
                    <a:pt x="8904" y="52231"/>
                  </a:lnTo>
                  <a:lnTo>
                    <a:pt x="9713" y="51485"/>
                  </a:lnTo>
                  <a:lnTo>
                    <a:pt x="10928" y="52231"/>
                  </a:lnTo>
                  <a:lnTo>
                    <a:pt x="12951" y="52231"/>
                  </a:lnTo>
                  <a:lnTo>
                    <a:pt x="14570" y="52977"/>
                  </a:lnTo>
                  <a:lnTo>
                    <a:pt x="14975" y="53723"/>
                  </a:lnTo>
                  <a:lnTo>
                    <a:pt x="16189" y="54469"/>
                  </a:lnTo>
                  <a:lnTo>
                    <a:pt x="17403" y="55215"/>
                  </a:lnTo>
                  <a:lnTo>
                    <a:pt x="18213" y="55215"/>
                  </a:lnTo>
                  <a:lnTo>
                    <a:pt x="18213" y="54469"/>
                  </a:lnTo>
                  <a:lnTo>
                    <a:pt x="18618" y="54469"/>
                  </a:lnTo>
                  <a:lnTo>
                    <a:pt x="19022" y="53723"/>
                  </a:lnTo>
                  <a:lnTo>
                    <a:pt x="19832" y="52977"/>
                  </a:lnTo>
                  <a:lnTo>
                    <a:pt x="20641" y="52977"/>
                  </a:lnTo>
                  <a:lnTo>
                    <a:pt x="21046" y="52231"/>
                  </a:lnTo>
                  <a:lnTo>
                    <a:pt x="21046" y="50738"/>
                  </a:lnTo>
                  <a:lnTo>
                    <a:pt x="21451" y="49246"/>
                  </a:lnTo>
                  <a:lnTo>
                    <a:pt x="21855" y="48500"/>
                  </a:lnTo>
                  <a:lnTo>
                    <a:pt x="22260" y="47754"/>
                  </a:lnTo>
                  <a:lnTo>
                    <a:pt x="22665" y="47754"/>
                  </a:lnTo>
                  <a:lnTo>
                    <a:pt x="23070" y="48500"/>
                  </a:lnTo>
                  <a:lnTo>
                    <a:pt x="23474" y="49246"/>
                  </a:lnTo>
                  <a:lnTo>
                    <a:pt x="23474" y="51485"/>
                  </a:lnTo>
                  <a:lnTo>
                    <a:pt x="23070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5093" y="58946"/>
                  </a:lnTo>
                  <a:lnTo>
                    <a:pt x="25903" y="58946"/>
                  </a:lnTo>
                  <a:lnTo>
                    <a:pt x="26712" y="59692"/>
                  </a:lnTo>
                  <a:lnTo>
                    <a:pt x="26712" y="58946"/>
                  </a:lnTo>
                  <a:lnTo>
                    <a:pt x="27117" y="55961"/>
                  </a:lnTo>
                  <a:lnTo>
                    <a:pt x="27117" y="54469"/>
                  </a:lnTo>
                  <a:lnTo>
                    <a:pt x="28331" y="51485"/>
                  </a:lnTo>
                  <a:lnTo>
                    <a:pt x="28736" y="49246"/>
                  </a:lnTo>
                  <a:lnTo>
                    <a:pt x="29141" y="47008"/>
                  </a:lnTo>
                  <a:lnTo>
                    <a:pt x="29545" y="46261"/>
                  </a:lnTo>
                  <a:lnTo>
                    <a:pt x="29950" y="44023"/>
                  </a:lnTo>
                  <a:lnTo>
                    <a:pt x="30355" y="42531"/>
                  </a:lnTo>
                  <a:lnTo>
                    <a:pt x="30760" y="41038"/>
                  </a:lnTo>
                  <a:lnTo>
                    <a:pt x="31974" y="38054"/>
                  </a:lnTo>
                  <a:lnTo>
                    <a:pt x="32378" y="35815"/>
                  </a:lnTo>
                  <a:lnTo>
                    <a:pt x="34807" y="32831"/>
                  </a:lnTo>
                  <a:lnTo>
                    <a:pt x="35212" y="31338"/>
                  </a:lnTo>
                  <a:lnTo>
                    <a:pt x="35616" y="28354"/>
                  </a:lnTo>
                  <a:lnTo>
                    <a:pt x="36021" y="26861"/>
                  </a:lnTo>
                  <a:lnTo>
                    <a:pt x="36426" y="25369"/>
                  </a:lnTo>
                  <a:lnTo>
                    <a:pt x="37235" y="22385"/>
                  </a:lnTo>
                  <a:lnTo>
                    <a:pt x="37235" y="19400"/>
                  </a:lnTo>
                  <a:lnTo>
                    <a:pt x="36021" y="18654"/>
                  </a:lnTo>
                  <a:lnTo>
                    <a:pt x="34402" y="18654"/>
                  </a:lnTo>
                  <a:lnTo>
                    <a:pt x="33997" y="19400"/>
                  </a:lnTo>
                  <a:lnTo>
                    <a:pt x="33188" y="20146"/>
                  </a:lnTo>
                  <a:lnTo>
                    <a:pt x="32783" y="21638"/>
                  </a:lnTo>
                  <a:lnTo>
                    <a:pt x="32378" y="24623"/>
                  </a:lnTo>
                  <a:lnTo>
                    <a:pt x="31974" y="26861"/>
                  </a:lnTo>
                  <a:lnTo>
                    <a:pt x="31569" y="29100"/>
                  </a:lnTo>
                  <a:lnTo>
                    <a:pt x="30760" y="30592"/>
                  </a:lnTo>
                  <a:lnTo>
                    <a:pt x="29950" y="34323"/>
                  </a:lnTo>
                  <a:lnTo>
                    <a:pt x="29141" y="37308"/>
                  </a:lnTo>
                  <a:lnTo>
                    <a:pt x="28736" y="38054"/>
                  </a:lnTo>
                  <a:lnTo>
                    <a:pt x="28331" y="38800"/>
                  </a:lnTo>
                  <a:lnTo>
                    <a:pt x="27926" y="41785"/>
                  </a:lnTo>
                  <a:lnTo>
                    <a:pt x="27926" y="44769"/>
                  </a:lnTo>
                  <a:lnTo>
                    <a:pt x="27522" y="45515"/>
                  </a:lnTo>
                  <a:lnTo>
                    <a:pt x="26712" y="45515"/>
                  </a:lnTo>
                  <a:lnTo>
                    <a:pt x="26307" y="46261"/>
                  </a:lnTo>
                  <a:lnTo>
                    <a:pt x="25498" y="47008"/>
                  </a:lnTo>
                  <a:lnTo>
                    <a:pt x="25093" y="45515"/>
                  </a:lnTo>
                  <a:lnTo>
                    <a:pt x="24689" y="44769"/>
                  </a:lnTo>
                  <a:lnTo>
                    <a:pt x="25093" y="42531"/>
                  </a:lnTo>
                  <a:lnTo>
                    <a:pt x="25498" y="40292"/>
                  </a:lnTo>
                  <a:lnTo>
                    <a:pt x="25903" y="38800"/>
                  </a:lnTo>
                  <a:lnTo>
                    <a:pt x="26307" y="35815"/>
                  </a:lnTo>
                  <a:lnTo>
                    <a:pt x="27522" y="32831"/>
                  </a:lnTo>
                  <a:lnTo>
                    <a:pt x="27926" y="32085"/>
                  </a:lnTo>
                  <a:lnTo>
                    <a:pt x="28331" y="31338"/>
                  </a:lnTo>
                  <a:lnTo>
                    <a:pt x="28736" y="29846"/>
                  </a:lnTo>
                  <a:lnTo>
                    <a:pt x="29545" y="25369"/>
                  </a:lnTo>
                  <a:lnTo>
                    <a:pt x="29950" y="22385"/>
                  </a:lnTo>
                  <a:lnTo>
                    <a:pt x="29950" y="17161"/>
                  </a:lnTo>
                  <a:lnTo>
                    <a:pt x="30355" y="14177"/>
                  </a:lnTo>
                  <a:lnTo>
                    <a:pt x="29545" y="13431"/>
                  </a:lnTo>
                  <a:lnTo>
                    <a:pt x="28331" y="10446"/>
                  </a:lnTo>
                  <a:lnTo>
                    <a:pt x="27926" y="9700"/>
                  </a:lnTo>
                  <a:lnTo>
                    <a:pt x="27117" y="8208"/>
                  </a:lnTo>
                  <a:lnTo>
                    <a:pt x="25093" y="5223"/>
                  </a:lnTo>
                  <a:lnTo>
                    <a:pt x="24689" y="4477"/>
                  </a:lnTo>
                  <a:lnTo>
                    <a:pt x="23474" y="2985"/>
                  </a:lnTo>
                  <a:lnTo>
                    <a:pt x="22665" y="2238"/>
                  </a:lnTo>
                  <a:lnTo>
                    <a:pt x="21046" y="2238"/>
                  </a:lnTo>
                  <a:lnTo>
                    <a:pt x="19832" y="2985"/>
                  </a:lnTo>
                  <a:lnTo>
                    <a:pt x="19427" y="3731"/>
                  </a:lnTo>
                  <a:lnTo>
                    <a:pt x="18213" y="5223"/>
                  </a:lnTo>
                  <a:lnTo>
                    <a:pt x="17403" y="8208"/>
                  </a:lnTo>
                  <a:lnTo>
                    <a:pt x="16189" y="11192"/>
                  </a:lnTo>
                  <a:lnTo>
                    <a:pt x="15784" y="13431"/>
                  </a:lnTo>
                  <a:lnTo>
                    <a:pt x="14570" y="17161"/>
                  </a:lnTo>
                  <a:lnTo>
                    <a:pt x="14166" y="18654"/>
                  </a:lnTo>
                  <a:lnTo>
                    <a:pt x="13761" y="18654"/>
                  </a:lnTo>
                  <a:lnTo>
                    <a:pt x="12951" y="19400"/>
                  </a:lnTo>
                  <a:lnTo>
                    <a:pt x="11332" y="19400"/>
                  </a:lnTo>
                  <a:lnTo>
                    <a:pt x="11332" y="18654"/>
                  </a:lnTo>
                  <a:lnTo>
                    <a:pt x="10523" y="17908"/>
                  </a:lnTo>
                  <a:lnTo>
                    <a:pt x="10928" y="15669"/>
                  </a:lnTo>
                  <a:lnTo>
                    <a:pt x="11332" y="14177"/>
                  </a:lnTo>
                  <a:lnTo>
                    <a:pt x="11737" y="13431"/>
                  </a:lnTo>
                  <a:lnTo>
                    <a:pt x="11737" y="12685"/>
                  </a:lnTo>
                  <a:lnTo>
                    <a:pt x="12547" y="10446"/>
                  </a:lnTo>
                  <a:lnTo>
                    <a:pt x="12951" y="8208"/>
                  </a:lnTo>
                  <a:lnTo>
                    <a:pt x="12951" y="7461"/>
                  </a:lnTo>
                  <a:lnTo>
                    <a:pt x="13356" y="5969"/>
                  </a:lnTo>
                  <a:lnTo>
                    <a:pt x="13761" y="3731"/>
                  </a:lnTo>
                  <a:lnTo>
                    <a:pt x="13356" y="746"/>
                  </a:lnTo>
                  <a:lnTo>
                    <a:pt x="12951" y="746"/>
                  </a:lnTo>
                  <a:lnTo>
                    <a:pt x="11737" y="0"/>
                  </a:lnTo>
                  <a:lnTo>
                    <a:pt x="10523" y="746"/>
                  </a:lnTo>
                  <a:lnTo>
                    <a:pt x="10118" y="1492"/>
                  </a:lnTo>
                  <a:lnTo>
                    <a:pt x="9309" y="2238"/>
                  </a:lnTo>
                  <a:lnTo>
                    <a:pt x="9309" y="3731"/>
                  </a:lnTo>
                  <a:lnTo>
                    <a:pt x="8904" y="7461"/>
                  </a:lnTo>
                  <a:lnTo>
                    <a:pt x="8499" y="8208"/>
                  </a:lnTo>
                  <a:lnTo>
                    <a:pt x="8095" y="9700"/>
                  </a:lnTo>
                  <a:lnTo>
                    <a:pt x="6880" y="14177"/>
                  </a:lnTo>
                  <a:lnTo>
                    <a:pt x="5261" y="17161"/>
                  </a:lnTo>
                  <a:lnTo>
                    <a:pt x="4452" y="19400"/>
                  </a:lnTo>
                  <a:lnTo>
                    <a:pt x="4047" y="20146"/>
                  </a:lnTo>
                  <a:lnTo>
                    <a:pt x="2833" y="22385"/>
                  </a:lnTo>
                  <a:lnTo>
                    <a:pt x="2833" y="27608"/>
                  </a:lnTo>
                  <a:lnTo>
                    <a:pt x="2428" y="30592"/>
                  </a:lnTo>
                  <a:lnTo>
                    <a:pt x="2024" y="32831"/>
                  </a:lnTo>
                  <a:lnTo>
                    <a:pt x="1619" y="33577"/>
                  </a:lnTo>
                  <a:lnTo>
                    <a:pt x="1214" y="35069"/>
                  </a:lnTo>
                  <a:lnTo>
                    <a:pt x="1214" y="40292"/>
                  </a:lnTo>
                  <a:lnTo>
                    <a:pt x="809" y="40292"/>
                  </a:lnTo>
                  <a:lnTo>
                    <a:pt x="809" y="43277"/>
                  </a:lnTo>
                  <a:lnTo>
                    <a:pt x="405" y="45515"/>
                  </a:lnTo>
                  <a:lnTo>
                    <a:pt x="0" y="47008"/>
                  </a:lnTo>
                  <a:lnTo>
                    <a:pt x="405" y="49246"/>
                  </a:lnTo>
                  <a:close/>
                  <a:moveTo>
                    <a:pt x="19022" y="13431"/>
                  </a:moveTo>
                  <a:lnTo>
                    <a:pt x="19427" y="12685"/>
                  </a:lnTo>
                  <a:lnTo>
                    <a:pt x="19832" y="11938"/>
                  </a:lnTo>
                  <a:lnTo>
                    <a:pt x="21046" y="11938"/>
                  </a:lnTo>
                  <a:lnTo>
                    <a:pt x="21451" y="12685"/>
                  </a:lnTo>
                  <a:lnTo>
                    <a:pt x="21855" y="13431"/>
                  </a:lnTo>
                  <a:lnTo>
                    <a:pt x="22260" y="14923"/>
                  </a:lnTo>
                  <a:lnTo>
                    <a:pt x="21855" y="17161"/>
                  </a:lnTo>
                  <a:lnTo>
                    <a:pt x="21855" y="17908"/>
                  </a:lnTo>
                  <a:lnTo>
                    <a:pt x="20237" y="17908"/>
                  </a:lnTo>
                  <a:lnTo>
                    <a:pt x="19832" y="17161"/>
                  </a:lnTo>
                  <a:lnTo>
                    <a:pt x="19832" y="16415"/>
                  </a:lnTo>
                  <a:lnTo>
                    <a:pt x="19427" y="15669"/>
                  </a:lnTo>
                  <a:lnTo>
                    <a:pt x="19427" y="13431"/>
                  </a:lnTo>
                  <a:close/>
                  <a:moveTo>
                    <a:pt x="15784" y="26861"/>
                  </a:moveTo>
                  <a:lnTo>
                    <a:pt x="16189" y="26115"/>
                  </a:lnTo>
                  <a:lnTo>
                    <a:pt x="16594" y="26115"/>
                  </a:lnTo>
                  <a:lnTo>
                    <a:pt x="16999" y="26861"/>
                  </a:lnTo>
                  <a:lnTo>
                    <a:pt x="17403" y="27608"/>
                  </a:lnTo>
                  <a:lnTo>
                    <a:pt x="18213" y="28354"/>
                  </a:lnTo>
                  <a:lnTo>
                    <a:pt x="19022" y="28354"/>
                  </a:lnTo>
                  <a:lnTo>
                    <a:pt x="19427" y="27608"/>
                  </a:lnTo>
                  <a:lnTo>
                    <a:pt x="19832" y="26861"/>
                  </a:lnTo>
                  <a:lnTo>
                    <a:pt x="21046" y="25369"/>
                  </a:lnTo>
                  <a:lnTo>
                    <a:pt x="21451" y="23877"/>
                  </a:lnTo>
                  <a:lnTo>
                    <a:pt x="21855" y="23131"/>
                  </a:lnTo>
                  <a:lnTo>
                    <a:pt x="21855" y="22385"/>
                  </a:lnTo>
                  <a:lnTo>
                    <a:pt x="22260" y="22385"/>
                  </a:lnTo>
                  <a:lnTo>
                    <a:pt x="22665" y="23131"/>
                  </a:lnTo>
                  <a:lnTo>
                    <a:pt x="23070" y="23877"/>
                  </a:lnTo>
                  <a:lnTo>
                    <a:pt x="22665" y="25369"/>
                  </a:lnTo>
                  <a:lnTo>
                    <a:pt x="22260" y="27608"/>
                  </a:lnTo>
                  <a:lnTo>
                    <a:pt x="21855" y="30592"/>
                  </a:lnTo>
                  <a:lnTo>
                    <a:pt x="21451" y="31338"/>
                  </a:lnTo>
                  <a:lnTo>
                    <a:pt x="21046" y="32085"/>
                  </a:lnTo>
                  <a:lnTo>
                    <a:pt x="22665" y="32831"/>
                  </a:lnTo>
                  <a:lnTo>
                    <a:pt x="21855" y="35069"/>
                  </a:lnTo>
                  <a:lnTo>
                    <a:pt x="21451" y="35815"/>
                  </a:lnTo>
                  <a:lnTo>
                    <a:pt x="21046" y="37308"/>
                  </a:lnTo>
                  <a:lnTo>
                    <a:pt x="20641" y="40292"/>
                  </a:lnTo>
                  <a:lnTo>
                    <a:pt x="20237" y="41785"/>
                  </a:lnTo>
                  <a:lnTo>
                    <a:pt x="19832" y="43277"/>
                  </a:lnTo>
                  <a:lnTo>
                    <a:pt x="19427" y="44769"/>
                  </a:lnTo>
                  <a:lnTo>
                    <a:pt x="19022" y="45515"/>
                  </a:lnTo>
                  <a:lnTo>
                    <a:pt x="18618" y="46261"/>
                  </a:lnTo>
                  <a:lnTo>
                    <a:pt x="18618" y="47008"/>
                  </a:lnTo>
                  <a:lnTo>
                    <a:pt x="18213" y="45515"/>
                  </a:lnTo>
                  <a:lnTo>
                    <a:pt x="18618" y="44769"/>
                  </a:lnTo>
                  <a:lnTo>
                    <a:pt x="18618" y="40292"/>
                  </a:lnTo>
                  <a:lnTo>
                    <a:pt x="18213" y="37308"/>
                  </a:lnTo>
                  <a:lnTo>
                    <a:pt x="17808" y="35815"/>
                  </a:lnTo>
                  <a:lnTo>
                    <a:pt x="17403" y="35069"/>
                  </a:lnTo>
                  <a:lnTo>
                    <a:pt x="16594" y="32831"/>
                  </a:lnTo>
                  <a:lnTo>
                    <a:pt x="16189" y="31338"/>
                  </a:lnTo>
                  <a:lnTo>
                    <a:pt x="15784" y="30592"/>
                  </a:lnTo>
                  <a:lnTo>
                    <a:pt x="15380" y="28354"/>
                  </a:lnTo>
                  <a:close/>
                  <a:moveTo>
                    <a:pt x="12547" y="41038"/>
                  </a:moveTo>
                  <a:lnTo>
                    <a:pt x="12547" y="39546"/>
                  </a:lnTo>
                  <a:lnTo>
                    <a:pt x="13356" y="38800"/>
                  </a:lnTo>
                  <a:lnTo>
                    <a:pt x="14975" y="39546"/>
                  </a:lnTo>
                  <a:lnTo>
                    <a:pt x="15380" y="41785"/>
                  </a:lnTo>
                  <a:lnTo>
                    <a:pt x="15380" y="43277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3356" y="46261"/>
                  </a:lnTo>
                  <a:lnTo>
                    <a:pt x="12951" y="45515"/>
                  </a:lnTo>
                  <a:lnTo>
                    <a:pt x="12547" y="432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1" name="Freeform 1040"/>
            <p:cNvSpPr/>
            <p:nvPr/>
          </p:nvSpPr>
          <p:spPr>
            <a:xfrm>
              <a:off x="10237725" y="135338"/>
              <a:ext cx="8094" cy="22384"/>
            </a:xfrm>
            <a:custGeom>
              <a:avLst/>
              <a:gdLst>
                <a:gd name="connsiteX0" fmla="*/ 1214 w 8094"/>
                <a:gd name="connsiteY0" fmla="*/ 15669 h 22384"/>
                <a:gd name="connsiteX1" fmla="*/ 1619 w 8094"/>
                <a:gd name="connsiteY1" fmla="*/ 15669 h 22384"/>
                <a:gd name="connsiteX2" fmla="*/ 2024 w 8094"/>
                <a:gd name="connsiteY2" fmla="*/ 17908 h 22384"/>
                <a:gd name="connsiteX3" fmla="*/ 2833 w 8094"/>
                <a:gd name="connsiteY3" fmla="*/ 20146 h 22384"/>
                <a:gd name="connsiteX4" fmla="*/ 3643 w 8094"/>
                <a:gd name="connsiteY4" fmla="*/ 21638 h 22384"/>
                <a:gd name="connsiteX5" fmla="*/ 4857 w 8094"/>
                <a:gd name="connsiteY5" fmla="*/ 22385 h 22384"/>
                <a:gd name="connsiteX6" fmla="*/ 6071 w 8094"/>
                <a:gd name="connsiteY6" fmla="*/ 21638 h 22384"/>
                <a:gd name="connsiteX7" fmla="*/ 6476 w 8094"/>
                <a:gd name="connsiteY7" fmla="*/ 20146 h 22384"/>
                <a:gd name="connsiteX8" fmla="*/ 6880 w 8094"/>
                <a:gd name="connsiteY8" fmla="*/ 17908 h 22384"/>
                <a:gd name="connsiteX9" fmla="*/ 6880 w 8094"/>
                <a:gd name="connsiteY9" fmla="*/ 16415 h 22384"/>
                <a:gd name="connsiteX10" fmla="*/ 7285 w 8094"/>
                <a:gd name="connsiteY10" fmla="*/ 12685 h 22384"/>
                <a:gd name="connsiteX11" fmla="*/ 7690 w 8094"/>
                <a:gd name="connsiteY11" fmla="*/ 10446 h 22384"/>
                <a:gd name="connsiteX12" fmla="*/ 7690 w 8094"/>
                <a:gd name="connsiteY12" fmla="*/ 8208 h 22384"/>
                <a:gd name="connsiteX13" fmla="*/ 8095 w 8094"/>
                <a:gd name="connsiteY13" fmla="*/ 5223 h 22384"/>
                <a:gd name="connsiteX14" fmla="*/ 7690 w 8094"/>
                <a:gd name="connsiteY14" fmla="*/ 2985 h 22384"/>
                <a:gd name="connsiteX15" fmla="*/ 6880 w 8094"/>
                <a:gd name="connsiteY15" fmla="*/ 1492 h 22384"/>
                <a:gd name="connsiteX16" fmla="*/ 5666 w 8094"/>
                <a:gd name="connsiteY16" fmla="*/ 0 h 22384"/>
                <a:gd name="connsiteX17" fmla="*/ 4047 w 8094"/>
                <a:gd name="connsiteY17" fmla="*/ 0 h 22384"/>
                <a:gd name="connsiteX18" fmla="*/ 2833 w 8094"/>
                <a:gd name="connsiteY18" fmla="*/ 746 h 22384"/>
                <a:gd name="connsiteX19" fmla="*/ 2428 w 8094"/>
                <a:gd name="connsiteY19" fmla="*/ 2238 h 22384"/>
                <a:gd name="connsiteX20" fmla="*/ 2428 w 8094"/>
                <a:gd name="connsiteY20" fmla="*/ 5223 h 22384"/>
                <a:gd name="connsiteX21" fmla="*/ 2024 w 8094"/>
                <a:gd name="connsiteY21" fmla="*/ 7461 h 22384"/>
                <a:gd name="connsiteX22" fmla="*/ 1619 w 8094"/>
                <a:gd name="connsiteY22" fmla="*/ 8954 h 22384"/>
                <a:gd name="connsiteX23" fmla="*/ 1214 w 8094"/>
                <a:gd name="connsiteY23" fmla="*/ 9700 h 22384"/>
                <a:gd name="connsiteX24" fmla="*/ 405 w 8094"/>
                <a:gd name="connsiteY24" fmla="*/ 10446 h 22384"/>
                <a:gd name="connsiteX25" fmla="*/ 0 w 8094"/>
                <a:gd name="connsiteY25" fmla="*/ 11192 h 22384"/>
                <a:gd name="connsiteX26" fmla="*/ 0 w 8094"/>
                <a:gd name="connsiteY26" fmla="*/ 12685 h 22384"/>
                <a:gd name="connsiteX27" fmla="*/ 405 w 8094"/>
                <a:gd name="connsiteY27" fmla="*/ 12685 h 22384"/>
                <a:gd name="connsiteX28" fmla="*/ 809 w 8094"/>
                <a:gd name="connsiteY28" fmla="*/ 14177 h 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094" h="22384">
                  <a:moveTo>
                    <a:pt x="1214" y="15669"/>
                  </a:moveTo>
                  <a:lnTo>
                    <a:pt x="1619" y="15669"/>
                  </a:lnTo>
                  <a:lnTo>
                    <a:pt x="2024" y="17908"/>
                  </a:lnTo>
                  <a:lnTo>
                    <a:pt x="2833" y="20146"/>
                  </a:lnTo>
                  <a:lnTo>
                    <a:pt x="3643" y="21638"/>
                  </a:lnTo>
                  <a:lnTo>
                    <a:pt x="4857" y="22385"/>
                  </a:lnTo>
                  <a:lnTo>
                    <a:pt x="6071" y="21638"/>
                  </a:lnTo>
                  <a:lnTo>
                    <a:pt x="6476" y="20146"/>
                  </a:lnTo>
                  <a:lnTo>
                    <a:pt x="6880" y="17908"/>
                  </a:lnTo>
                  <a:lnTo>
                    <a:pt x="6880" y="16415"/>
                  </a:lnTo>
                  <a:lnTo>
                    <a:pt x="7285" y="12685"/>
                  </a:lnTo>
                  <a:lnTo>
                    <a:pt x="7690" y="10446"/>
                  </a:lnTo>
                  <a:lnTo>
                    <a:pt x="7690" y="8208"/>
                  </a:lnTo>
                  <a:lnTo>
                    <a:pt x="8095" y="5223"/>
                  </a:lnTo>
                  <a:lnTo>
                    <a:pt x="7690" y="2985"/>
                  </a:lnTo>
                  <a:lnTo>
                    <a:pt x="6880" y="1492"/>
                  </a:lnTo>
                  <a:lnTo>
                    <a:pt x="5666" y="0"/>
                  </a:lnTo>
                  <a:lnTo>
                    <a:pt x="4047" y="0"/>
                  </a:lnTo>
                  <a:lnTo>
                    <a:pt x="2833" y="746"/>
                  </a:lnTo>
                  <a:lnTo>
                    <a:pt x="2428" y="2238"/>
                  </a:lnTo>
                  <a:lnTo>
                    <a:pt x="2428" y="5223"/>
                  </a:lnTo>
                  <a:lnTo>
                    <a:pt x="2024" y="7461"/>
                  </a:lnTo>
                  <a:lnTo>
                    <a:pt x="1619" y="8954"/>
                  </a:lnTo>
                  <a:lnTo>
                    <a:pt x="1214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2685"/>
                  </a:lnTo>
                  <a:lnTo>
                    <a:pt x="405" y="12685"/>
                  </a:lnTo>
                  <a:lnTo>
                    <a:pt x="809" y="141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3" name="Freeform 1042"/>
            <p:cNvSpPr/>
            <p:nvPr/>
          </p:nvSpPr>
          <p:spPr>
            <a:xfrm>
              <a:off x="10238129" y="250992"/>
              <a:ext cx="8094" cy="12684"/>
            </a:xfrm>
            <a:custGeom>
              <a:avLst/>
              <a:gdLst>
                <a:gd name="connsiteX0" fmla="*/ 1619 w 8094"/>
                <a:gd name="connsiteY0" fmla="*/ 9700 h 12684"/>
                <a:gd name="connsiteX1" fmla="*/ 1619 w 8094"/>
                <a:gd name="connsiteY1" fmla="*/ 10446 h 12684"/>
                <a:gd name="connsiteX2" fmla="*/ 2428 w 8094"/>
                <a:gd name="connsiteY2" fmla="*/ 11192 h 12684"/>
                <a:gd name="connsiteX3" fmla="*/ 2428 w 8094"/>
                <a:gd name="connsiteY3" fmla="*/ 11938 h 12684"/>
                <a:gd name="connsiteX4" fmla="*/ 3643 w 8094"/>
                <a:gd name="connsiteY4" fmla="*/ 12685 h 12684"/>
                <a:gd name="connsiteX5" fmla="*/ 5666 w 8094"/>
                <a:gd name="connsiteY5" fmla="*/ 12685 h 12684"/>
                <a:gd name="connsiteX6" fmla="*/ 6476 w 8094"/>
                <a:gd name="connsiteY6" fmla="*/ 11938 h 12684"/>
                <a:gd name="connsiteX7" fmla="*/ 6880 w 8094"/>
                <a:gd name="connsiteY7" fmla="*/ 11938 h 12684"/>
                <a:gd name="connsiteX8" fmla="*/ 6880 w 8094"/>
                <a:gd name="connsiteY8" fmla="*/ 11192 h 12684"/>
                <a:gd name="connsiteX9" fmla="*/ 7690 w 8094"/>
                <a:gd name="connsiteY9" fmla="*/ 9700 h 12684"/>
                <a:gd name="connsiteX10" fmla="*/ 8095 w 8094"/>
                <a:gd name="connsiteY10" fmla="*/ 9700 h 12684"/>
                <a:gd name="connsiteX11" fmla="*/ 8095 w 8094"/>
                <a:gd name="connsiteY11" fmla="*/ 6715 h 12684"/>
                <a:gd name="connsiteX12" fmla="*/ 7690 w 8094"/>
                <a:gd name="connsiteY12" fmla="*/ 5969 h 12684"/>
                <a:gd name="connsiteX13" fmla="*/ 6880 w 8094"/>
                <a:gd name="connsiteY13" fmla="*/ 5969 h 12684"/>
                <a:gd name="connsiteX14" fmla="*/ 6880 w 8094"/>
                <a:gd name="connsiteY14" fmla="*/ 5223 h 12684"/>
                <a:gd name="connsiteX15" fmla="*/ 6476 w 8094"/>
                <a:gd name="connsiteY15" fmla="*/ 4477 h 12684"/>
                <a:gd name="connsiteX16" fmla="*/ 6071 w 8094"/>
                <a:gd name="connsiteY16" fmla="*/ 4477 h 12684"/>
                <a:gd name="connsiteX17" fmla="*/ 5666 w 8094"/>
                <a:gd name="connsiteY17" fmla="*/ 3731 h 12684"/>
                <a:gd name="connsiteX18" fmla="*/ 5666 w 8094"/>
                <a:gd name="connsiteY18" fmla="*/ 2985 h 12684"/>
                <a:gd name="connsiteX19" fmla="*/ 4857 w 8094"/>
                <a:gd name="connsiteY19" fmla="*/ 2238 h 12684"/>
                <a:gd name="connsiteX20" fmla="*/ 4452 w 8094"/>
                <a:gd name="connsiteY20" fmla="*/ 2238 h 12684"/>
                <a:gd name="connsiteX21" fmla="*/ 4452 w 8094"/>
                <a:gd name="connsiteY21" fmla="*/ 1492 h 12684"/>
                <a:gd name="connsiteX22" fmla="*/ 3643 w 8094"/>
                <a:gd name="connsiteY22" fmla="*/ 1492 h 12684"/>
                <a:gd name="connsiteX23" fmla="*/ 3643 w 8094"/>
                <a:gd name="connsiteY23" fmla="*/ 746 h 12684"/>
                <a:gd name="connsiteX24" fmla="*/ 2833 w 8094"/>
                <a:gd name="connsiteY24" fmla="*/ 746 h 12684"/>
                <a:gd name="connsiteX25" fmla="*/ 2428 w 8094"/>
                <a:gd name="connsiteY25" fmla="*/ 0 h 12684"/>
                <a:gd name="connsiteX26" fmla="*/ 1619 w 8094"/>
                <a:gd name="connsiteY26" fmla="*/ 746 h 12684"/>
                <a:gd name="connsiteX27" fmla="*/ 809 w 8094"/>
                <a:gd name="connsiteY27" fmla="*/ 1492 h 12684"/>
                <a:gd name="connsiteX28" fmla="*/ 405 w 8094"/>
                <a:gd name="connsiteY28" fmla="*/ 2238 h 12684"/>
                <a:gd name="connsiteX29" fmla="*/ 0 w 8094"/>
                <a:gd name="connsiteY29" fmla="*/ 3731 h 12684"/>
                <a:gd name="connsiteX30" fmla="*/ 0 w 8094"/>
                <a:gd name="connsiteY30" fmla="*/ 7461 h 12684"/>
                <a:gd name="connsiteX31" fmla="*/ 405 w 8094"/>
                <a:gd name="connsiteY31" fmla="*/ 8208 h 12684"/>
                <a:gd name="connsiteX32" fmla="*/ 809 w 8094"/>
                <a:gd name="connsiteY32" fmla="*/ 8954 h 12684"/>
                <a:gd name="connsiteX33" fmla="*/ 1214 w 8094"/>
                <a:gd name="connsiteY33" fmla="*/ 9700 h 1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094" h="12684">
                  <a:moveTo>
                    <a:pt x="1619" y="9700"/>
                  </a:moveTo>
                  <a:lnTo>
                    <a:pt x="1619" y="10446"/>
                  </a:lnTo>
                  <a:lnTo>
                    <a:pt x="2428" y="11192"/>
                  </a:lnTo>
                  <a:lnTo>
                    <a:pt x="2428" y="11938"/>
                  </a:lnTo>
                  <a:lnTo>
                    <a:pt x="3643" y="12685"/>
                  </a:lnTo>
                  <a:lnTo>
                    <a:pt x="5666" y="12685"/>
                  </a:lnTo>
                  <a:lnTo>
                    <a:pt x="6476" y="11938"/>
                  </a:lnTo>
                  <a:lnTo>
                    <a:pt x="6880" y="11938"/>
                  </a:lnTo>
                  <a:lnTo>
                    <a:pt x="6880" y="11192"/>
                  </a:lnTo>
                  <a:lnTo>
                    <a:pt x="7690" y="9700"/>
                  </a:lnTo>
                  <a:lnTo>
                    <a:pt x="8095" y="9700"/>
                  </a:lnTo>
                  <a:lnTo>
                    <a:pt x="8095" y="6715"/>
                  </a:lnTo>
                  <a:lnTo>
                    <a:pt x="7690" y="5969"/>
                  </a:lnTo>
                  <a:lnTo>
                    <a:pt x="6880" y="5969"/>
                  </a:lnTo>
                  <a:lnTo>
                    <a:pt x="6880" y="5223"/>
                  </a:lnTo>
                  <a:lnTo>
                    <a:pt x="6476" y="4477"/>
                  </a:lnTo>
                  <a:lnTo>
                    <a:pt x="6071" y="4477"/>
                  </a:lnTo>
                  <a:lnTo>
                    <a:pt x="5666" y="3731"/>
                  </a:lnTo>
                  <a:lnTo>
                    <a:pt x="5666" y="2985"/>
                  </a:lnTo>
                  <a:lnTo>
                    <a:pt x="4857" y="2238"/>
                  </a:lnTo>
                  <a:lnTo>
                    <a:pt x="4452" y="2238"/>
                  </a:lnTo>
                  <a:lnTo>
                    <a:pt x="4452" y="1492"/>
                  </a:lnTo>
                  <a:lnTo>
                    <a:pt x="3643" y="1492"/>
                  </a:lnTo>
                  <a:lnTo>
                    <a:pt x="3643" y="746"/>
                  </a:lnTo>
                  <a:lnTo>
                    <a:pt x="2833" y="746"/>
                  </a:lnTo>
                  <a:lnTo>
                    <a:pt x="2428" y="0"/>
                  </a:lnTo>
                  <a:lnTo>
                    <a:pt x="1619" y="746"/>
                  </a:lnTo>
                  <a:lnTo>
                    <a:pt x="809" y="1492"/>
                  </a:lnTo>
                  <a:lnTo>
                    <a:pt x="405" y="2238"/>
                  </a:lnTo>
                  <a:lnTo>
                    <a:pt x="0" y="3731"/>
                  </a:lnTo>
                  <a:lnTo>
                    <a:pt x="0" y="7461"/>
                  </a:lnTo>
                  <a:lnTo>
                    <a:pt x="405" y="8208"/>
                  </a:lnTo>
                  <a:lnTo>
                    <a:pt x="809" y="8954"/>
                  </a:lnTo>
                  <a:lnTo>
                    <a:pt x="1214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5" name="Freeform 1044"/>
            <p:cNvSpPr/>
            <p:nvPr/>
          </p:nvSpPr>
          <p:spPr>
            <a:xfrm>
              <a:off x="10209361" y="-94579"/>
              <a:ext cx="43779" cy="100615"/>
            </a:xfrm>
            <a:custGeom>
              <a:avLst/>
              <a:gdLst>
                <a:gd name="connsiteX0" fmla="*/ 12174 w 43779"/>
                <a:gd name="connsiteY0" fmla="*/ 15026 h 100615"/>
                <a:gd name="connsiteX1" fmla="*/ 15007 w 43779"/>
                <a:gd name="connsiteY1" fmla="*/ 15026 h 100615"/>
                <a:gd name="connsiteX2" fmla="*/ 15817 w 43779"/>
                <a:gd name="connsiteY2" fmla="*/ 15026 h 100615"/>
                <a:gd name="connsiteX3" fmla="*/ 15412 w 43779"/>
                <a:gd name="connsiteY3" fmla="*/ 19503 h 100615"/>
                <a:gd name="connsiteX4" fmla="*/ 17840 w 43779"/>
                <a:gd name="connsiteY4" fmla="*/ 20996 h 100615"/>
                <a:gd name="connsiteX5" fmla="*/ 19459 w 43779"/>
                <a:gd name="connsiteY5" fmla="*/ 20996 h 100615"/>
                <a:gd name="connsiteX6" fmla="*/ 19864 w 43779"/>
                <a:gd name="connsiteY6" fmla="*/ 23234 h 100615"/>
                <a:gd name="connsiteX7" fmla="*/ 20674 w 43779"/>
                <a:gd name="connsiteY7" fmla="*/ 32934 h 100615"/>
                <a:gd name="connsiteX8" fmla="*/ 19864 w 43779"/>
                <a:gd name="connsiteY8" fmla="*/ 34426 h 100615"/>
                <a:gd name="connsiteX9" fmla="*/ 17436 w 43779"/>
                <a:gd name="connsiteY9" fmla="*/ 39649 h 100615"/>
                <a:gd name="connsiteX10" fmla="*/ 11365 w 43779"/>
                <a:gd name="connsiteY10" fmla="*/ 53826 h 100615"/>
                <a:gd name="connsiteX11" fmla="*/ 8936 w 43779"/>
                <a:gd name="connsiteY11" fmla="*/ 58303 h 100615"/>
                <a:gd name="connsiteX12" fmla="*/ 4080 w 43779"/>
                <a:gd name="connsiteY12" fmla="*/ 70242 h 100615"/>
                <a:gd name="connsiteX13" fmla="*/ 3675 w 43779"/>
                <a:gd name="connsiteY13" fmla="*/ 70988 h 100615"/>
                <a:gd name="connsiteX14" fmla="*/ 842 w 43779"/>
                <a:gd name="connsiteY14" fmla="*/ 73972 h 100615"/>
                <a:gd name="connsiteX15" fmla="*/ 437 w 43779"/>
                <a:gd name="connsiteY15" fmla="*/ 84419 h 100615"/>
                <a:gd name="connsiteX16" fmla="*/ 4484 w 43779"/>
                <a:gd name="connsiteY16" fmla="*/ 85911 h 100615"/>
                <a:gd name="connsiteX17" fmla="*/ 6508 w 43779"/>
                <a:gd name="connsiteY17" fmla="*/ 85911 h 100615"/>
                <a:gd name="connsiteX18" fmla="*/ 9746 w 43779"/>
                <a:gd name="connsiteY18" fmla="*/ 88895 h 100615"/>
                <a:gd name="connsiteX19" fmla="*/ 12174 w 43779"/>
                <a:gd name="connsiteY19" fmla="*/ 91880 h 100615"/>
                <a:gd name="connsiteX20" fmla="*/ 14603 w 43779"/>
                <a:gd name="connsiteY20" fmla="*/ 96357 h 100615"/>
                <a:gd name="connsiteX21" fmla="*/ 18245 w 43779"/>
                <a:gd name="connsiteY21" fmla="*/ 100088 h 100615"/>
                <a:gd name="connsiteX22" fmla="*/ 18650 w 43779"/>
                <a:gd name="connsiteY22" fmla="*/ 99342 h 100615"/>
                <a:gd name="connsiteX23" fmla="*/ 18650 w 43779"/>
                <a:gd name="connsiteY23" fmla="*/ 90388 h 100615"/>
                <a:gd name="connsiteX24" fmla="*/ 18245 w 43779"/>
                <a:gd name="connsiteY24" fmla="*/ 89642 h 100615"/>
                <a:gd name="connsiteX25" fmla="*/ 12174 w 43779"/>
                <a:gd name="connsiteY25" fmla="*/ 80688 h 100615"/>
                <a:gd name="connsiteX26" fmla="*/ 9746 w 43779"/>
                <a:gd name="connsiteY26" fmla="*/ 78449 h 100615"/>
                <a:gd name="connsiteX27" fmla="*/ 9341 w 43779"/>
                <a:gd name="connsiteY27" fmla="*/ 77703 h 100615"/>
                <a:gd name="connsiteX28" fmla="*/ 9746 w 43779"/>
                <a:gd name="connsiteY28" fmla="*/ 73972 h 100615"/>
                <a:gd name="connsiteX29" fmla="*/ 12174 w 43779"/>
                <a:gd name="connsiteY29" fmla="*/ 67257 h 100615"/>
                <a:gd name="connsiteX30" fmla="*/ 15817 w 43779"/>
                <a:gd name="connsiteY30" fmla="*/ 59795 h 100615"/>
                <a:gd name="connsiteX31" fmla="*/ 17436 w 43779"/>
                <a:gd name="connsiteY31" fmla="*/ 59049 h 100615"/>
                <a:gd name="connsiteX32" fmla="*/ 17436 w 43779"/>
                <a:gd name="connsiteY32" fmla="*/ 66511 h 100615"/>
                <a:gd name="connsiteX33" fmla="*/ 18650 w 43779"/>
                <a:gd name="connsiteY33" fmla="*/ 68749 h 100615"/>
                <a:gd name="connsiteX34" fmla="*/ 21078 w 43779"/>
                <a:gd name="connsiteY34" fmla="*/ 68003 h 100615"/>
                <a:gd name="connsiteX35" fmla="*/ 21483 w 43779"/>
                <a:gd name="connsiteY35" fmla="*/ 68003 h 100615"/>
                <a:gd name="connsiteX36" fmla="*/ 22697 w 43779"/>
                <a:gd name="connsiteY36" fmla="*/ 63526 h 100615"/>
                <a:gd name="connsiteX37" fmla="*/ 23911 w 43779"/>
                <a:gd name="connsiteY37" fmla="*/ 60542 h 100615"/>
                <a:gd name="connsiteX38" fmla="*/ 24316 w 43779"/>
                <a:gd name="connsiteY38" fmla="*/ 59795 h 100615"/>
                <a:gd name="connsiteX39" fmla="*/ 25935 w 43779"/>
                <a:gd name="connsiteY39" fmla="*/ 59049 h 100615"/>
                <a:gd name="connsiteX40" fmla="*/ 26745 w 43779"/>
                <a:gd name="connsiteY40" fmla="*/ 65765 h 100615"/>
                <a:gd name="connsiteX41" fmla="*/ 23911 w 43779"/>
                <a:gd name="connsiteY41" fmla="*/ 71734 h 100615"/>
                <a:gd name="connsiteX42" fmla="*/ 22697 w 43779"/>
                <a:gd name="connsiteY42" fmla="*/ 73972 h 100615"/>
                <a:gd name="connsiteX43" fmla="*/ 21078 w 43779"/>
                <a:gd name="connsiteY43" fmla="*/ 76957 h 100615"/>
                <a:gd name="connsiteX44" fmla="*/ 20674 w 43779"/>
                <a:gd name="connsiteY44" fmla="*/ 77703 h 100615"/>
                <a:gd name="connsiteX45" fmla="*/ 19459 w 43779"/>
                <a:gd name="connsiteY45" fmla="*/ 81434 h 100615"/>
                <a:gd name="connsiteX46" fmla="*/ 19459 w 43779"/>
                <a:gd name="connsiteY46" fmla="*/ 82180 h 100615"/>
                <a:gd name="connsiteX47" fmla="*/ 20269 w 43779"/>
                <a:gd name="connsiteY47" fmla="*/ 84419 h 100615"/>
                <a:gd name="connsiteX48" fmla="*/ 21888 w 43779"/>
                <a:gd name="connsiteY48" fmla="*/ 85165 h 100615"/>
                <a:gd name="connsiteX49" fmla="*/ 23102 w 43779"/>
                <a:gd name="connsiteY49" fmla="*/ 85165 h 100615"/>
                <a:gd name="connsiteX50" fmla="*/ 24721 w 43779"/>
                <a:gd name="connsiteY50" fmla="*/ 84419 h 100615"/>
                <a:gd name="connsiteX51" fmla="*/ 28364 w 43779"/>
                <a:gd name="connsiteY51" fmla="*/ 74719 h 100615"/>
                <a:gd name="connsiteX52" fmla="*/ 29578 w 43779"/>
                <a:gd name="connsiteY52" fmla="*/ 71734 h 100615"/>
                <a:gd name="connsiteX53" fmla="*/ 32006 w 43779"/>
                <a:gd name="connsiteY53" fmla="*/ 66511 h 100615"/>
                <a:gd name="connsiteX54" fmla="*/ 33625 w 43779"/>
                <a:gd name="connsiteY54" fmla="*/ 65765 h 100615"/>
                <a:gd name="connsiteX55" fmla="*/ 35244 w 43779"/>
                <a:gd name="connsiteY55" fmla="*/ 66511 h 100615"/>
                <a:gd name="connsiteX56" fmla="*/ 35649 w 43779"/>
                <a:gd name="connsiteY56" fmla="*/ 69495 h 100615"/>
                <a:gd name="connsiteX57" fmla="*/ 35244 w 43779"/>
                <a:gd name="connsiteY57" fmla="*/ 71734 h 100615"/>
                <a:gd name="connsiteX58" fmla="*/ 33625 w 43779"/>
                <a:gd name="connsiteY58" fmla="*/ 75465 h 100615"/>
                <a:gd name="connsiteX59" fmla="*/ 29982 w 43779"/>
                <a:gd name="connsiteY59" fmla="*/ 82926 h 100615"/>
                <a:gd name="connsiteX60" fmla="*/ 28768 w 43779"/>
                <a:gd name="connsiteY60" fmla="*/ 85165 h 100615"/>
                <a:gd name="connsiteX61" fmla="*/ 27959 w 43779"/>
                <a:gd name="connsiteY61" fmla="*/ 86657 h 100615"/>
                <a:gd name="connsiteX62" fmla="*/ 28768 w 43779"/>
                <a:gd name="connsiteY62" fmla="*/ 89642 h 100615"/>
                <a:gd name="connsiteX63" fmla="*/ 29982 w 43779"/>
                <a:gd name="connsiteY63" fmla="*/ 90388 h 100615"/>
                <a:gd name="connsiteX64" fmla="*/ 31601 w 43779"/>
                <a:gd name="connsiteY64" fmla="*/ 91134 h 100615"/>
                <a:gd name="connsiteX65" fmla="*/ 33625 w 43779"/>
                <a:gd name="connsiteY65" fmla="*/ 88149 h 100615"/>
                <a:gd name="connsiteX66" fmla="*/ 35244 w 43779"/>
                <a:gd name="connsiteY66" fmla="*/ 85911 h 100615"/>
                <a:gd name="connsiteX67" fmla="*/ 37268 w 43779"/>
                <a:gd name="connsiteY67" fmla="*/ 83672 h 100615"/>
                <a:gd name="connsiteX68" fmla="*/ 37672 w 43779"/>
                <a:gd name="connsiteY68" fmla="*/ 82926 h 100615"/>
                <a:gd name="connsiteX69" fmla="*/ 40910 w 43779"/>
                <a:gd name="connsiteY69" fmla="*/ 70988 h 100615"/>
                <a:gd name="connsiteX70" fmla="*/ 41315 w 43779"/>
                <a:gd name="connsiteY70" fmla="*/ 68003 h 100615"/>
                <a:gd name="connsiteX71" fmla="*/ 40910 w 43779"/>
                <a:gd name="connsiteY71" fmla="*/ 65765 h 100615"/>
                <a:gd name="connsiteX72" fmla="*/ 39291 w 43779"/>
                <a:gd name="connsiteY72" fmla="*/ 61288 h 100615"/>
                <a:gd name="connsiteX73" fmla="*/ 38887 w 43779"/>
                <a:gd name="connsiteY73" fmla="*/ 53080 h 100615"/>
                <a:gd name="connsiteX74" fmla="*/ 40505 w 43779"/>
                <a:gd name="connsiteY74" fmla="*/ 51588 h 100615"/>
                <a:gd name="connsiteX75" fmla="*/ 40910 w 43779"/>
                <a:gd name="connsiteY75" fmla="*/ 50842 h 100615"/>
                <a:gd name="connsiteX76" fmla="*/ 42529 w 43779"/>
                <a:gd name="connsiteY76" fmla="*/ 47857 h 100615"/>
                <a:gd name="connsiteX77" fmla="*/ 43339 w 43779"/>
                <a:gd name="connsiteY77" fmla="*/ 44872 h 100615"/>
                <a:gd name="connsiteX78" fmla="*/ 43743 w 43779"/>
                <a:gd name="connsiteY78" fmla="*/ 43380 h 100615"/>
                <a:gd name="connsiteX79" fmla="*/ 43339 w 43779"/>
                <a:gd name="connsiteY79" fmla="*/ 40395 h 100615"/>
                <a:gd name="connsiteX80" fmla="*/ 42529 w 43779"/>
                <a:gd name="connsiteY80" fmla="*/ 38157 h 100615"/>
                <a:gd name="connsiteX81" fmla="*/ 40910 w 43779"/>
                <a:gd name="connsiteY81" fmla="*/ 37411 h 100615"/>
                <a:gd name="connsiteX82" fmla="*/ 39291 w 43779"/>
                <a:gd name="connsiteY82" fmla="*/ 37411 h 100615"/>
                <a:gd name="connsiteX83" fmla="*/ 36863 w 43779"/>
                <a:gd name="connsiteY83" fmla="*/ 44126 h 100615"/>
                <a:gd name="connsiteX84" fmla="*/ 36458 w 43779"/>
                <a:gd name="connsiteY84" fmla="*/ 44872 h 100615"/>
                <a:gd name="connsiteX85" fmla="*/ 34839 w 43779"/>
                <a:gd name="connsiteY85" fmla="*/ 47111 h 100615"/>
                <a:gd name="connsiteX86" fmla="*/ 33220 w 43779"/>
                <a:gd name="connsiteY86" fmla="*/ 39649 h 100615"/>
                <a:gd name="connsiteX87" fmla="*/ 32816 w 43779"/>
                <a:gd name="connsiteY87" fmla="*/ 38157 h 100615"/>
                <a:gd name="connsiteX88" fmla="*/ 29173 w 43779"/>
                <a:gd name="connsiteY88" fmla="*/ 37411 h 100615"/>
                <a:gd name="connsiteX89" fmla="*/ 28768 w 43779"/>
                <a:gd name="connsiteY89" fmla="*/ 37411 h 100615"/>
                <a:gd name="connsiteX90" fmla="*/ 27959 w 43779"/>
                <a:gd name="connsiteY90" fmla="*/ 38157 h 100615"/>
                <a:gd name="connsiteX91" fmla="*/ 22697 w 43779"/>
                <a:gd name="connsiteY91" fmla="*/ 48603 h 100615"/>
                <a:gd name="connsiteX92" fmla="*/ 21483 w 43779"/>
                <a:gd name="connsiteY92" fmla="*/ 51588 h 100615"/>
                <a:gd name="connsiteX93" fmla="*/ 21078 w 43779"/>
                <a:gd name="connsiteY93" fmla="*/ 53826 h 100615"/>
                <a:gd name="connsiteX94" fmla="*/ 20269 w 43779"/>
                <a:gd name="connsiteY94" fmla="*/ 54572 h 100615"/>
                <a:gd name="connsiteX95" fmla="*/ 18650 w 43779"/>
                <a:gd name="connsiteY95" fmla="*/ 55319 h 100615"/>
                <a:gd name="connsiteX96" fmla="*/ 20269 w 43779"/>
                <a:gd name="connsiteY96" fmla="*/ 49349 h 100615"/>
                <a:gd name="connsiteX97" fmla="*/ 21888 w 43779"/>
                <a:gd name="connsiteY97" fmla="*/ 45619 h 100615"/>
                <a:gd name="connsiteX98" fmla="*/ 23102 w 43779"/>
                <a:gd name="connsiteY98" fmla="*/ 42634 h 100615"/>
                <a:gd name="connsiteX99" fmla="*/ 28364 w 43779"/>
                <a:gd name="connsiteY99" fmla="*/ 31442 h 100615"/>
                <a:gd name="connsiteX100" fmla="*/ 28768 w 43779"/>
                <a:gd name="connsiteY100" fmla="*/ 30695 h 100615"/>
                <a:gd name="connsiteX101" fmla="*/ 29578 w 43779"/>
                <a:gd name="connsiteY101" fmla="*/ 28457 h 100615"/>
                <a:gd name="connsiteX102" fmla="*/ 33220 w 43779"/>
                <a:gd name="connsiteY102" fmla="*/ 23980 h 100615"/>
                <a:gd name="connsiteX103" fmla="*/ 34839 w 43779"/>
                <a:gd name="connsiteY103" fmla="*/ 24726 h 100615"/>
                <a:gd name="connsiteX104" fmla="*/ 36863 w 43779"/>
                <a:gd name="connsiteY104" fmla="*/ 26965 h 100615"/>
                <a:gd name="connsiteX105" fmla="*/ 37268 w 43779"/>
                <a:gd name="connsiteY105" fmla="*/ 27711 h 100615"/>
                <a:gd name="connsiteX106" fmla="*/ 40910 w 43779"/>
                <a:gd name="connsiteY106" fmla="*/ 32934 h 100615"/>
                <a:gd name="connsiteX107" fmla="*/ 41315 w 43779"/>
                <a:gd name="connsiteY107" fmla="*/ 32934 h 100615"/>
                <a:gd name="connsiteX108" fmla="*/ 42124 w 43779"/>
                <a:gd name="connsiteY108" fmla="*/ 32188 h 100615"/>
                <a:gd name="connsiteX109" fmla="*/ 42934 w 43779"/>
                <a:gd name="connsiteY109" fmla="*/ 30695 h 100615"/>
                <a:gd name="connsiteX110" fmla="*/ 43339 w 43779"/>
                <a:gd name="connsiteY110" fmla="*/ 24726 h 100615"/>
                <a:gd name="connsiteX111" fmla="*/ 42934 w 43779"/>
                <a:gd name="connsiteY111" fmla="*/ 22488 h 100615"/>
                <a:gd name="connsiteX112" fmla="*/ 42124 w 43779"/>
                <a:gd name="connsiteY112" fmla="*/ 20249 h 100615"/>
                <a:gd name="connsiteX113" fmla="*/ 40505 w 43779"/>
                <a:gd name="connsiteY113" fmla="*/ 18011 h 100615"/>
                <a:gd name="connsiteX114" fmla="*/ 38482 w 43779"/>
                <a:gd name="connsiteY114" fmla="*/ 15026 h 100615"/>
                <a:gd name="connsiteX115" fmla="*/ 36863 w 43779"/>
                <a:gd name="connsiteY115" fmla="*/ 8311 h 100615"/>
                <a:gd name="connsiteX116" fmla="*/ 36863 w 43779"/>
                <a:gd name="connsiteY116" fmla="*/ 7565 h 100615"/>
                <a:gd name="connsiteX117" fmla="*/ 34839 w 43779"/>
                <a:gd name="connsiteY117" fmla="*/ 7565 h 100615"/>
                <a:gd name="connsiteX118" fmla="*/ 33625 w 43779"/>
                <a:gd name="connsiteY118" fmla="*/ 9803 h 100615"/>
                <a:gd name="connsiteX119" fmla="*/ 31601 w 43779"/>
                <a:gd name="connsiteY119" fmla="*/ 11296 h 100615"/>
                <a:gd name="connsiteX120" fmla="*/ 29982 w 43779"/>
                <a:gd name="connsiteY120" fmla="*/ 15026 h 100615"/>
                <a:gd name="connsiteX121" fmla="*/ 28768 w 43779"/>
                <a:gd name="connsiteY121" fmla="*/ 18011 h 100615"/>
                <a:gd name="connsiteX122" fmla="*/ 27959 w 43779"/>
                <a:gd name="connsiteY122" fmla="*/ 20996 h 100615"/>
                <a:gd name="connsiteX123" fmla="*/ 26745 w 43779"/>
                <a:gd name="connsiteY123" fmla="*/ 21742 h 100615"/>
                <a:gd name="connsiteX124" fmla="*/ 24316 w 43779"/>
                <a:gd name="connsiteY124" fmla="*/ 12788 h 100615"/>
                <a:gd name="connsiteX125" fmla="*/ 23911 w 43779"/>
                <a:gd name="connsiteY125" fmla="*/ 10549 h 100615"/>
                <a:gd name="connsiteX126" fmla="*/ 22697 w 43779"/>
                <a:gd name="connsiteY126" fmla="*/ 8311 h 100615"/>
                <a:gd name="connsiteX127" fmla="*/ 21078 w 43779"/>
                <a:gd name="connsiteY127" fmla="*/ 6819 h 100615"/>
                <a:gd name="connsiteX128" fmla="*/ 20269 w 43779"/>
                <a:gd name="connsiteY128" fmla="*/ 6819 h 100615"/>
                <a:gd name="connsiteX129" fmla="*/ 18650 w 43779"/>
                <a:gd name="connsiteY129" fmla="*/ 3088 h 100615"/>
                <a:gd name="connsiteX130" fmla="*/ 18245 w 43779"/>
                <a:gd name="connsiteY130" fmla="*/ 2342 h 100615"/>
                <a:gd name="connsiteX131" fmla="*/ 12984 w 43779"/>
                <a:gd name="connsiteY131" fmla="*/ 1596 h 100615"/>
                <a:gd name="connsiteX132" fmla="*/ 12174 w 43779"/>
                <a:gd name="connsiteY132" fmla="*/ 3088 h 100615"/>
                <a:gd name="connsiteX133" fmla="*/ 11770 w 43779"/>
                <a:gd name="connsiteY133" fmla="*/ 3834 h 100615"/>
                <a:gd name="connsiteX134" fmla="*/ 9746 w 43779"/>
                <a:gd name="connsiteY134" fmla="*/ 11296 h 100615"/>
                <a:gd name="connsiteX135" fmla="*/ 12174 w 43779"/>
                <a:gd name="connsiteY135" fmla="*/ 15026 h 100615"/>
                <a:gd name="connsiteX136" fmla="*/ 28364 w 43779"/>
                <a:gd name="connsiteY136" fmla="*/ 50095 h 100615"/>
                <a:gd name="connsiteX137" fmla="*/ 29578 w 43779"/>
                <a:gd name="connsiteY137" fmla="*/ 49349 h 100615"/>
                <a:gd name="connsiteX138" fmla="*/ 30387 w 43779"/>
                <a:gd name="connsiteY138" fmla="*/ 53080 h 100615"/>
                <a:gd name="connsiteX139" fmla="*/ 29578 w 43779"/>
                <a:gd name="connsiteY139" fmla="*/ 54572 h 100615"/>
                <a:gd name="connsiteX140" fmla="*/ 28364 w 43779"/>
                <a:gd name="connsiteY140" fmla="*/ 55319 h 100615"/>
                <a:gd name="connsiteX141" fmla="*/ 26340 w 43779"/>
                <a:gd name="connsiteY141" fmla="*/ 56065 h 100615"/>
                <a:gd name="connsiteX142" fmla="*/ 28364 w 43779"/>
                <a:gd name="connsiteY142" fmla="*/ 50095 h 10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43779" h="100615">
                  <a:moveTo>
                    <a:pt x="12174" y="15026"/>
                  </a:moveTo>
                  <a:lnTo>
                    <a:pt x="15007" y="15026"/>
                  </a:lnTo>
                  <a:cubicBezTo>
                    <a:pt x="15412" y="13534"/>
                    <a:pt x="15817" y="15026"/>
                    <a:pt x="15817" y="15026"/>
                  </a:cubicBezTo>
                  <a:cubicBezTo>
                    <a:pt x="14603" y="18011"/>
                    <a:pt x="15412" y="19503"/>
                    <a:pt x="15412" y="19503"/>
                  </a:cubicBezTo>
                  <a:cubicBezTo>
                    <a:pt x="15817" y="20996"/>
                    <a:pt x="17031" y="20996"/>
                    <a:pt x="17840" y="20996"/>
                  </a:cubicBezTo>
                  <a:lnTo>
                    <a:pt x="19459" y="20996"/>
                  </a:lnTo>
                  <a:cubicBezTo>
                    <a:pt x="19864" y="21742"/>
                    <a:pt x="19864" y="22488"/>
                    <a:pt x="19864" y="23234"/>
                  </a:cubicBezTo>
                  <a:cubicBezTo>
                    <a:pt x="21483" y="30695"/>
                    <a:pt x="20674" y="32934"/>
                    <a:pt x="20674" y="32934"/>
                  </a:cubicBezTo>
                  <a:cubicBezTo>
                    <a:pt x="20269" y="33680"/>
                    <a:pt x="19864" y="33680"/>
                    <a:pt x="19864" y="34426"/>
                  </a:cubicBezTo>
                  <a:cubicBezTo>
                    <a:pt x="19459" y="35919"/>
                    <a:pt x="18245" y="37411"/>
                    <a:pt x="17436" y="39649"/>
                  </a:cubicBezTo>
                  <a:cubicBezTo>
                    <a:pt x="15817" y="43380"/>
                    <a:pt x="13388" y="48603"/>
                    <a:pt x="11365" y="53826"/>
                  </a:cubicBezTo>
                  <a:lnTo>
                    <a:pt x="8936" y="58303"/>
                  </a:lnTo>
                  <a:cubicBezTo>
                    <a:pt x="6913" y="62780"/>
                    <a:pt x="5294" y="68003"/>
                    <a:pt x="4080" y="70242"/>
                  </a:cubicBezTo>
                  <a:lnTo>
                    <a:pt x="3675" y="70988"/>
                  </a:lnTo>
                  <a:cubicBezTo>
                    <a:pt x="3270" y="73972"/>
                    <a:pt x="842" y="73972"/>
                    <a:pt x="842" y="73972"/>
                  </a:cubicBezTo>
                  <a:cubicBezTo>
                    <a:pt x="-777" y="76957"/>
                    <a:pt x="437" y="84419"/>
                    <a:pt x="437" y="84419"/>
                  </a:cubicBezTo>
                  <a:cubicBezTo>
                    <a:pt x="1651" y="85911"/>
                    <a:pt x="3270" y="86657"/>
                    <a:pt x="4484" y="85911"/>
                  </a:cubicBezTo>
                  <a:lnTo>
                    <a:pt x="6508" y="85911"/>
                  </a:lnTo>
                  <a:cubicBezTo>
                    <a:pt x="7722" y="86657"/>
                    <a:pt x="8532" y="88149"/>
                    <a:pt x="9746" y="88895"/>
                  </a:cubicBezTo>
                  <a:cubicBezTo>
                    <a:pt x="10555" y="89642"/>
                    <a:pt x="11365" y="90388"/>
                    <a:pt x="12174" y="91880"/>
                  </a:cubicBezTo>
                  <a:cubicBezTo>
                    <a:pt x="12984" y="93372"/>
                    <a:pt x="14198" y="94865"/>
                    <a:pt x="14603" y="96357"/>
                  </a:cubicBezTo>
                  <a:cubicBezTo>
                    <a:pt x="15412" y="101580"/>
                    <a:pt x="17031" y="100834"/>
                    <a:pt x="18245" y="100088"/>
                  </a:cubicBezTo>
                  <a:lnTo>
                    <a:pt x="18650" y="99342"/>
                  </a:lnTo>
                  <a:cubicBezTo>
                    <a:pt x="19055" y="96357"/>
                    <a:pt x="19055" y="93372"/>
                    <a:pt x="18650" y="90388"/>
                  </a:cubicBezTo>
                  <a:cubicBezTo>
                    <a:pt x="18650" y="89642"/>
                    <a:pt x="18245" y="89642"/>
                    <a:pt x="18245" y="89642"/>
                  </a:cubicBezTo>
                  <a:cubicBezTo>
                    <a:pt x="16626" y="85911"/>
                    <a:pt x="14603" y="82926"/>
                    <a:pt x="12174" y="80688"/>
                  </a:cubicBezTo>
                  <a:lnTo>
                    <a:pt x="9746" y="78449"/>
                  </a:lnTo>
                  <a:lnTo>
                    <a:pt x="9341" y="77703"/>
                  </a:lnTo>
                  <a:cubicBezTo>
                    <a:pt x="9341" y="76211"/>
                    <a:pt x="9746" y="75465"/>
                    <a:pt x="9746" y="73972"/>
                  </a:cubicBezTo>
                  <a:lnTo>
                    <a:pt x="12174" y="67257"/>
                  </a:lnTo>
                  <a:lnTo>
                    <a:pt x="15817" y="59795"/>
                  </a:lnTo>
                  <a:cubicBezTo>
                    <a:pt x="15817" y="58303"/>
                    <a:pt x="17436" y="59049"/>
                    <a:pt x="17436" y="59049"/>
                  </a:cubicBezTo>
                  <a:cubicBezTo>
                    <a:pt x="17031" y="61288"/>
                    <a:pt x="17031" y="64272"/>
                    <a:pt x="17436" y="66511"/>
                  </a:cubicBezTo>
                  <a:cubicBezTo>
                    <a:pt x="17436" y="67257"/>
                    <a:pt x="17840" y="68003"/>
                    <a:pt x="18650" y="68749"/>
                  </a:cubicBezTo>
                  <a:cubicBezTo>
                    <a:pt x="19459" y="68749"/>
                    <a:pt x="20269" y="68749"/>
                    <a:pt x="21078" y="68003"/>
                  </a:cubicBezTo>
                  <a:lnTo>
                    <a:pt x="21483" y="68003"/>
                  </a:lnTo>
                  <a:lnTo>
                    <a:pt x="22697" y="63526"/>
                  </a:lnTo>
                  <a:cubicBezTo>
                    <a:pt x="23102" y="62780"/>
                    <a:pt x="23507" y="62034"/>
                    <a:pt x="23911" y="60542"/>
                  </a:cubicBezTo>
                  <a:lnTo>
                    <a:pt x="24316" y="59795"/>
                  </a:lnTo>
                  <a:cubicBezTo>
                    <a:pt x="24316" y="59049"/>
                    <a:pt x="25935" y="59049"/>
                    <a:pt x="25935" y="59049"/>
                  </a:cubicBezTo>
                  <a:cubicBezTo>
                    <a:pt x="26340" y="61288"/>
                    <a:pt x="26745" y="63526"/>
                    <a:pt x="26745" y="65765"/>
                  </a:cubicBezTo>
                  <a:cubicBezTo>
                    <a:pt x="25530" y="68003"/>
                    <a:pt x="24721" y="69495"/>
                    <a:pt x="23911" y="71734"/>
                  </a:cubicBezTo>
                  <a:lnTo>
                    <a:pt x="22697" y="73972"/>
                  </a:lnTo>
                  <a:lnTo>
                    <a:pt x="21078" y="76957"/>
                  </a:lnTo>
                  <a:cubicBezTo>
                    <a:pt x="21078" y="76957"/>
                    <a:pt x="20674" y="76957"/>
                    <a:pt x="20674" y="77703"/>
                  </a:cubicBezTo>
                  <a:cubicBezTo>
                    <a:pt x="19864" y="78449"/>
                    <a:pt x="19459" y="79942"/>
                    <a:pt x="19459" y="81434"/>
                  </a:cubicBezTo>
                  <a:lnTo>
                    <a:pt x="19459" y="82180"/>
                  </a:lnTo>
                  <a:cubicBezTo>
                    <a:pt x="19864" y="82926"/>
                    <a:pt x="19864" y="83672"/>
                    <a:pt x="20269" y="84419"/>
                  </a:cubicBezTo>
                  <a:cubicBezTo>
                    <a:pt x="20674" y="85165"/>
                    <a:pt x="21078" y="85165"/>
                    <a:pt x="21888" y="85165"/>
                  </a:cubicBezTo>
                  <a:lnTo>
                    <a:pt x="23102" y="85165"/>
                  </a:lnTo>
                  <a:cubicBezTo>
                    <a:pt x="23507" y="85165"/>
                    <a:pt x="24316" y="84419"/>
                    <a:pt x="24721" y="84419"/>
                  </a:cubicBezTo>
                  <a:cubicBezTo>
                    <a:pt x="25530" y="82926"/>
                    <a:pt x="27149" y="78449"/>
                    <a:pt x="28364" y="74719"/>
                  </a:cubicBezTo>
                  <a:cubicBezTo>
                    <a:pt x="28768" y="73972"/>
                    <a:pt x="29173" y="73226"/>
                    <a:pt x="29578" y="71734"/>
                  </a:cubicBezTo>
                  <a:cubicBezTo>
                    <a:pt x="30387" y="69495"/>
                    <a:pt x="31197" y="68003"/>
                    <a:pt x="32006" y="66511"/>
                  </a:cubicBezTo>
                  <a:cubicBezTo>
                    <a:pt x="32411" y="65765"/>
                    <a:pt x="32816" y="65765"/>
                    <a:pt x="33625" y="65765"/>
                  </a:cubicBezTo>
                  <a:cubicBezTo>
                    <a:pt x="34030" y="65019"/>
                    <a:pt x="34839" y="65765"/>
                    <a:pt x="35244" y="66511"/>
                  </a:cubicBezTo>
                  <a:cubicBezTo>
                    <a:pt x="35649" y="67257"/>
                    <a:pt x="35649" y="68003"/>
                    <a:pt x="35649" y="69495"/>
                  </a:cubicBezTo>
                  <a:cubicBezTo>
                    <a:pt x="35649" y="70242"/>
                    <a:pt x="35244" y="70242"/>
                    <a:pt x="35244" y="71734"/>
                  </a:cubicBezTo>
                  <a:cubicBezTo>
                    <a:pt x="35244" y="73226"/>
                    <a:pt x="34030" y="74719"/>
                    <a:pt x="33625" y="75465"/>
                  </a:cubicBezTo>
                  <a:cubicBezTo>
                    <a:pt x="32411" y="77703"/>
                    <a:pt x="31197" y="80688"/>
                    <a:pt x="29982" y="82926"/>
                  </a:cubicBezTo>
                  <a:lnTo>
                    <a:pt x="28768" y="85165"/>
                  </a:lnTo>
                  <a:lnTo>
                    <a:pt x="27959" y="86657"/>
                  </a:lnTo>
                  <a:cubicBezTo>
                    <a:pt x="27959" y="88149"/>
                    <a:pt x="28364" y="88895"/>
                    <a:pt x="28768" y="89642"/>
                  </a:cubicBezTo>
                  <a:cubicBezTo>
                    <a:pt x="29173" y="90388"/>
                    <a:pt x="29578" y="90388"/>
                    <a:pt x="29982" y="90388"/>
                  </a:cubicBezTo>
                  <a:cubicBezTo>
                    <a:pt x="30387" y="90388"/>
                    <a:pt x="31197" y="91134"/>
                    <a:pt x="31601" y="91134"/>
                  </a:cubicBezTo>
                  <a:cubicBezTo>
                    <a:pt x="32006" y="90388"/>
                    <a:pt x="33220" y="88895"/>
                    <a:pt x="33625" y="88149"/>
                  </a:cubicBezTo>
                  <a:cubicBezTo>
                    <a:pt x="34030" y="87403"/>
                    <a:pt x="34839" y="86657"/>
                    <a:pt x="35244" y="85911"/>
                  </a:cubicBezTo>
                  <a:cubicBezTo>
                    <a:pt x="36053" y="85165"/>
                    <a:pt x="36458" y="84419"/>
                    <a:pt x="37268" y="83672"/>
                  </a:cubicBezTo>
                  <a:cubicBezTo>
                    <a:pt x="37672" y="83672"/>
                    <a:pt x="37672" y="83672"/>
                    <a:pt x="37672" y="82926"/>
                  </a:cubicBezTo>
                  <a:cubicBezTo>
                    <a:pt x="39291" y="79942"/>
                    <a:pt x="40505" y="75465"/>
                    <a:pt x="40910" y="70988"/>
                  </a:cubicBezTo>
                  <a:cubicBezTo>
                    <a:pt x="40910" y="70242"/>
                    <a:pt x="40910" y="69495"/>
                    <a:pt x="41315" y="68003"/>
                  </a:cubicBezTo>
                  <a:cubicBezTo>
                    <a:pt x="41315" y="67257"/>
                    <a:pt x="40910" y="67257"/>
                    <a:pt x="40910" y="65765"/>
                  </a:cubicBezTo>
                  <a:cubicBezTo>
                    <a:pt x="40505" y="64272"/>
                    <a:pt x="39696" y="62780"/>
                    <a:pt x="39291" y="61288"/>
                  </a:cubicBezTo>
                  <a:cubicBezTo>
                    <a:pt x="38482" y="59049"/>
                    <a:pt x="38077" y="55319"/>
                    <a:pt x="38887" y="53080"/>
                  </a:cubicBezTo>
                  <a:cubicBezTo>
                    <a:pt x="39291" y="52334"/>
                    <a:pt x="40505" y="51588"/>
                    <a:pt x="40505" y="51588"/>
                  </a:cubicBezTo>
                  <a:lnTo>
                    <a:pt x="40910" y="50842"/>
                  </a:lnTo>
                  <a:cubicBezTo>
                    <a:pt x="41315" y="49349"/>
                    <a:pt x="41720" y="48603"/>
                    <a:pt x="42529" y="47857"/>
                  </a:cubicBezTo>
                  <a:lnTo>
                    <a:pt x="43339" y="44872"/>
                  </a:lnTo>
                  <a:cubicBezTo>
                    <a:pt x="43339" y="44126"/>
                    <a:pt x="43743" y="44126"/>
                    <a:pt x="43743" y="43380"/>
                  </a:cubicBezTo>
                  <a:cubicBezTo>
                    <a:pt x="43743" y="42634"/>
                    <a:pt x="43339" y="41888"/>
                    <a:pt x="43339" y="40395"/>
                  </a:cubicBezTo>
                  <a:cubicBezTo>
                    <a:pt x="42934" y="39649"/>
                    <a:pt x="42934" y="38903"/>
                    <a:pt x="42529" y="38157"/>
                  </a:cubicBezTo>
                  <a:cubicBezTo>
                    <a:pt x="42124" y="37411"/>
                    <a:pt x="41720" y="37411"/>
                    <a:pt x="40910" y="37411"/>
                  </a:cubicBezTo>
                  <a:lnTo>
                    <a:pt x="39291" y="37411"/>
                  </a:lnTo>
                  <a:cubicBezTo>
                    <a:pt x="38077" y="39649"/>
                    <a:pt x="37268" y="41888"/>
                    <a:pt x="36863" y="44126"/>
                  </a:cubicBezTo>
                  <a:lnTo>
                    <a:pt x="36458" y="44872"/>
                  </a:lnTo>
                  <a:cubicBezTo>
                    <a:pt x="36053" y="47857"/>
                    <a:pt x="34839" y="47111"/>
                    <a:pt x="34839" y="47111"/>
                  </a:cubicBezTo>
                  <a:cubicBezTo>
                    <a:pt x="34435" y="45619"/>
                    <a:pt x="33220" y="39649"/>
                    <a:pt x="33220" y="39649"/>
                  </a:cubicBezTo>
                  <a:cubicBezTo>
                    <a:pt x="33220" y="38903"/>
                    <a:pt x="33220" y="38157"/>
                    <a:pt x="32816" y="38157"/>
                  </a:cubicBezTo>
                  <a:cubicBezTo>
                    <a:pt x="31601" y="35172"/>
                    <a:pt x="29982" y="37411"/>
                    <a:pt x="29173" y="37411"/>
                  </a:cubicBezTo>
                  <a:lnTo>
                    <a:pt x="28768" y="37411"/>
                  </a:lnTo>
                  <a:cubicBezTo>
                    <a:pt x="28364" y="38157"/>
                    <a:pt x="28364" y="38157"/>
                    <a:pt x="27959" y="38157"/>
                  </a:cubicBezTo>
                  <a:cubicBezTo>
                    <a:pt x="25935" y="41142"/>
                    <a:pt x="23911" y="44872"/>
                    <a:pt x="22697" y="48603"/>
                  </a:cubicBezTo>
                  <a:cubicBezTo>
                    <a:pt x="22293" y="49349"/>
                    <a:pt x="21888" y="50842"/>
                    <a:pt x="21483" y="51588"/>
                  </a:cubicBezTo>
                  <a:cubicBezTo>
                    <a:pt x="21483" y="52334"/>
                    <a:pt x="21078" y="53080"/>
                    <a:pt x="21078" y="53826"/>
                  </a:cubicBezTo>
                  <a:cubicBezTo>
                    <a:pt x="21078" y="54572"/>
                    <a:pt x="20674" y="54572"/>
                    <a:pt x="20269" y="54572"/>
                  </a:cubicBezTo>
                  <a:lnTo>
                    <a:pt x="18650" y="55319"/>
                  </a:lnTo>
                  <a:cubicBezTo>
                    <a:pt x="18245" y="54572"/>
                    <a:pt x="19055" y="52334"/>
                    <a:pt x="20269" y="49349"/>
                  </a:cubicBezTo>
                  <a:cubicBezTo>
                    <a:pt x="20674" y="47857"/>
                    <a:pt x="21078" y="46365"/>
                    <a:pt x="21888" y="45619"/>
                  </a:cubicBezTo>
                  <a:cubicBezTo>
                    <a:pt x="22293" y="44872"/>
                    <a:pt x="22697" y="44126"/>
                    <a:pt x="23102" y="42634"/>
                  </a:cubicBezTo>
                  <a:cubicBezTo>
                    <a:pt x="25530" y="38157"/>
                    <a:pt x="27554" y="32934"/>
                    <a:pt x="28364" y="31442"/>
                  </a:cubicBezTo>
                  <a:lnTo>
                    <a:pt x="28768" y="30695"/>
                  </a:lnTo>
                  <a:cubicBezTo>
                    <a:pt x="29173" y="29949"/>
                    <a:pt x="29173" y="29203"/>
                    <a:pt x="29578" y="28457"/>
                  </a:cubicBezTo>
                  <a:cubicBezTo>
                    <a:pt x="30792" y="26219"/>
                    <a:pt x="32006" y="24726"/>
                    <a:pt x="33220" y="23980"/>
                  </a:cubicBezTo>
                  <a:cubicBezTo>
                    <a:pt x="33625" y="23980"/>
                    <a:pt x="34435" y="23980"/>
                    <a:pt x="34839" y="24726"/>
                  </a:cubicBezTo>
                  <a:cubicBezTo>
                    <a:pt x="35649" y="25472"/>
                    <a:pt x="36053" y="26219"/>
                    <a:pt x="36863" y="26965"/>
                  </a:cubicBezTo>
                  <a:lnTo>
                    <a:pt x="37268" y="27711"/>
                  </a:lnTo>
                  <a:cubicBezTo>
                    <a:pt x="37672" y="30695"/>
                    <a:pt x="39696" y="32188"/>
                    <a:pt x="40910" y="32934"/>
                  </a:cubicBezTo>
                  <a:lnTo>
                    <a:pt x="41315" y="32934"/>
                  </a:lnTo>
                  <a:cubicBezTo>
                    <a:pt x="41720" y="32934"/>
                    <a:pt x="41720" y="32188"/>
                    <a:pt x="42124" y="32188"/>
                  </a:cubicBezTo>
                  <a:lnTo>
                    <a:pt x="42934" y="30695"/>
                  </a:lnTo>
                  <a:cubicBezTo>
                    <a:pt x="43743" y="29203"/>
                    <a:pt x="44148" y="26965"/>
                    <a:pt x="43339" y="24726"/>
                  </a:cubicBezTo>
                  <a:cubicBezTo>
                    <a:pt x="42934" y="23980"/>
                    <a:pt x="42934" y="23980"/>
                    <a:pt x="42934" y="22488"/>
                  </a:cubicBezTo>
                  <a:cubicBezTo>
                    <a:pt x="42529" y="21742"/>
                    <a:pt x="42124" y="20996"/>
                    <a:pt x="42124" y="20249"/>
                  </a:cubicBezTo>
                  <a:cubicBezTo>
                    <a:pt x="41720" y="19503"/>
                    <a:pt x="40910" y="18757"/>
                    <a:pt x="40505" y="18011"/>
                  </a:cubicBezTo>
                  <a:cubicBezTo>
                    <a:pt x="39291" y="16519"/>
                    <a:pt x="38482" y="15026"/>
                    <a:pt x="38482" y="15026"/>
                  </a:cubicBezTo>
                  <a:cubicBezTo>
                    <a:pt x="37672" y="12788"/>
                    <a:pt x="37268" y="10549"/>
                    <a:pt x="36863" y="8311"/>
                  </a:cubicBezTo>
                  <a:lnTo>
                    <a:pt x="36863" y="7565"/>
                  </a:lnTo>
                  <a:lnTo>
                    <a:pt x="34839" y="7565"/>
                  </a:lnTo>
                  <a:cubicBezTo>
                    <a:pt x="34839" y="9803"/>
                    <a:pt x="34030" y="9803"/>
                    <a:pt x="33625" y="9803"/>
                  </a:cubicBezTo>
                  <a:cubicBezTo>
                    <a:pt x="32816" y="9803"/>
                    <a:pt x="32006" y="10549"/>
                    <a:pt x="31601" y="11296"/>
                  </a:cubicBezTo>
                  <a:cubicBezTo>
                    <a:pt x="31197" y="12042"/>
                    <a:pt x="30792" y="13534"/>
                    <a:pt x="29982" y="15026"/>
                  </a:cubicBezTo>
                  <a:cubicBezTo>
                    <a:pt x="29578" y="15772"/>
                    <a:pt x="29173" y="17265"/>
                    <a:pt x="28768" y="18011"/>
                  </a:cubicBezTo>
                  <a:cubicBezTo>
                    <a:pt x="28364" y="18757"/>
                    <a:pt x="27959" y="19503"/>
                    <a:pt x="27959" y="20996"/>
                  </a:cubicBezTo>
                  <a:cubicBezTo>
                    <a:pt x="27554" y="21742"/>
                    <a:pt x="27149" y="21742"/>
                    <a:pt x="26745" y="21742"/>
                  </a:cubicBezTo>
                  <a:cubicBezTo>
                    <a:pt x="25126" y="12042"/>
                    <a:pt x="24316" y="12788"/>
                    <a:pt x="24316" y="12788"/>
                  </a:cubicBezTo>
                  <a:cubicBezTo>
                    <a:pt x="24316" y="12788"/>
                    <a:pt x="23911" y="11296"/>
                    <a:pt x="23911" y="10549"/>
                  </a:cubicBezTo>
                  <a:cubicBezTo>
                    <a:pt x="23911" y="9803"/>
                    <a:pt x="23507" y="9057"/>
                    <a:pt x="22697" y="8311"/>
                  </a:cubicBezTo>
                  <a:cubicBezTo>
                    <a:pt x="22293" y="7565"/>
                    <a:pt x="21483" y="7565"/>
                    <a:pt x="21078" y="6819"/>
                  </a:cubicBezTo>
                  <a:lnTo>
                    <a:pt x="20269" y="6819"/>
                  </a:lnTo>
                  <a:cubicBezTo>
                    <a:pt x="18650" y="6072"/>
                    <a:pt x="18650" y="3088"/>
                    <a:pt x="18650" y="3088"/>
                  </a:cubicBezTo>
                  <a:cubicBezTo>
                    <a:pt x="18650" y="2342"/>
                    <a:pt x="18650" y="2342"/>
                    <a:pt x="18245" y="2342"/>
                  </a:cubicBezTo>
                  <a:cubicBezTo>
                    <a:pt x="17031" y="-643"/>
                    <a:pt x="14603" y="-643"/>
                    <a:pt x="12984" y="1596"/>
                  </a:cubicBezTo>
                  <a:lnTo>
                    <a:pt x="12174" y="3088"/>
                  </a:lnTo>
                  <a:lnTo>
                    <a:pt x="11770" y="3834"/>
                  </a:lnTo>
                  <a:cubicBezTo>
                    <a:pt x="10960" y="6072"/>
                    <a:pt x="10151" y="8311"/>
                    <a:pt x="9746" y="11296"/>
                  </a:cubicBezTo>
                  <a:cubicBezTo>
                    <a:pt x="10151" y="13534"/>
                    <a:pt x="11365" y="14280"/>
                    <a:pt x="12174" y="15026"/>
                  </a:cubicBezTo>
                  <a:close/>
                  <a:moveTo>
                    <a:pt x="28364" y="50095"/>
                  </a:moveTo>
                  <a:cubicBezTo>
                    <a:pt x="28768" y="49349"/>
                    <a:pt x="28768" y="49349"/>
                    <a:pt x="29578" y="49349"/>
                  </a:cubicBezTo>
                  <a:cubicBezTo>
                    <a:pt x="30387" y="49349"/>
                    <a:pt x="31197" y="50095"/>
                    <a:pt x="30387" y="53080"/>
                  </a:cubicBezTo>
                  <a:lnTo>
                    <a:pt x="29578" y="54572"/>
                  </a:lnTo>
                  <a:cubicBezTo>
                    <a:pt x="29173" y="54572"/>
                    <a:pt x="29173" y="55319"/>
                    <a:pt x="28364" y="55319"/>
                  </a:cubicBezTo>
                  <a:cubicBezTo>
                    <a:pt x="27554" y="55319"/>
                    <a:pt x="27149" y="56065"/>
                    <a:pt x="26340" y="56065"/>
                  </a:cubicBezTo>
                  <a:cubicBezTo>
                    <a:pt x="25530" y="56065"/>
                    <a:pt x="24721" y="52334"/>
                    <a:pt x="28364" y="5009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7" name="Freeform 1046"/>
            <p:cNvSpPr/>
            <p:nvPr/>
          </p:nvSpPr>
          <p:spPr>
            <a:xfrm>
              <a:off x="10202108" y="362169"/>
              <a:ext cx="29950" cy="52230"/>
            </a:xfrm>
            <a:custGeom>
              <a:avLst/>
              <a:gdLst>
                <a:gd name="connsiteX0" fmla="*/ 18618 w 29950"/>
                <a:gd name="connsiteY0" fmla="*/ 46261 h 52230"/>
                <a:gd name="connsiteX1" fmla="*/ 19427 w 29950"/>
                <a:gd name="connsiteY1" fmla="*/ 45515 h 52230"/>
                <a:gd name="connsiteX2" fmla="*/ 25498 w 29950"/>
                <a:gd name="connsiteY2" fmla="*/ 36561 h 52230"/>
                <a:gd name="connsiteX3" fmla="*/ 27926 w 29950"/>
                <a:gd name="connsiteY3" fmla="*/ 32831 h 52230"/>
                <a:gd name="connsiteX4" fmla="*/ 29545 w 29950"/>
                <a:gd name="connsiteY4" fmla="*/ 30592 h 52230"/>
                <a:gd name="connsiteX5" fmla="*/ 29950 w 29950"/>
                <a:gd name="connsiteY5" fmla="*/ 30592 h 52230"/>
                <a:gd name="connsiteX6" fmla="*/ 29545 w 29950"/>
                <a:gd name="connsiteY6" fmla="*/ 29846 h 52230"/>
                <a:gd name="connsiteX7" fmla="*/ 27926 w 29950"/>
                <a:gd name="connsiteY7" fmla="*/ 26115 h 52230"/>
                <a:gd name="connsiteX8" fmla="*/ 25903 w 29950"/>
                <a:gd name="connsiteY8" fmla="*/ 21638 h 52230"/>
                <a:gd name="connsiteX9" fmla="*/ 25498 w 29950"/>
                <a:gd name="connsiteY9" fmla="*/ 22385 h 52230"/>
                <a:gd name="connsiteX10" fmla="*/ 19427 w 29950"/>
                <a:gd name="connsiteY10" fmla="*/ 31338 h 52230"/>
                <a:gd name="connsiteX11" fmla="*/ 16999 w 29950"/>
                <a:gd name="connsiteY11" fmla="*/ 34323 h 52230"/>
                <a:gd name="connsiteX12" fmla="*/ 14570 w 29950"/>
                <a:gd name="connsiteY12" fmla="*/ 38054 h 52230"/>
                <a:gd name="connsiteX13" fmla="*/ 12142 w 29950"/>
                <a:gd name="connsiteY13" fmla="*/ 41038 h 52230"/>
                <a:gd name="connsiteX14" fmla="*/ 10523 w 29950"/>
                <a:gd name="connsiteY14" fmla="*/ 41784 h 52230"/>
                <a:gd name="connsiteX15" fmla="*/ 7285 w 29950"/>
                <a:gd name="connsiteY15" fmla="*/ 38800 h 52230"/>
                <a:gd name="connsiteX16" fmla="*/ 6476 w 29950"/>
                <a:gd name="connsiteY16" fmla="*/ 32831 h 52230"/>
                <a:gd name="connsiteX17" fmla="*/ 9309 w 29950"/>
                <a:gd name="connsiteY17" fmla="*/ 26115 h 52230"/>
                <a:gd name="connsiteX18" fmla="*/ 11737 w 29950"/>
                <a:gd name="connsiteY18" fmla="*/ 22385 h 52230"/>
                <a:gd name="connsiteX19" fmla="*/ 16594 w 29950"/>
                <a:gd name="connsiteY19" fmla="*/ 14923 h 52230"/>
                <a:gd name="connsiteX20" fmla="*/ 19022 w 29950"/>
                <a:gd name="connsiteY20" fmla="*/ 11938 h 52230"/>
                <a:gd name="connsiteX21" fmla="*/ 20641 w 29950"/>
                <a:gd name="connsiteY21" fmla="*/ 9700 h 52230"/>
                <a:gd name="connsiteX22" fmla="*/ 19022 w 29950"/>
                <a:gd name="connsiteY22" fmla="*/ 6715 h 52230"/>
                <a:gd name="connsiteX23" fmla="*/ 16594 w 29950"/>
                <a:gd name="connsiteY23" fmla="*/ 1492 h 52230"/>
                <a:gd name="connsiteX24" fmla="*/ 16189 w 29950"/>
                <a:gd name="connsiteY24" fmla="*/ 0 h 52230"/>
                <a:gd name="connsiteX25" fmla="*/ 11737 w 29950"/>
                <a:gd name="connsiteY25" fmla="*/ 6715 h 52230"/>
                <a:gd name="connsiteX26" fmla="*/ 4857 w 29950"/>
                <a:gd name="connsiteY26" fmla="*/ 16415 h 52230"/>
                <a:gd name="connsiteX27" fmla="*/ 3238 w 29950"/>
                <a:gd name="connsiteY27" fmla="*/ 19400 h 52230"/>
                <a:gd name="connsiteX28" fmla="*/ 0 w 29950"/>
                <a:gd name="connsiteY28" fmla="*/ 29846 h 52230"/>
                <a:gd name="connsiteX29" fmla="*/ 2833 w 29950"/>
                <a:gd name="connsiteY29" fmla="*/ 44023 h 52230"/>
                <a:gd name="connsiteX30" fmla="*/ 3238 w 29950"/>
                <a:gd name="connsiteY30" fmla="*/ 44769 h 52230"/>
                <a:gd name="connsiteX31" fmla="*/ 10118 w 29950"/>
                <a:gd name="connsiteY31" fmla="*/ 52231 h 52230"/>
                <a:gd name="connsiteX32" fmla="*/ 11737 w 29950"/>
                <a:gd name="connsiteY32" fmla="*/ 52231 h 52230"/>
                <a:gd name="connsiteX33" fmla="*/ 16594 w 29950"/>
                <a:gd name="connsiteY33" fmla="*/ 48500 h 52230"/>
                <a:gd name="connsiteX34" fmla="*/ 18618 w 29950"/>
                <a:gd name="connsiteY34" fmla="*/ 46261 h 52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9950" h="52230">
                  <a:moveTo>
                    <a:pt x="18618" y="46261"/>
                  </a:moveTo>
                  <a:lnTo>
                    <a:pt x="19427" y="45515"/>
                  </a:lnTo>
                  <a:lnTo>
                    <a:pt x="25498" y="36561"/>
                  </a:lnTo>
                  <a:lnTo>
                    <a:pt x="27926" y="32831"/>
                  </a:lnTo>
                  <a:lnTo>
                    <a:pt x="29545" y="30592"/>
                  </a:lnTo>
                  <a:lnTo>
                    <a:pt x="29950" y="30592"/>
                  </a:lnTo>
                  <a:lnTo>
                    <a:pt x="29545" y="29846"/>
                  </a:lnTo>
                  <a:lnTo>
                    <a:pt x="27926" y="26115"/>
                  </a:lnTo>
                  <a:lnTo>
                    <a:pt x="25903" y="21638"/>
                  </a:lnTo>
                  <a:lnTo>
                    <a:pt x="25498" y="22385"/>
                  </a:lnTo>
                  <a:lnTo>
                    <a:pt x="19427" y="31338"/>
                  </a:lnTo>
                  <a:lnTo>
                    <a:pt x="16999" y="34323"/>
                  </a:lnTo>
                  <a:lnTo>
                    <a:pt x="14570" y="38054"/>
                  </a:lnTo>
                  <a:cubicBezTo>
                    <a:pt x="13761" y="38800"/>
                    <a:pt x="12951" y="40292"/>
                    <a:pt x="12142" y="41038"/>
                  </a:cubicBezTo>
                  <a:cubicBezTo>
                    <a:pt x="11737" y="41784"/>
                    <a:pt x="11332" y="41784"/>
                    <a:pt x="10523" y="41784"/>
                  </a:cubicBezTo>
                  <a:cubicBezTo>
                    <a:pt x="9309" y="41784"/>
                    <a:pt x="8095" y="41038"/>
                    <a:pt x="7285" y="38800"/>
                  </a:cubicBezTo>
                  <a:cubicBezTo>
                    <a:pt x="6476" y="37308"/>
                    <a:pt x="6071" y="35069"/>
                    <a:pt x="6476" y="32831"/>
                  </a:cubicBezTo>
                  <a:cubicBezTo>
                    <a:pt x="6880" y="29846"/>
                    <a:pt x="8095" y="27608"/>
                    <a:pt x="9309" y="26115"/>
                  </a:cubicBezTo>
                  <a:lnTo>
                    <a:pt x="11737" y="22385"/>
                  </a:lnTo>
                  <a:lnTo>
                    <a:pt x="16594" y="14923"/>
                  </a:lnTo>
                  <a:lnTo>
                    <a:pt x="19022" y="11938"/>
                  </a:lnTo>
                  <a:lnTo>
                    <a:pt x="20641" y="9700"/>
                  </a:lnTo>
                  <a:lnTo>
                    <a:pt x="19022" y="6715"/>
                  </a:lnTo>
                  <a:lnTo>
                    <a:pt x="16594" y="1492"/>
                  </a:lnTo>
                  <a:lnTo>
                    <a:pt x="16189" y="0"/>
                  </a:lnTo>
                  <a:lnTo>
                    <a:pt x="11737" y="6715"/>
                  </a:lnTo>
                  <a:lnTo>
                    <a:pt x="4857" y="16415"/>
                  </a:lnTo>
                  <a:lnTo>
                    <a:pt x="3238" y="19400"/>
                  </a:lnTo>
                  <a:cubicBezTo>
                    <a:pt x="1619" y="22385"/>
                    <a:pt x="405" y="26115"/>
                    <a:pt x="0" y="29846"/>
                  </a:cubicBezTo>
                  <a:cubicBezTo>
                    <a:pt x="0" y="35069"/>
                    <a:pt x="809" y="40292"/>
                    <a:pt x="2833" y="44023"/>
                  </a:cubicBezTo>
                  <a:cubicBezTo>
                    <a:pt x="2833" y="44769"/>
                    <a:pt x="2833" y="44769"/>
                    <a:pt x="3238" y="44769"/>
                  </a:cubicBezTo>
                  <a:cubicBezTo>
                    <a:pt x="4857" y="48500"/>
                    <a:pt x="7285" y="51485"/>
                    <a:pt x="10118" y="52231"/>
                  </a:cubicBezTo>
                  <a:lnTo>
                    <a:pt x="11737" y="52231"/>
                  </a:lnTo>
                  <a:cubicBezTo>
                    <a:pt x="13356" y="51485"/>
                    <a:pt x="15380" y="50738"/>
                    <a:pt x="16594" y="48500"/>
                  </a:cubicBezTo>
                  <a:cubicBezTo>
                    <a:pt x="17808" y="48500"/>
                    <a:pt x="18213" y="47754"/>
                    <a:pt x="18618" y="462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" name="Freeform 1048"/>
            <p:cNvSpPr/>
            <p:nvPr/>
          </p:nvSpPr>
          <p:spPr>
            <a:xfrm>
              <a:off x="10209234" y="-80359"/>
              <a:ext cx="19445" cy="31601"/>
            </a:xfrm>
            <a:custGeom>
              <a:avLst/>
              <a:gdLst>
                <a:gd name="connsiteX0" fmla="*/ 969 w 19445"/>
                <a:gd name="connsiteY0" fmla="*/ 17967 h 31601"/>
                <a:gd name="connsiteX1" fmla="*/ 5016 w 19445"/>
                <a:gd name="connsiteY1" fmla="*/ 19460 h 31601"/>
                <a:gd name="connsiteX2" fmla="*/ 8658 w 19445"/>
                <a:gd name="connsiteY2" fmla="*/ 26175 h 31601"/>
                <a:gd name="connsiteX3" fmla="*/ 9873 w 19445"/>
                <a:gd name="connsiteY3" fmla="*/ 26921 h 31601"/>
                <a:gd name="connsiteX4" fmla="*/ 11492 w 19445"/>
                <a:gd name="connsiteY4" fmla="*/ 29906 h 31601"/>
                <a:gd name="connsiteX5" fmla="*/ 12301 w 19445"/>
                <a:gd name="connsiteY5" fmla="*/ 31398 h 31601"/>
                <a:gd name="connsiteX6" fmla="*/ 14729 w 19445"/>
                <a:gd name="connsiteY6" fmla="*/ 29906 h 31601"/>
                <a:gd name="connsiteX7" fmla="*/ 15134 w 19445"/>
                <a:gd name="connsiteY7" fmla="*/ 25429 h 31601"/>
                <a:gd name="connsiteX8" fmla="*/ 15134 w 19445"/>
                <a:gd name="connsiteY8" fmla="*/ 22444 h 31601"/>
                <a:gd name="connsiteX9" fmla="*/ 15944 w 19445"/>
                <a:gd name="connsiteY9" fmla="*/ 21698 h 31601"/>
                <a:gd name="connsiteX10" fmla="*/ 18372 w 19445"/>
                <a:gd name="connsiteY10" fmla="*/ 20206 h 31601"/>
                <a:gd name="connsiteX11" fmla="*/ 18777 w 19445"/>
                <a:gd name="connsiteY11" fmla="*/ 20206 h 31601"/>
                <a:gd name="connsiteX12" fmla="*/ 19182 w 19445"/>
                <a:gd name="connsiteY12" fmla="*/ 14237 h 31601"/>
                <a:gd name="connsiteX13" fmla="*/ 18777 w 19445"/>
                <a:gd name="connsiteY13" fmla="*/ 14237 h 31601"/>
                <a:gd name="connsiteX14" fmla="*/ 15944 w 19445"/>
                <a:gd name="connsiteY14" fmla="*/ 14237 h 31601"/>
                <a:gd name="connsiteX15" fmla="*/ 14325 w 19445"/>
                <a:gd name="connsiteY15" fmla="*/ 9760 h 31601"/>
                <a:gd name="connsiteX16" fmla="*/ 12301 w 19445"/>
                <a:gd name="connsiteY16" fmla="*/ 9013 h 31601"/>
                <a:gd name="connsiteX17" fmla="*/ 11896 w 19445"/>
                <a:gd name="connsiteY17" fmla="*/ 9013 h 31601"/>
                <a:gd name="connsiteX18" fmla="*/ 10277 w 19445"/>
                <a:gd name="connsiteY18" fmla="*/ 6775 h 31601"/>
                <a:gd name="connsiteX19" fmla="*/ 9873 w 19445"/>
                <a:gd name="connsiteY19" fmla="*/ 1552 h 31601"/>
                <a:gd name="connsiteX20" fmla="*/ 6230 w 19445"/>
                <a:gd name="connsiteY20" fmla="*/ 806 h 31601"/>
                <a:gd name="connsiteX21" fmla="*/ 5421 w 19445"/>
                <a:gd name="connsiteY21" fmla="*/ 1552 h 31601"/>
                <a:gd name="connsiteX22" fmla="*/ 5016 w 19445"/>
                <a:gd name="connsiteY22" fmla="*/ 7521 h 31601"/>
                <a:gd name="connsiteX23" fmla="*/ 4206 w 19445"/>
                <a:gd name="connsiteY23" fmla="*/ 9760 h 31601"/>
                <a:gd name="connsiteX24" fmla="*/ 1373 w 19445"/>
                <a:gd name="connsiteY24" fmla="*/ 10506 h 31601"/>
                <a:gd name="connsiteX25" fmla="*/ 969 w 19445"/>
                <a:gd name="connsiteY25" fmla="*/ 17967 h 31601"/>
                <a:gd name="connsiteX26" fmla="*/ 9873 w 19445"/>
                <a:gd name="connsiteY26" fmla="*/ 15729 h 31601"/>
                <a:gd name="connsiteX27" fmla="*/ 11492 w 19445"/>
                <a:gd name="connsiteY27" fmla="*/ 16475 h 31601"/>
                <a:gd name="connsiteX28" fmla="*/ 11087 w 19445"/>
                <a:gd name="connsiteY28" fmla="*/ 20206 h 31601"/>
                <a:gd name="connsiteX29" fmla="*/ 9468 w 19445"/>
                <a:gd name="connsiteY29" fmla="*/ 20206 h 31601"/>
                <a:gd name="connsiteX30" fmla="*/ 7849 w 19445"/>
                <a:gd name="connsiteY30" fmla="*/ 16475 h 31601"/>
                <a:gd name="connsiteX31" fmla="*/ 9873 w 19445"/>
                <a:gd name="connsiteY31" fmla="*/ 15729 h 3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445" h="31601">
                  <a:moveTo>
                    <a:pt x="969" y="17967"/>
                  </a:moveTo>
                  <a:cubicBezTo>
                    <a:pt x="2183" y="18713"/>
                    <a:pt x="3802" y="19460"/>
                    <a:pt x="5016" y="19460"/>
                  </a:cubicBezTo>
                  <a:cubicBezTo>
                    <a:pt x="5421" y="23190"/>
                    <a:pt x="5825" y="26175"/>
                    <a:pt x="8658" y="26175"/>
                  </a:cubicBezTo>
                  <a:cubicBezTo>
                    <a:pt x="9063" y="26175"/>
                    <a:pt x="9468" y="26175"/>
                    <a:pt x="9873" y="26921"/>
                  </a:cubicBezTo>
                  <a:lnTo>
                    <a:pt x="11492" y="29906"/>
                  </a:lnTo>
                  <a:cubicBezTo>
                    <a:pt x="11896" y="30652"/>
                    <a:pt x="11896" y="31398"/>
                    <a:pt x="12301" y="31398"/>
                  </a:cubicBezTo>
                  <a:cubicBezTo>
                    <a:pt x="13111" y="32144"/>
                    <a:pt x="14729" y="30652"/>
                    <a:pt x="14729" y="29906"/>
                  </a:cubicBezTo>
                  <a:cubicBezTo>
                    <a:pt x="14729" y="29160"/>
                    <a:pt x="15134" y="26921"/>
                    <a:pt x="15134" y="25429"/>
                  </a:cubicBezTo>
                  <a:cubicBezTo>
                    <a:pt x="15134" y="23937"/>
                    <a:pt x="14729" y="23190"/>
                    <a:pt x="15134" y="22444"/>
                  </a:cubicBezTo>
                  <a:cubicBezTo>
                    <a:pt x="15539" y="21698"/>
                    <a:pt x="15539" y="21698"/>
                    <a:pt x="15944" y="21698"/>
                  </a:cubicBezTo>
                  <a:cubicBezTo>
                    <a:pt x="16753" y="20952"/>
                    <a:pt x="17563" y="20206"/>
                    <a:pt x="18372" y="20206"/>
                  </a:cubicBezTo>
                  <a:lnTo>
                    <a:pt x="18777" y="20206"/>
                  </a:lnTo>
                  <a:cubicBezTo>
                    <a:pt x="19991" y="17967"/>
                    <a:pt x="19182" y="14237"/>
                    <a:pt x="19182" y="14237"/>
                  </a:cubicBezTo>
                  <a:lnTo>
                    <a:pt x="18777" y="14237"/>
                  </a:lnTo>
                  <a:cubicBezTo>
                    <a:pt x="17563" y="13490"/>
                    <a:pt x="16348" y="14983"/>
                    <a:pt x="15944" y="14237"/>
                  </a:cubicBezTo>
                  <a:cubicBezTo>
                    <a:pt x="15539" y="13490"/>
                    <a:pt x="14729" y="10506"/>
                    <a:pt x="14325" y="9760"/>
                  </a:cubicBezTo>
                  <a:cubicBezTo>
                    <a:pt x="13920" y="9013"/>
                    <a:pt x="13111" y="9013"/>
                    <a:pt x="12301" y="9013"/>
                  </a:cubicBezTo>
                  <a:lnTo>
                    <a:pt x="11896" y="9013"/>
                  </a:lnTo>
                  <a:cubicBezTo>
                    <a:pt x="11087" y="9013"/>
                    <a:pt x="10682" y="8267"/>
                    <a:pt x="10277" y="6775"/>
                  </a:cubicBezTo>
                  <a:cubicBezTo>
                    <a:pt x="9873" y="5283"/>
                    <a:pt x="9873" y="3044"/>
                    <a:pt x="9873" y="1552"/>
                  </a:cubicBezTo>
                  <a:cubicBezTo>
                    <a:pt x="8658" y="-1433"/>
                    <a:pt x="6230" y="806"/>
                    <a:pt x="6230" y="806"/>
                  </a:cubicBezTo>
                  <a:cubicBezTo>
                    <a:pt x="6230" y="806"/>
                    <a:pt x="5825" y="1552"/>
                    <a:pt x="5421" y="1552"/>
                  </a:cubicBezTo>
                  <a:cubicBezTo>
                    <a:pt x="4206" y="3790"/>
                    <a:pt x="5016" y="6029"/>
                    <a:pt x="5016" y="7521"/>
                  </a:cubicBezTo>
                  <a:cubicBezTo>
                    <a:pt x="5016" y="9013"/>
                    <a:pt x="4611" y="9013"/>
                    <a:pt x="4206" y="9760"/>
                  </a:cubicBezTo>
                  <a:cubicBezTo>
                    <a:pt x="3397" y="10506"/>
                    <a:pt x="2183" y="10506"/>
                    <a:pt x="1373" y="10506"/>
                  </a:cubicBezTo>
                  <a:cubicBezTo>
                    <a:pt x="-1460" y="17221"/>
                    <a:pt x="969" y="17967"/>
                    <a:pt x="969" y="17967"/>
                  </a:cubicBezTo>
                  <a:close/>
                  <a:moveTo>
                    <a:pt x="9873" y="15729"/>
                  </a:moveTo>
                  <a:cubicBezTo>
                    <a:pt x="10277" y="15729"/>
                    <a:pt x="11087" y="15729"/>
                    <a:pt x="11492" y="16475"/>
                  </a:cubicBezTo>
                  <a:cubicBezTo>
                    <a:pt x="11492" y="17221"/>
                    <a:pt x="11896" y="19460"/>
                    <a:pt x="11087" y="20206"/>
                  </a:cubicBezTo>
                  <a:cubicBezTo>
                    <a:pt x="10277" y="20952"/>
                    <a:pt x="10277" y="20206"/>
                    <a:pt x="9468" y="20206"/>
                  </a:cubicBezTo>
                  <a:cubicBezTo>
                    <a:pt x="8658" y="20206"/>
                    <a:pt x="7849" y="16475"/>
                    <a:pt x="7849" y="16475"/>
                  </a:cubicBezTo>
                  <a:cubicBezTo>
                    <a:pt x="7849" y="16475"/>
                    <a:pt x="9063" y="14983"/>
                    <a:pt x="9873" y="1572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1" name="Freeform 1050"/>
            <p:cNvSpPr/>
            <p:nvPr/>
          </p:nvSpPr>
          <p:spPr>
            <a:xfrm>
              <a:off x="10182681" y="317400"/>
              <a:ext cx="31973" cy="55215"/>
            </a:xfrm>
            <a:custGeom>
              <a:avLst/>
              <a:gdLst>
                <a:gd name="connsiteX0" fmla="*/ 31569 w 31973"/>
                <a:gd name="connsiteY0" fmla="*/ 32831 h 55215"/>
                <a:gd name="connsiteX1" fmla="*/ 28736 w 31973"/>
                <a:gd name="connsiteY1" fmla="*/ 22385 h 55215"/>
                <a:gd name="connsiteX2" fmla="*/ 23474 w 31973"/>
                <a:gd name="connsiteY2" fmla="*/ 27608 h 55215"/>
                <a:gd name="connsiteX3" fmla="*/ 20641 w 31973"/>
                <a:gd name="connsiteY3" fmla="*/ 31338 h 55215"/>
                <a:gd name="connsiteX4" fmla="*/ 16594 w 31973"/>
                <a:gd name="connsiteY4" fmla="*/ 18654 h 55215"/>
                <a:gd name="connsiteX5" fmla="*/ 23474 w 31973"/>
                <a:gd name="connsiteY5" fmla="*/ 11938 h 55215"/>
                <a:gd name="connsiteX6" fmla="*/ 24689 w 31973"/>
                <a:gd name="connsiteY6" fmla="*/ 10446 h 55215"/>
                <a:gd name="connsiteX7" fmla="*/ 23474 w 31973"/>
                <a:gd name="connsiteY7" fmla="*/ 5969 h 55215"/>
                <a:gd name="connsiteX8" fmla="*/ 21451 w 31973"/>
                <a:gd name="connsiteY8" fmla="*/ 0 h 55215"/>
                <a:gd name="connsiteX9" fmla="*/ 11332 w 31973"/>
                <a:gd name="connsiteY9" fmla="*/ 10446 h 55215"/>
                <a:gd name="connsiteX10" fmla="*/ 809 w 31973"/>
                <a:gd name="connsiteY10" fmla="*/ 21638 h 55215"/>
                <a:gd name="connsiteX11" fmla="*/ 0 w 31973"/>
                <a:gd name="connsiteY11" fmla="*/ 21638 h 55215"/>
                <a:gd name="connsiteX12" fmla="*/ 809 w 31973"/>
                <a:gd name="connsiteY12" fmla="*/ 23877 h 55215"/>
                <a:gd name="connsiteX13" fmla="*/ 3238 w 31973"/>
                <a:gd name="connsiteY13" fmla="*/ 32831 h 55215"/>
                <a:gd name="connsiteX14" fmla="*/ 11332 w 31973"/>
                <a:gd name="connsiteY14" fmla="*/ 23877 h 55215"/>
                <a:gd name="connsiteX15" fmla="*/ 12142 w 31973"/>
                <a:gd name="connsiteY15" fmla="*/ 23131 h 55215"/>
                <a:gd name="connsiteX16" fmla="*/ 16189 w 31973"/>
                <a:gd name="connsiteY16" fmla="*/ 35815 h 55215"/>
                <a:gd name="connsiteX17" fmla="*/ 11332 w 31973"/>
                <a:gd name="connsiteY17" fmla="*/ 40292 h 55215"/>
                <a:gd name="connsiteX18" fmla="*/ 6880 w 31973"/>
                <a:gd name="connsiteY18" fmla="*/ 44769 h 55215"/>
                <a:gd name="connsiteX19" fmla="*/ 10118 w 31973"/>
                <a:gd name="connsiteY19" fmla="*/ 55215 h 55215"/>
                <a:gd name="connsiteX20" fmla="*/ 11332 w 31973"/>
                <a:gd name="connsiteY20" fmla="*/ 54469 h 55215"/>
                <a:gd name="connsiteX21" fmla="*/ 23474 w 31973"/>
                <a:gd name="connsiteY21" fmla="*/ 41784 h 55215"/>
                <a:gd name="connsiteX22" fmla="*/ 31569 w 31973"/>
                <a:gd name="connsiteY22" fmla="*/ 33577 h 55215"/>
                <a:gd name="connsiteX23" fmla="*/ 31974 w 31973"/>
                <a:gd name="connsiteY23" fmla="*/ 33577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1973" h="55215">
                  <a:moveTo>
                    <a:pt x="31569" y="32831"/>
                  </a:moveTo>
                  <a:lnTo>
                    <a:pt x="28736" y="22385"/>
                  </a:lnTo>
                  <a:lnTo>
                    <a:pt x="23474" y="27608"/>
                  </a:lnTo>
                  <a:lnTo>
                    <a:pt x="20641" y="31338"/>
                  </a:lnTo>
                  <a:lnTo>
                    <a:pt x="16594" y="18654"/>
                  </a:lnTo>
                  <a:lnTo>
                    <a:pt x="23474" y="11938"/>
                  </a:lnTo>
                  <a:lnTo>
                    <a:pt x="24689" y="10446"/>
                  </a:lnTo>
                  <a:lnTo>
                    <a:pt x="23474" y="5969"/>
                  </a:lnTo>
                  <a:lnTo>
                    <a:pt x="21451" y="0"/>
                  </a:lnTo>
                  <a:lnTo>
                    <a:pt x="11332" y="10446"/>
                  </a:lnTo>
                  <a:lnTo>
                    <a:pt x="809" y="21638"/>
                  </a:lnTo>
                  <a:lnTo>
                    <a:pt x="0" y="21638"/>
                  </a:lnTo>
                  <a:lnTo>
                    <a:pt x="809" y="23877"/>
                  </a:lnTo>
                  <a:lnTo>
                    <a:pt x="3238" y="32831"/>
                  </a:lnTo>
                  <a:lnTo>
                    <a:pt x="11332" y="23877"/>
                  </a:lnTo>
                  <a:lnTo>
                    <a:pt x="12142" y="23131"/>
                  </a:lnTo>
                  <a:lnTo>
                    <a:pt x="16189" y="35815"/>
                  </a:lnTo>
                  <a:lnTo>
                    <a:pt x="11332" y="40292"/>
                  </a:lnTo>
                  <a:lnTo>
                    <a:pt x="6880" y="44769"/>
                  </a:lnTo>
                  <a:lnTo>
                    <a:pt x="10118" y="55215"/>
                  </a:lnTo>
                  <a:lnTo>
                    <a:pt x="11332" y="54469"/>
                  </a:lnTo>
                  <a:lnTo>
                    <a:pt x="23474" y="41784"/>
                  </a:lnTo>
                  <a:lnTo>
                    <a:pt x="31569" y="33577"/>
                  </a:lnTo>
                  <a:lnTo>
                    <a:pt x="31974" y="335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2" name="Freeform 1051"/>
            <p:cNvSpPr/>
            <p:nvPr/>
          </p:nvSpPr>
          <p:spPr>
            <a:xfrm>
              <a:off x="10200424" y="-57724"/>
              <a:ext cx="17563" cy="30710"/>
            </a:xfrm>
            <a:custGeom>
              <a:avLst/>
              <a:gdLst>
                <a:gd name="connsiteX0" fmla="*/ 5731 w 17563"/>
                <a:gd name="connsiteY0" fmla="*/ 20701 h 30710"/>
                <a:gd name="connsiteX1" fmla="*/ 11397 w 17563"/>
                <a:gd name="connsiteY1" fmla="*/ 29655 h 30710"/>
                <a:gd name="connsiteX2" fmla="*/ 13826 w 17563"/>
                <a:gd name="connsiteY2" fmla="*/ 30401 h 30710"/>
                <a:gd name="connsiteX3" fmla="*/ 15445 w 17563"/>
                <a:gd name="connsiteY3" fmla="*/ 28909 h 30710"/>
                <a:gd name="connsiteX4" fmla="*/ 17064 w 17563"/>
                <a:gd name="connsiteY4" fmla="*/ 22194 h 30710"/>
                <a:gd name="connsiteX5" fmla="*/ 15849 w 17563"/>
                <a:gd name="connsiteY5" fmla="*/ 11001 h 30710"/>
                <a:gd name="connsiteX6" fmla="*/ 13826 w 17563"/>
                <a:gd name="connsiteY6" fmla="*/ 13986 h 30710"/>
                <a:gd name="connsiteX7" fmla="*/ 13826 w 17563"/>
                <a:gd name="connsiteY7" fmla="*/ 15478 h 30710"/>
                <a:gd name="connsiteX8" fmla="*/ 11802 w 17563"/>
                <a:gd name="connsiteY8" fmla="*/ 16971 h 30710"/>
                <a:gd name="connsiteX9" fmla="*/ 12612 w 17563"/>
                <a:gd name="connsiteY9" fmla="*/ 10255 h 30710"/>
                <a:gd name="connsiteX10" fmla="*/ 10993 w 17563"/>
                <a:gd name="connsiteY10" fmla="*/ 6525 h 30710"/>
                <a:gd name="connsiteX11" fmla="*/ 7350 w 17563"/>
                <a:gd name="connsiteY11" fmla="*/ 10255 h 30710"/>
                <a:gd name="connsiteX12" fmla="*/ 5731 w 17563"/>
                <a:gd name="connsiteY12" fmla="*/ 11001 h 30710"/>
                <a:gd name="connsiteX13" fmla="*/ 6945 w 17563"/>
                <a:gd name="connsiteY13" fmla="*/ 2794 h 30710"/>
                <a:gd name="connsiteX14" fmla="*/ 2089 w 17563"/>
                <a:gd name="connsiteY14" fmla="*/ 1301 h 30710"/>
                <a:gd name="connsiteX15" fmla="*/ 1684 w 17563"/>
                <a:gd name="connsiteY15" fmla="*/ 2048 h 30710"/>
                <a:gd name="connsiteX16" fmla="*/ 65 w 17563"/>
                <a:gd name="connsiteY16" fmla="*/ 11001 h 30710"/>
                <a:gd name="connsiteX17" fmla="*/ 1279 w 17563"/>
                <a:gd name="connsiteY17" fmla="*/ 16971 h 30710"/>
                <a:gd name="connsiteX18" fmla="*/ 5731 w 17563"/>
                <a:gd name="connsiteY18" fmla="*/ 20701 h 3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563" h="30710">
                  <a:moveTo>
                    <a:pt x="5731" y="20701"/>
                  </a:moveTo>
                  <a:cubicBezTo>
                    <a:pt x="7755" y="23686"/>
                    <a:pt x="9778" y="25925"/>
                    <a:pt x="11397" y="29655"/>
                  </a:cubicBezTo>
                  <a:cubicBezTo>
                    <a:pt x="12207" y="30401"/>
                    <a:pt x="13016" y="31148"/>
                    <a:pt x="13826" y="30401"/>
                  </a:cubicBezTo>
                  <a:cubicBezTo>
                    <a:pt x="14635" y="30401"/>
                    <a:pt x="15040" y="29655"/>
                    <a:pt x="15445" y="28909"/>
                  </a:cubicBezTo>
                  <a:cubicBezTo>
                    <a:pt x="15849" y="25925"/>
                    <a:pt x="17064" y="22194"/>
                    <a:pt x="17064" y="22194"/>
                  </a:cubicBezTo>
                  <a:cubicBezTo>
                    <a:pt x="18683" y="11748"/>
                    <a:pt x="15849" y="11001"/>
                    <a:pt x="15849" y="11001"/>
                  </a:cubicBezTo>
                  <a:cubicBezTo>
                    <a:pt x="15040" y="11001"/>
                    <a:pt x="14230" y="12494"/>
                    <a:pt x="13826" y="13986"/>
                  </a:cubicBezTo>
                  <a:lnTo>
                    <a:pt x="13826" y="15478"/>
                  </a:lnTo>
                  <a:cubicBezTo>
                    <a:pt x="12612" y="18463"/>
                    <a:pt x="11802" y="16971"/>
                    <a:pt x="11802" y="16971"/>
                  </a:cubicBezTo>
                  <a:lnTo>
                    <a:pt x="12612" y="10255"/>
                  </a:lnTo>
                  <a:cubicBezTo>
                    <a:pt x="13016" y="8763"/>
                    <a:pt x="10993" y="6525"/>
                    <a:pt x="10993" y="6525"/>
                  </a:cubicBezTo>
                  <a:cubicBezTo>
                    <a:pt x="8160" y="7271"/>
                    <a:pt x="7350" y="10255"/>
                    <a:pt x="7350" y="10255"/>
                  </a:cubicBezTo>
                  <a:cubicBezTo>
                    <a:pt x="5731" y="13986"/>
                    <a:pt x="5731" y="11001"/>
                    <a:pt x="5731" y="11001"/>
                  </a:cubicBezTo>
                  <a:cubicBezTo>
                    <a:pt x="6541" y="8017"/>
                    <a:pt x="6945" y="5778"/>
                    <a:pt x="6945" y="2794"/>
                  </a:cubicBezTo>
                  <a:cubicBezTo>
                    <a:pt x="5731" y="-191"/>
                    <a:pt x="3707" y="-937"/>
                    <a:pt x="2089" y="1301"/>
                  </a:cubicBezTo>
                  <a:cubicBezTo>
                    <a:pt x="1684" y="1301"/>
                    <a:pt x="1684" y="2048"/>
                    <a:pt x="1684" y="2048"/>
                  </a:cubicBezTo>
                  <a:cubicBezTo>
                    <a:pt x="874" y="5032"/>
                    <a:pt x="470" y="8017"/>
                    <a:pt x="65" y="11001"/>
                  </a:cubicBezTo>
                  <a:cubicBezTo>
                    <a:pt x="-340" y="13986"/>
                    <a:pt x="1279" y="16971"/>
                    <a:pt x="1279" y="16971"/>
                  </a:cubicBezTo>
                  <a:cubicBezTo>
                    <a:pt x="2898" y="16971"/>
                    <a:pt x="4112" y="18463"/>
                    <a:pt x="5731" y="2070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3" name="Freeform 1052"/>
            <p:cNvSpPr/>
            <p:nvPr/>
          </p:nvSpPr>
          <p:spPr>
            <a:xfrm>
              <a:off x="10189562" y="30877"/>
              <a:ext cx="8904" cy="17161"/>
            </a:xfrm>
            <a:custGeom>
              <a:avLst/>
              <a:gdLst>
                <a:gd name="connsiteX0" fmla="*/ 4452 w 8904"/>
                <a:gd name="connsiteY0" fmla="*/ 17161 h 17161"/>
                <a:gd name="connsiteX1" fmla="*/ 8904 w 8904"/>
                <a:gd name="connsiteY1" fmla="*/ 8208 h 17161"/>
                <a:gd name="connsiteX2" fmla="*/ 4452 w 8904"/>
                <a:gd name="connsiteY2" fmla="*/ 0 h 17161"/>
                <a:gd name="connsiteX3" fmla="*/ 0 w 8904"/>
                <a:gd name="connsiteY3" fmla="*/ 8954 h 17161"/>
                <a:gd name="connsiteX4" fmla="*/ 4452 w 8904"/>
                <a:gd name="connsiteY4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4" h="17161">
                  <a:moveTo>
                    <a:pt x="4452" y="17161"/>
                  </a:moveTo>
                  <a:cubicBezTo>
                    <a:pt x="6880" y="17161"/>
                    <a:pt x="8904" y="13431"/>
                    <a:pt x="8904" y="8208"/>
                  </a:cubicBezTo>
                  <a:cubicBezTo>
                    <a:pt x="8904" y="3731"/>
                    <a:pt x="6880" y="0"/>
                    <a:pt x="4452" y="0"/>
                  </a:cubicBezTo>
                  <a:cubicBezTo>
                    <a:pt x="2024" y="0"/>
                    <a:pt x="0" y="3731"/>
                    <a:pt x="0" y="8954"/>
                  </a:cubicBezTo>
                  <a:cubicBezTo>
                    <a:pt x="0" y="12685"/>
                    <a:pt x="2024" y="16415"/>
                    <a:pt x="4452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4" name="Freeform 1053"/>
            <p:cNvSpPr/>
            <p:nvPr/>
          </p:nvSpPr>
          <p:spPr>
            <a:xfrm>
              <a:off x="10173071" y="271438"/>
              <a:ext cx="26608" cy="48946"/>
            </a:xfrm>
            <a:custGeom>
              <a:avLst/>
              <a:gdLst>
                <a:gd name="connsiteX0" fmla="*/ 17705 w 26608"/>
                <a:gd name="connsiteY0" fmla="*/ 39246 h 48946"/>
                <a:gd name="connsiteX1" fmla="*/ 14467 w 26608"/>
                <a:gd name="connsiteY1" fmla="*/ 22085 h 48946"/>
                <a:gd name="connsiteX2" fmla="*/ 10419 w 26608"/>
                <a:gd name="connsiteY2" fmla="*/ 25069 h 48946"/>
                <a:gd name="connsiteX3" fmla="*/ 10015 w 26608"/>
                <a:gd name="connsiteY3" fmla="*/ 25069 h 48946"/>
                <a:gd name="connsiteX4" fmla="*/ 10419 w 26608"/>
                <a:gd name="connsiteY4" fmla="*/ 25815 h 48946"/>
                <a:gd name="connsiteX5" fmla="*/ 11634 w 26608"/>
                <a:gd name="connsiteY5" fmla="*/ 31038 h 48946"/>
                <a:gd name="connsiteX6" fmla="*/ 10419 w 26608"/>
                <a:gd name="connsiteY6" fmla="*/ 33277 h 48946"/>
                <a:gd name="connsiteX7" fmla="*/ 6777 w 26608"/>
                <a:gd name="connsiteY7" fmla="*/ 35515 h 48946"/>
                <a:gd name="connsiteX8" fmla="*/ 5967 w 26608"/>
                <a:gd name="connsiteY8" fmla="*/ 34023 h 48946"/>
                <a:gd name="connsiteX9" fmla="*/ 5563 w 26608"/>
                <a:gd name="connsiteY9" fmla="*/ 31785 h 48946"/>
                <a:gd name="connsiteX10" fmla="*/ 5563 w 26608"/>
                <a:gd name="connsiteY10" fmla="*/ 20592 h 48946"/>
                <a:gd name="connsiteX11" fmla="*/ 16490 w 26608"/>
                <a:gd name="connsiteY11" fmla="*/ 13131 h 48946"/>
                <a:gd name="connsiteX12" fmla="*/ 20943 w 26608"/>
                <a:gd name="connsiteY12" fmla="*/ 22831 h 48946"/>
                <a:gd name="connsiteX13" fmla="*/ 21752 w 26608"/>
                <a:gd name="connsiteY13" fmla="*/ 28800 h 48946"/>
                <a:gd name="connsiteX14" fmla="*/ 21752 w 26608"/>
                <a:gd name="connsiteY14" fmla="*/ 35515 h 48946"/>
                <a:gd name="connsiteX15" fmla="*/ 26609 w 26608"/>
                <a:gd name="connsiteY15" fmla="*/ 32531 h 48946"/>
                <a:gd name="connsiteX16" fmla="*/ 26204 w 26608"/>
                <a:gd name="connsiteY16" fmla="*/ 25815 h 48946"/>
                <a:gd name="connsiteX17" fmla="*/ 24990 w 26608"/>
                <a:gd name="connsiteY17" fmla="*/ 18354 h 48946"/>
                <a:gd name="connsiteX18" fmla="*/ 20943 w 26608"/>
                <a:gd name="connsiteY18" fmla="*/ 6415 h 48946"/>
                <a:gd name="connsiteX19" fmla="*/ 18109 w 26608"/>
                <a:gd name="connsiteY19" fmla="*/ 1938 h 48946"/>
                <a:gd name="connsiteX20" fmla="*/ 10419 w 26608"/>
                <a:gd name="connsiteY20" fmla="*/ 446 h 48946"/>
                <a:gd name="connsiteX21" fmla="*/ 7991 w 26608"/>
                <a:gd name="connsiteY21" fmla="*/ 1938 h 48946"/>
                <a:gd name="connsiteX22" fmla="*/ 706 w 26608"/>
                <a:gd name="connsiteY22" fmla="*/ 14623 h 48946"/>
                <a:gd name="connsiteX23" fmla="*/ 1515 w 26608"/>
                <a:gd name="connsiteY23" fmla="*/ 34769 h 48946"/>
                <a:gd name="connsiteX24" fmla="*/ 3134 w 26608"/>
                <a:gd name="connsiteY24" fmla="*/ 42231 h 48946"/>
                <a:gd name="connsiteX25" fmla="*/ 5158 w 26608"/>
                <a:gd name="connsiteY25" fmla="*/ 48946 h 48946"/>
                <a:gd name="connsiteX26" fmla="*/ 10419 w 26608"/>
                <a:gd name="connsiteY26" fmla="*/ 45215 h 48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608" h="48946">
                  <a:moveTo>
                    <a:pt x="17705" y="39246"/>
                  </a:moveTo>
                  <a:lnTo>
                    <a:pt x="14467" y="22085"/>
                  </a:lnTo>
                  <a:lnTo>
                    <a:pt x="10419" y="25069"/>
                  </a:lnTo>
                  <a:lnTo>
                    <a:pt x="10015" y="25069"/>
                  </a:lnTo>
                  <a:lnTo>
                    <a:pt x="10419" y="25815"/>
                  </a:lnTo>
                  <a:lnTo>
                    <a:pt x="11634" y="31038"/>
                  </a:lnTo>
                  <a:lnTo>
                    <a:pt x="10419" y="33277"/>
                  </a:lnTo>
                  <a:lnTo>
                    <a:pt x="6777" y="35515"/>
                  </a:lnTo>
                  <a:lnTo>
                    <a:pt x="5967" y="34023"/>
                  </a:lnTo>
                  <a:cubicBezTo>
                    <a:pt x="5967" y="33277"/>
                    <a:pt x="5563" y="32531"/>
                    <a:pt x="5563" y="31785"/>
                  </a:cubicBezTo>
                  <a:cubicBezTo>
                    <a:pt x="4753" y="28054"/>
                    <a:pt x="4753" y="24323"/>
                    <a:pt x="5563" y="20592"/>
                  </a:cubicBezTo>
                  <a:cubicBezTo>
                    <a:pt x="7586" y="13131"/>
                    <a:pt x="12443" y="10146"/>
                    <a:pt x="16490" y="13131"/>
                  </a:cubicBezTo>
                  <a:cubicBezTo>
                    <a:pt x="18514" y="15369"/>
                    <a:pt x="20133" y="18354"/>
                    <a:pt x="20943" y="22831"/>
                  </a:cubicBezTo>
                  <a:cubicBezTo>
                    <a:pt x="21347" y="24323"/>
                    <a:pt x="21752" y="26562"/>
                    <a:pt x="21752" y="28800"/>
                  </a:cubicBezTo>
                  <a:cubicBezTo>
                    <a:pt x="22157" y="31038"/>
                    <a:pt x="22157" y="33277"/>
                    <a:pt x="21752" y="35515"/>
                  </a:cubicBezTo>
                  <a:lnTo>
                    <a:pt x="26609" y="32531"/>
                  </a:lnTo>
                  <a:cubicBezTo>
                    <a:pt x="26609" y="30292"/>
                    <a:pt x="26204" y="28054"/>
                    <a:pt x="26204" y="25815"/>
                  </a:cubicBezTo>
                  <a:cubicBezTo>
                    <a:pt x="25799" y="23577"/>
                    <a:pt x="25395" y="20592"/>
                    <a:pt x="24990" y="18354"/>
                  </a:cubicBezTo>
                  <a:cubicBezTo>
                    <a:pt x="24180" y="13877"/>
                    <a:pt x="22561" y="10146"/>
                    <a:pt x="20943" y="6415"/>
                  </a:cubicBezTo>
                  <a:cubicBezTo>
                    <a:pt x="20133" y="4923"/>
                    <a:pt x="19324" y="3431"/>
                    <a:pt x="18109" y="1938"/>
                  </a:cubicBezTo>
                  <a:cubicBezTo>
                    <a:pt x="15681" y="-300"/>
                    <a:pt x="12848" y="-300"/>
                    <a:pt x="10419" y="446"/>
                  </a:cubicBezTo>
                  <a:lnTo>
                    <a:pt x="7991" y="1938"/>
                  </a:lnTo>
                  <a:cubicBezTo>
                    <a:pt x="4753" y="4177"/>
                    <a:pt x="1920" y="8654"/>
                    <a:pt x="706" y="14623"/>
                  </a:cubicBezTo>
                  <a:cubicBezTo>
                    <a:pt x="-508" y="21338"/>
                    <a:pt x="-104" y="28800"/>
                    <a:pt x="1515" y="34769"/>
                  </a:cubicBezTo>
                  <a:cubicBezTo>
                    <a:pt x="1920" y="37754"/>
                    <a:pt x="2325" y="39992"/>
                    <a:pt x="3134" y="42231"/>
                  </a:cubicBezTo>
                  <a:cubicBezTo>
                    <a:pt x="3539" y="44469"/>
                    <a:pt x="4753" y="46708"/>
                    <a:pt x="5158" y="48946"/>
                  </a:cubicBezTo>
                  <a:lnTo>
                    <a:pt x="10419" y="452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5" name="Freeform 1054"/>
            <p:cNvSpPr/>
            <p:nvPr/>
          </p:nvSpPr>
          <p:spPr>
            <a:xfrm>
              <a:off x="10164063" y="211446"/>
              <a:ext cx="27521" cy="48499"/>
            </a:xfrm>
            <a:custGeom>
              <a:avLst/>
              <a:gdLst>
                <a:gd name="connsiteX0" fmla="*/ 27522 w 27521"/>
                <a:gd name="connsiteY0" fmla="*/ 41785 h 48499"/>
                <a:gd name="connsiteX1" fmla="*/ 26712 w 27521"/>
                <a:gd name="connsiteY1" fmla="*/ 31338 h 48499"/>
                <a:gd name="connsiteX2" fmla="*/ 19427 w 27521"/>
                <a:gd name="connsiteY2" fmla="*/ 33577 h 48499"/>
                <a:gd name="connsiteX3" fmla="*/ 14166 w 27521"/>
                <a:gd name="connsiteY3" fmla="*/ 34323 h 48499"/>
                <a:gd name="connsiteX4" fmla="*/ 10928 w 27521"/>
                <a:gd name="connsiteY4" fmla="*/ 35815 h 48499"/>
                <a:gd name="connsiteX5" fmla="*/ 7285 w 27521"/>
                <a:gd name="connsiteY5" fmla="*/ 37308 h 48499"/>
                <a:gd name="connsiteX6" fmla="*/ 9309 w 27521"/>
                <a:gd name="connsiteY6" fmla="*/ 35069 h 48499"/>
                <a:gd name="connsiteX7" fmla="*/ 11737 w 27521"/>
                <a:gd name="connsiteY7" fmla="*/ 32831 h 48499"/>
                <a:gd name="connsiteX8" fmla="*/ 19427 w 27521"/>
                <a:gd name="connsiteY8" fmla="*/ 23131 h 48499"/>
                <a:gd name="connsiteX9" fmla="*/ 25903 w 27521"/>
                <a:gd name="connsiteY9" fmla="*/ 14923 h 48499"/>
                <a:gd name="connsiteX10" fmla="*/ 24284 w 27521"/>
                <a:gd name="connsiteY10" fmla="*/ 0 h 48499"/>
                <a:gd name="connsiteX11" fmla="*/ 19427 w 27521"/>
                <a:gd name="connsiteY11" fmla="*/ 2238 h 48499"/>
                <a:gd name="connsiteX12" fmla="*/ 7285 w 27521"/>
                <a:gd name="connsiteY12" fmla="*/ 5223 h 48499"/>
                <a:gd name="connsiteX13" fmla="*/ 0 w 27521"/>
                <a:gd name="connsiteY13" fmla="*/ 7461 h 48499"/>
                <a:gd name="connsiteX14" fmla="*/ 809 w 27521"/>
                <a:gd name="connsiteY14" fmla="*/ 17908 h 48499"/>
                <a:gd name="connsiteX15" fmla="*/ 7285 w 27521"/>
                <a:gd name="connsiteY15" fmla="*/ 16415 h 48499"/>
                <a:gd name="connsiteX16" fmla="*/ 14570 w 27521"/>
                <a:gd name="connsiteY16" fmla="*/ 14177 h 48499"/>
                <a:gd name="connsiteX17" fmla="*/ 17403 w 27521"/>
                <a:gd name="connsiteY17" fmla="*/ 13431 h 48499"/>
                <a:gd name="connsiteX18" fmla="*/ 19022 w 27521"/>
                <a:gd name="connsiteY18" fmla="*/ 12685 h 48499"/>
                <a:gd name="connsiteX19" fmla="*/ 20641 w 27521"/>
                <a:gd name="connsiteY19" fmla="*/ 11938 h 48499"/>
                <a:gd name="connsiteX20" fmla="*/ 19022 w 27521"/>
                <a:gd name="connsiteY20" fmla="*/ 12685 h 48499"/>
                <a:gd name="connsiteX21" fmla="*/ 17403 w 27521"/>
                <a:gd name="connsiteY21" fmla="*/ 14177 h 48499"/>
                <a:gd name="connsiteX22" fmla="*/ 15784 w 27521"/>
                <a:gd name="connsiteY22" fmla="*/ 16415 h 48499"/>
                <a:gd name="connsiteX23" fmla="*/ 7285 w 27521"/>
                <a:gd name="connsiteY23" fmla="*/ 27608 h 48499"/>
                <a:gd name="connsiteX24" fmla="*/ 2428 w 27521"/>
                <a:gd name="connsiteY24" fmla="*/ 34323 h 48499"/>
                <a:gd name="connsiteX25" fmla="*/ 3643 w 27521"/>
                <a:gd name="connsiteY25" fmla="*/ 48500 h 48499"/>
                <a:gd name="connsiteX26" fmla="*/ 7285 w 27521"/>
                <a:gd name="connsiteY26" fmla="*/ 47754 h 48499"/>
                <a:gd name="connsiteX27" fmla="*/ 19427 w 27521"/>
                <a:gd name="connsiteY27" fmla="*/ 44023 h 4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521" h="48499">
                  <a:moveTo>
                    <a:pt x="27522" y="41785"/>
                  </a:moveTo>
                  <a:lnTo>
                    <a:pt x="26712" y="31338"/>
                  </a:lnTo>
                  <a:lnTo>
                    <a:pt x="19427" y="33577"/>
                  </a:lnTo>
                  <a:lnTo>
                    <a:pt x="14166" y="34323"/>
                  </a:lnTo>
                  <a:cubicBezTo>
                    <a:pt x="13356" y="35069"/>
                    <a:pt x="12142" y="35069"/>
                    <a:pt x="10928" y="35815"/>
                  </a:cubicBezTo>
                  <a:lnTo>
                    <a:pt x="7285" y="37308"/>
                  </a:lnTo>
                  <a:cubicBezTo>
                    <a:pt x="8095" y="36561"/>
                    <a:pt x="8904" y="35815"/>
                    <a:pt x="9309" y="35069"/>
                  </a:cubicBezTo>
                  <a:lnTo>
                    <a:pt x="11737" y="32831"/>
                  </a:lnTo>
                  <a:lnTo>
                    <a:pt x="19427" y="23131"/>
                  </a:lnTo>
                  <a:lnTo>
                    <a:pt x="25903" y="14923"/>
                  </a:lnTo>
                  <a:lnTo>
                    <a:pt x="24284" y="0"/>
                  </a:lnTo>
                  <a:lnTo>
                    <a:pt x="19427" y="2238"/>
                  </a:lnTo>
                  <a:lnTo>
                    <a:pt x="7285" y="5223"/>
                  </a:lnTo>
                  <a:lnTo>
                    <a:pt x="0" y="7461"/>
                  </a:lnTo>
                  <a:lnTo>
                    <a:pt x="809" y="17908"/>
                  </a:lnTo>
                  <a:lnTo>
                    <a:pt x="7285" y="16415"/>
                  </a:lnTo>
                  <a:lnTo>
                    <a:pt x="14570" y="14177"/>
                  </a:lnTo>
                  <a:cubicBezTo>
                    <a:pt x="15380" y="14177"/>
                    <a:pt x="16594" y="13431"/>
                    <a:pt x="17403" y="13431"/>
                  </a:cubicBezTo>
                  <a:cubicBezTo>
                    <a:pt x="17808" y="12685"/>
                    <a:pt x="18618" y="12685"/>
                    <a:pt x="19022" y="12685"/>
                  </a:cubicBezTo>
                  <a:cubicBezTo>
                    <a:pt x="19427" y="12685"/>
                    <a:pt x="19832" y="11938"/>
                    <a:pt x="20641" y="11938"/>
                  </a:cubicBezTo>
                  <a:cubicBezTo>
                    <a:pt x="20237" y="12685"/>
                    <a:pt x="19832" y="12685"/>
                    <a:pt x="19022" y="12685"/>
                  </a:cubicBezTo>
                  <a:lnTo>
                    <a:pt x="17403" y="14177"/>
                  </a:lnTo>
                  <a:cubicBezTo>
                    <a:pt x="16999" y="14923"/>
                    <a:pt x="16189" y="15669"/>
                    <a:pt x="15784" y="16415"/>
                  </a:cubicBezTo>
                  <a:lnTo>
                    <a:pt x="7285" y="27608"/>
                  </a:lnTo>
                  <a:lnTo>
                    <a:pt x="2428" y="34323"/>
                  </a:lnTo>
                  <a:lnTo>
                    <a:pt x="3643" y="48500"/>
                  </a:lnTo>
                  <a:lnTo>
                    <a:pt x="7285" y="47754"/>
                  </a:lnTo>
                  <a:lnTo>
                    <a:pt x="19427" y="440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6" name="Freeform 1055"/>
            <p:cNvSpPr/>
            <p:nvPr/>
          </p:nvSpPr>
          <p:spPr>
            <a:xfrm>
              <a:off x="10168920" y="87584"/>
              <a:ext cx="27117" cy="35815"/>
            </a:xfrm>
            <a:custGeom>
              <a:avLst/>
              <a:gdLst>
                <a:gd name="connsiteX0" fmla="*/ 17403 w 27117"/>
                <a:gd name="connsiteY0" fmla="*/ 32831 h 35815"/>
                <a:gd name="connsiteX1" fmla="*/ 21855 w 27117"/>
                <a:gd name="connsiteY1" fmla="*/ 35815 h 35815"/>
                <a:gd name="connsiteX2" fmla="*/ 25093 w 27117"/>
                <a:gd name="connsiteY2" fmla="*/ 14923 h 35815"/>
                <a:gd name="connsiteX3" fmla="*/ 27117 w 27117"/>
                <a:gd name="connsiteY3" fmla="*/ 2238 h 35815"/>
                <a:gd name="connsiteX4" fmla="*/ 25093 w 27117"/>
                <a:gd name="connsiteY4" fmla="*/ 1492 h 35815"/>
                <a:gd name="connsiteX5" fmla="*/ 22665 w 27117"/>
                <a:gd name="connsiteY5" fmla="*/ 0 h 35815"/>
                <a:gd name="connsiteX6" fmla="*/ 20641 w 27117"/>
                <a:gd name="connsiteY6" fmla="*/ 11192 h 35815"/>
                <a:gd name="connsiteX7" fmla="*/ 14570 w 27117"/>
                <a:gd name="connsiteY7" fmla="*/ 7461 h 35815"/>
                <a:gd name="connsiteX8" fmla="*/ 2428 w 27117"/>
                <a:gd name="connsiteY8" fmla="*/ 1492 h 35815"/>
                <a:gd name="connsiteX9" fmla="*/ 2024 w 27117"/>
                <a:gd name="connsiteY9" fmla="*/ 746 h 35815"/>
                <a:gd name="connsiteX10" fmla="*/ 0 w 27117"/>
                <a:gd name="connsiteY10" fmla="*/ 12685 h 35815"/>
                <a:gd name="connsiteX11" fmla="*/ 2428 w 27117"/>
                <a:gd name="connsiteY11" fmla="*/ 14177 h 35815"/>
                <a:gd name="connsiteX12" fmla="*/ 14570 w 27117"/>
                <a:gd name="connsiteY12" fmla="*/ 20146 h 35815"/>
                <a:gd name="connsiteX13" fmla="*/ 19022 w 27117"/>
                <a:gd name="connsiteY13" fmla="*/ 22385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117" h="35815">
                  <a:moveTo>
                    <a:pt x="17403" y="32831"/>
                  </a:moveTo>
                  <a:lnTo>
                    <a:pt x="21855" y="35815"/>
                  </a:lnTo>
                  <a:lnTo>
                    <a:pt x="25093" y="14923"/>
                  </a:lnTo>
                  <a:lnTo>
                    <a:pt x="27117" y="2238"/>
                  </a:lnTo>
                  <a:lnTo>
                    <a:pt x="25093" y="1492"/>
                  </a:lnTo>
                  <a:lnTo>
                    <a:pt x="22665" y="0"/>
                  </a:lnTo>
                  <a:lnTo>
                    <a:pt x="20641" y="11192"/>
                  </a:lnTo>
                  <a:lnTo>
                    <a:pt x="14570" y="7461"/>
                  </a:lnTo>
                  <a:lnTo>
                    <a:pt x="2428" y="1492"/>
                  </a:lnTo>
                  <a:lnTo>
                    <a:pt x="2024" y="746"/>
                  </a:lnTo>
                  <a:lnTo>
                    <a:pt x="0" y="12685"/>
                  </a:lnTo>
                  <a:lnTo>
                    <a:pt x="2428" y="14177"/>
                  </a:lnTo>
                  <a:lnTo>
                    <a:pt x="14570" y="20146"/>
                  </a:lnTo>
                  <a:lnTo>
                    <a:pt x="19022" y="223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7" name="Freeform 1056"/>
            <p:cNvSpPr/>
            <p:nvPr/>
          </p:nvSpPr>
          <p:spPr>
            <a:xfrm>
              <a:off x="10163659" y="184584"/>
              <a:ext cx="24283" cy="11938"/>
            </a:xfrm>
            <a:custGeom>
              <a:avLst/>
              <a:gdLst>
                <a:gd name="connsiteX0" fmla="*/ 24284 w 24283"/>
                <a:gd name="connsiteY0" fmla="*/ 0 h 11938"/>
                <a:gd name="connsiteX1" fmla="*/ 0 w 24283"/>
                <a:gd name="connsiteY1" fmla="*/ 0 h 11938"/>
                <a:gd name="connsiteX2" fmla="*/ 0 w 24283"/>
                <a:gd name="connsiteY2" fmla="*/ 11938 h 11938"/>
                <a:gd name="connsiteX3" fmla="*/ 24284 w 24283"/>
                <a:gd name="connsiteY3" fmla="*/ 11938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24284" y="0"/>
                  </a:moveTo>
                  <a:lnTo>
                    <a:pt x="0" y="0"/>
                  </a:lnTo>
                  <a:lnTo>
                    <a:pt x="0" y="11938"/>
                  </a:lnTo>
                  <a:lnTo>
                    <a:pt x="24284" y="119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8" name="Freeform 1057"/>
            <p:cNvSpPr/>
            <p:nvPr/>
          </p:nvSpPr>
          <p:spPr>
            <a:xfrm>
              <a:off x="10163254" y="134592"/>
              <a:ext cx="25644" cy="34323"/>
            </a:xfrm>
            <a:custGeom>
              <a:avLst/>
              <a:gdLst>
                <a:gd name="connsiteX0" fmla="*/ 8095 w 25644"/>
                <a:gd name="connsiteY0" fmla="*/ 34323 h 34323"/>
                <a:gd name="connsiteX1" fmla="*/ 10928 w 25644"/>
                <a:gd name="connsiteY1" fmla="*/ 33577 h 34323"/>
                <a:gd name="connsiteX2" fmla="*/ 13356 w 25644"/>
                <a:gd name="connsiteY2" fmla="*/ 30592 h 34323"/>
                <a:gd name="connsiteX3" fmla="*/ 16189 w 25644"/>
                <a:gd name="connsiteY3" fmla="*/ 20146 h 34323"/>
                <a:gd name="connsiteX4" fmla="*/ 16594 w 25644"/>
                <a:gd name="connsiteY4" fmla="*/ 17908 h 34323"/>
                <a:gd name="connsiteX5" fmla="*/ 17808 w 25644"/>
                <a:gd name="connsiteY5" fmla="*/ 14923 h 34323"/>
                <a:gd name="connsiteX6" fmla="*/ 20237 w 25644"/>
                <a:gd name="connsiteY6" fmla="*/ 14923 h 34323"/>
                <a:gd name="connsiteX7" fmla="*/ 20641 w 25644"/>
                <a:gd name="connsiteY7" fmla="*/ 15669 h 34323"/>
                <a:gd name="connsiteX8" fmla="*/ 21046 w 25644"/>
                <a:gd name="connsiteY8" fmla="*/ 21638 h 34323"/>
                <a:gd name="connsiteX9" fmla="*/ 20641 w 25644"/>
                <a:gd name="connsiteY9" fmla="*/ 26861 h 34323"/>
                <a:gd name="connsiteX10" fmla="*/ 20237 w 25644"/>
                <a:gd name="connsiteY10" fmla="*/ 29846 h 34323"/>
                <a:gd name="connsiteX11" fmla="*/ 19832 w 25644"/>
                <a:gd name="connsiteY11" fmla="*/ 32085 h 34323"/>
                <a:gd name="connsiteX12" fmla="*/ 20237 w 25644"/>
                <a:gd name="connsiteY12" fmla="*/ 32085 h 34323"/>
                <a:gd name="connsiteX13" fmla="*/ 24689 w 25644"/>
                <a:gd name="connsiteY13" fmla="*/ 32831 h 34323"/>
                <a:gd name="connsiteX14" fmla="*/ 25093 w 25644"/>
                <a:gd name="connsiteY14" fmla="*/ 26861 h 34323"/>
                <a:gd name="connsiteX15" fmla="*/ 25498 w 25644"/>
                <a:gd name="connsiteY15" fmla="*/ 20146 h 34323"/>
                <a:gd name="connsiteX16" fmla="*/ 23879 w 25644"/>
                <a:gd name="connsiteY16" fmla="*/ 5969 h 34323"/>
                <a:gd name="connsiteX17" fmla="*/ 20237 w 25644"/>
                <a:gd name="connsiteY17" fmla="*/ 746 h 34323"/>
                <a:gd name="connsiteX18" fmla="*/ 18618 w 25644"/>
                <a:gd name="connsiteY18" fmla="*/ 0 h 34323"/>
                <a:gd name="connsiteX19" fmla="*/ 14166 w 25644"/>
                <a:gd name="connsiteY19" fmla="*/ 2985 h 34323"/>
                <a:gd name="connsiteX20" fmla="*/ 11332 w 25644"/>
                <a:gd name="connsiteY20" fmla="*/ 11938 h 34323"/>
                <a:gd name="connsiteX21" fmla="*/ 10928 w 25644"/>
                <a:gd name="connsiteY21" fmla="*/ 14177 h 34323"/>
                <a:gd name="connsiteX22" fmla="*/ 8499 w 25644"/>
                <a:gd name="connsiteY22" fmla="*/ 20892 h 34323"/>
                <a:gd name="connsiteX23" fmla="*/ 8095 w 25644"/>
                <a:gd name="connsiteY23" fmla="*/ 20892 h 34323"/>
                <a:gd name="connsiteX24" fmla="*/ 6071 w 25644"/>
                <a:gd name="connsiteY24" fmla="*/ 18654 h 34323"/>
                <a:gd name="connsiteX25" fmla="*/ 5666 w 25644"/>
                <a:gd name="connsiteY25" fmla="*/ 13431 h 34323"/>
                <a:gd name="connsiteX26" fmla="*/ 6071 w 25644"/>
                <a:gd name="connsiteY26" fmla="*/ 7461 h 34323"/>
                <a:gd name="connsiteX27" fmla="*/ 7285 w 25644"/>
                <a:gd name="connsiteY27" fmla="*/ 1492 h 34323"/>
                <a:gd name="connsiteX28" fmla="*/ 2024 w 25644"/>
                <a:gd name="connsiteY28" fmla="*/ 0 h 34323"/>
                <a:gd name="connsiteX29" fmla="*/ 1214 w 25644"/>
                <a:gd name="connsiteY29" fmla="*/ 6715 h 34323"/>
                <a:gd name="connsiteX30" fmla="*/ 0 w 25644"/>
                <a:gd name="connsiteY30" fmla="*/ 14177 h 34323"/>
                <a:gd name="connsiteX31" fmla="*/ 2024 w 25644"/>
                <a:gd name="connsiteY31" fmla="*/ 28354 h 34323"/>
                <a:gd name="connsiteX32" fmla="*/ 8095 w 25644"/>
                <a:gd name="connsiteY32" fmla="*/ 34323 h 3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644" h="34323">
                  <a:moveTo>
                    <a:pt x="8095" y="34323"/>
                  </a:moveTo>
                  <a:cubicBezTo>
                    <a:pt x="8904" y="34323"/>
                    <a:pt x="10118" y="33577"/>
                    <a:pt x="10928" y="33577"/>
                  </a:cubicBezTo>
                  <a:cubicBezTo>
                    <a:pt x="11737" y="32831"/>
                    <a:pt x="12547" y="32085"/>
                    <a:pt x="13356" y="30592"/>
                  </a:cubicBezTo>
                  <a:cubicBezTo>
                    <a:pt x="14570" y="27608"/>
                    <a:pt x="15380" y="23877"/>
                    <a:pt x="16189" y="20146"/>
                  </a:cubicBezTo>
                  <a:cubicBezTo>
                    <a:pt x="16594" y="19400"/>
                    <a:pt x="16594" y="18654"/>
                    <a:pt x="16594" y="17908"/>
                  </a:cubicBezTo>
                  <a:cubicBezTo>
                    <a:pt x="16999" y="16415"/>
                    <a:pt x="17403" y="15669"/>
                    <a:pt x="17808" y="14923"/>
                  </a:cubicBezTo>
                  <a:cubicBezTo>
                    <a:pt x="18618" y="13431"/>
                    <a:pt x="19427" y="13431"/>
                    <a:pt x="20237" y="14923"/>
                  </a:cubicBezTo>
                  <a:lnTo>
                    <a:pt x="20641" y="15669"/>
                  </a:lnTo>
                  <a:cubicBezTo>
                    <a:pt x="21046" y="17161"/>
                    <a:pt x="21451" y="19400"/>
                    <a:pt x="21046" y="21638"/>
                  </a:cubicBezTo>
                  <a:cubicBezTo>
                    <a:pt x="21046" y="23131"/>
                    <a:pt x="21046" y="24623"/>
                    <a:pt x="20641" y="26861"/>
                  </a:cubicBezTo>
                  <a:cubicBezTo>
                    <a:pt x="20237" y="27608"/>
                    <a:pt x="20237" y="29100"/>
                    <a:pt x="20237" y="29846"/>
                  </a:cubicBezTo>
                  <a:cubicBezTo>
                    <a:pt x="20237" y="30592"/>
                    <a:pt x="19832" y="31338"/>
                    <a:pt x="19832" y="32085"/>
                  </a:cubicBezTo>
                  <a:lnTo>
                    <a:pt x="20237" y="32085"/>
                  </a:lnTo>
                  <a:lnTo>
                    <a:pt x="24689" y="32831"/>
                  </a:lnTo>
                  <a:cubicBezTo>
                    <a:pt x="25093" y="30592"/>
                    <a:pt x="25093" y="29100"/>
                    <a:pt x="25093" y="26861"/>
                  </a:cubicBezTo>
                  <a:cubicBezTo>
                    <a:pt x="25498" y="24623"/>
                    <a:pt x="25498" y="22385"/>
                    <a:pt x="25498" y="20146"/>
                  </a:cubicBezTo>
                  <a:cubicBezTo>
                    <a:pt x="25903" y="14923"/>
                    <a:pt x="25498" y="10446"/>
                    <a:pt x="23879" y="5969"/>
                  </a:cubicBezTo>
                  <a:cubicBezTo>
                    <a:pt x="23070" y="2985"/>
                    <a:pt x="21855" y="1492"/>
                    <a:pt x="20237" y="746"/>
                  </a:cubicBezTo>
                  <a:cubicBezTo>
                    <a:pt x="19832" y="746"/>
                    <a:pt x="19022" y="0"/>
                    <a:pt x="18618" y="0"/>
                  </a:cubicBezTo>
                  <a:cubicBezTo>
                    <a:pt x="16999" y="0"/>
                    <a:pt x="15380" y="746"/>
                    <a:pt x="14166" y="2985"/>
                  </a:cubicBezTo>
                  <a:cubicBezTo>
                    <a:pt x="12951" y="5223"/>
                    <a:pt x="11737" y="8954"/>
                    <a:pt x="11332" y="11938"/>
                  </a:cubicBezTo>
                  <a:cubicBezTo>
                    <a:pt x="10928" y="12685"/>
                    <a:pt x="10928" y="12685"/>
                    <a:pt x="10928" y="14177"/>
                  </a:cubicBezTo>
                  <a:cubicBezTo>
                    <a:pt x="10118" y="17908"/>
                    <a:pt x="9309" y="20146"/>
                    <a:pt x="8499" y="20892"/>
                  </a:cubicBezTo>
                  <a:lnTo>
                    <a:pt x="8095" y="20892"/>
                  </a:lnTo>
                  <a:cubicBezTo>
                    <a:pt x="7285" y="20892"/>
                    <a:pt x="6476" y="20146"/>
                    <a:pt x="6071" y="18654"/>
                  </a:cubicBezTo>
                  <a:cubicBezTo>
                    <a:pt x="5666" y="17161"/>
                    <a:pt x="5666" y="14923"/>
                    <a:pt x="5666" y="13431"/>
                  </a:cubicBezTo>
                  <a:cubicBezTo>
                    <a:pt x="5666" y="11192"/>
                    <a:pt x="6071" y="9700"/>
                    <a:pt x="6071" y="7461"/>
                  </a:cubicBezTo>
                  <a:cubicBezTo>
                    <a:pt x="6476" y="5969"/>
                    <a:pt x="6880" y="3731"/>
                    <a:pt x="7285" y="1492"/>
                  </a:cubicBezTo>
                  <a:lnTo>
                    <a:pt x="2024" y="0"/>
                  </a:lnTo>
                  <a:cubicBezTo>
                    <a:pt x="1619" y="2238"/>
                    <a:pt x="1214" y="4477"/>
                    <a:pt x="1214" y="6715"/>
                  </a:cubicBezTo>
                  <a:cubicBezTo>
                    <a:pt x="405" y="8954"/>
                    <a:pt x="0" y="11938"/>
                    <a:pt x="0" y="14177"/>
                  </a:cubicBezTo>
                  <a:cubicBezTo>
                    <a:pt x="0" y="19400"/>
                    <a:pt x="405" y="24623"/>
                    <a:pt x="2024" y="28354"/>
                  </a:cubicBezTo>
                  <a:cubicBezTo>
                    <a:pt x="3643" y="32085"/>
                    <a:pt x="5666" y="34323"/>
                    <a:pt x="8095" y="343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9" name="Freeform 1058"/>
            <p:cNvSpPr/>
            <p:nvPr/>
          </p:nvSpPr>
          <p:spPr>
            <a:xfrm>
              <a:off x="10667954" y="-254273"/>
              <a:ext cx="216531" cy="623158"/>
            </a:xfrm>
            <a:custGeom>
              <a:avLst/>
              <a:gdLst>
                <a:gd name="connsiteX0" fmla="*/ 178891 w 216531"/>
                <a:gd name="connsiteY0" fmla="*/ 131444 h 623158"/>
                <a:gd name="connsiteX1" fmla="*/ 184558 w 216531"/>
                <a:gd name="connsiteY1" fmla="*/ 126221 h 623158"/>
                <a:gd name="connsiteX2" fmla="*/ 216531 w 216531"/>
                <a:gd name="connsiteY2" fmla="*/ 65782 h 623158"/>
                <a:gd name="connsiteX3" fmla="*/ 184558 w 216531"/>
                <a:gd name="connsiteY3" fmla="*/ 23998 h 623158"/>
                <a:gd name="connsiteX4" fmla="*/ 183343 w 216531"/>
                <a:gd name="connsiteY4" fmla="*/ 23998 h 623158"/>
                <a:gd name="connsiteX5" fmla="*/ 169987 w 216531"/>
                <a:gd name="connsiteY5" fmla="*/ 1613 h 623158"/>
                <a:gd name="connsiteX6" fmla="*/ 157845 w 216531"/>
                <a:gd name="connsiteY6" fmla="*/ 41159 h 623158"/>
                <a:gd name="connsiteX7" fmla="*/ 138823 w 216531"/>
                <a:gd name="connsiteY7" fmla="*/ 145620 h 623158"/>
                <a:gd name="connsiteX8" fmla="*/ 87827 w 216531"/>
                <a:gd name="connsiteY8" fmla="*/ 200090 h 623158"/>
                <a:gd name="connsiteX9" fmla="*/ 57877 w 216531"/>
                <a:gd name="connsiteY9" fmla="*/ 235905 h 623158"/>
                <a:gd name="connsiteX10" fmla="*/ 42902 w 216531"/>
                <a:gd name="connsiteY10" fmla="*/ 332905 h 623158"/>
                <a:gd name="connsiteX11" fmla="*/ 37235 w 216531"/>
                <a:gd name="connsiteY11" fmla="*/ 367974 h 623158"/>
                <a:gd name="connsiteX12" fmla="*/ 29950 w 216531"/>
                <a:gd name="connsiteY12" fmla="*/ 291867 h 623158"/>
                <a:gd name="connsiteX13" fmla="*/ 22665 w 216531"/>
                <a:gd name="connsiteY13" fmla="*/ 253067 h 623158"/>
                <a:gd name="connsiteX14" fmla="*/ 16999 w 216531"/>
                <a:gd name="connsiteY14" fmla="*/ 238143 h 623158"/>
                <a:gd name="connsiteX15" fmla="*/ 0 w 216531"/>
                <a:gd name="connsiteY15" fmla="*/ 298582 h 623158"/>
                <a:gd name="connsiteX16" fmla="*/ 0 w 216531"/>
                <a:gd name="connsiteY16" fmla="*/ 301566 h 623158"/>
                <a:gd name="connsiteX17" fmla="*/ 1214 w 216531"/>
                <a:gd name="connsiteY17" fmla="*/ 339620 h 623158"/>
                <a:gd name="connsiteX18" fmla="*/ 1619 w 216531"/>
                <a:gd name="connsiteY18" fmla="*/ 376928 h 623158"/>
                <a:gd name="connsiteX19" fmla="*/ 405 w 216531"/>
                <a:gd name="connsiteY19" fmla="*/ 478405 h 623158"/>
                <a:gd name="connsiteX20" fmla="*/ 0 w 216531"/>
                <a:gd name="connsiteY20" fmla="*/ 532128 h 623158"/>
                <a:gd name="connsiteX21" fmla="*/ 5261 w 216531"/>
                <a:gd name="connsiteY21" fmla="*/ 596297 h 623158"/>
                <a:gd name="connsiteX22" fmla="*/ 22260 w 216531"/>
                <a:gd name="connsiteY22" fmla="*/ 620174 h 623158"/>
                <a:gd name="connsiteX23" fmla="*/ 25498 w 216531"/>
                <a:gd name="connsiteY23" fmla="*/ 623158 h 623158"/>
                <a:gd name="connsiteX24" fmla="*/ 34807 w 216531"/>
                <a:gd name="connsiteY24" fmla="*/ 559735 h 623158"/>
                <a:gd name="connsiteX25" fmla="*/ 39664 w 216531"/>
                <a:gd name="connsiteY25" fmla="*/ 500043 h 623158"/>
                <a:gd name="connsiteX26" fmla="*/ 55853 w 216531"/>
                <a:gd name="connsiteY26" fmla="*/ 314997 h 623158"/>
                <a:gd name="connsiteX27" fmla="*/ 81756 w 216531"/>
                <a:gd name="connsiteY27" fmla="*/ 265751 h 623158"/>
                <a:gd name="connsiteX28" fmla="*/ 106040 w 216531"/>
                <a:gd name="connsiteY28" fmla="*/ 232174 h 623158"/>
                <a:gd name="connsiteX29" fmla="*/ 134776 w 216531"/>
                <a:gd name="connsiteY29" fmla="*/ 192628 h 623158"/>
                <a:gd name="connsiteX30" fmla="*/ 127895 w 216531"/>
                <a:gd name="connsiteY30" fmla="*/ 229936 h 623158"/>
                <a:gd name="connsiteX31" fmla="*/ 126276 w 216531"/>
                <a:gd name="connsiteY31" fmla="*/ 238143 h 623158"/>
                <a:gd name="connsiteX32" fmla="*/ 113730 w 216531"/>
                <a:gd name="connsiteY32" fmla="*/ 335890 h 623158"/>
                <a:gd name="connsiteX33" fmla="*/ 113325 w 216531"/>
                <a:gd name="connsiteY33" fmla="*/ 345590 h 623158"/>
                <a:gd name="connsiteX34" fmla="*/ 140037 w 216531"/>
                <a:gd name="connsiteY34" fmla="*/ 347828 h 623158"/>
                <a:gd name="connsiteX35" fmla="*/ 129109 w 216531"/>
                <a:gd name="connsiteY35" fmla="*/ 411251 h 623158"/>
                <a:gd name="connsiteX36" fmla="*/ 108063 w 216531"/>
                <a:gd name="connsiteY36" fmla="*/ 564212 h 623158"/>
                <a:gd name="connsiteX37" fmla="*/ 115753 w 216531"/>
                <a:gd name="connsiteY37" fmla="*/ 591820 h 623158"/>
                <a:gd name="connsiteX38" fmla="*/ 133561 w 216531"/>
                <a:gd name="connsiteY38" fmla="*/ 508997 h 623158"/>
                <a:gd name="connsiteX39" fmla="*/ 140037 w 216531"/>
                <a:gd name="connsiteY39" fmla="*/ 461989 h 623158"/>
                <a:gd name="connsiteX40" fmla="*/ 143275 w 216531"/>
                <a:gd name="connsiteY40" fmla="*/ 461243 h 623158"/>
                <a:gd name="connsiteX41" fmla="*/ 156226 w 216531"/>
                <a:gd name="connsiteY41" fmla="*/ 476912 h 623158"/>
                <a:gd name="connsiteX42" fmla="*/ 156631 w 216531"/>
                <a:gd name="connsiteY42" fmla="*/ 478405 h 623158"/>
                <a:gd name="connsiteX43" fmla="*/ 157036 w 216531"/>
                <a:gd name="connsiteY43" fmla="*/ 524666 h 623158"/>
                <a:gd name="connsiteX44" fmla="*/ 156631 w 216531"/>
                <a:gd name="connsiteY44" fmla="*/ 524666 h 623158"/>
                <a:gd name="connsiteX45" fmla="*/ 144489 w 216531"/>
                <a:gd name="connsiteY45" fmla="*/ 517951 h 623158"/>
                <a:gd name="connsiteX46" fmla="*/ 156631 w 216531"/>
                <a:gd name="connsiteY46" fmla="*/ 570928 h 623158"/>
                <a:gd name="connsiteX47" fmla="*/ 161083 w 216531"/>
                <a:gd name="connsiteY47" fmla="*/ 579135 h 623158"/>
                <a:gd name="connsiteX48" fmla="*/ 182939 w 216531"/>
                <a:gd name="connsiteY48" fmla="*/ 558989 h 623158"/>
                <a:gd name="connsiteX49" fmla="*/ 181320 w 216531"/>
                <a:gd name="connsiteY49" fmla="*/ 338874 h 623158"/>
                <a:gd name="connsiteX50" fmla="*/ 169987 w 216531"/>
                <a:gd name="connsiteY50" fmla="*/ 306790 h 623158"/>
                <a:gd name="connsiteX51" fmla="*/ 183343 w 216531"/>
                <a:gd name="connsiteY51" fmla="*/ 275451 h 623158"/>
                <a:gd name="connsiteX52" fmla="*/ 184558 w 216531"/>
                <a:gd name="connsiteY52" fmla="*/ 243367 h 623158"/>
                <a:gd name="connsiteX53" fmla="*/ 183343 w 216531"/>
                <a:gd name="connsiteY53" fmla="*/ 244113 h 623158"/>
                <a:gd name="connsiteX54" fmla="*/ 156631 w 216531"/>
                <a:gd name="connsiteY54" fmla="*/ 271720 h 623158"/>
                <a:gd name="connsiteX55" fmla="*/ 148941 w 216531"/>
                <a:gd name="connsiteY55" fmla="*/ 282166 h 623158"/>
                <a:gd name="connsiteX56" fmla="*/ 156631 w 216531"/>
                <a:gd name="connsiteY56" fmla="*/ 250082 h 623158"/>
                <a:gd name="connsiteX57" fmla="*/ 170797 w 216531"/>
                <a:gd name="connsiteY57" fmla="*/ 210536 h 623158"/>
                <a:gd name="connsiteX58" fmla="*/ 172011 w 216531"/>
                <a:gd name="connsiteY58" fmla="*/ 207551 h 623158"/>
                <a:gd name="connsiteX59" fmla="*/ 172416 w 216531"/>
                <a:gd name="connsiteY59" fmla="*/ 200836 h 623158"/>
                <a:gd name="connsiteX60" fmla="*/ 178891 w 216531"/>
                <a:gd name="connsiteY60" fmla="*/ 131444 h 623158"/>
                <a:gd name="connsiteX61" fmla="*/ 184962 w 216531"/>
                <a:gd name="connsiteY61" fmla="*/ 44890 h 623158"/>
                <a:gd name="connsiteX62" fmla="*/ 188605 w 216531"/>
                <a:gd name="connsiteY62" fmla="*/ 66528 h 623158"/>
                <a:gd name="connsiteX63" fmla="*/ 184962 w 216531"/>
                <a:gd name="connsiteY63" fmla="*/ 73244 h 623158"/>
                <a:gd name="connsiteX64" fmla="*/ 181320 w 216531"/>
                <a:gd name="connsiteY64" fmla="*/ 77721 h 623158"/>
                <a:gd name="connsiteX65" fmla="*/ 180915 w 216531"/>
                <a:gd name="connsiteY65" fmla="*/ 44144 h 623158"/>
                <a:gd name="connsiteX66" fmla="*/ 184962 w 216531"/>
                <a:gd name="connsiteY66" fmla="*/ 44890 h 623158"/>
                <a:gd name="connsiteX67" fmla="*/ 155822 w 216531"/>
                <a:gd name="connsiteY67" fmla="*/ 352305 h 623158"/>
                <a:gd name="connsiteX68" fmla="*/ 158250 w 216531"/>
                <a:gd name="connsiteY68" fmla="*/ 353051 h 623158"/>
                <a:gd name="connsiteX69" fmla="*/ 161083 w 216531"/>
                <a:gd name="connsiteY69" fmla="*/ 356036 h 623158"/>
                <a:gd name="connsiteX70" fmla="*/ 159869 w 216531"/>
                <a:gd name="connsiteY70" fmla="*/ 375436 h 623158"/>
                <a:gd name="connsiteX71" fmla="*/ 158250 w 216531"/>
                <a:gd name="connsiteY71" fmla="*/ 373197 h 623158"/>
                <a:gd name="connsiteX72" fmla="*/ 156226 w 216531"/>
                <a:gd name="connsiteY72" fmla="*/ 371705 h 623158"/>
                <a:gd name="connsiteX73" fmla="*/ 155822 w 216531"/>
                <a:gd name="connsiteY73" fmla="*/ 352305 h 623158"/>
                <a:gd name="connsiteX74" fmla="*/ 157845 w 216531"/>
                <a:gd name="connsiteY74" fmla="*/ 411997 h 623158"/>
                <a:gd name="connsiteX75" fmla="*/ 158250 w 216531"/>
                <a:gd name="connsiteY75" fmla="*/ 412743 h 623158"/>
                <a:gd name="connsiteX76" fmla="*/ 158250 w 216531"/>
                <a:gd name="connsiteY76" fmla="*/ 438859 h 623158"/>
                <a:gd name="connsiteX77" fmla="*/ 157845 w 216531"/>
                <a:gd name="connsiteY77" fmla="*/ 438112 h 623158"/>
                <a:gd name="connsiteX78" fmla="*/ 150965 w 216531"/>
                <a:gd name="connsiteY78" fmla="*/ 432889 h 623158"/>
                <a:gd name="connsiteX79" fmla="*/ 149346 w 216531"/>
                <a:gd name="connsiteY79" fmla="*/ 426920 h 623158"/>
                <a:gd name="connsiteX80" fmla="*/ 149346 w 216531"/>
                <a:gd name="connsiteY80" fmla="*/ 420205 h 623158"/>
                <a:gd name="connsiteX81" fmla="*/ 148941 w 216531"/>
                <a:gd name="connsiteY81" fmla="*/ 413489 h 623158"/>
                <a:gd name="connsiteX82" fmla="*/ 149346 w 216531"/>
                <a:gd name="connsiteY82" fmla="*/ 406774 h 623158"/>
                <a:gd name="connsiteX83" fmla="*/ 157845 w 216531"/>
                <a:gd name="connsiteY83" fmla="*/ 411997 h 62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216531" h="623158">
                  <a:moveTo>
                    <a:pt x="178891" y="131444"/>
                  </a:moveTo>
                  <a:lnTo>
                    <a:pt x="184558" y="126221"/>
                  </a:lnTo>
                  <a:cubicBezTo>
                    <a:pt x="197509" y="113536"/>
                    <a:pt x="215317" y="88913"/>
                    <a:pt x="216531" y="65782"/>
                  </a:cubicBezTo>
                  <a:cubicBezTo>
                    <a:pt x="209651" y="47874"/>
                    <a:pt x="194271" y="24744"/>
                    <a:pt x="184558" y="23998"/>
                  </a:cubicBezTo>
                  <a:lnTo>
                    <a:pt x="183343" y="23998"/>
                  </a:lnTo>
                  <a:cubicBezTo>
                    <a:pt x="182939" y="3851"/>
                    <a:pt x="177677" y="-3610"/>
                    <a:pt x="169987" y="1613"/>
                  </a:cubicBezTo>
                  <a:cubicBezTo>
                    <a:pt x="164321" y="12805"/>
                    <a:pt x="160274" y="26982"/>
                    <a:pt x="157845" y="41159"/>
                  </a:cubicBezTo>
                  <a:cubicBezTo>
                    <a:pt x="151370" y="74736"/>
                    <a:pt x="149751" y="115028"/>
                    <a:pt x="138823" y="145620"/>
                  </a:cubicBezTo>
                  <a:cubicBezTo>
                    <a:pt x="135180" y="151590"/>
                    <a:pt x="135180" y="151590"/>
                    <a:pt x="87827" y="200090"/>
                  </a:cubicBezTo>
                  <a:cubicBezTo>
                    <a:pt x="80946" y="210536"/>
                    <a:pt x="66781" y="224713"/>
                    <a:pt x="57877" y="235905"/>
                  </a:cubicBezTo>
                  <a:cubicBezTo>
                    <a:pt x="42902" y="267243"/>
                    <a:pt x="44925" y="284405"/>
                    <a:pt x="42902" y="332905"/>
                  </a:cubicBezTo>
                  <a:cubicBezTo>
                    <a:pt x="42092" y="345590"/>
                    <a:pt x="40473" y="357528"/>
                    <a:pt x="37235" y="367974"/>
                  </a:cubicBezTo>
                  <a:cubicBezTo>
                    <a:pt x="37235" y="338874"/>
                    <a:pt x="46139" y="301566"/>
                    <a:pt x="29950" y="291867"/>
                  </a:cubicBezTo>
                  <a:cubicBezTo>
                    <a:pt x="26712" y="279182"/>
                    <a:pt x="24284" y="266497"/>
                    <a:pt x="22665" y="253067"/>
                  </a:cubicBezTo>
                  <a:cubicBezTo>
                    <a:pt x="21855" y="247097"/>
                    <a:pt x="19832" y="241874"/>
                    <a:pt x="16999" y="238143"/>
                  </a:cubicBezTo>
                  <a:cubicBezTo>
                    <a:pt x="3238" y="248590"/>
                    <a:pt x="0" y="272467"/>
                    <a:pt x="0" y="298582"/>
                  </a:cubicBezTo>
                  <a:lnTo>
                    <a:pt x="0" y="301566"/>
                  </a:lnTo>
                  <a:cubicBezTo>
                    <a:pt x="0" y="314251"/>
                    <a:pt x="405" y="327682"/>
                    <a:pt x="1214" y="339620"/>
                  </a:cubicBezTo>
                  <a:cubicBezTo>
                    <a:pt x="2024" y="351559"/>
                    <a:pt x="1619" y="364243"/>
                    <a:pt x="1619" y="376928"/>
                  </a:cubicBezTo>
                  <a:cubicBezTo>
                    <a:pt x="1214" y="410505"/>
                    <a:pt x="1214" y="444082"/>
                    <a:pt x="405" y="478405"/>
                  </a:cubicBezTo>
                  <a:cubicBezTo>
                    <a:pt x="405" y="495566"/>
                    <a:pt x="0" y="514220"/>
                    <a:pt x="0" y="532128"/>
                  </a:cubicBezTo>
                  <a:cubicBezTo>
                    <a:pt x="1214" y="553766"/>
                    <a:pt x="2833" y="574659"/>
                    <a:pt x="5261" y="596297"/>
                  </a:cubicBezTo>
                  <a:cubicBezTo>
                    <a:pt x="10118" y="605997"/>
                    <a:pt x="15785" y="614205"/>
                    <a:pt x="22260" y="620174"/>
                  </a:cubicBezTo>
                  <a:cubicBezTo>
                    <a:pt x="23474" y="621666"/>
                    <a:pt x="24284" y="622412"/>
                    <a:pt x="25498" y="623158"/>
                  </a:cubicBezTo>
                  <a:cubicBezTo>
                    <a:pt x="37640" y="613458"/>
                    <a:pt x="34807" y="578389"/>
                    <a:pt x="34807" y="559735"/>
                  </a:cubicBezTo>
                  <a:cubicBezTo>
                    <a:pt x="36426" y="539589"/>
                    <a:pt x="38045" y="520189"/>
                    <a:pt x="39664" y="500043"/>
                  </a:cubicBezTo>
                  <a:cubicBezTo>
                    <a:pt x="51401" y="440351"/>
                    <a:pt x="56662" y="377674"/>
                    <a:pt x="55853" y="314997"/>
                  </a:cubicBezTo>
                  <a:cubicBezTo>
                    <a:pt x="59091" y="276943"/>
                    <a:pt x="59495" y="277690"/>
                    <a:pt x="81756" y="265751"/>
                  </a:cubicBezTo>
                  <a:cubicBezTo>
                    <a:pt x="88636" y="257543"/>
                    <a:pt x="90660" y="253067"/>
                    <a:pt x="106040" y="232174"/>
                  </a:cubicBezTo>
                  <a:cubicBezTo>
                    <a:pt x="112920" y="220982"/>
                    <a:pt x="124253" y="192628"/>
                    <a:pt x="134776" y="192628"/>
                  </a:cubicBezTo>
                  <a:cubicBezTo>
                    <a:pt x="136799" y="203820"/>
                    <a:pt x="131538" y="217997"/>
                    <a:pt x="127895" y="229936"/>
                  </a:cubicBezTo>
                  <a:cubicBezTo>
                    <a:pt x="127490" y="232174"/>
                    <a:pt x="125872" y="235159"/>
                    <a:pt x="126276" y="238143"/>
                  </a:cubicBezTo>
                  <a:cubicBezTo>
                    <a:pt x="130728" y="275451"/>
                    <a:pt x="128705" y="304551"/>
                    <a:pt x="113730" y="335890"/>
                  </a:cubicBezTo>
                  <a:cubicBezTo>
                    <a:pt x="113325" y="338874"/>
                    <a:pt x="113325" y="342605"/>
                    <a:pt x="113325" y="345590"/>
                  </a:cubicBezTo>
                  <a:cubicBezTo>
                    <a:pt x="119801" y="368720"/>
                    <a:pt x="129514" y="347828"/>
                    <a:pt x="140037" y="347828"/>
                  </a:cubicBezTo>
                  <a:cubicBezTo>
                    <a:pt x="136799" y="367974"/>
                    <a:pt x="130324" y="386628"/>
                    <a:pt x="129109" y="411251"/>
                  </a:cubicBezTo>
                  <a:cubicBezTo>
                    <a:pt x="120610" y="461243"/>
                    <a:pt x="113325" y="512728"/>
                    <a:pt x="108063" y="564212"/>
                  </a:cubicBezTo>
                  <a:cubicBezTo>
                    <a:pt x="108468" y="580628"/>
                    <a:pt x="107659" y="579135"/>
                    <a:pt x="115753" y="591820"/>
                  </a:cubicBezTo>
                  <a:cubicBezTo>
                    <a:pt x="133561" y="597043"/>
                    <a:pt x="132347" y="523920"/>
                    <a:pt x="133561" y="508997"/>
                  </a:cubicBezTo>
                  <a:cubicBezTo>
                    <a:pt x="137204" y="486612"/>
                    <a:pt x="137609" y="471689"/>
                    <a:pt x="140037" y="461989"/>
                  </a:cubicBezTo>
                  <a:cubicBezTo>
                    <a:pt x="141251" y="461243"/>
                    <a:pt x="142061" y="461243"/>
                    <a:pt x="143275" y="461243"/>
                  </a:cubicBezTo>
                  <a:cubicBezTo>
                    <a:pt x="146108" y="471689"/>
                    <a:pt x="147727" y="471689"/>
                    <a:pt x="156226" y="476912"/>
                  </a:cubicBezTo>
                  <a:cubicBezTo>
                    <a:pt x="156226" y="477659"/>
                    <a:pt x="156631" y="477659"/>
                    <a:pt x="156631" y="478405"/>
                  </a:cubicBezTo>
                  <a:cubicBezTo>
                    <a:pt x="159464" y="493328"/>
                    <a:pt x="159464" y="509743"/>
                    <a:pt x="157036" y="524666"/>
                  </a:cubicBezTo>
                  <a:lnTo>
                    <a:pt x="156631" y="524666"/>
                  </a:lnTo>
                  <a:cubicBezTo>
                    <a:pt x="152989" y="523920"/>
                    <a:pt x="152584" y="523920"/>
                    <a:pt x="144489" y="517951"/>
                  </a:cubicBezTo>
                  <a:cubicBezTo>
                    <a:pt x="143680" y="530636"/>
                    <a:pt x="149751" y="555259"/>
                    <a:pt x="156631" y="570928"/>
                  </a:cubicBezTo>
                  <a:cubicBezTo>
                    <a:pt x="157845" y="573912"/>
                    <a:pt x="159464" y="576897"/>
                    <a:pt x="161083" y="579135"/>
                  </a:cubicBezTo>
                  <a:cubicBezTo>
                    <a:pt x="167964" y="579135"/>
                    <a:pt x="180915" y="576151"/>
                    <a:pt x="182939" y="558989"/>
                  </a:cubicBezTo>
                  <a:cubicBezTo>
                    <a:pt x="176058" y="481389"/>
                    <a:pt x="172011" y="410505"/>
                    <a:pt x="181320" y="338874"/>
                  </a:cubicBezTo>
                  <a:cubicBezTo>
                    <a:pt x="179701" y="313505"/>
                    <a:pt x="171606" y="314997"/>
                    <a:pt x="169987" y="306790"/>
                  </a:cubicBezTo>
                  <a:cubicBezTo>
                    <a:pt x="171606" y="297836"/>
                    <a:pt x="178487" y="286643"/>
                    <a:pt x="183343" y="275451"/>
                  </a:cubicBezTo>
                  <a:cubicBezTo>
                    <a:pt x="188200" y="264259"/>
                    <a:pt x="191438" y="253067"/>
                    <a:pt x="184558" y="243367"/>
                  </a:cubicBezTo>
                  <a:cubicBezTo>
                    <a:pt x="184153" y="243367"/>
                    <a:pt x="183748" y="243367"/>
                    <a:pt x="183343" y="244113"/>
                  </a:cubicBezTo>
                  <a:cubicBezTo>
                    <a:pt x="173630" y="249336"/>
                    <a:pt x="164321" y="259036"/>
                    <a:pt x="156631" y="271720"/>
                  </a:cubicBezTo>
                  <a:cubicBezTo>
                    <a:pt x="154203" y="274705"/>
                    <a:pt x="151774" y="278436"/>
                    <a:pt x="148941" y="282166"/>
                  </a:cubicBezTo>
                  <a:cubicBezTo>
                    <a:pt x="150560" y="270974"/>
                    <a:pt x="153393" y="259782"/>
                    <a:pt x="156631" y="250082"/>
                  </a:cubicBezTo>
                  <a:cubicBezTo>
                    <a:pt x="161083" y="236651"/>
                    <a:pt x="165535" y="223220"/>
                    <a:pt x="170797" y="210536"/>
                  </a:cubicBezTo>
                  <a:cubicBezTo>
                    <a:pt x="171201" y="209790"/>
                    <a:pt x="171606" y="209043"/>
                    <a:pt x="172011" y="207551"/>
                  </a:cubicBezTo>
                  <a:cubicBezTo>
                    <a:pt x="173225" y="204567"/>
                    <a:pt x="173225" y="204567"/>
                    <a:pt x="172416" y="200836"/>
                  </a:cubicBezTo>
                  <a:cubicBezTo>
                    <a:pt x="171201" y="173228"/>
                    <a:pt x="165535" y="154574"/>
                    <a:pt x="178891" y="131444"/>
                  </a:cubicBezTo>
                  <a:close/>
                  <a:moveTo>
                    <a:pt x="184962" y="44890"/>
                  </a:moveTo>
                  <a:cubicBezTo>
                    <a:pt x="187795" y="50859"/>
                    <a:pt x="189414" y="58321"/>
                    <a:pt x="188605" y="66528"/>
                  </a:cubicBezTo>
                  <a:lnTo>
                    <a:pt x="184962" y="73244"/>
                  </a:lnTo>
                  <a:lnTo>
                    <a:pt x="181320" y="77721"/>
                  </a:lnTo>
                  <a:cubicBezTo>
                    <a:pt x="181320" y="65782"/>
                    <a:pt x="181320" y="54590"/>
                    <a:pt x="180915" y="44144"/>
                  </a:cubicBezTo>
                  <a:cubicBezTo>
                    <a:pt x="182129" y="43398"/>
                    <a:pt x="183343" y="44144"/>
                    <a:pt x="184962" y="44890"/>
                  </a:cubicBezTo>
                  <a:close/>
                  <a:moveTo>
                    <a:pt x="155822" y="352305"/>
                  </a:moveTo>
                  <a:cubicBezTo>
                    <a:pt x="156226" y="351559"/>
                    <a:pt x="157036" y="352305"/>
                    <a:pt x="158250" y="353051"/>
                  </a:cubicBezTo>
                  <a:cubicBezTo>
                    <a:pt x="159464" y="353797"/>
                    <a:pt x="160274" y="355290"/>
                    <a:pt x="161083" y="356036"/>
                  </a:cubicBezTo>
                  <a:cubicBezTo>
                    <a:pt x="161083" y="362751"/>
                    <a:pt x="160678" y="368720"/>
                    <a:pt x="159869" y="375436"/>
                  </a:cubicBezTo>
                  <a:cubicBezTo>
                    <a:pt x="159060" y="374689"/>
                    <a:pt x="158655" y="373943"/>
                    <a:pt x="158250" y="373197"/>
                  </a:cubicBezTo>
                  <a:cubicBezTo>
                    <a:pt x="157845" y="372451"/>
                    <a:pt x="157036" y="371705"/>
                    <a:pt x="156226" y="371705"/>
                  </a:cubicBezTo>
                  <a:cubicBezTo>
                    <a:pt x="153393" y="369466"/>
                    <a:pt x="154607" y="359020"/>
                    <a:pt x="155822" y="352305"/>
                  </a:cubicBezTo>
                  <a:close/>
                  <a:moveTo>
                    <a:pt x="157845" y="411997"/>
                  </a:moveTo>
                  <a:cubicBezTo>
                    <a:pt x="157845" y="412743"/>
                    <a:pt x="158250" y="412743"/>
                    <a:pt x="158250" y="412743"/>
                  </a:cubicBezTo>
                  <a:cubicBezTo>
                    <a:pt x="157845" y="421697"/>
                    <a:pt x="157845" y="429905"/>
                    <a:pt x="158250" y="438859"/>
                  </a:cubicBezTo>
                  <a:lnTo>
                    <a:pt x="157845" y="438112"/>
                  </a:lnTo>
                  <a:lnTo>
                    <a:pt x="150965" y="432889"/>
                  </a:lnTo>
                  <a:lnTo>
                    <a:pt x="149346" y="426920"/>
                  </a:lnTo>
                  <a:lnTo>
                    <a:pt x="149346" y="420205"/>
                  </a:lnTo>
                  <a:lnTo>
                    <a:pt x="148941" y="413489"/>
                  </a:lnTo>
                  <a:lnTo>
                    <a:pt x="149346" y="406774"/>
                  </a:lnTo>
                  <a:cubicBezTo>
                    <a:pt x="152989" y="406774"/>
                    <a:pt x="155417" y="409013"/>
                    <a:pt x="157845" y="41199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0" name="Freeform 1059"/>
            <p:cNvSpPr/>
            <p:nvPr/>
          </p:nvSpPr>
          <p:spPr>
            <a:xfrm>
              <a:off x="10671914" y="-169385"/>
              <a:ext cx="36889" cy="59986"/>
            </a:xfrm>
            <a:custGeom>
              <a:avLst/>
              <a:gdLst>
                <a:gd name="connsiteX0" fmla="*/ 13039 w 36889"/>
                <a:gd name="connsiteY0" fmla="*/ 55509 h 59986"/>
                <a:gd name="connsiteX1" fmla="*/ 17086 w 36889"/>
                <a:gd name="connsiteY1" fmla="*/ 59986 h 59986"/>
                <a:gd name="connsiteX2" fmla="*/ 18705 w 36889"/>
                <a:gd name="connsiteY2" fmla="*/ 59986 h 59986"/>
                <a:gd name="connsiteX3" fmla="*/ 22347 w 36889"/>
                <a:gd name="connsiteY3" fmla="*/ 59240 h 59986"/>
                <a:gd name="connsiteX4" fmla="*/ 31252 w 36889"/>
                <a:gd name="connsiteY4" fmla="*/ 53271 h 59986"/>
                <a:gd name="connsiteX5" fmla="*/ 36513 w 36889"/>
                <a:gd name="connsiteY5" fmla="*/ 42078 h 59986"/>
                <a:gd name="connsiteX6" fmla="*/ 18300 w 36889"/>
                <a:gd name="connsiteY6" fmla="*/ 1786 h 59986"/>
                <a:gd name="connsiteX7" fmla="*/ 87 w 36889"/>
                <a:gd name="connsiteY7" fmla="*/ 1040 h 59986"/>
                <a:gd name="connsiteX8" fmla="*/ 13039 w 36889"/>
                <a:gd name="connsiteY8" fmla="*/ 55509 h 59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889" h="59986">
                  <a:moveTo>
                    <a:pt x="13039" y="55509"/>
                  </a:moveTo>
                  <a:cubicBezTo>
                    <a:pt x="14253" y="57748"/>
                    <a:pt x="15467" y="59240"/>
                    <a:pt x="17086" y="59986"/>
                  </a:cubicBezTo>
                  <a:lnTo>
                    <a:pt x="18705" y="59986"/>
                  </a:lnTo>
                  <a:cubicBezTo>
                    <a:pt x="19919" y="59986"/>
                    <a:pt x="21133" y="59986"/>
                    <a:pt x="22347" y="59240"/>
                  </a:cubicBezTo>
                  <a:cubicBezTo>
                    <a:pt x="25585" y="57748"/>
                    <a:pt x="28418" y="56255"/>
                    <a:pt x="31252" y="53271"/>
                  </a:cubicBezTo>
                  <a:cubicBezTo>
                    <a:pt x="34085" y="50286"/>
                    <a:pt x="35704" y="49540"/>
                    <a:pt x="36513" y="42078"/>
                  </a:cubicBezTo>
                  <a:cubicBezTo>
                    <a:pt x="38942" y="17455"/>
                    <a:pt x="29228" y="5517"/>
                    <a:pt x="18300" y="1786"/>
                  </a:cubicBezTo>
                  <a:cubicBezTo>
                    <a:pt x="12229" y="-452"/>
                    <a:pt x="6158" y="-452"/>
                    <a:pt x="87" y="1040"/>
                  </a:cubicBezTo>
                  <a:cubicBezTo>
                    <a:pt x="-722" y="22678"/>
                    <a:pt x="4135" y="43571"/>
                    <a:pt x="13039" y="5550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1" name="Freeform 1060"/>
            <p:cNvSpPr/>
            <p:nvPr/>
          </p:nvSpPr>
          <p:spPr>
            <a:xfrm>
              <a:off x="11491161" y="219505"/>
              <a:ext cx="120228" cy="157586"/>
            </a:xfrm>
            <a:custGeom>
              <a:avLst/>
              <a:gdLst>
                <a:gd name="connsiteX0" fmla="*/ 90273 w 120228"/>
                <a:gd name="connsiteY0" fmla="*/ 3133 h 157586"/>
                <a:gd name="connsiteX1" fmla="*/ 64775 w 120228"/>
                <a:gd name="connsiteY1" fmla="*/ 2387 h 157586"/>
                <a:gd name="connsiteX2" fmla="*/ 55061 w 120228"/>
                <a:gd name="connsiteY2" fmla="*/ 16564 h 157586"/>
                <a:gd name="connsiteX3" fmla="*/ 14184 w 120228"/>
                <a:gd name="connsiteY3" fmla="*/ 40440 h 157586"/>
                <a:gd name="connsiteX4" fmla="*/ 18 w 120228"/>
                <a:gd name="connsiteY4" fmla="*/ 53871 h 157586"/>
                <a:gd name="connsiteX5" fmla="*/ 14184 w 120228"/>
                <a:gd name="connsiteY5" fmla="*/ 79987 h 157586"/>
                <a:gd name="connsiteX6" fmla="*/ 34015 w 120228"/>
                <a:gd name="connsiteY6" fmla="*/ 84463 h 157586"/>
                <a:gd name="connsiteX7" fmla="*/ 67608 w 120228"/>
                <a:gd name="connsiteY7" fmla="*/ 58348 h 157586"/>
                <a:gd name="connsiteX8" fmla="*/ 67608 w 120228"/>
                <a:gd name="connsiteY8" fmla="*/ 118786 h 157586"/>
                <a:gd name="connsiteX9" fmla="*/ 21064 w 120228"/>
                <a:gd name="connsiteY9" fmla="*/ 103117 h 157586"/>
                <a:gd name="connsiteX10" fmla="*/ 74489 w 120228"/>
                <a:gd name="connsiteY10" fmla="*/ 157586 h 157586"/>
                <a:gd name="connsiteX11" fmla="*/ 90273 w 120228"/>
                <a:gd name="connsiteY11" fmla="*/ 126248 h 157586"/>
                <a:gd name="connsiteX12" fmla="*/ 92701 w 120228"/>
                <a:gd name="connsiteY12" fmla="*/ 88194 h 157586"/>
                <a:gd name="connsiteX13" fmla="*/ 90273 w 120228"/>
                <a:gd name="connsiteY13" fmla="*/ 82225 h 157586"/>
                <a:gd name="connsiteX14" fmla="*/ 90273 w 120228"/>
                <a:gd name="connsiteY14" fmla="*/ 56856 h 157586"/>
                <a:gd name="connsiteX15" fmla="*/ 120223 w 120228"/>
                <a:gd name="connsiteY15" fmla="*/ 14325 h 157586"/>
                <a:gd name="connsiteX16" fmla="*/ 103629 w 120228"/>
                <a:gd name="connsiteY16" fmla="*/ 148 h 157586"/>
                <a:gd name="connsiteX17" fmla="*/ 90273 w 120228"/>
                <a:gd name="connsiteY17" fmla="*/ 3133 h 15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228" h="157586">
                  <a:moveTo>
                    <a:pt x="90273" y="3133"/>
                  </a:moveTo>
                  <a:cubicBezTo>
                    <a:pt x="80155" y="6117"/>
                    <a:pt x="69227" y="9102"/>
                    <a:pt x="64775" y="2387"/>
                  </a:cubicBezTo>
                  <a:cubicBezTo>
                    <a:pt x="52228" y="148"/>
                    <a:pt x="61132" y="7610"/>
                    <a:pt x="55061" y="16564"/>
                  </a:cubicBezTo>
                  <a:cubicBezTo>
                    <a:pt x="41705" y="24025"/>
                    <a:pt x="27135" y="30740"/>
                    <a:pt x="14184" y="40440"/>
                  </a:cubicBezTo>
                  <a:cubicBezTo>
                    <a:pt x="9327" y="44171"/>
                    <a:pt x="4470" y="48648"/>
                    <a:pt x="18" y="53871"/>
                  </a:cubicBezTo>
                  <a:cubicBezTo>
                    <a:pt x="-387" y="68794"/>
                    <a:pt x="6089" y="76256"/>
                    <a:pt x="14184" y="79987"/>
                  </a:cubicBezTo>
                  <a:cubicBezTo>
                    <a:pt x="20659" y="82225"/>
                    <a:pt x="27540" y="83717"/>
                    <a:pt x="34015" y="84463"/>
                  </a:cubicBezTo>
                  <a:cubicBezTo>
                    <a:pt x="46157" y="77002"/>
                    <a:pt x="51419" y="59094"/>
                    <a:pt x="67608" y="58348"/>
                  </a:cubicBezTo>
                  <a:cubicBezTo>
                    <a:pt x="70441" y="71033"/>
                    <a:pt x="73274" y="103863"/>
                    <a:pt x="67608" y="118786"/>
                  </a:cubicBezTo>
                  <a:cubicBezTo>
                    <a:pt x="50609" y="123263"/>
                    <a:pt x="32396" y="102371"/>
                    <a:pt x="21064" y="103117"/>
                  </a:cubicBezTo>
                  <a:cubicBezTo>
                    <a:pt x="14184" y="125502"/>
                    <a:pt x="63156" y="151617"/>
                    <a:pt x="74489" y="157586"/>
                  </a:cubicBezTo>
                  <a:cubicBezTo>
                    <a:pt x="82988" y="154602"/>
                    <a:pt x="87845" y="141171"/>
                    <a:pt x="90273" y="126248"/>
                  </a:cubicBezTo>
                  <a:cubicBezTo>
                    <a:pt x="92297" y="113563"/>
                    <a:pt x="93106" y="100879"/>
                    <a:pt x="92701" y="88194"/>
                  </a:cubicBezTo>
                  <a:cubicBezTo>
                    <a:pt x="91892" y="85956"/>
                    <a:pt x="91083" y="84463"/>
                    <a:pt x="90273" y="82225"/>
                  </a:cubicBezTo>
                  <a:cubicBezTo>
                    <a:pt x="86630" y="70287"/>
                    <a:pt x="87035" y="62825"/>
                    <a:pt x="90273" y="56856"/>
                  </a:cubicBezTo>
                  <a:cubicBezTo>
                    <a:pt x="98368" y="42679"/>
                    <a:pt x="120628" y="39694"/>
                    <a:pt x="120223" y="14325"/>
                  </a:cubicBezTo>
                  <a:cubicBezTo>
                    <a:pt x="115366" y="7610"/>
                    <a:pt x="109700" y="2387"/>
                    <a:pt x="103629" y="148"/>
                  </a:cubicBezTo>
                  <a:cubicBezTo>
                    <a:pt x="100391" y="-598"/>
                    <a:pt x="95130" y="1640"/>
                    <a:pt x="90273" y="313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2" name="Freeform 1061"/>
            <p:cNvSpPr/>
            <p:nvPr/>
          </p:nvSpPr>
          <p:spPr>
            <a:xfrm>
              <a:off x="11472156" y="-255832"/>
              <a:ext cx="182534" cy="376994"/>
            </a:xfrm>
            <a:custGeom>
              <a:avLst/>
              <a:gdLst>
                <a:gd name="connsiteX0" fmla="*/ 124657 w 182534"/>
                <a:gd name="connsiteY0" fmla="*/ 199410 h 376994"/>
                <a:gd name="connsiteX1" fmla="*/ 133561 w 182534"/>
                <a:gd name="connsiteY1" fmla="*/ 159118 h 376994"/>
                <a:gd name="connsiteX2" fmla="*/ 113730 w 182534"/>
                <a:gd name="connsiteY2" fmla="*/ 133002 h 376994"/>
                <a:gd name="connsiteX3" fmla="*/ 113325 w 182534"/>
                <a:gd name="connsiteY3" fmla="*/ 128526 h 376994"/>
                <a:gd name="connsiteX4" fmla="*/ 138418 w 182534"/>
                <a:gd name="connsiteY4" fmla="*/ 76295 h 376994"/>
                <a:gd name="connsiteX5" fmla="*/ 155012 w 182534"/>
                <a:gd name="connsiteY5" fmla="*/ 15110 h 376994"/>
                <a:gd name="connsiteX6" fmla="*/ 129919 w 182534"/>
                <a:gd name="connsiteY6" fmla="*/ 14364 h 376994"/>
                <a:gd name="connsiteX7" fmla="*/ 109277 w 182534"/>
                <a:gd name="connsiteY7" fmla="*/ 91964 h 376994"/>
                <a:gd name="connsiteX8" fmla="*/ 88232 w 182534"/>
                <a:gd name="connsiteY8" fmla="*/ 134495 h 376994"/>
                <a:gd name="connsiteX9" fmla="*/ 78923 w 182534"/>
                <a:gd name="connsiteY9" fmla="*/ 162102 h 376994"/>
                <a:gd name="connsiteX10" fmla="*/ 104825 w 182534"/>
                <a:gd name="connsiteY10" fmla="*/ 156133 h 376994"/>
                <a:gd name="connsiteX11" fmla="*/ 80946 w 182534"/>
                <a:gd name="connsiteY11" fmla="*/ 247164 h 376994"/>
                <a:gd name="connsiteX12" fmla="*/ 67995 w 182534"/>
                <a:gd name="connsiteY12" fmla="*/ 249402 h 376994"/>
                <a:gd name="connsiteX13" fmla="*/ 67590 w 182534"/>
                <a:gd name="connsiteY13" fmla="*/ 266564 h 376994"/>
                <a:gd name="connsiteX14" fmla="*/ 33188 w 182534"/>
                <a:gd name="connsiteY14" fmla="*/ 316556 h 376994"/>
                <a:gd name="connsiteX15" fmla="*/ 32783 w 182534"/>
                <a:gd name="connsiteY15" fmla="*/ 317302 h 376994"/>
                <a:gd name="connsiteX16" fmla="*/ 0 w 182534"/>
                <a:gd name="connsiteY16" fmla="*/ 308348 h 376994"/>
                <a:gd name="connsiteX17" fmla="*/ 0 w 182534"/>
                <a:gd name="connsiteY17" fmla="*/ 315064 h 376994"/>
                <a:gd name="connsiteX18" fmla="*/ 26307 w 182534"/>
                <a:gd name="connsiteY18" fmla="*/ 376995 h 376994"/>
                <a:gd name="connsiteX19" fmla="*/ 30760 w 182534"/>
                <a:gd name="connsiteY19" fmla="*/ 375502 h 376994"/>
                <a:gd name="connsiteX20" fmla="*/ 33188 w 182534"/>
                <a:gd name="connsiteY20" fmla="*/ 356848 h 376994"/>
                <a:gd name="connsiteX21" fmla="*/ 36021 w 182534"/>
                <a:gd name="connsiteY21" fmla="*/ 337448 h 376994"/>
                <a:gd name="connsiteX22" fmla="*/ 74066 w 182534"/>
                <a:gd name="connsiteY22" fmla="*/ 298648 h 376994"/>
                <a:gd name="connsiteX23" fmla="*/ 100373 w 182534"/>
                <a:gd name="connsiteY23" fmla="*/ 294172 h 376994"/>
                <a:gd name="connsiteX24" fmla="*/ 76090 w 182534"/>
                <a:gd name="connsiteY24" fmla="*/ 335210 h 376994"/>
                <a:gd name="connsiteX25" fmla="*/ 76899 w 182534"/>
                <a:gd name="connsiteY25" fmla="*/ 341179 h 376994"/>
                <a:gd name="connsiteX26" fmla="*/ 108873 w 182534"/>
                <a:gd name="connsiteY26" fmla="*/ 311333 h 376994"/>
                <a:gd name="connsiteX27" fmla="*/ 141656 w 182534"/>
                <a:gd name="connsiteY27" fmla="*/ 289695 h 376994"/>
                <a:gd name="connsiteX28" fmla="*/ 148537 w 182534"/>
                <a:gd name="connsiteY28" fmla="*/ 281487 h 376994"/>
                <a:gd name="connsiteX29" fmla="*/ 182534 w 182534"/>
                <a:gd name="connsiteY29" fmla="*/ 209856 h 376994"/>
                <a:gd name="connsiteX30" fmla="*/ 182534 w 182534"/>
                <a:gd name="connsiteY30" fmla="*/ 195679 h 376994"/>
                <a:gd name="connsiteX31" fmla="*/ 124657 w 182534"/>
                <a:gd name="connsiteY31" fmla="*/ 199410 h 376994"/>
                <a:gd name="connsiteX32" fmla="*/ 129919 w 182534"/>
                <a:gd name="connsiteY32" fmla="*/ 259102 h 376994"/>
                <a:gd name="connsiteX33" fmla="*/ 109682 w 182534"/>
                <a:gd name="connsiteY33" fmla="*/ 256864 h 376994"/>
                <a:gd name="connsiteX34" fmla="*/ 100778 w 182534"/>
                <a:gd name="connsiteY34" fmla="*/ 268056 h 376994"/>
                <a:gd name="connsiteX35" fmla="*/ 109682 w 182534"/>
                <a:gd name="connsiteY35" fmla="*/ 230749 h 376994"/>
                <a:gd name="connsiteX36" fmla="*/ 112111 w 182534"/>
                <a:gd name="connsiteY36" fmla="*/ 226272 h 376994"/>
                <a:gd name="connsiteX37" fmla="*/ 158250 w 182534"/>
                <a:gd name="connsiteY37" fmla="*/ 212841 h 376994"/>
                <a:gd name="connsiteX38" fmla="*/ 129919 w 182534"/>
                <a:gd name="connsiteY38" fmla="*/ 259102 h 37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2534" h="376994">
                  <a:moveTo>
                    <a:pt x="124657" y="199410"/>
                  </a:moveTo>
                  <a:cubicBezTo>
                    <a:pt x="123038" y="182249"/>
                    <a:pt x="129514" y="171056"/>
                    <a:pt x="133561" y="159118"/>
                  </a:cubicBezTo>
                  <a:cubicBezTo>
                    <a:pt x="133157" y="130764"/>
                    <a:pt x="126681" y="137479"/>
                    <a:pt x="113730" y="133002"/>
                  </a:cubicBezTo>
                  <a:cubicBezTo>
                    <a:pt x="113730" y="131510"/>
                    <a:pt x="113325" y="129272"/>
                    <a:pt x="113325" y="128526"/>
                  </a:cubicBezTo>
                  <a:cubicBezTo>
                    <a:pt x="122634" y="112856"/>
                    <a:pt x="131133" y="94949"/>
                    <a:pt x="138418" y="76295"/>
                  </a:cubicBezTo>
                  <a:cubicBezTo>
                    <a:pt x="151370" y="53910"/>
                    <a:pt x="163916" y="42718"/>
                    <a:pt x="155012" y="15110"/>
                  </a:cubicBezTo>
                  <a:cubicBezTo>
                    <a:pt x="145299" y="2426"/>
                    <a:pt x="131538" y="-11005"/>
                    <a:pt x="129919" y="14364"/>
                  </a:cubicBezTo>
                  <a:cubicBezTo>
                    <a:pt x="131538" y="45703"/>
                    <a:pt x="121015" y="69579"/>
                    <a:pt x="109277" y="91964"/>
                  </a:cubicBezTo>
                  <a:cubicBezTo>
                    <a:pt x="101992" y="105395"/>
                    <a:pt x="94707" y="119572"/>
                    <a:pt x="88232" y="134495"/>
                  </a:cubicBezTo>
                  <a:cubicBezTo>
                    <a:pt x="80542" y="144941"/>
                    <a:pt x="78518" y="143449"/>
                    <a:pt x="78923" y="162102"/>
                  </a:cubicBezTo>
                  <a:cubicBezTo>
                    <a:pt x="85803" y="168072"/>
                    <a:pt x="95112" y="156133"/>
                    <a:pt x="104825" y="156133"/>
                  </a:cubicBezTo>
                  <a:cubicBezTo>
                    <a:pt x="106444" y="180756"/>
                    <a:pt x="90660" y="226272"/>
                    <a:pt x="80946" y="247164"/>
                  </a:cubicBezTo>
                  <a:cubicBezTo>
                    <a:pt x="76494" y="247910"/>
                    <a:pt x="72042" y="248656"/>
                    <a:pt x="67995" y="249402"/>
                  </a:cubicBezTo>
                  <a:cubicBezTo>
                    <a:pt x="67590" y="254625"/>
                    <a:pt x="67590" y="260595"/>
                    <a:pt x="67590" y="266564"/>
                  </a:cubicBezTo>
                  <a:cubicBezTo>
                    <a:pt x="56662" y="285218"/>
                    <a:pt x="43711" y="296410"/>
                    <a:pt x="33188" y="316556"/>
                  </a:cubicBezTo>
                  <a:lnTo>
                    <a:pt x="32783" y="317302"/>
                  </a:lnTo>
                  <a:cubicBezTo>
                    <a:pt x="13356" y="332972"/>
                    <a:pt x="11737" y="307602"/>
                    <a:pt x="0" y="308348"/>
                  </a:cubicBezTo>
                  <a:lnTo>
                    <a:pt x="0" y="315064"/>
                  </a:lnTo>
                  <a:cubicBezTo>
                    <a:pt x="405" y="340433"/>
                    <a:pt x="10118" y="362818"/>
                    <a:pt x="26307" y="376995"/>
                  </a:cubicBezTo>
                  <a:lnTo>
                    <a:pt x="30760" y="375502"/>
                  </a:lnTo>
                  <a:cubicBezTo>
                    <a:pt x="31974" y="369533"/>
                    <a:pt x="32783" y="363564"/>
                    <a:pt x="33188" y="356848"/>
                  </a:cubicBezTo>
                  <a:cubicBezTo>
                    <a:pt x="33997" y="350133"/>
                    <a:pt x="34807" y="343418"/>
                    <a:pt x="36021" y="337448"/>
                  </a:cubicBezTo>
                  <a:cubicBezTo>
                    <a:pt x="48163" y="314318"/>
                    <a:pt x="55448" y="309841"/>
                    <a:pt x="74066" y="298648"/>
                  </a:cubicBezTo>
                  <a:cubicBezTo>
                    <a:pt x="87017" y="282979"/>
                    <a:pt x="84994" y="281487"/>
                    <a:pt x="100373" y="294172"/>
                  </a:cubicBezTo>
                  <a:cubicBezTo>
                    <a:pt x="99159" y="309095"/>
                    <a:pt x="83375" y="325510"/>
                    <a:pt x="76090" y="335210"/>
                  </a:cubicBezTo>
                  <a:cubicBezTo>
                    <a:pt x="76090" y="337448"/>
                    <a:pt x="76494" y="338941"/>
                    <a:pt x="76899" y="341179"/>
                  </a:cubicBezTo>
                  <a:cubicBezTo>
                    <a:pt x="87827" y="335956"/>
                    <a:pt x="98350" y="322525"/>
                    <a:pt x="108873" y="311333"/>
                  </a:cubicBezTo>
                  <a:cubicBezTo>
                    <a:pt x="119396" y="300141"/>
                    <a:pt x="129514" y="290441"/>
                    <a:pt x="141656" y="289695"/>
                  </a:cubicBezTo>
                  <a:cubicBezTo>
                    <a:pt x="143680" y="286710"/>
                    <a:pt x="146108" y="283725"/>
                    <a:pt x="148537" y="281487"/>
                  </a:cubicBezTo>
                  <a:cubicBezTo>
                    <a:pt x="158655" y="254625"/>
                    <a:pt x="180510" y="241941"/>
                    <a:pt x="182534" y="209856"/>
                  </a:cubicBezTo>
                  <a:lnTo>
                    <a:pt x="182534" y="195679"/>
                  </a:lnTo>
                  <a:cubicBezTo>
                    <a:pt x="161893" y="168818"/>
                    <a:pt x="144489" y="186725"/>
                    <a:pt x="124657" y="199410"/>
                  </a:cubicBezTo>
                  <a:close/>
                  <a:moveTo>
                    <a:pt x="129919" y="259102"/>
                  </a:moveTo>
                  <a:cubicBezTo>
                    <a:pt x="114944" y="244925"/>
                    <a:pt x="112515" y="250148"/>
                    <a:pt x="109682" y="256864"/>
                  </a:cubicBezTo>
                  <a:cubicBezTo>
                    <a:pt x="107659" y="262833"/>
                    <a:pt x="104421" y="267310"/>
                    <a:pt x="100778" y="268056"/>
                  </a:cubicBezTo>
                  <a:cubicBezTo>
                    <a:pt x="93898" y="257610"/>
                    <a:pt x="104421" y="240449"/>
                    <a:pt x="109682" y="230749"/>
                  </a:cubicBezTo>
                  <a:lnTo>
                    <a:pt x="112111" y="226272"/>
                  </a:lnTo>
                  <a:cubicBezTo>
                    <a:pt x="119801" y="223287"/>
                    <a:pt x="155012" y="192695"/>
                    <a:pt x="158250" y="212841"/>
                  </a:cubicBezTo>
                  <a:cubicBezTo>
                    <a:pt x="150560" y="232241"/>
                    <a:pt x="144084" y="255372"/>
                    <a:pt x="129919" y="25910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3" name="Freeform 1062"/>
            <p:cNvSpPr/>
            <p:nvPr/>
          </p:nvSpPr>
          <p:spPr>
            <a:xfrm>
              <a:off x="11506426" y="71412"/>
              <a:ext cx="125662" cy="139287"/>
            </a:xfrm>
            <a:custGeom>
              <a:avLst/>
              <a:gdLst>
                <a:gd name="connsiteX0" fmla="*/ 102530 w 125662"/>
                <a:gd name="connsiteY0" fmla="*/ 1249 h 139287"/>
                <a:gd name="connsiteX1" fmla="*/ 75008 w 125662"/>
                <a:gd name="connsiteY1" fmla="*/ 28111 h 139287"/>
                <a:gd name="connsiteX2" fmla="*/ 70152 w 125662"/>
                <a:gd name="connsiteY2" fmla="*/ 33334 h 139287"/>
                <a:gd name="connsiteX3" fmla="*/ 2966 w 125662"/>
                <a:gd name="connsiteY3" fmla="*/ 96757 h 139287"/>
                <a:gd name="connsiteX4" fmla="*/ 133 w 125662"/>
                <a:gd name="connsiteY4" fmla="*/ 109441 h 139287"/>
                <a:gd name="connsiteX5" fmla="*/ 6609 w 125662"/>
                <a:gd name="connsiteY5" fmla="*/ 113918 h 139287"/>
                <a:gd name="connsiteX6" fmla="*/ 30892 w 125662"/>
                <a:gd name="connsiteY6" fmla="*/ 110934 h 139287"/>
                <a:gd name="connsiteX7" fmla="*/ 56391 w 125662"/>
                <a:gd name="connsiteY7" fmla="*/ 86311 h 139287"/>
                <a:gd name="connsiteX8" fmla="*/ 57605 w 125662"/>
                <a:gd name="connsiteY8" fmla="*/ 90042 h 139287"/>
                <a:gd name="connsiteX9" fmla="*/ 38178 w 125662"/>
                <a:gd name="connsiteY9" fmla="*/ 138541 h 139287"/>
                <a:gd name="connsiteX10" fmla="*/ 42630 w 125662"/>
                <a:gd name="connsiteY10" fmla="*/ 139288 h 139287"/>
                <a:gd name="connsiteX11" fmla="*/ 75413 w 125662"/>
                <a:gd name="connsiteY11" fmla="*/ 96011 h 139287"/>
                <a:gd name="connsiteX12" fmla="*/ 98887 w 125662"/>
                <a:gd name="connsiteY12" fmla="*/ 70642 h 139287"/>
                <a:gd name="connsiteX13" fmla="*/ 125600 w 125662"/>
                <a:gd name="connsiteY13" fmla="*/ 21395 h 139287"/>
                <a:gd name="connsiteX14" fmla="*/ 102530 w 125662"/>
                <a:gd name="connsiteY14" fmla="*/ 1249 h 139287"/>
                <a:gd name="connsiteX15" fmla="*/ 75008 w 125662"/>
                <a:gd name="connsiteY15" fmla="*/ 65418 h 139287"/>
                <a:gd name="connsiteX16" fmla="*/ 59628 w 125662"/>
                <a:gd name="connsiteY16" fmla="*/ 84072 h 139287"/>
                <a:gd name="connsiteX17" fmla="*/ 75008 w 125662"/>
                <a:gd name="connsiteY17" fmla="*/ 49003 h 139287"/>
                <a:gd name="connsiteX18" fmla="*/ 84722 w 125662"/>
                <a:gd name="connsiteY18" fmla="*/ 34826 h 139287"/>
                <a:gd name="connsiteX19" fmla="*/ 90793 w 125662"/>
                <a:gd name="connsiteY19" fmla="*/ 33334 h 139287"/>
                <a:gd name="connsiteX20" fmla="*/ 75008 w 125662"/>
                <a:gd name="connsiteY20" fmla="*/ 65418 h 13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5662" h="139287">
                  <a:moveTo>
                    <a:pt x="102530" y="1249"/>
                  </a:moveTo>
                  <a:cubicBezTo>
                    <a:pt x="93221" y="10203"/>
                    <a:pt x="84317" y="19157"/>
                    <a:pt x="75008" y="28111"/>
                  </a:cubicBezTo>
                  <a:cubicBezTo>
                    <a:pt x="73389" y="29603"/>
                    <a:pt x="71770" y="31842"/>
                    <a:pt x="70152" y="33334"/>
                  </a:cubicBezTo>
                  <a:cubicBezTo>
                    <a:pt x="47487" y="51988"/>
                    <a:pt x="24822" y="78103"/>
                    <a:pt x="2966" y="96757"/>
                  </a:cubicBezTo>
                  <a:cubicBezTo>
                    <a:pt x="133" y="101980"/>
                    <a:pt x="-272" y="100488"/>
                    <a:pt x="133" y="109441"/>
                  </a:cubicBezTo>
                  <a:cubicBezTo>
                    <a:pt x="2157" y="112426"/>
                    <a:pt x="4180" y="113918"/>
                    <a:pt x="6609" y="113918"/>
                  </a:cubicBezTo>
                  <a:cubicBezTo>
                    <a:pt x="14298" y="113172"/>
                    <a:pt x="22798" y="111680"/>
                    <a:pt x="30892" y="110934"/>
                  </a:cubicBezTo>
                  <a:cubicBezTo>
                    <a:pt x="41820" y="112426"/>
                    <a:pt x="47891" y="94518"/>
                    <a:pt x="56391" y="86311"/>
                  </a:cubicBezTo>
                  <a:cubicBezTo>
                    <a:pt x="58010" y="84818"/>
                    <a:pt x="58819" y="87803"/>
                    <a:pt x="57605" y="90042"/>
                  </a:cubicBezTo>
                  <a:cubicBezTo>
                    <a:pt x="51129" y="101234"/>
                    <a:pt x="38178" y="122872"/>
                    <a:pt x="38178" y="138541"/>
                  </a:cubicBezTo>
                  <a:cubicBezTo>
                    <a:pt x="39797" y="138541"/>
                    <a:pt x="41011" y="138541"/>
                    <a:pt x="42630" y="139288"/>
                  </a:cubicBezTo>
                  <a:cubicBezTo>
                    <a:pt x="53153" y="123618"/>
                    <a:pt x="64081" y="109441"/>
                    <a:pt x="75413" y="96011"/>
                  </a:cubicBezTo>
                  <a:cubicBezTo>
                    <a:pt x="83103" y="87057"/>
                    <a:pt x="90388" y="78849"/>
                    <a:pt x="98887" y="70642"/>
                  </a:cubicBezTo>
                  <a:cubicBezTo>
                    <a:pt x="104554" y="57957"/>
                    <a:pt x="117910" y="27365"/>
                    <a:pt x="125600" y="21395"/>
                  </a:cubicBezTo>
                  <a:cubicBezTo>
                    <a:pt x="126814" y="-4720"/>
                    <a:pt x="110220" y="-243"/>
                    <a:pt x="102530" y="1249"/>
                  </a:cubicBezTo>
                  <a:close/>
                  <a:moveTo>
                    <a:pt x="75008" y="65418"/>
                  </a:moveTo>
                  <a:cubicBezTo>
                    <a:pt x="69342" y="72880"/>
                    <a:pt x="62866" y="79595"/>
                    <a:pt x="59628" y="84072"/>
                  </a:cubicBezTo>
                  <a:cubicBezTo>
                    <a:pt x="59224" y="75865"/>
                    <a:pt x="67723" y="60942"/>
                    <a:pt x="75008" y="49003"/>
                  </a:cubicBezTo>
                  <a:cubicBezTo>
                    <a:pt x="79056" y="43034"/>
                    <a:pt x="82698" y="37811"/>
                    <a:pt x="84722" y="34826"/>
                  </a:cubicBezTo>
                  <a:cubicBezTo>
                    <a:pt x="86745" y="34080"/>
                    <a:pt x="88769" y="33334"/>
                    <a:pt x="90793" y="33334"/>
                  </a:cubicBezTo>
                  <a:cubicBezTo>
                    <a:pt x="91198" y="43780"/>
                    <a:pt x="83103" y="54972"/>
                    <a:pt x="75008" y="6541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4" name="Freeform 1063"/>
            <p:cNvSpPr/>
            <p:nvPr/>
          </p:nvSpPr>
          <p:spPr>
            <a:xfrm>
              <a:off x="11485239" y="-70599"/>
              <a:ext cx="40761" cy="100730"/>
            </a:xfrm>
            <a:custGeom>
              <a:avLst/>
              <a:gdLst>
                <a:gd name="connsiteX0" fmla="*/ 20106 w 40761"/>
                <a:gd name="connsiteY0" fmla="*/ 100731 h 100730"/>
                <a:gd name="connsiteX1" fmla="*/ 40747 w 40761"/>
                <a:gd name="connsiteY1" fmla="*/ 62677 h 100730"/>
                <a:gd name="connsiteX2" fmla="*/ 20510 w 40761"/>
                <a:gd name="connsiteY2" fmla="*/ 31338 h 100730"/>
                <a:gd name="connsiteX3" fmla="*/ 8368 w 40761"/>
                <a:gd name="connsiteY3" fmla="*/ 6715 h 100730"/>
                <a:gd name="connsiteX4" fmla="*/ 3916 w 40761"/>
                <a:gd name="connsiteY4" fmla="*/ 0 h 100730"/>
                <a:gd name="connsiteX5" fmla="*/ 18891 w 40761"/>
                <a:gd name="connsiteY5" fmla="*/ 70884 h 100730"/>
                <a:gd name="connsiteX6" fmla="*/ 20106 w 40761"/>
                <a:gd name="connsiteY6" fmla="*/ 100731 h 10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61" h="100730">
                  <a:moveTo>
                    <a:pt x="20106" y="100731"/>
                  </a:moveTo>
                  <a:cubicBezTo>
                    <a:pt x="33057" y="96254"/>
                    <a:pt x="41151" y="88792"/>
                    <a:pt x="40747" y="62677"/>
                  </a:cubicBezTo>
                  <a:cubicBezTo>
                    <a:pt x="35081" y="53723"/>
                    <a:pt x="27391" y="42531"/>
                    <a:pt x="20510" y="31338"/>
                  </a:cubicBezTo>
                  <a:cubicBezTo>
                    <a:pt x="15653" y="24623"/>
                    <a:pt x="11606" y="16415"/>
                    <a:pt x="8368" y="6715"/>
                  </a:cubicBezTo>
                  <a:lnTo>
                    <a:pt x="3916" y="0"/>
                  </a:lnTo>
                  <a:cubicBezTo>
                    <a:pt x="-8630" y="14923"/>
                    <a:pt x="12416" y="55961"/>
                    <a:pt x="18891" y="70884"/>
                  </a:cubicBezTo>
                  <a:cubicBezTo>
                    <a:pt x="19296" y="80584"/>
                    <a:pt x="19296" y="90284"/>
                    <a:pt x="20106" y="1007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" name="Freeform 1064"/>
            <p:cNvSpPr/>
            <p:nvPr/>
          </p:nvSpPr>
          <p:spPr>
            <a:xfrm>
              <a:off x="10967456" y="-236052"/>
              <a:ext cx="191842" cy="607921"/>
            </a:xfrm>
            <a:custGeom>
              <a:avLst/>
              <a:gdLst>
                <a:gd name="connsiteX0" fmla="*/ 175654 w 191842"/>
                <a:gd name="connsiteY0" fmla="*/ 36369 h 607921"/>
                <a:gd name="connsiteX1" fmla="*/ 161083 w 191842"/>
                <a:gd name="connsiteY1" fmla="*/ 55769 h 607921"/>
                <a:gd name="connsiteX2" fmla="*/ 173225 w 191842"/>
                <a:gd name="connsiteY2" fmla="*/ 19953 h 607921"/>
                <a:gd name="connsiteX3" fmla="*/ 156631 w 191842"/>
                <a:gd name="connsiteY3" fmla="*/ 1299 h 607921"/>
                <a:gd name="connsiteX4" fmla="*/ 114134 w 191842"/>
                <a:gd name="connsiteY4" fmla="*/ 102030 h 607921"/>
                <a:gd name="connsiteX5" fmla="*/ 109682 w 191842"/>
                <a:gd name="connsiteY5" fmla="*/ 105015 h 607921"/>
                <a:gd name="connsiteX6" fmla="*/ 102802 w 191842"/>
                <a:gd name="connsiteY6" fmla="*/ 109492 h 607921"/>
                <a:gd name="connsiteX7" fmla="*/ 77304 w 191842"/>
                <a:gd name="connsiteY7" fmla="*/ 128145 h 607921"/>
                <a:gd name="connsiteX8" fmla="*/ 53829 w 191842"/>
                <a:gd name="connsiteY8" fmla="*/ 71438 h 607921"/>
                <a:gd name="connsiteX9" fmla="*/ 46949 w 191842"/>
                <a:gd name="connsiteY9" fmla="*/ 158738 h 607921"/>
                <a:gd name="connsiteX10" fmla="*/ 1619 w 191842"/>
                <a:gd name="connsiteY10" fmla="*/ 199776 h 607921"/>
                <a:gd name="connsiteX11" fmla="*/ 1619 w 191842"/>
                <a:gd name="connsiteY11" fmla="*/ 204253 h 607921"/>
                <a:gd name="connsiteX12" fmla="*/ 50187 w 191842"/>
                <a:gd name="connsiteY12" fmla="*/ 193061 h 607921"/>
                <a:gd name="connsiteX13" fmla="*/ 57472 w 191842"/>
                <a:gd name="connsiteY13" fmla="*/ 199030 h 607921"/>
                <a:gd name="connsiteX14" fmla="*/ 95517 w 191842"/>
                <a:gd name="connsiteY14" fmla="*/ 144561 h 607921"/>
                <a:gd name="connsiteX15" fmla="*/ 74066 w 191842"/>
                <a:gd name="connsiteY15" fmla="*/ 188584 h 607921"/>
                <a:gd name="connsiteX16" fmla="*/ 43711 w 191842"/>
                <a:gd name="connsiteY16" fmla="*/ 303491 h 607921"/>
                <a:gd name="connsiteX17" fmla="*/ 39259 w 191842"/>
                <a:gd name="connsiteY17" fmla="*/ 293791 h 607921"/>
                <a:gd name="connsiteX18" fmla="*/ 27926 w 191842"/>
                <a:gd name="connsiteY18" fmla="*/ 337815 h 607921"/>
                <a:gd name="connsiteX19" fmla="*/ 405 w 191842"/>
                <a:gd name="connsiteY19" fmla="*/ 366914 h 607921"/>
                <a:gd name="connsiteX20" fmla="*/ 0 w 191842"/>
                <a:gd name="connsiteY20" fmla="*/ 378853 h 607921"/>
                <a:gd name="connsiteX21" fmla="*/ 34807 w 191842"/>
                <a:gd name="connsiteY21" fmla="*/ 354230 h 607921"/>
                <a:gd name="connsiteX22" fmla="*/ 72852 w 191842"/>
                <a:gd name="connsiteY22" fmla="*/ 310953 h 607921"/>
                <a:gd name="connsiteX23" fmla="*/ 70828 w 191842"/>
                <a:gd name="connsiteY23" fmla="*/ 351991 h 607921"/>
                <a:gd name="connsiteX24" fmla="*/ 63138 w 191842"/>
                <a:gd name="connsiteY24" fmla="*/ 363184 h 607921"/>
                <a:gd name="connsiteX25" fmla="*/ 63138 w 191842"/>
                <a:gd name="connsiteY25" fmla="*/ 369153 h 607921"/>
                <a:gd name="connsiteX26" fmla="*/ 69614 w 191842"/>
                <a:gd name="connsiteY26" fmla="*/ 374376 h 607921"/>
                <a:gd name="connsiteX27" fmla="*/ 4452 w 191842"/>
                <a:gd name="connsiteY27" fmla="*/ 469137 h 607921"/>
                <a:gd name="connsiteX28" fmla="*/ 4047 w 191842"/>
                <a:gd name="connsiteY28" fmla="*/ 474361 h 607921"/>
                <a:gd name="connsiteX29" fmla="*/ 34402 w 191842"/>
                <a:gd name="connsiteY29" fmla="*/ 463168 h 607921"/>
                <a:gd name="connsiteX30" fmla="*/ 72852 w 191842"/>
                <a:gd name="connsiteY30" fmla="*/ 418399 h 607921"/>
                <a:gd name="connsiteX31" fmla="*/ 73661 w 191842"/>
                <a:gd name="connsiteY31" fmla="*/ 482568 h 607921"/>
                <a:gd name="connsiteX32" fmla="*/ 58686 w 191842"/>
                <a:gd name="connsiteY32" fmla="*/ 492268 h 607921"/>
                <a:gd name="connsiteX33" fmla="*/ 73661 w 191842"/>
                <a:gd name="connsiteY33" fmla="*/ 514653 h 607921"/>
                <a:gd name="connsiteX34" fmla="*/ 89850 w 191842"/>
                <a:gd name="connsiteY34" fmla="*/ 607922 h 607921"/>
                <a:gd name="connsiteX35" fmla="*/ 95517 w 191842"/>
                <a:gd name="connsiteY35" fmla="*/ 593745 h 607921"/>
                <a:gd name="connsiteX36" fmla="*/ 94707 w 191842"/>
                <a:gd name="connsiteY36" fmla="*/ 546737 h 607921"/>
                <a:gd name="connsiteX37" fmla="*/ 97136 w 191842"/>
                <a:gd name="connsiteY37" fmla="*/ 492268 h 607921"/>
                <a:gd name="connsiteX38" fmla="*/ 103207 w 191842"/>
                <a:gd name="connsiteY38" fmla="*/ 484807 h 607921"/>
                <a:gd name="connsiteX39" fmla="*/ 110087 w 191842"/>
                <a:gd name="connsiteY39" fmla="*/ 476599 h 607921"/>
                <a:gd name="connsiteX40" fmla="*/ 148536 w 191842"/>
                <a:gd name="connsiteY40" fmla="*/ 407953 h 607921"/>
                <a:gd name="connsiteX41" fmla="*/ 128300 w 191842"/>
                <a:gd name="connsiteY41" fmla="*/ 374376 h 607921"/>
                <a:gd name="connsiteX42" fmla="*/ 159060 w 191842"/>
                <a:gd name="connsiteY42" fmla="*/ 319907 h 607921"/>
                <a:gd name="connsiteX43" fmla="*/ 150560 w 191842"/>
                <a:gd name="connsiteY43" fmla="*/ 293791 h 607921"/>
                <a:gd name="connsiteX44" fmla="*/ 110087 w 191842"/>
                <a:gd name="connsiteY44" fmla="*/ 333338 h 607921"/>
                <a:gd name="connsiteX45" fmla="*/ 103207 w 191842"/>
                <a:gd name="connsiteY45" fmla="*/ 336322 h 607921"/>
                <a:gd name="connsiteX46" fmla="*/ 103207 w 191842"/>
                <a:gd name="connsiteY46" fmla="*/ 330353 h 607921"/>
                <a:gd name="connsiteX47" fmla="*/ 110087 w 191842"/>
                <a:gd name="connsiteY47" fmla="*/ 320653 h 607921"/>
                <a:gd name="connsiteX48" fmla="*/ 152584 w 191842"/>
                <a:gd name="connsiteY48" fmla="*/ 229622 h 607921"/>
                <a:gd name="connsiteX49" fmla="*/ 158250 w 191842"/>
                <a:gd name="connsiteY49" fmla="*/ 186345 h 607921"/>
                <a:gd name="connsiteX50" fmla="*/ 109682 w 191842"/>
                <a:gd name="connsiteY50" fmla="*/ 187092 h 607921"/>
                <a:gd name="connsiteX51" fmla="*/ 102802 w 191842"/>
                <a:gd name="connsiteY51" fmla="*/ 193807 h 607921"/>
                <a:gd name="connsiteX52" fmla="*/ 98755 w 191842"/>
                <a:gd name="connsiteY52" fmla="*/ 196045 h 607921"/>
                <a:gd name="connsiteX53" fmla="*/ 102802 w 191842"/>
                <a:gd name="connsiteY53" fmla="*/ 175899 h 607921"/>
                <a:gd name="connsiteX54" fmla="*/ 109682 w 191842"/>
                <a:gd name="connsiteY54" fmla="*/ 166199 h 607921"/>
                <a:gd name="connsiteX55" fmla="*/ 127490 w 191842"/>
                <a:gd name="connsiteY55" fmla="*/ 125907 h 607921"/>
                <a:gd name="connsiteX56" fmla="*/ 186177 w 191842"/>
                <a:gd name="connsiteY56" fmla="*/ 72184 h 607921"/>
                <a:gd name="connsiteX57" fmla="*/ 191843 w 191842"/>
                <a:gd name="connsiteY57" fmla="*/ 55022 h 607921"/>
                <a:gd name="connsiteX58" fmla="*/ 191843 w 191842"/>
                <a:gd name="connsiteY58" fmla="*/ 52038 h 607921"/>
                <a:gd name="connsiteX59" fmla="*/ 175654 w 191842"/>
                <a:gd name="connsiteY59" fmla="*/ 36369 h 607921"/>
                <a:gd name="connsiteX60" fmla="*/ 105635 w 191842"/>
                <a:gd name="connsiteY60" fmla="*/ 400491 h 607921"/>
                <a:gd name="connsiteX61" fmla="*/ 109277 w 191842"/>
                <a:gd name="connsiteY61" fmla="*/ 400491 h 607921"/>
                <a:gd name="connsiteX62" fmla="*/ 122634 w 191842"/>
                <a:gd name="connsiteY62" fmla="*/ 419891 h 607921"/>
                <a:gd name="connsiteX63" fmla="*/ 109277 w 191842"/>
                <a:gd name="connsiteY63" fmla="*/ 446007 h 607921"/>
                <a:gd name="connsiteX64" fmla="*/ 102397 w 191842"/>
                <a:gd name="connsiteY64" fmla="*/ 452722 h 607921"/>
                <a:gd name="connsiteX65" fmla="*/ 96326 w 191842"/>
                <a:gd name="connsiteY65" fmla="*/ 457199 h 607921"/>
                <a:gd name="connsiteX66" fmla="*/ 102397 w 191842"/>
                <a:gd name="connsiteY66" fmla="*/ 404222 h 607921"/>
                <a:gd name="connsiteX67" fmla="*/ 105635 w 191842"/>
                <a:gd name="connsiteY67" fmla="*/ 400491 h 607921"/>
                <a:gd name="connsiteX68" fmla="*/ 102802 w 191842"/>
                <a:gd name="connsiteY68" fmla="*/ 229622 h 607921"/>
                <a:gd name="connsiteX69" fmla="*/ 109682 w 191842"/>
                <a:gd name="connsiteY69" fmla="*/ 216192 h 607921"/>
                <a:gd name="connsiteX70" fmla="*/ 129514 w 191842"/>
                <a:gd name="connsiteY70" fmla="*/ 193807 h 607921"/>
                <a:gd name="connsiteX71" fmla="*/ 132347 w 191842"/>
                <a:gd name="connsiteY71" fmla="*/ 194553 h 607921"/>
                <a:gd name="connsiteX72" fmla="*/ 132752 w 191842"/>
                <a:gd name="connsiteY72" fmla="*/ 199776 h 607921"/>
                <a:gd name="connsiteX73" fmla="*/ 126276 w 191842"/>
                <a:gd name="connsiteY73" fmla="*/ 209476 h 607921"/>
                <a:gd name="connsiteX74" fmla="*/ 109682 w 191842"/>
                <a:gd name="connsiteY74" fmla="*/ 240068 h 607921"/>
                <a:gd name="connsiteX75" fmla="*/ 102802 w 191842"/>
                <a:gd name="connsiteY75" fmla="*/ 246038 h 607921"/>
                <a:gd name="connsiteX76" fmla="*/ 100373 w 191842"/>
                <a:gd name="connsiteY76" fmla="*/ 248276 h 607921"/>
                <a:gd name="connsiteX77" fmla="*/ 102802 w 191842"/>
                <a:gd name="connsiteY77" fmla="*/ 229622 h 607921"/>
                <a:gd name="connsiteX78" fmla="*/ 102802 w 191842"/>
                <a:gd name="connsiteY78" fmla="*/ 273645 h 607921"/>
                <a:gd name="connsiteX79" fmla="*/ 108468 w 191842"/>
                <a:gd name="connsiteY79" fmla="*/ 269915 h 607921"/>
                <a:gd name="connsiteX80" fmla="*/ 102802 w 191842"/>
                <a:gd name="connsiteY80" fmla="*/ 292299 h 607921"/>
                <a:gd name="connsiteX81" fmla="*/ 96326 w 191842"/>
                <a:gd name="connsiteY81" fmla="*/ 299761 h 607921"/>
                <a:gd name="connsiteX82" fmla="*/ 102802 w 191842"/>
                <a:gd name="connsiteY82" fmla="*/ 273645 h 60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91842" h="607921">
                  <a:moveTo>
                    <a:pt x="175654" y="36369"/>
                  </a:moveTo>
                  <a:cubicBezTo>
                    <a:pt x="172011" y="47561"/>
                    <a:pt x="166749" y="50546"/>
                    <a:pt x="161083" y="55769"/>
                  </a:cubicBezTo>
                  <a:cubicBezTo>
                    <a:pt x="162702" y="41592"/>
                    <a:pt x="170797" y="34130"/>
                    <a:pt x="173225" y="19953"/>
                  </a:cubicBezTo>
                  <a:cubicBezTo>
                    <a:pt x="168773" y="-4670"/>
                    <a:pt x="166749" y="-193"/>
                    <a:pt x="156631" y="1299"/>
                  </a:cubicBezTo>
                  <a:cubicBezTo>
                    <a:pt x="142465" y="32638"/>
                    <a:pt x="127895" y="69946"/>
                    <a:pt x="114134" y="102030"/>
                  </a:cubicBezTo>
                  <a:lnTo>
                    <a:pt x="109682" y="105015"/>
                  </a:lnTo>
                  <a:lnTo>
                    <a:pt x="102802" y="109492"/>
                  </a:lnTo>
                  <a:cubicBezTo>
                    <a:pt x="93898" y="115461"/>
                    <a:pt x="85803" y="122176"/>
                    <a:pt x="77304" y="128145"/>
                  </a:cubicBezTo>
                  <a:cubicBezTo>
                    <a:pt x="67590" y="113969"/>
                    <a:pt x="68400" y="71438"/>
                    <a:pt x="53829" y="71438"/>
                  </a:cubicBezTo>
                  <a:cubicBezTo>
                    <a:pt x="51401" y="96807"/>
                    <a:pt x="59495" y="137845"/>
                    <a:pt x="46949" y="158738"/>
                  </a:cubicBezTo>
                  <a:cubicBezTo>
                    <a:pt x="29545" y="173661"/>
                    <a:pt x="29545" y="173661"/>
                    <a:pt x="1619" y="199776"/>
                  </a:cubicBezTo>
                  <a:lnTo>
                    <a:pt x="1619" y="204253"/>
                  </a:lnTo>
                  <a:cubicBezTo>
                    <a:pt x="20641" y="232607"/>
                    <a:pt x="29950" y="193061"/>
                    <a:pt x="50187" y="193061"/>
                  </a:cubicBezTo>
                  <a:cubicBezTo>
                    <a:pt x="52615" y="195299"/>
                    <a:pt x="54639" y="196792"/>
                    <a:pt x="57472" y="199030"/>
                  </a:cubicBezTo>
                  <a:cubicBezTo>
                    <a:pt x="74471" y="192315"/>
                    <a:pt x="72447" y="150530"/>
                    <a:pt x="95517" y="144561"/>
                  </a:cubicBezTo>
                  <a:cubicBezTo>
                    <a:pt x="93898" y="172169"/>
                    <a:pt x="79732" y="168438"/>
                    <a:pt x="74066" y="188584"/>
                  </a:cubicBezTo>
                  <a:cubicBezTo>
                    <a:pt x="73661" y="222907"/>
                    <a:pt x="72852" y="302745"/>
                    <a:pt x="43711" y="303491"/>
                  </a:cubicBezTo>
                  <a:cubicBezTo>
                    <a:pt x="42092" y="300507"/>
                    <a:pt x="40878" y="296776"/>
                    <a:pt x="39259" y="293791"/>
                  </a:cubicBezTo>
                  <a:cubicBezTo>
                    <a:pt x="27926" y="299015"/>
                    <a:pt x="33593" y="319161"/>
                    <a:pt x="27926" y="337815"/>
                  </a:cubicBezTo>
                  <a:cubicBezTo>
                    <a:pt x="15785" y="349007"/>
                    <a:pt x="8499" y="359453"/>
                    <a:pt x="405" y="366914"/>
                  </a:cubicBezTo>
                  <a:cubicBezTo>
                    <a:pt x="0" y="370645"/>
                    <a:pt x="0" y="375122"/>
                    <a:pt x="0" y="378853"/>
                  </a:cubicBezTo>
                  <a:cubicBezTo>
                    <a:pt x="9714" y="388553"/>
                    <a:pt x="25903" y="364676"/>
                    <a:pt x="34807" y="354230"/>
                  </a:cubicBezTo>
                  <a:cubicBezTo>
                    <a:pt x="51806" y="364676"/>
                    <a:pt x="57877" y="310953"/>
                    <a:pt x="72852" y="310953"/>
                  </a:cubicBezTo>
                  <a:cubicBezTo>
                    <a:pt x="74875" y="316176"/>
                    <a:pt x="72852" y="343784"/>
                    <a:pt x="70828" y="351991"/>
                  </a:cubicBezTo>
                  <a:cubicBezTo>
                    <a:pt x="68400" y="355722"/>
                    <a:pt x="65162" y="359453"/>
                    <a:pt x="63138" y="363184"/>
                  </a:cubicBezTo>
                  <a:lnTo>
                    <a:pt x="63138" y="369153"/>
                  </a:lnTo>
                  <a:cubicBezTo>
                    <a:pt x="64757" y="372138"/>
                    <a:pt x="67185" y="373630"/>
                    <a:pt x="69614" y="374376"/>
                  </a:cubicBezTo>
                  <a:cubicBezTo>
                    <a:pt x="66781" y="404222"/>
                    <a:pt x="17403" y="460184"/>
                    <a:pt x="4452" y="469137"/>
                  </a:cubicBezTo>
                  <a:cubicBezTo>
                    <a:pt x="4452" y="470630"/>
                    <a:pt x="4047" y="472868"/>
                    <a:pt x="4047" y="474361"/>
                  </a:cubicBezTo>
                  <a:cubicBezTo>
                    <a:pt x="17403" y="487045"/>
                    <a:pt x="22260" y="488537"/>
                    <a:pt x="34402" y="463168"/>
                  </a:cubicBezTo>
                  <a:cubicBezTo>
                    <a:pt x="45330" y="452722"/>
                    <a:pt x="59900" y="418399"/>
                    <a:pt x="72852" y="418399"/>
                  </a:cubicBezTo>
                  <a:cubicBezTo>
                    <a:pt x="74875" y="427353"/>
                    <a:pt x="77304" y="468391"/>
                    <a:pt x="73661" y="482568"/>
                  </a:cubicBezTo>
                  <a:cubicBezTo>
                    <a:pt x="69209" y="487791"/>
                    <a:pt x="63948" y="490776"/>
                    <a:pt x="58686" y="492268"/>
                  </a:cubicBezTo>
                  <a:cubicBezTo>
                    <a:pt x="59900" y="511668"/>
                    <a:pt x="60305" y="510176"/>
                    <a:pt x="73661" y="514653"/>
                  </a:cubicBezTo>
                  <a:cubicBezTo>
                    <a:pt x="76090" y="542260"/>
                    <a:pt x="75280" y="584791"/>
                    <a:pt x="89850" y="607922"/>
                  </a:cubicBezTo>
                  <a:cubicBezTo>
                    <a:pt x="93088" y="606430"/>
                    <a:pt x="95517" y="600460"/>
                    <a:pt x="95517" y="593745"/>
                  </a:cubicBezTo>
                  <a:cubicBezTo>
                    <a:pt x="95112" y="577330"/>
                    <a:pt x="94707" y="562407"/>
                    <a:pt x="94707" y="546737"/>
                  </a:cubicBezTo>
                  <a:cubicBezTo>
                    <a:pt x="96326" y="495999"/>
                    <a:pt x="96326" y="495999"/>
                    <a:pt x="97136" y="492268"/>
                  </a:cubicBezTo>
                  <a:cubicBezTo>
                    <a:pt x="99159" y="489284"/>
                    <a:pt x="101183" y="487045"/>
                    <a:pt x="103207" y="484807"/>
                  </a:cubicBezTo>
                  <a:cubicBezTo>
                    <a:pt x="105230" y="481822"/>
                    <a:pt x="107659" y="479584"/>
                    <a:pt x="110087" y="476599"/>
                  </a:cubicBezTo>
                  <a:cubicBezTo>
                    <a:pt x="128300" y="456453"/>
                    <a:pt x="155417" y="427353"/>
                    <a:pt x="148536" y="407953"/>
                  </a:cubicBezTo>
                  <a:cubicBezTo>
                    <a:pt x="137204" y="395268"/>
                    <a:pt x="128300" y="395268"/>
                    <a:pt x="128300" y="374376"/>
                  </a:cubicBezTo>
                  <a:cubicBezTo>
                    <a:pt x="136395" y="351245"/>
                    <a:pt x="147727" y="337068"/>
                    <a:pt x="159060" y="319907"/>
                  </a:cubicBezTo>
                  <a:cubicBezTo>
                    <a:pt x="159060" y="301253"/>
                    <a:pt x="157441" y="298268"/>
                    <a:pt x="150560" y="293791"/>
                  </a:cubicBezTo>
                  <a:cubicBezTo>
                    <a:pt x="142870" y="300507"/>
                    <a:pt x="121824" y="324384"/>
                    <a:pt x="110087" y="333338"/>
                  </a:cubicBezTo>
                  <a:cubicBezTo>
                    <a:pt x="108063" y="335576"/>
                    <a:pt x="105635" y="336322"/>
                    <a:pt x="103207" y="336322"/>
                  </a:cubicBezTo>
                  <a:lnTo>
                    <a:pt x="103207" y="330353"/>
                  </a:lnTo>
                  <a:cubicBezTo>
                    <a:pt x="105635" y="327368"/>
                    <a:pt x="108063" y="324384"/>
                    <a:pt x="110087" y="320653"/>
                  </a:cubicBezTo>
                  <a:cubicBezTo>
                    <a:pt x="126276" y="293791"/>
                    <a:pt x="136799" y="254245"/>
                    <a:pt x="152584" y="229622"/>
                  </a:cubicBezTo>
                  <a:cubicBezTo>
                    <a:pt x="162297" y="209476"/>
                    <a:pt x="167964" y="203507"/>
                    <a:pt x="158250" y="186345"/>
                  </a:cubicBezTo>
                  <a:cubicBezTo>
                    <a:pt x="153798" y="134115"/>
                    <a:pt x="127490" y="169184"/>
                    <a:pt x="109682" y="187092"/>
                  </a:cubicBezTo>
                  <a:cubicBezTo>
                    <a:pt x="107659" y="189330"/>
                    <a:pt x="105230" y="191568"/>
                    <a:pt x="102802" y="193807"/>
                  </a:cubicBezTo>
                  <a:cubicBezTo>
                    <a:pt x="101588" y="194553"/>
                    <a:pt x="99969" y="195299"/>
                    <a:pt x="98755" y="196045"/>
                  </a:cubicBezTo>
                  <a:cubicBezTo>
                    <a:pt x="100373" y="183361"/>
                    <a:pt x="100778" y="180376"/>
                    <a:pt x="102802" y="175899"/>
                  </a:cubicBezTo>
                  <a:cubicBezTo>
                    <a:pt x="104825" y="172169"/>
                    <a:pt x="107254" y="169184"/>
                    <a:pt x="109682" y="166199"/>
                  </a:cubicBezTo>
                  <a:cubicBezTo>
                    <a:pt x="115348" y="152769"/>
                    <a:pt x="121419" y="139338"/>
                    <a:pt x="127490" y="125907"/>
                  </a:cubicBezTo>
                  <a:cubicBezTo>
                    <a:pt x="143680" y="102030"/>
                    <a:pt x="165940" y="85615"/>
                    <a:pt x="186177" y="72184"/>
                  </a:cubicBezTo>
                  <a:cubicBezTo>
                    <a:pt x="189010" y="67707"/>
                    <a:pt x="191033" y="61738"/>
                    <a:pt x="191843" y="55022"/>
                  </a:cubicBezTo>
                  <a:lnTo>
                    <a:pt x="191843" y="52038"/>
                  </a:lnTo>
                  <a:cubicBezTo>
                    <a:pt x="190629" y="40099"/>
                    <a:pt x="181725" y="32638"/>
                    <a:pt x="175654" y="36369"/>
                  </a:cubicBezTo>
                  <a:close/>
                  <a:moveTo>
                    <a:pt x="105635" y="400491"/>
                  </a:moveTo>
                  <a:lnTo>
                    <a:pt x="109277" y="400491"/>
                  </a:lnTo>
                  <a:cubicBezTo>
                    <a:pt x="116563" y="399745"/>
                    <a:pt x="116563" y="399745"/>
                    <a:pt x="122634" y="419891"/>
                  </a:cubicBezTo>
                  <a:cubicBezTo>
                    <a:pt x="121015" y="430338"/>
                    <a:pt x="115348" y="439291"/>
                    <a:pt x="109277" y="446007"/>
                  </a:cubicBezTo>
                  <a:cubicBezTo>
                    <a:pt x="106849" y="448991"/>
                    <a:pt x="104825" y="451230"/>
                    <a:pt x="102397" y="452722"/>
                  </a:cubicBezTo>
                  <a:lnTo>
                    <a:pt x="96326" y="457199"/>
                  </a:lnTo>
                  <a:cubicBezTo>
                    <a:pt x="95921" y="434814"/>
                    <a:pt x="93493" y="416161"/>
                    <a:pt x="102397" y="404222"/>
                  </a:cubicBezTo>
                  <a:cubicBezTo>
                    <a:pt x="103611" y="402730"/>
                    <a:pt x="104421" y="401238"/>
                    <a:pt x="105635" y="400491"/>
                  </a:cubicBezTo>
                  <a:close/>
                  <a:moveTo>
                    <a:pt x="102802" y="229622"/>
                  </a:moveTo>
                  <a:cubicBezTo>
                    <a:pt x="104421" y="224399"/>
                    <a:pt x="106849" y="219922"/>
                    <a:pt x="109682" y="216192"/>
                  </a:cubicBezTo>
                  <a:cubicBezTo>
                    <a:pt x="115348" y="207984"/>
                    <a:pt x="122634" y="202015"/>
                    <a:pt x="129514" y="193807"/>
                  </a:cubicBezTo>
                  <a:cubicBezTo>
                    <a:pt x="130324" y="193807"/>
                    <a:pt x="131538" y="193807"/>
                    <a:pt x="132347" y="194553"/>
                  </a:cubicBezTo>
                  <a:cubicBezTo>
                    <a:pt x="132347" y="196045"/>
                    <a:pt x="132347" y="198284"/>
                    <a:pt x="132752" y="199776"/>
                  </a:cubicBezTo>
                  <a:cubicBezTo>
                    <a:pt x="131133" y="203507"/>
                    <a:pt x="128705" y="207238"/>
                    <a:pt x="126276" y="209476"/>
                  </a:cubicBezTo>
                  <a:cubicBezTo>
                    <a:pt x="123038" y="222907"/>
                    <a:pt x="116967" y="234099"/>
                    <a:pt x="109682" y="240068"/>
                  </a:cubicBezTo>
                  <a:cubicBezTo>
                    <a:pt x="107659" y="242307"/>
                    <a:pt x="105230" y="244545"/>
                    <a:pt x="102802" y="246038"/>
                  </a:cubicBezTo>
                  <a:lnTo>
                    <a:pt x="100373" y="248276"/>
                  </a:lnTo>
                  <a:cubicBezTo>
                    <a:pt x="99969" y="241561"/>
                    <a:pt x="100778" y="234845"/>
                    <a:pt x="102802" y="229622"/>
                  </a:cubicBezTo>
                  <a:close/>
                  <a:moveTo>
                    <a:pt x="102802" y="273645"/>
                  </a:moveTo>
                  <a:cubicBezTo>
                    <a:pt x="104825" y="272153"/>
                    <a:pt x="106444" y="270661"/>
                    <a:pt x="108468" y="269915"/>
                  </a:cubicBezTo>
                  <a:cubicBezTo>
                    <a:pt x="110087" y="276630"/>
                    <a:pt x="106444" y="285584"/>
                    <a:pt x="102802" y="292299"/>
                  </a:cubicBezTo>
                  <a:cubicBezTo>
                    <a:pt x="100778" y="295284"/>
                    <a:pt x="98755" y="298268"/>
                    <a:pt x="96326" y="299761"/>
                  </a:cubicBezTo>
                  <a:cubicBezTo>
                    <a:pt x="95921" y="285584"/>
                    <a:pt x="97540" y="278122"/>
                    <a:pt x="102802" y="27364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6" name="Freeform 1065"/>
            <p:cNvSpPr/>
            <p:nvPr/>
          </p:nvSpPr>
          <p:spPr>
            <a:xfrm>
              <a:off x="11214342" y="-142976"/>
              <a:ext cx="152512" cy="456645"/>
            </a:xfrm>
            <a:custGeom>
              <a:avLst/>
              <a:gdLst>
                <a:gd name="connsiteX0" fmla="*/ 150155 w 152512"/>
                <a:gd name="connsiteY0" fmla="*/ 129084 h 456645"/>
                <a:gd name="connsiteX1" fmla="*/ 135990 w 152512"/>
                <a:gd name="connsiteY1" fmla="*/ 112669 h 456645"/>
                <a:gd name="connsiteX2" fmla="*/ 129109 w 152512"/>
                <a:gd name="connsiteY2" fmla="*/ 151469 h 456645"/>
                <a:gd name="connsiteX3" fmla="*/ 114539 w 152512"/>
                <a:gd name="connsiteY3" fmla="*/ 167884 h 456645"/>
                <a:gd name="connsiteX4" fmla="*/ 114134 w 152512"/>
                <a:gd name="connsiteY4" fmla="*/ 157438 h 456645"/>
                <a:gd name="connsiteX5" fmla="*/ 126681 w 152512"/>
                <a:gd name="connsiteY5" fmla="*/ 20892 h 456645"/>
                <a:gd name="connsiteX6" fmla="*/ 116158 w 152512"/>
                <a:gd name="connsiteY6" fmla="*/ 0 h 456645"/>
                <a:gd name="connsiteX7" fmla="*/ 107254 w 152512"/>
                <a:gd name="connsiteY7" fmla="*/ 30592 h 456645"/>
                <a:gd name="connsiteX8" fmla="*/ 83779 w 152512"/>
                <a:gd name="connsiteY8" fmla="*/ 199223 h 456645"/>
                <a:gd name="connsiteX9" fmla="*/ 45735 w 152512"/>
                <a:gd name="connsiteY9" fmla="*/ 243992 h 456645"/>
                <a:gd name="connsiteX10" fmla="*/ 36426 w 152512"/>
                <a:gd name="connsiteY10" fmla="*/ 281300 h 456645"/>
                <a:gd name="connsiteX11" fmla="*/ 73256 w 152512"/>
                <a:gd name="connsiteY11" fmla="*/ 268615 h 456645"/>
                <a:gd name="connsiteX12" fmla="*/ 73661 w 152512"/>
                <a:gd name="connsiteY12" fmla="*/ 273838 h 456645"/>
                <a:gd name="connsiteX13" fmla="*/ 1214 w 152512"/>
                <a:gd name="connsiteY13" fmla="*/ 446946 h 456645"/>
                <a:gd name="connsiteX14" fmla="*/ 0 w 152512"/>
                <a:gd name="connsiteY14" fmla="*/ 451423 h 456645"/>
                <a:gd name="connsiteX15" fmla="*/ 809 w 152512"/>
                <a:gd name="connsiteY15" fmla="*/ 456646 h 456645"/>
                <a:gd name="connsiteX16" fmla="*/ 87422 w 152512"/>
                <a:gd name="connsiteY16" fmla="*/ 312638 h 456645"/>
                <a:gd name="connsiteX17" fmla="*/ 100373 w 152512"/>
                <a:gd name="connsiteY17" fmla="*/ 242500 h 456645"/>
                <a:gd name="connsiteX18" fmla="*/ 129109 w 152512"/>
                <a:gd name="connsiteY18" fmla="*/ 202954 h 456645"/>
                <a:gd name="connsiteX19" fmla="*/ 150155 w 152512"/>
                <a:gd name="connsiteY19" fmla="*/ 129084 h 4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2512" h="456645">
                  <a:moveTo>
                    <a:pt x="150155" y="129084"/>
                  </a:moveTo>
                  <a:cubicBezTo>
                    <a:pt x="145299" y="124607"/>
                    <a:pt x="140442" y="118638"/>
                    <a:pt x="135990" y="112669"/>
                  </a:cubicBezTo>
                  <a:cubicBezTo>
                    <a:pt x="131942" y="120877"/>
                    <a:pt x="131942" y="138784"/>
                    <a:pt x="129109" y="151469"/>
                  </a:cubicBezTo>
                  <a:cubicBezTo>
                    <a:pt x="126681" y="161915"/>
                    <a:pt x="120610" y="168631"/>
                    <a:pt x="114539" y="167884"/>
                  </a:cubicBezTo>
                  <a:cubicBezTo>
                    <a:pt x="114134" y="164154"/>
                    <a:pt x="114134" y="161169"/>
                    <a:pt x="114134" y="157438"/>
                  </a:cubicBezTo>
                  <a:cubicBezTo>
                    <a:pt x="119800" y="112669"/>
                    <a:pt x="123848" y="67154"/>
                    <a:pt x="126681" y="20892"/>
                  </a:cubicBezTo>
                  <a:cubicBezTo>
                    <a:pt x="124252" y="5969"/>
                    <a:pt x="119800" y="4477"/>
                    <a:pt x="116158" y="0"/>
                  </a:cubicBezTo>
                  <a:cubicBezTo>
                    <a:pt x="104421" y="8208"/>
                    <a:pt x="112920" y="19400"/>
                    <a:pt x="107254" y="30592"/>
                  </a:cubicBezTo>
                  <a:cubicBezTo>
                    <a:pt x="103207" y="85808"/>
                    <a:pt x="93088" y="142515"/>
                    <a:pt x="83779" y="199223"/>
                  </a:cubicBezTo>
                  <a:cubicBezTo>
                    <a:pt x="72042" y="217130"/>
                    <a:pt x="59495" y="232054"/>
                    <a:pt x="45735" y="243992"/>
                  </a:cubicBezTo>
                  <a:cubicBezTo>
                    <a:pt x="26712" y="250707"/>
                    <a:pt x="12951" y="256677"/>
                    <a:pt x="36426" y="281300"/>
                  </a:cubicBezTo>
                  <a:cubicBezTo>
                    <a:pt x="48163" y="280553"/>
                    <a:pt x="59900" y="272346"/>
                    <a:pt x="73256" y="268615"/>
                  </a:cubicBezTo>
                  <a:cubicBezTo>
                    <a:pt x="73256" y="270107"/>
                    <a:pt x="73256" y="271600"/>
                    <a:pt x="73661" y="273838"/>
                  </a:cubicBezTo>
                  <a:cubicBezTo>
                    <a:pt x="66376" y="346961"/>
                    <a:pt x="37235" y="422323"/>
                    <a:pt x="1214" y="446946"/>
                  </a:cubicBezTo>
                  <a:lnTo>
                    <a:pt x="0" y="451423"/>
                  </a:lnTo>
                  <a:lnTo>
                    <a:pt x="809" y="456646"/>
                  </a:lnTo>
                  <a:cubicBezTo>
                    <a:pt x="44116" y="440230"/>
                    <a:pt x="62329" y="383523"/>
                    <a:pt x="87422" y="312638"/>
                  </a:cubicBezTo>
                  <a:cubicBezTo>
                    <a:pt x="91874" y="288761"/>
                    <a:pt x="96326" y="265630"/>
                    <a:pt x="100373" y="242500"/>
                  </a:cubicBezTo>
                  <a:cubicBezTo>
                    <a:pt x="104421" y="236530"/>
                    <a:pt x="117372" y="220861"/>
                    <a:pt x="129109" y="202954"/>
                  </a:cubicBezTo>
                  <a:cubicBezTo>
                    <a:pt x="144084" y="177584"/>
                    <a:pt x="158250" y="148484"/>
                    <a:pt x="150155" y="129084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7" name="Freeform 1066"/>
            <p:cNvSpPr/>
            <p:nvPr/>
          </p:nvSpPr>
          <p:spPr>
            <a:xfrm>
              <a:off x="11319573" y="173392"/>
              <a:ext cx="74475" cy="120130"/>
            </a:xfrm>
            <a:custGeom>
              <a:avLst/>
              <a:gdLst>
                <a:gd name="connsiteX0" fmla="*/ 52210 w 74475"/>
                <a:gd name="connsiteY0" fmla="*/ 71631 h 120130"/>
                <a:gd name="connsiteX1" fmla="*/ 23474 w 74475"/>
                <a:gd name="connsiteY1" fmla="*/ 35815 h 120130"/>
                <a:gd name="connsiteX2" fmla="*/ 7690 w 74475"/>
                <a:gd name="connsiteY2" fmla="*/ 3731 h 120130"/>
                <a:gd name="connsiteX3" fmla="*/ 0 w 74475"/>
                <a:gd name="connsiteY3" fmla="*/ 746 h 120130"/>
                <a:gd name="connsiteX4" fmla="*/ 405 w 74475"/>
                <a:gd name="connsiteY4" fmla="*/ 23131 h 120130"/>
                <a:gd name="connsiteX5" fmla="*/ 23879 w 74475"/>
                <a:gd name="connsiteY5" fmla="*/ 105954 h 120130"/>
                <a:gd name="connsiteX6" fmla="*/ 29545 w 74475"/>
                <a:gd name="connsiteY6" fmla="*/ 115654 h 120130"/>
                <a:gd name="connsiteX7" fmla="*/ 39664 w 74475"/>
                <a:gd name="connsiteY7" fmla="*/ 120131 h 120130"/>
                <a:gd name="connsiteX8" fmla="*/ 74471 w 74475"/>
                <a:gd name="connsiteY8" fmla="*/ 73869 h 120130"/>
                <a:gd name="connsiteX9" fmla="*/ 52210 w 74475"/>
                <a:gd name="connsiteY9" fmla="*/ 71631 h 1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475" h="120130">
                  <a:moveTo>
                    <a:pt x="52210" y="71631"/>
                  </a:moveTo>
                  <a:cubicBezTo>
                    <a:pt x="41687" y="61931"/>
                    <a:pt x="32378" y="49992"/>
                    <a:pt x="23474" y="35815"/>
                  </a:cubicBezTo>
                  <a:cubicBezTo>
                    <a:pt x="16999" y="26861"/>
                    <a:pt x="11737" y="16415"/>
                    <a:pt x="7690" y="3731"/>
                  </a:cubicBezTo>
                  <a:cubicBezTo>
                    <a:pt x="2428" y="-2239"/>
                    <a:pt x="2833" y="746"/>
                    <a:pt x="0" y="746"/>
                  </a:cubicBezTo>
                  <a:cubicBezTo>
                    <a:pt x="0" y="8208"/>
                    <a:pt x="0" y="15669"/>
                    <a:pt x="405" y="23131"/>
                  </a:cubicBezTo>
                  <a:cubicBezTo>
                    <a:pt x="4047" y="43277"/>
                    <a:pt x="13356" y="83569"/>
                    <a:pt x="23879" y="105954"/>
                  </a:cubicBezTo>
                  <a:cubicBezTo>
                    <a:pt x="25498" y="109684"/>
                    <a:pt x="27522" y="112669"/>
                    <a:pt x="29545" y="115654"/>
                  </a:cubicBezTo>
                  <a:cubicBezTo>
                    <a:pt x="32783" y="116400"/>
                    <a:pt x="36426" y="118638"/>
                    <a:pt x="39664" y="120131"/>
                  </a:cubicBezTo>
                  <a:cubicBezTo>
                    <a:pt x="48568" y="117892"/>
                    <a:pt x="74875" y="92523"/>
                    <a:pt x="74471" y="73869"/>
                  </a:cubicBezTo>
                  <a:cubicBezTo>
                    <a:pt x="66781" y="73869"/>
                    <a:pt x="59900" y="73123"/>
                    <a:pt x="52210" y="716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8" name="Freeform 1067"/>
            <p:cNvSpPr/>
            <p:nvPr/>
          </p:nvSpPr>
          <p:spPr>
            <a:xfrm>
              <a:off x="11387524" y="487429"/>
              <a:ext cx="46638" cy="104555"/>
            </a:xfrm>
            <a:custGeom>
              <a:avLst/>
              <a:gdLst>
                <a:gd name="connsiteX0" fmla="*/ 25946 w 46638"/>
                <a:gd name="connsiteY0" fmla="*/ 94 h 104555"/>
                <a:gd name="connsiteX1" fmla="*/ 23518 w 46638"/>
                <a:gd name="connsiteY1" fmla="*/ 840 h 104555"/>
                <a:gd name="connsiteX2" fmla="*/ 7329 w 46638"/>
                <a:gd name="connsiteY2" fmla="*/ 15017 h 104555"/>
                <a:gd name="connsiteX3" fmla="*/ 43 w 46638"/>
                <a:gd name="connsiteY3" fmla="*/ 53071 h 104555"/>
                <a:gd name="connsiteX4" fmla="*/ 6924 w 46638"/>
                <a:gd name="connsiteY4" fmla="*/ 90378 h 104555"/>
                <a:gd name="connsiteX5" fmla="*/ 23518 w 46638"/>
                <a:gd name="connsiteY5" fmla="*/ 104555 h 104555"/>
                <a:gd name="connsiteX6" fmla="*/ 25137 w 46638"/>
                <a:gd name="connsiteY6" fmla="*/ 104555 h 104555"/>
                <a:gd name="connsiteX7" fmla="*/ 46588 w 46638"/>
                <a:gd name="connsiteY7" fmla="*/ 91870 h 104555"/>
                <a:gd name="connsiteX8" fmla="*/ 46588 w 46638"/>
                <a:gd name="connsiteY8" fmla="*/ 79932 h 104555"/>
                <a:gd name="connsiteX9" fmla="*/ 37279 w 46638"/>
                <a:gd name="connsiteY9" fmla="*/ 89632 h 104555"/>
                <a:gd name="connsiteX10" fmla="*/ 28779 w 46638"/>
                <a:gd name="connsiteY10" fmla="*/ 92617 h 104555"/>
                <a:gd name="connsiteX11" fmla="*/ 23518 w 46638"/>
                <a:gd name="connsiteY11" fmla="*/ 91870 h 104555"/>
                <a:gd name="connsiteX12" fmla="*/ 14614 w 46638"/>
                <a:gd name="connsiteY12" fmla="*/ 81424 h 104555"/>
                <a:gd name="connsiteX13" fmla="*/ 9757 w 46638"/>
                <a:gd name="connsiteY13" fmla="*/ 50086 h 104555"/>
                <a:gd name="connsiteX14" fmla="*/ 9757 w 46638"/>
                <a:gd name="connsiteY14" fmla="*/ 47101 h 104555"/>
                <a:gd name="connsiteX15" fmla="*/ 46588 w 46638"/>
                <a:gd name="connsiteY15" fmla="*/ 47101 h 104555"/>
                <a:gd name="connsiteX16" fmla="*/ 46588 w 46638"/>
                <a:gd name="connsiteY16" fmla="*/ 40386 h 104555"/>
                <a:gd name="connsiteX17" fmla="*/ 40921 w 46638"/>
                <a:gd name="connsiteY17" fmla="*/ 10540 h 104555"/>
                <a:gd name="connsiteX18" fmla="*/ 25946 w 46638"/>
                <a:gd name="connsiteY18" fmla="*/ 94 h 104555"/>
                <a:gd name="connsiteX19" fmla="*/ 36065 w 46638"/>
                <a:gd name="connsiteY19" fmla="*/ 38894 h 104555"/>
                <a:gd name="connsiteX20" fmla="*/ 10162 w 46638"/>
                <a:gd name="connsiteY20" fmla="*/ 38894 h 104555"/>
                <a:gd name="connsiteX21" fmla="*/ 14614 w 46638"/>
                <a:gd name="connsiteY21" fmla="*/ 18001 h 104555"/>
                <a:gd name="connsiteX22" fmla="*/ 23518 w 46638"/>
                <a:gd name="connsiteY22" fmla="*/ 9047 h 104555"/>
                <a:gd name="connsiteX23" fmla="*/ 24732 w 46638"/>
                <a:gd name="connsiteY23" fmla="*/ 9047 h 104555"/>
                <a:gd name="connsiteX24" fmla="*/ 33636 w 46638"/>
                <a:gd name="connsiteY24" fmla="*/ 15763 h 104555"/>
                <a:gd name="connsiteX25" fmla="*/ 36469 w 46638"/>
                <a:gd name="connsiteY25" fmla="*/ 35163 h 10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6638" h="104555">
                  <a:moveTo>
                    <a:pt x="25946" y="94"/>
                  </a:moveTo>
                  <a:cubicBezTo>
                    <a:pt x="25137" y="94"/>
                    <a:pt x="24327" y="840"/>
                    <a:pt x="23518" y="840"/>
                  </a:cubicBezTo>
                  <a:cubicBezTo>
                    <a:pt x="17447" y="1586"/>
                    <a:pt x="11376" y="6809"/>
                    <a:pt x="7329" y="15017"/>
                  </a:cubicBezTo>
                  <a:cubicBezTo>
                    <a:pt x="2472" y="25463"/>
                    <a:pt x="43" y="38894"/>
                    <a:pt x="43" y="53071"/>
                  </a:cubicBezTo>
                  <a:cubicBezTo>
                    <a:pt x="-361" y="66501"/>
                    <a:pt x="2067" y="79932"/>
                    <a:pt x="6924" y="90378"/>
                  </a:cubicBezTo>
                  <a:cubicBezTo>
                    <a:pt x="11376" y="99332"/>
                    <a:pt x="17042" y="103809"/>
                    <a:pt x="23518" y="104555"/>
                  </a:cubicBezTo>
                  <a:lnTo>
                    <a:pt x="25137" y="104555"/>
                  </a:lnTo>
                  <a:cubicBezTo>
                    <a:pt x="32827" y="104555"/>
                    <a:pt x="40112" y="100078"/>
                    <a:pt x="46588" y="91870"/>
                  </a:cubicBezTo>
                  <a:lnTo>
                    <a:pt x="46588" y="79932"/>
                  </a:lnTo>
                  <a:cubicBezTo>
                    <a:pt x="43754" y="83663"/>
                    <a:pt x="40517" y="87394"/>
                    <a:pt x="37279" y="89632"/>
                  </a:cubicBezTo>
                  <a:cubicBezTo>
                    <a:pt x="34446" y="91124"/>
                    <a:pt x="31612" y="91870"/>
                    <a:pt x="28779" y="92617"/>
                  </a:cubicBezTo>
                  <a:cubicBezTo>
                    <a:pt x="27161" y="92617"/>
                    <a:pt x="25137" y="92617"/>
                    <a:pt x="23518" y="91870"/>
                  </a:cubicBezTo>
                  <a:cubicBezTo>
                    <a:pt x="20280" y="90378"/>
                    <a:pt x="17042" y="86647"/>
                    <a:pt x="14614" y="81424"/>
                  </a:cubicBezTo>
                  <a:cubicBezTo>
                    <a:pt x="10971" y="72471"/>
                    <a:pt x="9352" y="61278"/>
                    <a:pt x="9757" y="50086"/>
                  </a:cubicBezTo>
                  <a:lnTo>
                    <a:pt x="9757" y="47101"/>
                  </a:lnTo>
                  <a:lnTo>
                    <a:pt x="46588" y="47101"/>
                  </a:lnTo>
                  <a:lnTo>
                    <a:pt x="46588" y="40386"/>
                  </a:lnTo>
                  <a:cubicBezTo>
                    <a:pt x="46992" y="29194"/>
                    <a:pt x="44969" y="18747"/>
                    <a:pt x="40921" y="10540"/>
                  </a:cubicBezTo>
                  <a:cubicBezTo>
                    <a:pt x="36874" y="3078"/>
                    <a:pt x="31612" y="-653"/>
                    <a:pt x="25946" y="94"/>
                  </a:cubicBezTo>
                  <a:close/>
                  <a:moveTo>
                    <a:pt x="36065" y="38894"/>
                  </a:moveTo>
                  <a:lnTo>
                    <a:pt x="10162" y="38894"/>
                  </a:lnTo>
                  <a:cubicBezTo>
                    <a:pt x="10162" y="31432"/>
                    <a:pt x="11781" y="23971"/>
                    <a:pt x="14614" y="18001"/>
                  </a:cubicBezTo>
                  <a:cubicBezTo>
                    <a:pt x="17042" y="13524"/>
                    <a:pt x="19875" y="10540"/>
                    <a:pt x="23518" y="9047"/>
                  </a:cubicBezTo>
                  <a:lnTo>
                    <a:pt x="24732" y="9047"/>
                  </a:lnTo>
                  <a:cubicBezTo>
                    <a:pt x="27970" y="8301"/>
                    <a:pt x="31208" y="11286"/>
                    <a:pt x="33636" y="15763"/>
                  </a:cubicBezTo>
                  <a:cubicBezTo>
                    <a:pt x="35660" y="20986"/>
                    <a:pt x="36874" y="28447"/>
                    <a:pt x="36469" y="3516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9" name="Freeform 1068"/>
            <p:cNvSpPr/>
            <p:nvPr/>
          </p:nvSpPr>
          <p:spPr>
            <a:xfrm>
              <a:off x="11442206" y="487522"/>
              <a:ext cx="39259" cy="102969"/>
            </a:xfrm>
            <a:custGeom>
              <a:avLst/>
              <a:gdLst>
                <a:gd name="connsiteX0" fmla="*/ 32378 w 39259"/>
                <a:gd name="connsiteY0" fmla="*/ 0 h 102969"/>
                <a:gd name="connsiteX1" fmla="*/ 30760 w 39259"/>
                <a:gd name="connsiteY1" fmla="*/ 746 h 102969"/>
                <a:gd name="connsiteX2" fmla="*/ 29545 w 39259"/>
                <a:gd name="connsiteY2" fmla="*/ 746 h 102969"/>
                <a:gd name="connsiteX3" fmla="*/ 23070 w 39259"/>
                <a:gd name="connsiteY3" fmla="*/ 11192 h 102969"/>
                <a:gd name="connsiteX4" fmla="*/ 17403 w 39259"/>
                <a:gd name="connsiteY4" fmla="*/ 21638 h 102969"/>
                <a:gd name="connsiteX5" fmla="*/ 17403 w 39259"/>
                <a:gd name="connsiteY5" fmla="*/ 2238 h 102969"/>
                <a:gd name="connsiteX6" fmla="*/ 12951 w 39259"/>
                <a:gd name="connsiteY6" fmla="*/ 2238 h 102969"/>
                <a:gd name="connsiteX7" fmla="*/ 0 w 39259"/>
                <a:gd name="connsiteY7" fmla="*/ 8954 h 102969"/>
                <a:gd name="connsiteX8" fmla="*/ 0 w 39259"/>
                <a:gd name="connsiteY8" fmla="*/ 15669 h 102969"/>
                <a:gd name="connsiteX9" fmla="*/ 7690 w 39259"/>
                <a:gd name="connsiteY9" fmla="*/ 15669 h 102969"/>
                <a:gd name="connsiteX10" fmla="*/ 7690 w 39259"/>
                <a:gd name="connsiteY10" fmla="*/ 91031 h 102969"/>
                <a:gd name="connsiteX11" fmla="*/ 5666 w 39259"/>
                <a:gd name="connsiteY11" fmla="*/ 94761 h 102969"/>
                <a:gd name="connsiteX12" fmla="*/ 0 w 39259"/>
                <a:gd name="connsiteY12" fmla="*/ 95508 h 102969"/>
                <a:gd name="connsiteX13" fmla="*/ 0 w 39259"/>
                <a:gd name="connsiteY13" fmla="*/ 102969 h 102969"/>
                <a:gd name="connsiteX14" fmla="*/ 27117 w 39259"/>
                <a:gd name="connsiteY14" fmla="*/ 102969 h 102969"/>
                <a:gd name="connsiteX15" fmla="*/ 27117 w 39259"/>
                <a:gd name="connsiteY15" fmla="*/ 95508 h 102969"/>
                <a:gd name="connsiteX16" fmla="*/ 19427 w 39259"/>
                <a:gd name="connsiteY16" fmla="*/ 94761 h 102969"/>
                <a:gd name="connsiteX17" fmla="*/ 17808 w 39259"/>
                <a:gd name="connsiteY17" fmla="*/ 91031 h 102969"/>
                <a:gd name="connsiteX18" fmla="*/ 17808 w 39259"/>
                <a:gd name="connsiteY18" fmla="*/ 31338 h 102969"/>
                <a:gd name="connsiteX19" fmla="*/ 24284 w 39259"/>
                <a:gd name="connsiteY19" fmla="*/ 20146 h 102969"/>
                <a:gd name="connsiteX20" fmla="*/ 29950 w 39259"/>
                <a:gd name="connsiteY20" fmla="*/ 16415 h 102969"/>
                <a:gd name="connsiteX21" fmla="*/ 33188 w 39259"/>
                <a:gd name="connsiteY21" fmla="*/ 17161 h 102969"/>
                <a:gd name="connsiteX22" fmla="*/ 35616 w 39259"/>
                <a:gd name="connsiteY22" fmla="*/ 20892 h 102969"/>
                <a:gd name="connsiteX23" fmla="*/ 39259 w 39259"/>
                <a:gd name="connsiteY23" fmla="*/ 20892 h 102969"/>
                <a:gd name="connsiteX24" fmla="*/ 39259 w 39259"/>
                <a:gd name="connsiteY24" fmla="*/ 2985 h 102969"/>
                <a:gd name="connsiteX25" fmla="*/ 35616 w 39259"/>
                <a:gd name="connsiteY25" fmla="*/ 746 h 102969"/>
                <a:gd name="connsiteX26" fmla="*/ 32378 w 39259"/>
                <a:gd name="connsiteY26" fmla="*/ 0 h 10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9259" h="102969">
                  <a:moveTo>
                    <a:pt x="32378" y="0"/>
                  </a:moveTo>
                  <a:cubicBezTo>
                    <a:pt x="31974" y="0"/>
                    <a:pt x="31164" y="0"/>
                    <a:pt x="30760" y="746"/>
                  </a:cubicBezTo>
                  <a:lnTo>
                    <a:pt x="29545" y="746"/>
                  </a:lnTo>
                  <a:lnTo>
                    <a:pt x="23070" y="11192"/>
                  </a:lnTo>
                  <a:lnTo>
                    <a:pt x="17403" y="21638"/>
                  </a:lnTo>
                  <a:lnTo>
                    <a:pt x="17403" y="2238"/>
                  </a:lnTo>
                  <a:lnTo>
                    <a:pt x="12951" y="2238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7690" y="15669"/>
                  </a:lnTo>
                  <a:lnTo>
                    <a:pt x="7690" y="91031"/>
                  </a:lnTo>
                  <a:lnTo>
                    <a:pt x="5666" y="94761"/>
                  </a:lnTo>
                  <a:lnTo>
                    <a:pt x="0" y="95508"/>
                  </a:lnTo>
                  <a:lnTo>
                    <a:pt x="0" y="102969"/>
                  </a:lnTo>
                  <a:lnTo>
                    <a:pt x="27117" y="102969"/>
                  </a:lnTo>
                  <a:lnTo>
                    <a:pt x="27117" y="95508"/>
                  </a:lnTo>
                  <a:lnTo>
                    <a:pt x="19427" y="94761"/>
                  </a:lnTo>
                  <a:lnTo>
                    <a:pt x="17808" y="91031"/>
                  </a:lnTo>
                  <a:lnTo>
                    <a:pt x="17808" y="31338"/>
                  </a:lnTo>
                  <a:cubicBezTo>
                    <a:pt x="19427" y="26861"/>
                    <a:pt x="21855" y="23131"/>
                    <a:pt x="24284" y="20146"/>
                  </a:cubicBezTo>
                  <a:cubicBezTo>
                    <a:pt x="25903" y="17908"/>
                    <a:pt x="27926" y="16415"/>
                    <a:pt x="29950" y="16415"/>
                  </a:cubicBezTo>
                  <a:cubicBezTo>
                    <a:pt x="31164" y="16415"/>
                    <a:pt x="31974" y="17161"/>
                    <a:pt x="33188" y="17161"/>
                  </a:cubicBezTo>
                  <a:cubicBezTo>
                    <a:pt x="33997" y="17908"/>
                    <a:pt x="35212" y="19400"/>
                    <a:pt x="35616" y="20892"/>
                  </a:cubicBezTo>
                  <a:lnTo>
                    <a:pt x="39259" y="20892"/>
                  </a:lnTo>
                  <a:lnTo>
                    <a:pt x="39259" y="2985"/>
                  </a:lnTo>
                  <a:lnTo>
                    <a:pt x="35616" y="746"/>
                  </a:lnTo>
                  <a:cubicBezTo>
                    <a:pt x="34402" y="0"/>
                    <a:pt x="33593" y="0"/>
                    <a:pt x="3237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0" name="Freeform 1069"/>
            <p:cNvSpPr/>
            <p:nvPr/>
          </p:nvSpPr>
          <p:spPr>
            <a:xfrm>
              <a:off x="11486727" y="487410"/>
              <a:ext cx="36021" cy="105432"/>
            </a:xfrm>
            <a:custGeom>
              <a:avLst/>
              <a:gdLst>
                <a:gd name="connsiteX0" fmla="*/ 31569 w 36021"/>
                <a:gd name="connsiteY0" fmla="*/ 55328 h 105432"/>
                <a:gd name="connsiteX1" fmla="*/ 22665 w 36021"/>
                <a:gd name="connsiteY1" fmla="*/ 45628 h 105432"/>
                <a:gd name="connsiteX2" fmla="*/ 19832 w 36021"/>
                <a:gd name="connsiteY2" fmla="*/ 43390 h 105432"/>
                <a:gd name="connsiteX3" fmla="*/ 12142 w 36021"/>
                <a:gd name="connsiteY3" fmla="*/ 34436 h 105432"/>
                <a:gd name="connsiteX4" fmla="*/ 10118 w 36021"/>
                <a:gd name="connsiteY4" fmla="*/ 23990 h 105432"/>
                <a:gd name="connsiteX5" fmla="*/ 12547 w 36021"/>
                <a:gd name="connsiteY5" fmla="*/ 13543 h 105432"/>
                <a:gd name="connsiteX6" fmla="*/ 19427 w 36021"/>
                <a:gd name="connsiteY6" fmla="*/ 9066 h 105432"/>
                <a:gd name="connsiteX7" fmla="*/ 23474 w 36021"/>
                <a:gd name="connsiteY7" fmla="*/ 9813 h 105432"/>
                <a:gd name="connsiteX8" fmla="*/ 27926 w 36021"/>
                <a:gd name="connsiteY8" fmla="*/ 13543 h 105432"/>
                <a:gd name="connsiteX9" fmla="*/ 28736 w 36021"/>
                <a:gd name="connsiteY9" fmla="*/ 27720 h 105432"/>
                <a:gd name="connsiteX10" fmla="*/ 34402 w 36021"/>
                <a:gd name="connsiteY10" fmla="*/ 27720 h 105432"/>
                <a:gd name="connsiteX11" fmla="*/ 34402 w 36021"/>
                <a:gd name="connsiteY11" fmla="*/ 4590 h 105432"/>
                <a:gd name="connsiteX12" fmla="*/ 27926 w 36021"/>
                <a:gd name="connsiteY12" fmla="*/ 1605 h 105432"/>
                <a:gd name="connsiteX13" fmla="*/ 21046 w 36021"/>
                <a:gd name="connsiteY13" fmla="*/ 113 h 105432"/>
                <a:gd name="connsiteX14" fmla="*/ 6071 w 36021"/>
                <a:gd name="connsiteY14" fmla="*/ 8320 h 105432"/>
                <a:gd name="connsiteX15" fmla="*/ 809 w 36021"/>
                <a:gd name="connsiteY15" fmla="*/ 29959 h 105432"/>
                <a:gd name="connsiteX16" fmla="*/ 4047 w 36021"/>
                <a:gd name="connsiteY16" fmla="*/ 45628 h 105432"/>
                <a:gd name="connsiteX17" fmla="*/ 15380 w 36021"/>
                <a:gd name="connsiteY17" fmla="*/ 58313 h 105432"/>
                <a:gd name="connsiteX18" fmla="*/ 25093 w 36021"/>
                <a:gd name="connsiteY18" fmla="*/ 68759 h 105432"/>
                <a:gd name="connsiteX19" fmla="*/ 27117 w 36021"/>
                <a:gd name="connsiteY19" fmla="*/ 79205 h 105432"/>
                <a:gd name="connsiteX20" fmla="*/ 24284 w 36021"/>
                <a:gd name="connsiteY20" fmla="*/ 91889 h 105432"/>
                <a:gd name="connsiteX21" fmla="*/ 16594 w 36021"/>
                <a:gd name="connsiteY21" fmla="*/ 97113 h 105432"/>
                <a:gd name="connsiteX22" fmla="*/ 12142 w 36021"/>
                <a:gd name="connsiteY22" fmla="*/ 95620 h 105432"/>
                <a:gd name="connsiteX23" fmla="*/ 7285 w 36021"/>
                <a:gd name="connsiteY23" fmla="*/ 91889 h 105432"/>
                <a:gd name="connsiteX24" fmla="*/ 6071 w 36021"/>
                <a:gd name="connsiteY24" fmla="*/ 73982 h 105432"/>
                <a:gd name="connsiteX25" fmla="*/ 0 w 36021"/>
                <a:gd name="connsiteY25" fmla="*/ 73982 h 105432"/>
                <a:gd name="connsiteX26" fmla="*/ 0 w 36021"/>
                <a:gd name="connsiteY26" fmla="*/ 101589 h 105432"/>
                <a:gd name="connsiteX27" fmla="*/ 6880 w 36021"/>
                <a:gd name="connsiteY27" fmla="*/ 104574 h 105432"/>
                <a:gd name="connsiteX28" fmla="*/ 14570 w 36021"/>
                <a:gd name="connsiteY28" fmla="*/ 105320 h 105432"/>
                <a:gd name="connsiteX29" fmla="*/ 30355 w 36021"/>
                <a:gd name="connsiteY29" fmla="*/ 97113 h 105432"/>
                <a:gd name="connsiteX30" fmla="*/ 36021 w 36021"/>
                <a:gd name="connsiteY30" fmla="*/ 73982 h 105432"/>
                <a:gd name="connsiteX31" fmla="*/ 34807 w 36021"/>
                <a:gd name="connsiteY31" fmla="*/ 63536 h 105432"/>
                <a:gd name="connsiteX32" fmla="*/ 31569 w 36021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6021" h="105432">
                  <a:moveTo>
                    <a:pt x="31569" y="55328"/>
                  </a:moveTo>
                  <a:cubicBezTo>
                    <a:pt x="28736" y="51597"/>
                    <a:pt x="25903" y="48613"/>
                    <a:pt x="22665" y="45628"/>
                  </a:cubicBezTo>
                  <a:cubicBezTo>
                    <a:pt x="21046" y="44882"/>
                    <a:pt x="20237" y="44136"/>
                    <a:pt x="19832" y="43390"/>
                  </a:cubicBezTo>
                  <a:cubicBezTo>
                    <a:pt x="16999" y="41151"/>
                    <a:pt x="14570" y="38166"/>
                    <a:pt x="12142" y="34436"/>
                  </a:cubicBezTo>
                  <a:cubicBezTo>
                    <a:pt x="10523" y="31451"/>
                    <a:pt x="10118" y="27720"/>
                    <a:pt x="10118" y="23990"/>
                  </a:cubicBezTo>
                  <a:cubicBezTo>
                    <a:pt x="10118" y="19513"/>
                    <a:pt x="10928" y="15782"/>
                    <a:pt x="12547" y="13543"/>
                  </a:cubicBezTo>
                  <a:cubicBezTo>
                    <a:pt x="14570" y="10559"/>
                    <a:pt x="16999" y="9066"/>
                    <a:pt x="19427" y="9066"/>
                  </a:cubicBezTo>
                  <a:cubicBezTo>
                    <a:pt x="20641" y="9066"/>
                    <a:pt x="22260" y="9813"/>
                    <a:pt x="23474" y="9813"/>
                  </a:cubicBezTo>
                  <a:cubicBezTo>
                    <a:pt x="25093" y="10559"/>
                    <a:pt x="26307" y="12051"/>
                    <a:pt x="27926" y="13543"/>
                  </a:cubicBezTo>
                  <a:lnTo>
                    <a:pt x="28736" y="27720"/>
                  </a:lnTo>
                  <a:lnTo>
                    <a:pt x="34402" y="27720"/>
                  </a:lnTo>
                  <a:lnTo>
                    <a:pt x="34402" y="4590"/>
                  </a:lnTo>
                  <a:cubicBezTo>
                    <a:pt x="32378" y="3097"/>
                    <a:pt x="30355" y="1605"/>
                    <a:pt x="27926" y="1605"/>
                  </a:cubicBezTo>
                  <a:cubicBezTo>
                    <a:pt x="25498" y="113"/>
                    <a:pt x="23474" y="113"/>
                    <a:pt x="21046" y="113"/>
                  </a:cubicBezTo>
                  <a:cubicBezTo>
                    <a:pt x="15784" y="-634"/>
                    <a:pt x="10523" y="2351"/>
                    <a:pt x="6071" y="8320"/>
                  </a:cubicBezTo>
                  <a:cubicBezTo>
                    <a:pt x="2428" y="13543"/>
                    <a:pt x="405" y="21751"/>
                    <a:pt x="809" y="29959"/>
                  </a:cubicBezTo>
                  <a:cubicBezTo>
                    <a:pt x="809" y="35928"/>
                    <a:pt x="2024" y="41151"/>
                    <a:pt x="4047" y="45628"/>
                  </a:cubicBezTo>
                  <a:cubicBezTo>
                    <a:pt x="7285" y="50851"/>
                    <a:pt x="11332" y="55328"/>
                    <a:pt x="15380" y="58313"/>
                  </a:cubicBezTo>
                  <a:cubicBezTo>
                    <a:pt x="19022" y="60551"/>
                    <a:pt x="22260" y="64282"/>
                    <a:pt x="25093" y="68759"/>
                  </a:cubicBezTo>
                  <a:cubicBezTo>
                    <a:pt x="26712" y="71743"/>
                    <a:pt x="27117" y="75474"/>
                    <a:pt x="27117" y="79205"/>
                  </a:cubicBezTo>
                  <a:cubicBezTo>
                    <a:pt x="27117" y="83682"/>
                    <a:pt x="26307" y="88905"/>
                    <a:pt x="24284" y="91889"/>
                  </a:cubicBezTo>
                  <a:cubicBezTo>
                    <a:pt x="22260" y="94874"/>
                    <a:pt x="19427" y="97113"/>
                    <a:pt x="16594" y="97113"/>
                  </a:cubicBezTo>
                  <a:cubicBezTo>
                    <a:pt x="14975" y="97113"/>
                    <a:pt x="13356" y="96366"/>
                    <a:pt x="12142" y="95620"/>
                  </a:cubicBezTo>
                  <a:cubicBezTo>
                    <a:pt x="10523" y="94874"/>
                    <a:pt x="8499" y="94128"/>
                    <a:pt x="7285" y="91889"/>
                  </a:cubicBezTo>
                  <a:lnTo>
                    <a:pt x="607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1737" y="105320"/>
                    <a:pt x="14570" y="105320"/>
                  </a:cubicBezTo>
                  <a:cubicBezTo>
                    <a:pt x="20237" y="106066"/>
                    <a:pt x="25498" y="103082"/>
                    <a:pt x="30355" y="97113"/>
                  </a:cubicBezTo>
                  <a:cubicBezTo>
                    <a:pt x="33997" y="91143"/>
                    <a:pt x="36021" y="82936"/>
                    <a:pt x="36021" y="73982"/>
                  </a:cubicBezTo>
                  <a:cubicBezTo>
                    <a:pt x="36021" y="70251"/>
                    <a:pt x="35616" y="67266"/>
                    <a:pt x="34807" y="63536"/>
                  </a:cubicBezTo>
                  <a:cubicBezTo>
                    <a:pt x="33997" y="59805"/>
                    <a:pt x="33188" y="56820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1" name="Freeform 1070"/>
            <p:cNvSpPr/>
            <p:nvPr/>
          </p:nvSpPr>
          <p:spPr>
            <a:xfrm>
              <a:off x="11531247" y="489015"/>
              <a:ext cx="25498" cy="101476"/>
            </a:xfrm>
            <a:custGeom>
              <a:avLst/>
              <a:gdLst>
                <a:gd name="connsiteX0" fmla="*/ 13356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808 w 25498"/>
                <a:gd name="connsiteY11" fmla="*/ 88792 h 101476"/>
                <a:gd name="connsiteX12" fmla="*/ 17808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808" y="88792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2" name="Freeform 1071"/>
            <p:cNvSpPr/>
            <p:nvPr/>
          </p:nvSpPr>
          <p:spPr>
            <a:xfrm>
              <a:off x="11538128" y="441261"/>
              <a:ext cx="13356" cy="24623"/>
            </a:xfrm>
            <a:custGeom>
              <a:avLst/>
              <a:gdLst>
                <a:gd name="connsiteX0" fmla="*/ 6880 w 13356"/>
                <a:gd name="connsiteY0" fmla="*/ 24623 h 24623"/>
                <a:gd name="connsiteX1" fmla="*/ 11332 w 13356"/>
                <a:gd name="connsiteY1" fmla="*/ 20892 h 24623"/>
                <a:gd name="connsiteX2" fmla="*/ 13356 w 13356"/>
                <a:gd name="connsiteY2" fmla="*/ 12685 h 24623"/>
                <a:gd name="connsiteX3" fmla="*/ 6476 w 13356"/>
                <a:gd name="connsiteY3" fmla="*/ 0 h 24623"/>
                <a:gd name="connsiteX4" fmla="*/ 0 w 13356"/>
                <a:gd name="connsiteY4" fmla="*/ 11938 h 24623"/>
                <a:gd name="connsiteX5" fmla="*/ 1619 w 13356"/>
                <a:gd name="connsiteY5" fmla="*/ 20146 h 24623"/>
                <a:gd name="connsiteX6" fmla="*/ 6880 w 13356"/>
                <a:gd name="connsiteY6" fmla="*/ 24623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56" h="24623">
                  <a:moveTo>
                    <a:pt x="6880" y="24623"/>
                  </a:move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2833" y="0"/>
                    <a:pt x="0" y="5223"/>
                    <a:pt x="0" y="11938"/>
                  </a:cubicBezTo>
                  <a:cubicBezTo>
                    <a:pt x="0" y="14923"/>
                    <a:pt x="405" y="17908"/>
                    <a:pt x="1619" y="20146"/>
                  </a:cubicBezTo>
                  <a:cubicBezTo>
                    <a:pt x="3238" y="23877"/>
                    <a:pt x="4857" y="24623"/>
                    <a:pt x="6880" y="246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3" name="Freeform 1072"/>
            <p:cNvSpPr/>
            <p:nvPr/>
          </p:nvSpPr>
          <p:spPr>
            <a:xfrm>
              <a:off x="11562007" y="469615"/>
              <a:ext cx="33592" cy="121622"/>
            </a:xfrm>
            <a:custGeom>
              <a:avLst/>
              <a:gdLst>
                <a:gd name="connsiteX0" fmla="*/ 16594 w 33592"/>
                <a:gd name="connsiteY0" fmla="*/ 0 h 121622"/>
                <a:gd name="connsiteX1" fmla="*/ 12142 w 33592"/>
                <a:gd name="connsiteY1" fmla="*/ 0 h 121622"/>
                <a:gd name="connsiteX2" fmla="*/ 7285 w 33592"/>
                <a:gd name="connsiteY2" fmla="*/ 19400 h 121622"/>
                <a:gd name="connsiteX3" fmla="*/ 0 w 33592"/>
                <a:gd name="connsiteY3" fmla="*/ 26115 h 121622"/>
                <a:gd name="connsiteX4" fmla="*/ 0 w 33592"/>
                <a:gd name="connsiteY4" fmla="*/ 32831 h 121622"/>
                <a:gd name="connsiteX5" fmla="*/ 6880 w 33592"/>
                <a:gd name="connsiteY5" fmla="*/ 32831 h 121622"/>
                <a:gd name="connsiteX6" fmla="*/ 6880 w 33592"/>
                <a:gd name="connsiteY6" fmla="*/ 99984 h 121622"/>
                <a:gd name="connsiteX7" fmla="*/ 9309 w 33592"/>
                <a:gd name="connsiteY7" fmla="*/ 116400 h 121622"/>
                <a:gd name="connsiteX8" fmla="*/ 18618 w 33592"/>
                <a:gd name="connsiteY8" fmla="*/ 121623 h 121622"/>
                <a:gd name="connsiteX9" fmla="*/ 25903 w 33592"/>
                <a:gd name="connsiteY9" fmla="*/ 120877 h 121622"/>
                <a:gd name="connsiteX10" fmla="*/ 33593 w 33592"/>
                <a:gd name="connsiteY10" fmla="*/ 117146 h 121622"/>
                <a:gd name="connsiteX11" fmla="*/ 33593 w 33592"/>
                <a:gd name="connsiteY11" fmla="*/ 109684 h 121622"/>
                <a:gd name="connsiteX12" fmla="*/ 29545 w 33592"/>
                <a:gd name="connsiteY12" fmla="*/ 110431 h 121622"/>
                <a:gd name="connsiteX13" fmla="*/ 25903 w 33592"/>
                <a:gd name="connsiteY13" fmla="*/ 111177 h 121622"/>
                <a:gd name="connsiteX14" fmla="*/ 18618 w 33592"/>
                <a:gd name="connsiteY14" fmla="*/ 105954 h 121622"/>
                <a:gd name="connsiteX15" fmla="*/ 16594 w 33592"/>
                <a:gd name="connsiteY15" fmla="*/ 88046 h 121622"/>
                <a:gd name="connsiteX16" fmla="*/ 16594 w 33592"/>
                <a:gd name="connsiteY16" fmla="*/ 33577 h 121622"/>
                <a:gd name="connsiteX17" fmla="*/ 33593 w 33592"/>
                <a:gd name="connsiteY17" fmla="*/ 33577 h 121622"/>
                <a:gd name="connsiteX18" fmla="*/ 33593 w 33592"/>
                <a:gd name="connsiteY18" fmla="*/ 23877 h 121622"/>
                <a:gd name="connsiteX19" fmla="*/ 16189 w 33592"/>
                <a:gd name="connsiteY19" fmla="*/ 23877 h 121622"/>
                <a:gd name="connsiteX20" fmla="*/ 16189 w 33592"/>
                <a:gd name="connsiteY20" fmla="*/ 0 h 12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592" h="121622">
                  <a:moveTo>
                    <a:pt x="16594" y="0"/>
                  </a:moveTo>
                  <a:lnTo>
                    <a:pt x="12142" y="0"/>
                  </a:lnTo>
                  <a:lnTo>
                    <a:pt x="7285" y="19400"/>
                  </a:lnTo>
                  <a:lnTo>
                    <a:pt x="0" y="26115"/>
                  </a:lnTo>
                  <a:lnTo>
                    <a:pt x="0" y="32831"/>
                  </a:lnTo>
                  <a:lnTo>
                    <a:pt x="6880" y="32831"/>
                  </a:lnTo>
                  <a:lnTo>
                    <a:pt x="6880" y="99984"/>
                  </a:lnTo>
                  <a:cubicBezTo>
                    <a:pt x="6476" y="105954"/>
                    <a:pt x="7285" y="111923"/>
                    <a:pt x="9309" y="116400"/>
                  </a:cubicBezTo>
                  <a:cubicBezTo>
                    <a:pt x="12142" y="120131"/>
                    <a:pt x="15380" y="121623"/>
                    <a:pt x="18618" y="121623"/>
                  </a:cubicBezTo>
                  <a:cubicBezTo>
                    <a:pt x="21046" y="121623"/>
                    <a:pt x="23474" y="120877"/>
                    <a:pt x="25903" y="120877"/>
                  </a:cubicBezTo>
                  <a:cubicBezTo>
                    <a:pt x="28331" y="120131"/>
                    <a:pt x="30760" y="118638"/>
                    <a:pt x="33593" y="117146"/>
                  </a:cubicBezTo>
                  <a:lnTo>
                    <a:pt x="33593" y="109684"/>
                  </a:lnTo>
                  <a:cubicBezTo>
                    <a:pt x="32378" y="110431"/>
                    <a:pt x="30760" y="110431"/>
                    <a:pt x="29545" y="110431"/>
                  </a:cubicBezTo>
                  <a:cubicBezTo>
                    <a:pt x="28331" y="111177"/>
                    <a:pt x="27117" y="111177"/>
                    <a:pt x="25903" y="111177"/>
                  </a:cubicBezTo>
                  <a:cubicBezTo>
                    <a:pt x="23070" y="111923"/>
                    <a:pt x="20641" y="109684"/>
                    <a:pt x="18618" y="105954"/>
                  </a:cubicBezTo>
                  <a:cubicBezTo>
                    <a:pt x="16999" y="100731"/>
                    <a:pt x="16189" y="94015"/>
                    <a:pt x="16594" y="88046"/>
                  </a:cubicBezTo>
                  <a:lnTo>
                    <a:pt x="16594" y="33577"/>
                  </a:lnTo>
                  <a:lnTo>
                    <a:pt x="33593" y="33577"/>
                  </a:lnTo>
                  <a:lnTo>
                    <a:pt x="33593" y="23877"/>
                  </a:lnTo>
                  <a:lnTo>
                    <a:pt x="16189" y="23877"/>
                  </a:lnTo>
                  <a:lnTo>
                    <a:pt x="16189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4" name="Freeform 1073"/>
            <p:cNvSpPr/>
            <p:nvPr/>
          </p:nvSpPr>
          <p:spPr>
            <a:xfrm>
              <a:off x="11596814" y="488269"/>
              <a:ext cx="58686" cy="146440"/>
            </a:xfrm>
            <a:custGeom>
              <a:avLst/>
              <a:gdLst>
                <a:gd name="connsiteX0" fmla="*/ 38045 w 58686"/>
                <a:gd name="connsiteY0" fmla="*/ 746 h 146440"/>
                <a:gd name="connsiteX1" fmla="*/ 38045 w 58686"/>
                <a:gd name="connsiteY1" fmla="*/ 8954 h 146440"/>
                <a:gd name="connsiteX2" fmla="*/ 44116 w 58686"/>
                <a:gd name="connsiteY2" fmla="*/ 9700 h 146440"/>
                <a:gd name="connsiteX3" fmla="*/ 44925 w 58686"/>
                <a:gd name="connsiteY3" fmla="*/ 13431 h 146440"/>
                <a:gd name="connsiteX4" fmla="*/ 30759 w 58686"/>
                <a:gd name="connsiteY4" fmla="*/ 78346 h 146440"/>
                <a:gd name="connsiteX5" fmla="*/ 16999 w 58686"/>
                <a:gd name="connsiteY5" fmla="*/ 13431 h 146440"/>
                <a:gd name="connsiteX6" fmla="*/ 18617 w 58686"/>
                <a:gd name="connsiteY6" fmla="*/ 9700 h 146440"/>
                <a:gd name="connsiteX7" fmla="*/ 24284 w 58686"/>
                <a:gd name="connsiteY7" fmla="*/ 8954 h 146440"/>
                <a:gd name="connsiteX8" fmla="*/ 24284 w 58686"/>
                <a:gd name="connsiteY8" fmla="*/ 746 h 146440"/>
                <a:gd name="connsiteX9" fmla="*/ 0 w 58686"/>
                <a:gd name="connsiteY9" fmla="*/ 746 h 146440"/>
                <a:gd name="connsiteX10" fmla="*/ 0 w 58686"/>
                <a:gd name="connsiteY10" fmla="*/ 8954 h 146440"/>
                <a:gd name="connsiteX11" fmla="*/ 6880 w 58686"/>
                <a:gd name="connsiteY11" fmla="*/ 9700 h 146440"/>
                <a:gd name="connsiteX12" fmla="*/ 26307 w 58686"/>
                <a:gd name="connsiteY12" fmla="*/ 100731 h 146440"/>
                <a:gd name="connsiteX13" fmla="*/ 21855 w 58686"/>
                <a:gd name="connsiteY13" fmla="*/ 118638 h 146440"/>
                <a:gd name="connsiteX14" fmla="*/ 16999 w 58686"/>
                <a:gd name="connsiteY14" fmla="*/ 131323 h 146440"/>
                <a:gd name="connsiteX15" fmla="*/ 6071 w 58686"/>
                <a:gd name="connsiteY15" fmla="*/ 123861 h 146440"/>
                <a:gd name="connsiteX16" fmla="*/ 3642 w 58686"/>
                <a:gd name="connsiteY16" fmla="*/ 129084 h 146440"/>
                <a:gd name="connsiteX17" fmla="*/ 3238 w 58686"/>
                <a:gd name="connsiteY17" fmla="*/ 135054 h 146440"/>
                <a:gd name="connsiteX18" fmla="*/ 5261 w 58686"/>
                <a:gd name="connsiteY18" fmla="*/ 143261 h 146440"/>
                <a:gd name="connsiteX19" fmla="*/ 10928 w 58686"/>
                <a:gd name="connsiteY19" fmla="*/ 146246 h 146440"/>
                <a:gd name="connsiteX20" fmla="*/ 20641 w 58686"/>
                <a:gd name="connsiteY20" fmla="*/ 138038 h 146440"/>
                <a:gd name="connsiteX21" fmla="*/ 29141 w 58686"/>
                <a:gd name="connsiteY21" fmla="*/ 111177 h 146440"/>
                <a:gd name="connsiteX22" fmla="*/ 51806 w 58686"/>
                <a:gd name="connsiteY22" fmla="*/ 9700 h 146440"/>
                <a:gd name="connsiteX23" fmla="*/ 58686 w 58686"/>
                <a:gd name="connsiteY23" fmla="*/ 8208 h 146440"/>
                <a:gd name="connsiteX24" fmla="*/ 58686 w 58686"/>
                <a:gd name="connsiteY24" fmla="*/ 0 h 146440"/>
                <a:gd name="connsiteX25" fmla="*/ 38045 w 58686"/>
                <a:gd name="connsiteY25" fmla="*/ 0 h 14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8686" h="146440">
                  <a:moveTo>
                    <a:pt x="38045" y="746"/>
                  </a:moveTo>
                  <a:lnTo>
                    <a:pt x="38045" y="8954"/>
                  </a:lnTo>
                  <a:lnTo>
                    <a:pt x="44116" y="9700"/>
                  </a:lnTo>
                  <a:lnTo>
                    <a:pt x="44925" y="13431"/>
                  </a:lnTo>
                  <a:lnTo>
                    <a:pt x="30759" y="78346"/>
                  </a:lnTo>
                  <a:lnTo>
                    <a:pt x="16999" y="13431"/>
                  </a:lnTo>
                  <a:lnTo>
                    <a:pt x="18617" y="9700"/>
                  </a:lnTo>
                  <a:lnTo>
                    <a:pt x="24284" y="8954"/>
                  </a:lnTo>
                  <a:lnTo>
                    <a:pt x="24284" y="746"/>
                  </a:lnTo>
                  <a:lnTo>
                    <a:pt x="0" y="746"/>
                  </a:lnTo>
                  <a:lnTo>
                    <a:pt x="0" y="8954"/>
                  </a:lnTo>
                  <a:lnTo>
                    <a:pt x="6880" y="9700"/>
                  </a:lnTo>
                  <a:lnTo>
                    <a:pt x="26307" y="100731"/>
                  </a:lnTo>
                  <a:cubicBezTo>
                    <a:pt x="24688" y="107446"/>
                    <a:pt x="23474" y="113415"/>
                    <a:pt x="21855" y="118638"/>
                  </a:cubicBezTo>
                  <a:cubicBezTo>
                    <a:pt x="20641" y="123115"/>
                    <a:pt x="19022" y="127592"/>
                    <a:pt x="16999" y="131323"/>
                  </a:cubicBezTo>
                  <a:lnTo>
                    <a:pt x="6071" y="123861"/>
                  </a:lnTo>
                  <a:cubicBezTo>
                    <a:pt x="5261" y="125354"/>
                    <a:pt x="4452" y="126846"/>
                    <a:pt x="3642" y="129084"/>
                  </a:cubicBezTo>
                  <a:cubicBezTo>
                    <a:pt x="3238" y="131323"/>
                    <a:pt x="3238" y="132815"/>
                    <a:pt x="3238" y="135054"/>
                  </a:cubicBezTo>
                  <a:cubicBezTo>
                    <a:pt x="3238" y="138038"/>
                    <a:pt x="4047" y="141023"/>
                    <a:pt x="5261" y="143261"/>
                  </a:cubicBezTo>
                  <a:cubicBezTo>
                    <a:pt x="6880" y="145500"/>
                    <a:pt x="8904" y="146992"/>
                    <a:pt x="10928" y="146246"/>
                  </a:cubicBezTo>
                  <a:cubicBezTo>
                    <a:pt x="14570" y="146246"/>
                    <a:pt x="18213" y="143261"/>
                    <a:pt x="20641" y="138038"/>
                  </a:cubicBezTo>
                  <a:cubicBezTo>
                    <a:pt x="24284" y="129831"/>
                    <a:pt x="27117" y="120877"/>
                    <a:pt x="29141" y="111177"/>
                  </a:cubicBezTo>
                  <a:lnTo>
                    <a:pt x="51806" y="9700"/>
                  </a:lnTo>
                  <a:lnTo>
                    <a:pt x="58686" y="8208"/>
                  </a:lnTo>
                  <a:lnTo>
                    <a:pt x="58686" y="0"/>
                  </a:lnTo>
                  <a:lnTo>
                    <a:pt x="38045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5" name="Freeform 1074"/>
            <p:cNvSpPr/>
            <p:nvPr/>
          </p:nvSpPr>
          <p:spPr>
            <a:xfrm>
              <a:off x="11326453" y="489015"/>
              <a:ext cx="58281" cy="101476"/>
            </a:xfrm>
            <a:custGeom>
              <a:avLst/>
              <a:gdLst>
                <a:gd name="connsiteX0" fmla="*/ 45330 w 58281"/>
                <a:gd name="connsiteY0" fmla="*/ 12685 h 101476"/>
                <a:gd name="connsiteX1" fmla="*/ 30760 w 58281"/>
                <a:gd name="connsiteY1" fmla="*/ 80584 h 101476"/>
                <a:gd name="connsiteX2" fmla="*/ 17403 w 58281"/>
                <a:gd name="connsiteY2" fmla="*/ 12685 h 101476"/>
                <a:gd name="connsiteX3" fmla="*/ 18618 w 58281"/>
                <a:gd name="connsiteY3" fmla="*/ 8954 h 101476"/>
                <a:gd name="connsiteX4" fmla="*/ 24689 w 58281"/>
                <a:gd name="connsiteY4" fmla="*/ 8208 h 101476"/>
                <a:gd name="connsiteX5" fmla="*/ 24689 w 58281"/>
                <a:gd name="connsiteY5" fmla="*/ 0 h 101476"/>
                <a:gd name="connsiteX6" fmla="*/ 0 w 58281"/>
                <a:gd name="connsiteY6" fmla="*/ 0 h 101476"/>
                <a:gd name="connsiteX7" fmla="*/ 0 w 58281"/>
                <a:gd name="connsiteY7" fmla="*/ 8208 h 101476"/>
                <a:gd name="connsiteX8" fmla="*/ 6880 w 58281"/>
                <a:gd name="connsiteY8" fmla="*/ 9700 h 101476"/>
                <a:gd name="connsiteX9" fmla="*/ 25498 w 58281"/>
                <a:gd name="connsiteY9" fmla="*/ 101477 h 101476"/>
                <a:gd name="connsiteX10" fmla="*/ 31974 w 58281"/>
                <a:gd name="connsiteY10" fmla="*/ 101477 h 101476"/>
                <a:gd name="connsiteX11" fmla="*/ 51806 w 58281"/>
                <a:gd name="connsiteY11" fmla="*/ 9700 h 101476"/>
                <a:gd name="connsiteX12" fmla="*/ 58281 w 58281"/>
                <a:gd name="connsiteY12" fmla="*/ 8208 h 101476"/>
                <a:gd name="connsiteX13" fmla="*/ 58281 w 58281"/>
                <a:gd name="connsiteY13" fmla="*/ 0 h 101476"/>
                <a:gd name="connsiteX14" fmla="*/ 38449 w 58281"/>
                <a:gd name="connsiteY14" fmla="*/ 0 h 101476"/>
                <a:gd name="connsiteX15" fmla="*/ 38449 w 58281"/>
                <a:gd name="connsiteY15" fmla="*/ 8208 h 101476"/>
                <a:gd name="connsiteX16" fmla="*/ 44520 w 58281"/>
                <a:gd name="connsiteY16" fmla="*/ 8954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8281" h="101476">
                  <a:moveTo>
                    <a:pt x="45330" y="12685"/>
                  </a:moveTo>
                  <a:lnTo>
                    <a:pt x="30760" y="80584"/>
                  </a:lnTo>
                  <a:lnTo>
                    <a:pt x="17403" y="12685"/>
                  </a:lnTo>
                  <a:lnTo>
                    <a:pt x="18618" y="8954"/>
                  </a:lnTo>
                  <a:lnTo>
                    <a:pt x="24689" y="8208"/>
                  </a:lnTo>
                  <a:lnTo>
                    <a:pt x="24689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880" y="9700"/>
                  </a:lnTo>
                  <a:lnTo>
                    <a:pt x="25498" y="101477"/>
                  </a:lnTo>
                  <a:lnTo>
                    <a:pt x="31974" y="101477"/>
                  </a:lnTo>
                  <a:lnTo>
                    <a:pt x="51806" y="9700"/>
                  </a:lnTo>
                  <a:lnTo>
                    <a:pt x="58281" y="8208"/>
                  </a:lnTo>
                  <a:lnTo>
                    <a:pt x="58281" y="0"/>
                  </a:lnTo>
                  <a:lnTo>
                    <a:pt x="38449" y="0"/>
                  </a:lnTo>
                  <a:lnTo>
                    <a:pt x="38449" y="8208"/>
                  </a:lnTo>
                  <a:lnTo>
                    <a:pt x="4452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6" name="Freeform 1075"/>
            <p:cNvSpPr/>
            <p:nvPr/>
          </p:nvSpPr>
          <p:spPr>
            <a:xfrm>
              <a:off x="11067829" y="486663"/>
              <a:ext cx="50996" cy="103968"/>
            </a:xfrm>
            <a:custGeom>
              <a:avLst/>
              <a:gdLst>
                <a:gd name="connsiteX0" fmla="*/ 42902 w 50996"/>
                <a:gd name="connsiteY0" fmla="*/ 91144 h 103968"/>
                <a:gd name="connsiteX1" fmla="*/ 42902 w 50996"/>
                <a:gd name="connsiteY1" fmla="*/ 30706 h 103968"/>
                <a:gd name="connsiteX2" fmla="*/ 38854 w 50996"/>
                <a:gd name="connsiteY2" fmla="*/ 7575 h 103968"/>
                <a:gd name="connsiteX3" fmla="*/ 25903 w 50996"/>
                <a:gd name="connsiteY3" fmla="*/ 113 h 103968"/>
                <a:gd name="connsiteX4" fmla="*/ 21855 w 50996"/>
                <a:gd name="connsiteY4" fmla="*/ 860 h 103968"/>
                <a:gd name="connsiteX5" fmla="*/ 9309 w 50996"/>
                <a:gd name="connsiteY5" fmla="*/ 7575 h 103968"/>
                <a:gd name="connsiteX6" fmla="*/ 3238 w 50996"/>
                <a:gd name="connsiteY6" fmla="*/ 24736 h 103968"/>
                <a:gd name="connsiteX7" fmla="*/ 3642 w 50996"/>
                <a:gd name="connsiteY7" fmla="*/ 29960 h 103968"/>
                <a:gd name="connsiteX8" fmla="*/ 6476 w 50996"/>
                <a:gd name="connsiteY8" fmla="*/ 31452 h 103968"/>
                <a:gd name="connsiteX9" fmla="*/ 14166 w 50996"/>
                <a:gd name="connsiteY9" fmla="*/ 31452 h 103968"/>
                <a:gd name="connsiteX10" fmla="*/ 14166 w 50996"/>
                <a:gd name="connsiteY10" fmla="*/ 13544 h 103968"/>
                <a:gd name="connsiteX11" fmla="*/ 18618 w 50996"/>
                <a:gd name="connsiteY11" fmla="*/ 10560 h 103968"/>
                <a:gd name="connsiteX12" fmla="*/ 21451 w 50996"/>
                <a:gd name="connsiteY12" fmla="*/ 9813 h 103968"/>
                <a:gd name="connsiteX13" fmla="*/ 22665 w 50996"/>
                <a:gd name="connsiteY13" fmla="*/ 9813 h 103968"/>
                <a:gd name="connsiteX14" fmla="*/ 30760 w 50996"/>
                <a:gd name="connsiteY14" fmla="*/ 15036 h 103968"/>
                <a:gd name="connsiteX15" fmla="*/ 33188 w 50996"/>
                <a:gd name="connsiteY15" fmla="*/ 32944 h 103968"/>
                <a:gd name="connsiteX16" fmla="*/ 33188 w 50996"/>
                <a:gd name="connsiteY16" fmla="*/ 39660 h 103968"/>
                <a:gd name="connsiteX17" fmla="*/ 21451 w 50996"/>
                <a:gd name="connsiteY17" fmla="*/ 44883 h 103968"/>
                <a:gd name="connsiteX18" fmla="*/ 6071 w 50996"/>
                <a:gd name="connsiteY18" fmla="*/ 56075 h 103968"/>
                <a:gd name="connsiteX19" fmla="*/ 0 w 50996"/>
                <a:gd name="connsiteY19" fmla="*/ 77713 h 103968"/>
                <a:gd name="connsiteX20" fmla="*/ 4047 w 50996"/>
                <a:gd name="connsiteY20" fmla="*/ 97113 h 103968"/>
                <a:gd name="connsiteX21" fmla="*/ 14570 w 50996"/>
                <a:gd name="connsiteY21" fmla="*/ 103829 h 103968"/>
                <a:gd name="connsiteX22" fmla="*/ 21451 w 50996"/>
                <a:gd name="connsiteY22" fmla="*/ 101590 h 103968"/>
                <a:gd name="connsiteX23" fmla="*/ 23070 w 50996"/>
                <a:gd name="connsiteY23" fmla="*/ 100844 h 103968"/>
                <a:gd name="connsiteX24" fmla="*/ 33188 w 50996"/>
                <a:gd name="connsiteY24" fmla="*/ 90398 h 103968"/>
                <a:gd name="connsiteX25" fmla="*/ 34807 w 50996"/>
                <a:gd name="connsiteY25" fmla="*/ 103083 h 103968"/>
                <a:gd name="connsiteX26" fmla="*/ 50996 w 50996"/>
                <a:gd name="connsiteY26" fmla="*/ 103083 h 103968"/>
                <a:gd name="connsiteX27" fmla="*/ 50996 w 50996"/>
                <a:gd name="connsiteY27" fmla="*/ 95621 h 103968"/>
                <a:gd name="connsiteX28" fmla="*/ 44925 w 50996"/>
                <a:gd name="connsiteY28" fmla="*/ 94875 h 103968"/>
                <a:gd name="connsiteX29" fmla="*/ 33593 w 50996"/>
                <a:gd name="connsiteY29" fmla="*/ 84429 h 103968"/>
                <a:gd name="connsiteX30" fmla="*/ 25903 w 50996"/>
                <a:gd name="connsiteY30" fmla="*/ 91144 h 103968"/>
                <a:gd name="connsiteX31" fmla="*/ 22260 w 50996"/>
                <a:gd name="connsiteY31" fmla="*/ 93383 h 103968"/>
                <a:gd name="connsiteX32" fmla="*/ 19832 w 50996"/>
                <a:gd name="connsiteY32" fmla="*/ 93383 h 103968"/>
                <a:gd name="connsiteX33" fmla="*/ 12951 w 50996"/>
                <a:gd name="connsiteY33" fmla="*/ 88906 h 103968"/>
                <a:gd name="connsiteX34" fmla="*/ 10523 w 50996"/>
                <a:gd name="connsiteY34" fmla="*/ 76221 h 103968"/>
                <a:gd name="connsiteX35" fmla="*/ 14975 w 50996"/>
                <a:gd name="connsiteY35" fmla="*/ 59806 h 103968"/>
                <a:gd name="connsiteX36" fmla="*/ 21855 w 50996"/>
                <a:gd name="connsiteY36" fmla="*/ 53090 h 103968"/>
                <a:gd name="connsiteX37" fmla="*/ 33593 w 50996"/>
                <a:gd name="connsiteY37" fmla="*/ 46375 h 10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0996" h="103968">
                  <a:moveTo>
                    <a:pt x="42902" y="91144"/>
                  </a:moveTo>
                  <a:lnTo>
                    <a:pt x="42902" y="30706"/>
                  </a:lnTo>
                  <a:cubicBezTo>
                    <a:pt x="43306" y="22498"/>
                    <a:pt x="41687" y="14290"/>
                    <a:pt x="38854" y="7575"/>
                  </a:cubicBezTo>
                  <a:cubicBezTo>
                    <a:pt x="35212" y="2352"/>
                    <a:pt x="30355" y="-633"/>
                    <a:pt x="25903" y="113"/>
                  </a:cubicBezTo>
                  <a:cubicBezTo>
                    <a:pt x="24284" y="113"/>
                    <a:pt x="23474" y="860"/>
                    <a:pt x="21855" y="860"/>
                  </a:cubicBezTo>
                  <a:cubicBezTo>
                    <a:pt x="17403" y="860"/>
                    <a:pt x="12951" y="3098"/>
                    <a:pt x="9309" y="7575"/>
                  </a:cubicBezTo>
                  <a:cubicBezTo>
                    <a:pt x="5666" y="10560"/>
                    <a:pt x="3238" y="17275"/>
                    <a:pt x="3238" y="24736"/>
                  </a:cubicBezTo>
                  <a:cubicBezTo>
                    <a:pt x="3238" y="26975"/>
                    <a:pt x="3238" y="28467"/>
                    <a:pt x="3642" y="29960"/>
                  </a:cubicBezTo>
                  <a:cubicBezTo>
                    <a:pt x="4452" y="31452"/>
                    <a:pt x="5666" y="31452"/>
                    <a:pt x="6476" y="31452"/>
                  </a:cubicBezTo>
                  <a:lnTo>
                    <a:pt x="14166" y="31452"/>
                  </a:lnTo>
                  <a:lnTo>
                    <a:pt x="14166" y="13544"/>
                  </a:lnTo>
                  <a:cubicBezTo>
                    <a:pt x="15380" y="12052"/>
                    <a:pt x="16999" y="11306"/>
                    <a:pt x="18618" y="10560"/>
                  </a:cubicBezTo>
                  <a:cubicBezTo>
                    <a:pt x="19427" y="10560"/>
                    <a:pt x="20641" y="9813"/>
                    <a:pt x="21451" y="9813"/>
                  </a:cubicBezTo>
                  <a:lnTo>
                    <a:pt x="22665" y="9813"/>
                  </a:lnTo>
                  <a:cubicBezTo>
                    <a:pt x="25498" y="9067"/>
                    <a:pt x="28736" y="11306"/>
                    <a:pt x="30760" y="15036"/>
                  </a:cubicBezTo>
                  <a:cubicBezTo>
                    <a:pt x="32378" y="20260"/>
                    <a:pt x="33188" y="26975"/>
                    <a:pt x="33188" y="32944"/>
                  </a:cubicBezTo>
                  <a:lnTo>
                    <a:pt x="33188" y="39660"/>
                  </a:lnTo>
                  <a:cubicBezTo>
                    <a:pt x="28736" y="41152"/>
                    <a:pt x="25093" y="43390"/>
                    <a:pt x="21451" y="44883"/>
                  </a:cubicBezTo>
                  <a:cubicBezTo>
                    <a:pt x="16189" y="47121"/>
                    <a:pt x="10928" y="51598"/>
                    <a:pt x="6071" y="56075"/>
                  </a:cubicBezTo>
                  <a:cubicBezTo>
                    <a:pt x="2024" y="60552"/>
                    <a:pt x="0" y="68760"/>
                    <a:pt x="0" y="77713"/>
                  </a:cubicBezTo>
                  <a:cubicBezTo>
                    <a:pt x="0" y="85175"/>
                    <a:pt x="1214" y="91890"/>
                    <a:pt x="4047" y="97113"/>
                  </a:cubicBezTo>
                  <a:cubicBezTo>
                    <a:pt x="6880" y="102336"/>
                    <a:pt x="10523" y="104575"/>
                    <a:pt x="14570" y="103829"/>
                  </a:cubicBezTo>
                  <a:cubicBezTo>
                    <a:pt x="16999" y="103829"/>
                    <a:pt x="19427" y="103083"/>
                    <a:pt x="21451" y="101590"/>
                  </a:cubicBezTo>
                  <a:cubicBezTo>
                    <a:pt x="21855" y="100844"/>
                    <a:pt x="22665" y="100844"/>
                    <a:pt x="23070" y="100844"/>
                  </a:cubicBezTo>
                  <a:cubicBezTo>
                    <a:pt x="26712" y="98606"/>
                    <a:pt x="29950" y="94875"/>
                    <a:pt x="33188" y="90398"/>
                  </a:cubicBezTo>
                  <a:lnTo>
                    <a:pt x="34807" y="103083"/>
                  </a:lnTo>
                  <a:lnTo>
                    <a:pt x="50996" y="103083"/>
                  </a:lnTo>
                  <a:lnTo>
                    <a:pt x="50996" y="95621"/>
                  </a:lnTo>
                  <a:lnTo>
                    <a:pt x="44925" y="94875"/>
                  </a:lnTo>
                  <a:close/>
                  <a:moveTo>
                    <a:pt x="33593" y="84429"/>
                  </a:moveTo>
                  <a:cubicBezTo>
                    <a:pt x="31164" y="87413"/>
                    <a:pt x="28331" y="89652"/>
                    <a:pt x="25903" y="91144"/>
                  </a:cubicBezTo>
                  <a:lnTo>
                    <a:pt x="22260" y="93383"/>
                  </a:lnTo>
                  <a:lnTo>
                    <a:pt x="19832" y="93383"/>
                  </a:lnTo>
                  <a:cubicBezTo>
                    <a:pt x="17403" y="94129"/>
                    <a:pt x="14975" y="92636"/>
                    <a:pt x="12951" y="88906"/>
                  </a:cubicBezTo>
                  <a:cubicBezTo>
                    <a:pt x="11332" y="85921"/>
                    <a:pt x="10118" y="81444"/>
                    <a:pt x="10523" y="76221"/>
                  </a:cubicBezTo>
                  <a:cubicBezTo>
                    <a:pt x="10523" y="69506"/>
                    <a:pt x="12142" y="63536"/>
                    <a:pt x="14975" y="59806"/>
                  </a:cubicBezTo>
                  <a:cubicBezTo>
                    <a:pt x="16999" y="56821"/>
                    <a:pt x="19427" y="54583"/>
                    <a:pt x="21855" y="53090"/>
                  </a:cubicBezTo>
                  <a:cubicBezTo>
                    <a:pt x="25093" y="50852"/>
                    <a:pt x="28736" y="48613"/>
                    <a:pt x="33593" y="4637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7" name="Freeform 1076"/>
            <p:cNvSpPr/>
            <p:nvPr/>
          </p:nvSpPr>
          <p:spPr>
            <a:xfrm>
              <a:off x="11306216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2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0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0" y="16415"/>
                    <a:pt x="809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8" name="Freeform 1077"/>
            <p:cNvSpPr/>
            <p:nvPr/>
          </p:nvSpPr>
          <p:spPr>
            <a:xfrm>
              <a:off x="11299336" y="489015"/>
              <a:ext cx="25902" cy="101476"/>
            </a:xfrm>
            <a:custGeom>
              <a:avLst/>
              <a:gdLst>
                <a:gd name="connsiteX0" fmla="*/ 13356 w 25902"/>
                <a:gd name="connsiteY0" fmla="*/ 0 h 101476"/>
                <a:gd name="connsiteX1" fmla="*/ 0 w 25902"/>
                <a:gd name="connsiteY1" fmla="*/ 6715 h 101476"/>
                <a:gd name="connsiteX2" fmla="*/ 0 w 25902"/>
                <a:gd name="connsiteY2" fmla="*/ 13431 h 101476"/>
                <a:gd name="connsiteX3" fmla="*/ 8095 w 25902"/>
                <a:gd name="connsiteY3" fmla="*/ 13431 h 101476"/>
                <a:gd name="connsiteX4" fmla="*/ 8095 w 25902"/>
                <a:gd name="connsiteY4" fmla="*/ 88792 h 101476"/>
                <a:gd name="connsiteX5" fmla="*/ 6071 w 25902"/>
                <a:gd name="connsiteY5" fmla="*/ 92523 h 101476"/>
                <a:gd name="connsiteX6" fmla="*/ 0 w 25902"/>
                <a:gd name="connsiteY6" fmla="*/ 94015 h 101476"/>
                <a:gd name="connsiteX7" fmla="*/ 0 w 25902"/>
                <a:gd name="connsiteY7" fmla="*/ 101477 h 101476"/>
                <a:gd name="connsiteX8" fmla="*/ 25903 w 25902"/>
                <a:gd name="connsiteY8" fmla="*/ 101477 h 101476"/>
                <a:gd name="connsiteX9" fmla="*/ 25903 w 25902"/>
                <a:gd name="connsiteY9" fmla="*/ 94015 h 101476"/>
                <a:gd name="connsiteX10" fmla="*/ 19427 w 25902"/>
                <a:gd name="connsiteY10" fmla="*/ 92523 h 101476"/>
                <a:gd name="connsiteX11" fmla="*/ 17403 w 25902"/>
                <a:gd name="connsiteY11" fmla="*/ 88792 h 101476"/>
                <a:gd name="connsiteX12" fmla="*/ 17403 w 25902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902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903" y="101477"/>
                  </a:lnTo>
                  <a:lnTo>
                    <a:pt x="25903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9" name="Freeform 1078"/>
            <p:cNvSpPr/>
            <p:nvPr/>
          </p:nvSpPr>
          <p:spPr>
            <a:xfrm>
              <a:off x="11234983" y="486776"/>
              <a:ext cx="59090" cy="102223"/>
            </a:xfrm>
            <a:custGeom>
              <a:avLst/>
              <a:gdLst>
                <a:gd name="connsiteX0" fmla="*/ 50591 w 59090"/>
                <a:gd name="connsiteY0" fmla="*/ 91031 h 102223"/>
                <a:gd name="connsiteX1" fmla="*/ 50591 w 59090"/>
                <a:gd name="connsiteY1" fmla="*/ 32831 h 102223"/>
                <a:gd name="connsiteX2" fmla="*/ 46949 w 59090"/>
                <a:gd name="connsiteY2" fmla="*/ 8954 h 102223"/>
                <a:gd name="connsiteX3" fmla="*/ 35616 w 59090"/>
                <a:gd name="connsiteY3" fmla="*/ 0 h 102223"/>
                <a:gd name="connsiteX4" fmla="*/ 28331 w 59090"/>
                <a:gd name="connsiteY4" fmla="*/ 2985 h 102223"/>
                <a:gd name="connsiteX5" fmla="*/ 17403 w 59090"/>
                <a:gd name="connsiteY5" fmla="*/ 12685 h 102223"/>
                <a:gd name="connsiteX6" fmla="*/ 17403 w 59090"/>
                <a:gd name="connsiteY6" fmla="*/ 1492 h 102223"/>
                <a:gd name="connsiteX7" fmla="*/ 12951 w 59090"/>
                <a:gd name="connsiteY7" fmla="*/ 1492 h 102223"/>
                <a:gd name="connsiteX8" fmla="*/ 0 w 59090"/>
                <a:gd name="connsiteY8" fmla="*/ 8208 h 102223"/>
                <a:gd name="connsiteX9" fmla="*/ 0 w 59090"/>
                <a:gd name="connsiteY9" fmla="*/ 14923 h 102223"/>
                <a:gd name="connsiteX10" fmla="*/ 8095 w 59090"/>
                <a:gd name="connsiteY10" fmla="*/ 14923 h 102223"/>
                <a:gd name="connsiteX11" fmla="*/ 8095 w 59090"/>
                <a:gd name="connsiteY11" fmla="*/ 90284 h 102223"/>
                <a:gd name="connsiteX12" fmla="*/ 6071 w 59090"/>
                <a:gd name="connsiteY12" fmla="*/ 94015 h 102223"/>
                <a:gd name="connsiteX13" fmla="*/ 0 w 59090"/>
                <a:gd name="connsiteY13" fmla="*/ 94761 h 102223"/>
                <a:gd name="connsiteX14" fmla="*/ 0 w 59090"/>
                <a:gd name="connsiteY14" fmla="*/ 102223 h 102223"/>
                <a:gd name="connsiteX15" fmla="*/ 24689 w 59090"/>
                <a:gd name="connsiteY15" fmla="*/ 102223 h 102223"/>
                <a:gd name="connsiteX16" fmla="*/ 24689 w 59090"/>
                <a:gd name="connsiteY16" fmla="*/ 94761 h 102223"/>
                <a:gd name="connsiteX17" fmla="*/ 19427 w 59090"/>
                <a:gd name="connsiteY17" fmla="*/ 94015 h 102223"/>
                <a:gd name="connsiteX18" fmla="*/ 17403 w 59090"/>
                <a:gd name="connsiteY18" fmla="*/ 90284 h 102223"/>
                <a:gd name="connsiteX19" fmla="*/ 17403 w 59090"/>
                <a:gd name="connsiteY19" fmla="*/ 20146 h 102223"/>
                <a:gd name="connsiteX20" fmla="*/ 24284 w 59090"/>
                <a:gd name="connsiteY20" fmla="*/ 14923 h 102223"/>
                <a:gd name="connsiteX21" fmla="*/ 30355 w 59090"/>
                <a:gd name="connsiteY21" fmla="*/ 13431 h 102223"/>
                <a:gd name="connsiteX22" fmla="*/ 39259 w 59090"/>
                <a:gd name="connsiteY22" fmla="*/ 18654 h 102223"/>
                <a:gd name="connsiteX23" fmla="*/ 41687 w 59090"/>
                <a:gd name="connsiteY23" fmla="*/ 35069 h 102223"/>
                <a:gd name="connsiteX24" fmla="*/ 41687 w 59090"/>
                <a:gd name="connsiteY24" fmla="*/ 90284 h 102223"/>
                <a:gd name="connsiteX25" fmla="*/ 39664 w 59090"/>
                <a:gd name="connsiteY25" fmla="*/ 94015 h 102223"/>
                <a:gd name="connsiteX26" fmla="*/ 34402 w 59090"/>
                <a:gd name="connsiteY26" fmla="*/ 94761 h 102223"/>
                <a:gd name="connsiteX27" fmla="*/ 34402 w 59090"/>
                <a:gd name="connsiteY27" fmla="*/ 102223 h 102223"/>
                <a:gd name="connsiteX28" fmla="*/ 59091 w 59090"/>
                <a:gd name="connsiteY28" fmla="*/ 102223 h 102223"/>
                <a:gd name="connsiteX29" fmla="*/ 59091 w 59090"/>
                <a:gd name="connsiteY29" fmla="*/ 94761 h 102223"/>
                <a:gd name="connsiteX30" fmla="*/ 53020 w 59090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090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6" y="16415"/>
                    <a:pt x="24284" y="14923"/>
                  </a:cubicBezTo>
                  <a:cubicBezTo>
                    <a:pt x="26307" y="14177"/>
                    <a:pt x="28331" y="13431"/>
                    <a:pt x="30355" y="13431"/>
                  </a:cubicBezTo>
                  <a:cubicBezTo>
                    <a:pt x="33593" y="12685"/>
                    <a:pt x="36831" y="14923"/>
                    <a:pt x="39259" y="18654"/>
                  </a:cubicBezTo>
                  <a:cubicBezTo>
                    <a:pt x="41283" y="23131"/>
                    <a:pt x="42092" y="29100"/>
                    <a:pt x="41687" y="35069"/>
                  </a:cubicBezTo>
                  <a:lnTo>
                    <a:pt x="41687" y="90284"/>
                  </a:lnTo>
                  <a:lnTo>
                    <a:pt x="39664" y="94015"/>
                  </a:lnTo>
                  <a:lnTo>
                    <a:pt x="34402" y="94761"/>
                  </a:lnTo>
                  <a:lnTo>
                    <a:pt x="34402" y="102223"/>
                  </a:lnTo>
                  <a:lnTo>
                    <a:pt x="59091" y="102223"/>
                  </a:lnTo>
                  <a:lnTo>
                    <a:pt x="59091" y="94761"/>
                  </a:lnTo>
                  <a:lnTo>
                    <a:pt x="53020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0" name="Freeform 1079"/>
            <p:cNvSpPr/>
            <p:nvPr/>
          </p:nvSpPr>
          <p:spPr>
            <a:xfrm>
              <a:off x="11155656" y="450215"/>
              <a:ext cx="74470" cy="142515"/>
            </a:xfrm>
            <a:custGeom>
              <a:avLst/>
              <a:gdLst>
                <a:gd name="connsiteX0" fmla="*/ 49782 w 74470"/>
                <a:gd name="connsiteY0" fmla="*/ 8208 h 142515"/>
                <a:gd name="connsiteX1" fmla="*/ 56662 w 74470"/>
                <a:gd name="connsiteY1" fmla="*/ 10446 h 142515"/>
                <a:gd name="connsiteX2" fmla="*/ 58686 w 74470"/>
                <a:gd name="connsiteY2" fmla="*/ 14177 h 142515"/>
                <a:gd name="connsiteX3" fmla="*/ 58686 w 74470"/>
                <a:gd name="connsiteY3" fmla="*/ 88046 h 142515"/>
                <a:gd name="connsiteX4" fmla="*/ 54234 w 74470"/>
                <a:gd name="connsiteY4" fmla="*/ 119384 h 142515"/>
                <a:gd name="connsiteX5" fmla="*/ 23474 w 74470"/>
                <a:gd name="connsiteY5" fmla="*/ 119384 h 142515"/>
                <a:gd name="connsiteX6" fmla="*/ 19022 w 74470"/>
                <a:gd name="connsiteY6" fmla="*/ 88046 h 142515"/>
                <a:gd name="connsiteX7" fmla="*/ 19022 w 74470"/>
                <a:gd name="connsiteY7" fmla="*/ 11938 h 142515"/>
                <a:gd name="connsiteX8" fmla="*/ 20641 w 74470"/>
                <a:gd name="connsiteY8" fmla="*/ 8954 h 142515"/>
                <a:gd name="connsiteX9" fmla="*/ 27522 w 74470"/>
                <a:gd name="connsiteY9" fmla="*/ 8208 h 142515"/>
                <a:gd name="connsiteX10" fmla="*/ 27522 w 74470"/>
                <a:gd name="connsiteY10" fmla="*/ 0 h 142515"/>
                <a:gd name="connsiteX11" fmla="*/ 0 w 74470"/>
                <a:gd name="connsiteY11" fmla="*/ 0 h 142515"/>
                <a:gd name="connsiteX12" fmla="*/ 0 w 74470"/>
                <a:gd name="connsiteY12" fmla="*/ 8208 h 142515"/>
                <a:gd name="connsiteX13" fmla="*/ 6476 w 74470"/>
                <a:gd name="connsiteY13" fmla="*/ 8954 h 142515"/>
                <a:gd name="connsiteX14" fmla="*/ 8499 w 74470"/>
                <a:gd name="connsiteY14" fmla="*/ 11938 h 142515"/>
                <a:gd name="connsiteX15" fmla="*/ 8499 w 74470"/>
                <a:gd name="connsiteY15" fmla="*/ 89538 h 142515"/>
                <a:gd name="connsiteX16" fmla="*/ 9713 w 74470"/>
                <a:gd name="connsiteY16" fmla="*/ 112669 h 142515"/>
                <a:gd name="connsiteX17" fmla="*/ 13356 w 74470"/>
                <a:gd name="connsiteY17" fmla="*/ 126846 h 142515"/>
                <a:gd name="connsiteX18" fmla="*/ 23070 w 74470"/>
                <a:gd name="connsiteY18" fmla="*/ 138038 h 142515"/>
                <a:gd name="connsiteX19" fmla="*/ 37235 w 74470"/>
                <a:gd name="connsiteY19" fmla="*/ 142515 h 142515"/>
                <a:gd name="connsiteX20" fmla="*/ 50996 w 74470"/>
                <a:gd name="connsiteY20" fmla="*/ 138038 h 142515"/>
                <a:gd name="connsiteX21" fmla="*/ 60710 w 74470"/>
                <a:gd name="connsiteY21" fmla="*/ 126846 h 142515"/>
                <a:gd name="connsiteX22" fmla="*/ 64352 w 74470"/>
                <a:gd name="connsiteY22" fmla="*/ 112669 h 142515"/>
                <a:gd name="connsiteX23" fmla="*/ 65566 w 74470"/>
                <a:gd name="connsiteY23" fmla="*/ 89538 h 142515"/>
                <a:gd name="connsiteX24" fmla="*/ 65566 w 74470"/>
                <a:gd name="connsiteY24" fmla="*/ 14177 h 142515"/>
                <a:gd name="connsiteX25" fmla="*/ 67590 w 74470"/>
                <a:gd name="connsiteY25" fmla="*/ 10446 h 142515"/>
                <a:gd name="connsiteX26" fmla="*/ 74471 w 74470"/>
                <a:gd name="connsiteY26" fmla="*/ 8208 h 142515"/>
                <a:gd name="connsiteX27" fmla="*/ 74471 w 74470"/>
                <a:gd name="connsiteY27" fmla="*/ 0 h 142515"/>
                <a:gd name="connsiteX28" fmla="*/ 50187 w 74470"/>
                <a:gd name="connsiteY28" fmla="*/ 0 h 14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4470" h="142515">
                  <a:moveTo>
                    <a:pt x="49782" y="8208"/>
                  </a:moveTo>
                  <a:lnTo>
                    <a:pt x="56662" y="10446"/>
                  </a:lnTo>
                  <a:lnTo>
                    <a:pt x="58686" y="14177"/>
                  </a:lnTo>
                  <a:lnTo>
                    <a:pt x="58686" y="88046"/>
                  </a:lnTo>
                  <a:cubicBezTo>
                    <a:pt x="59091" y="99238"/>
                    <a:pt x="57472" y="110431"/>
                    <a:pt x="54234" y="119384"/>
                  </a:cubicBezTo>
                  <a:cubicBezTo>
                    <a:pt x="44925" y="132069"/>
                    <a:pt x="32378" y="132069"/>
                    <a:pt x="23474" y="119384"/>
                  </a:cubicBezTo>
                  <a:cubicBezTo>
                    <a:pt x="20237" y="112669"/>
                    <a:pt x="19022" y="102223"/>
                    <a:pt x="19022" y="88046"/>
                  </a:cubicBezTo>
                  <a:lnTo>
                    <a:pt x="19022" y="11938"/>
                  </a:lnTo>
                  <a:lnTo>
                    <a:pt x="20641" y="8954"/>
                  </a:lnTo>
                  <a:lnTo>
                    <a:pt x="27522" y="8208"/>
                  </a:lnTo>
                  <a:lnTo>
                    <a:pt x="27522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476" y="8954"/>
                  </a:lnTo>
                  <a:lnTo>
                    <a:pt x="8499" y="11938"/>
                  </a:lnTo>
                  <a:lnTo>
                    <a:pt x="8499" y="89538"/>
                  </a:lnTo>
                  <a:cubicBezTo>
                    <a:pt x="8499" y="97000"/>
                    <a:pt x="8904" y="105208"/>
                    <a:pt x="9713" y="112669"/>
                  </a:cubicBezTo>
                  <a:cubicBezTo>
                    <a:pt x="10523" y="117892"/>
                    <a:pt x="11737" y="122369"/>
                    <a:pt x="13356" y="126846"/>
                  </a:cubicBezTo>
                  <a:cubicBezTo>
                    <a:pt x="16189" y="132069"/>
                    <a:pt x="19427" y="135800"/>
                    <a:pt x="23070" y="138038"/>
                  </a:cubicBezTo>
                  <a:cubicBezTo>
                    <a:pt x="27522" y="141023"/>
                    <a:pt x="32378" y="142515"/>
                    <a:pt x="37235" y="142515"/>
                  </a:cubicBezTo>
                  <a:cubicBezTo>
                    <a:pt x="42092" y="142515"/>
                    <a:pt x="46544" y="141023"/>
                    <a:pt x="50996" y="138038"/>
                  </a:cubicBezTo>
                  <a:cubicBezTo>
                    <a:pt x="54639" y="135800"/>
                    <a:pt x="57877" y="132069"/>
                    <a:pt x="60710" y="126846"/>
                  </a:cubicBezTo>
                  <a:cubicBezTo>
                    <a:pt x="62733" y="123115"/>
                    <a:pt x="63947" y="117892"/>
                    <a:pt x="64352" y="112669"/>
                  </a:cubicBezTo>
                  <a:cubicBezTo>
                    <a:pt x="65162" y="105208"/>
                    <a:pt x="65566" y="97000"/>
                    <a:pt x="65566" y="89538"/>
                  </a:cubicBezTo>
                  <a:lnTo>
                    <a:pt x="65566" y="14177"/>
                  </a:lnTo>
                  <a:lnTo>
                    <a:pt x="67590" y="10446"/>
                  </a:lnTo>
                  <a:lnTo>
                    <a:pt x="74471" y="8208"/>
                  </a:lnTo>
                  <a:lnTo>
                    <a:pt x="74471" y="0"/>
                  </a:lnTo>
                  <a:lnTo>
                    <a:pt x="50187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1" name="Freeform 1080"/>
            <p:cNvSpPr/>
            <p:nvPr/>
          </p:nvSpPr>
          <p:spPr>
            <a:xfrm>
              <a:off x="10880034" y="487522"/>
              <a:ext cx="53424" cy="148624"/>
            </a:xfrm>
            <a:custGeom>
              <a:avLst/>
              <a:gdLst>
                <a:gd name="connsiteX0" fmla="*/ 31164 w 53424"/>
                <a:gd name="connsiteY0" fmla="*/ 1492 h 148624"/>
                <a:gd name="connsiteX1" fmla="*/ 24689 w 53424"/>
                <a:gd name="connsiteY1" fmla="*/ 0 h 148624"/>
                <a:gd name="connsiteX2" fmla="*/ 23474 w 53424"/>
                <a:gd name="connsiteY2" fmla="*/ 746 h 148624"/>
                <a:gd name="connsiteX3" fmla="*/ 8499 w 53424"/>
                <a:gd name="connsiteY3" fmla="*/ 9700 h 148624"/>
                <a:gd name="connsiteX4" fmla="*/ 2428 w 53424"/>
                <a:gd name="connsiteY4" fmla="*/ 35069 h 148624"/>
                <a:gd name="connsiteX5" fmla="*/ 6071 w 53424"/>
                <a:gd name="connsiteY5" fmla="*/ 55215 h 148624"/>
                <a:gd name="connsiteX6" fmla="*/ 16594 w 53424"/>
                <a:gd name="connsiteY6" fmla="*/ 66408 h 148624"/>
                <a:gd name="connsiteX7" fmla="*/ 12547 w 53424"/>
                <a:gd name="connsiteY7" fmla="*/ 76854 h 148624"/>
                <a:gd name="connsiteX8" fmla="*/ 10928 w 53424"/>
                <a:gd name="connsiteY8" fmla="*/ 85808 h 148624"/>
                <a:gd name="connsiteX9" fmla="*/ 11332 w 53424"/>
                <a:gd name="connsiteY9" fmla="*/ 91031 h 148624"/>
                <a:gd name="connsiteX10" fmla="*/ 12142 w 53424"/>
                <a:gd name="connsiteY10" fmla="*/ 96254 h 148624"/>
                <a:gd name="connsiteX11" fmla="*/ 3238 w 53424"/>
                <a:gd name="connsiteY11" fmla="*/ 105208 h 148624"/>
                <a:gd name="connsiteX12" fmla="*/ 0 w 53424"/>
                <a:gd name="connsiteY12" fmla="*/ 121623 h 148624"/>
                <a:gd name="connsiteX13" fmla="*/ 5666 w 53424"/>
                <a:gd name="connsiteY13" fmla="*/ 141769 h 148624"/>
                <a:gd name="connsiteX14" fmla="*/ 20641 w 53424"/>
                <a:gd name="connsiteY14" fmla="*/ 148484 h 148624"/>
                <a:gd name="connsiteX15" fmla="*/ 23474 w 53424"/>
                <a:gd name="connsiteY15" fmla="*/ 148484 h 148624"/>
                <a:gd name="connsiteX16" fmla="*/ 32783 w 53424"/>
                <a:gd name="connsiteY16" fmla="*/ 145500 h 148624"/>
                <a:gd name="connsiteX17" fmla="*/ 42901 w 53424"/>
                <a:gd name="connsiteY17" fmla="*/ 135054 h 148624"/>
                <a:gd name="connsiteX18" fmla="*/ 48163 w 53424"/>
                <a:gd name="connsiteY18" fmla="*/ 123861 h 148624"/>
                <a:gd name="connsiteX19" fmla="*/ 49782 w 53424"/>
                <a:gd name="connsiteY19" fmla="*/ 111177 h 148624"/>
                <a:gd name="connsiteX20" fmla="*/ 45330 w 53424"/>
                <a:gd name="connsiteY20" fmla="*/ 94761 h 148624"/>
                <a:gd name="connsiteX21" fmla="*/ 30355 w 53424"/>
                <a:gd name="connsiteY21" fmla="*/ 85808 h 148624"/>
                <a:gd name="connsiteX22" fmla="*/ 23070 w 53424"/>
                <a:gd name="connsiteY22" fmla="*/ 83569 h 148624"/>
                <a:gd name="connsiteX23" fmla="*/ 19427 w 53424"/>
                <a:gd name="connsiteY23" fmla="*/ 82823 h 148624"/>
                <a:gd name="connsiteX24" fmla="*/ 19427 w 53424"/>
                <a:gd name="connsiteY24" fmla="*/ 81331 h 148624"/>
                <a:gd name="connsiteX25" fmla="*/ 19022 w 53424"/>
                <a:gd name="connsiteY25" fmla="*/ 78346 h 148624"/>
                <a:gd name="connsiteX26" fmla="*/ 19427 w 53424"/>
                <a:gd name="connsiteY26" fmla="*/ 73123 h 148624"/>
                <a:gd name="connsiteX27" fmla="*/ 20641 w 53424"/>
                <a:gd name="connsiteY27" fmla="*/ 68646 h 148624"/>
                <a:gd name="connsiteX28" fmla="*/ 23070 w 53424"/>
                <a:gd name="connsiteY28" fmla="*/ 68646 h 148624"/>
                <a:gd name="connsiteX29" fmla="*/ 38045 w 53424"/>
                <a:gd name="connsiteY29" fmla="*/ 59692 h 148624"/>
                <a:gd name="connsiteX30" fmla="*/ 44116 w 53424"/>
                <a:gd name="connsiteY30" fmla="*/ 35815 h 148624"/>
                <a:gd name="connsiteX31" fmla="*/ 43306 w 53424"/>
                <a:gd name="connsiteY31" fmla="*/ 25369 h 148624"/>
                <a:gd name="connsiteX32" fmla="*/ 40878 w 53424"/>
                <a:gd name="connsiteY32" fmla="*/ 16415 h 148624"/>
                <a:gd name="connsiteX33" fmla="*/ 53425 w 53424"/>
                <a:gd name="connsiteY33" fmla="*/ 16415 h 148624"/>
                <a:gd name="connsiteX34" fmla="*/ 53425 w 53424"/>
                <a:gd name="connsiteY34" fmla="*/ 6715 h 148624"/>
                <a:gd name="connsiteX35" fmla="*/ 37235 w 53424"/>
                <a:gd name="connsiteY35" fmla="*/ 6715 h 148624"/>
                <a:gd name="connsiteX36" fmla="*/ 31164 w 53424"/>
                <a:gd name="connsiteY36" fmla="*/ 1492 h 148624"/>
                <a:gd name="connsiteX37" fmla="*/ 23474 w 53424"/>
                <a:gd name="connsiteY37" fmla="*/ 98492 h 148624"/>
                <a:gd name="connsiteX38" fmla="*/ 29950 w 53424"/>
                <a:gd name="connsiteY38" fmla="*/ 100731 h 148624"/>
                <a:gd name="connsiteX39" fmla="*/ 39664 w 53424"/>
                <a:gd name="connsiteY39" fmla="*/ 106700 h 148624"/>
                <a:gd name="connsiteX40" fmla="*/ 41687 w 53424"/>
                <a:gd name="connsiteY40" fmla="*/ 117146 h 148624"/>
                <a:gd name="connsiteX41" fmla="*/ 36830 w 53424"/>
                <a:gd name="connsiteY41" fmla="*/ 133561 h 148624"/>
                <a:gd name="connsiteX42" fmla="*/ 24689 w 53424"/>
                <a:gd name="connsiteY42" fmla="*/ 140277 h 148624"/>
                <a:gd name="connsiteX43" fmla="*/ 23474 w 53424"/>
                <a:gd name="connsiteY43" fmla="*/ 140277 h 148624"/>
                <a:gd name="connsiteX44" fmla="*/ 13761 w 53424"/>
                <a:gd name="connsiteY44" fmla="*/ 133561 h 148624"/>
                <a:gd name="connsiteX45" fmla="*/ 9309 w 53424"/>
                <a:gd name="connsiteY45" fmla="*/ 117892 h 148624"/>
                <a:gd name="connsiteX46" fmla="*/ 11737 w 53424"/>
                <a:gd name="connsiteY46" fmla="*/ 105208 h 148624"/>
                <a:gd name="connsiteX47" fmla="*/ 19022 w 53424"/>
                <a:gd name="connsiteY47" fmla="*/ 97000 h 148624"/>
                <a:gd name="connsiteX48" fmla="*/ 31569 w 53424"/>
                <a:gd name="connsiteY48" fmla="*/ 52977 h 148624"/>
                <a:gd name="connsiteX49" fmla="*/ 23474 w 53424"/>
                <a:gd name="connsiteY49" fmla="*/ 59692 h 148624"/>
                <a:gd name="connsiteX50" fmla="*/ 15784 w 53424"/>
                <a:gd name="connsiteY50" fmla="*/ 52977 h 148624"/>
                <a:gd name="connsiteX51" fmla="*/ 12547 w 53424"/>
                <a:gd name="connsiteY51" fmla="*/ 35069 h 148624"/>
                <a:gd name="connsiteX52" fmla="*/ 15380 w 53424"/>
                <a:gd name="connsiteY52" fmla="*/ 16415 h 148624"/>
                <a:gd name="connsiteX53" fmla="*/ 30355 w 53424"/>
                <a:gd name="connsiteY53" fmla="*/ 14177 h 148624"/>
                <a:gd name="connsiteX54" fmla="*/ 31569 w 53424"/>
                <a:gd name="connsiteY54" fmla="*/ 16415 h 148624"/>
                <a:gd name="connsiteX55" fmla="*/ 34402 w 53424"/>
                <a:gd name="connsiteY55" fmla="*/ 35069 h 148624"/>
                <a:gd name="connsiteX56" fmla="*/ 31569 w 53424"/>
                <a:gd name="connsiteY56" fmla="*/ 52977 h 14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424" h="148624">
                  <a:moveTo>
                    <a:pt x="31164" y="1492"/>
                  </a:moveTo>
                  <a:cubicBezTo>
                    <a:pt x="29141" y="746"/>
                    <a:pt x="27117" y="0"/>
                    <a:pt x="24689" y="0"/>
                  </a:cubicBezTo>
                  <a:cubicBezTo>
                    <a:pt x="24284" y="0"/>
                    <a:pt x="23879" y="0"/>
                    <a:pt x="23474" y="746"/>
                  </a:cubicBezTo>
                  <a:cubicBezTo>
                    <a:pt x="18213" y="0"/>
                    <a:pt x="12951" y="3731"/>
                    <a:pt x="8499" y="9700"/>
                  </a:cubicBezTo>
                  <a:cubicBezTo>
                    <a:pt x="4452" y="15669"/>
                    <a:pt x="2428" y="25369"/>
                    <a:pt x="2428" y="35069"/>
                  </a:cubicBezTo>
                  <a:cubicBezTo>
                    <a:pt x="2428" y="42531"/>
                    <a:pt x="3642" y="49992"/>
                    <a:pt x="6071" y="55215"/>
                  </a:cubicBezTo>
                  <a:cubicBezTo>
                    <a:pt x="8904" y="60438"/>
                    <a:pt x="12547" y="64915"/>
                    <a:pt x="16594" y="66408"/>
                  </a:cubicBezTo>
                  <a:cubicBezTo>
                    <a:pt x="14975" y="69392"/>
                    <a:pt x="13761" y="73123"/>
                    <a:pt x="12547" y="76854"/>
                  </a:cubicBezTo>
                  <a:cubicBezTo>
                    <a:pt x="11737" y="79838"/>
                    <a:pt x="11332" y="82077"/>
                    <a:pt x="10928" y="85808"/>
                  </a:cubicBezTo>
                  <a:cubicBezTo>
                    <a:pt x="10928" y="87300"/>
                    <a:pt x="10928" y="88792"/>
                    <a:pt x="11332" y="91031"/>
                  </a:cubicBezTo>
                  <a:lnTo>
                    <a:pt x="12142" y="96254"/>
                  </a:lnTo>
                  <a:cubicBezTo>
                    <a:pt x="8499" y="97000"/>
                    <a:pt x="5261" y="100731"/>
                    <a:pt x="3238" y="105208"/>
                  </a:cubicBezTo>
                  <a:cubicBezTo>
                    <a:pt x="1214" y="109684"/>
                    <a:pt x="0" y="115654"/>
                    <a:pt x="0" y="121623"/>
                  </a:cubicBezTo>
                  <a:cubicBezTo>
                    <a:pt x="0" y="129831"/>
                    <a:pt x="2024" y="137292"/>
                    <a:pt x="5666" y="141769"/>
                  </a:cubicBezTo>
                  <a:cubicBezTo>
                    <a:pt x="10118" y="146992"/>
                    <a:pt x="15380" y="149231"/>
                    <a:pt x="20641" y="148484"/>
                  </a:cubicBezTo>
                  <a:lnTo>
                    <a:pt x="23474" y="148484"/>
                  </a:lnTo>
                  <a:cubicBezTo>
                    <a:pt x="26712" y="147738"/>
                    <a:pt x="29545" y="146992"/>
                    <a:pt x="32783" y="145500"/>
                  </a:cubicBezTo>
                  <a:cubicBezTo>
                    <a:pt x="36426" y="143261"/>
                    <a:pt x="40068" y="139531"/>
                    <a:pt x="42901" y="135054"/>
                  </a:cubicBezTo>
                  <a:cubicBezTo>
                    <a:pt x="44925" y="132069"/>
                    <a:pt x="46949" y="128338"/>
                    <a:pt x="48163" y="123861"/>
                  </a:cubicBezTo>
                  <a:cubicBezTo>
                    <a:pt x="49377" y="120131"/>
                    <a:pt x="49782" y="115654"/>
                    <a:pt x="49782" y="111177"/>
                  </a:cubicBezTo>
                  <a:cubicBezTo>
                    <a:pt x="49782" y="104461"/>
                    <a:pt x="48163" y="98492"/>
                    <a:pt x="45330" y="94761"/>
                  </a:cubicBezTo>
                  <a:cubicBezTo>
                    <a:pt x="40878" y="89538"/>
                    <a:pt x="35616" y="86554"/>
                    <a:pt x="30355" y="85808"/>
                  </a:cubicBezTo>
                  <a:lnTo>
                    <a:pt x="23070" y="83569"/>
                  </a:lnTo>
                  <a:lnTo>
                    <a:pt x="19427" y="82823"/>
                  </a:lnTo>
                  <a:lnTo>
                    <a:pt x="19427" y="81331"/>
                  </a:lnTo>
                  <a:cubicBezTo>
                    <a:pt x="19427" y="80584"/>
                    <a:pt x="19427" y="79092"/>
                    <a:pt x="19022" y="78346"/>
                  </a:cubicBezTo>
                  <a:cubicBezTo>
                    <a:pt x="19022" y="76854"/>
                    <a:pt x="19427" y="75361"/>
                    <a:pt x="19427" y="73123"/>
                  </a:cubicBezTo>
                  <a:lnTo>
                    <a:pt x="20641" y="68646"/>
                  </a:lnTo>
                  <a:lnTo>
                    <a:pt x="23070" y="68646"/>
                  </a:lnTo>
                  <a:cubicBezTo>
                    <a:pt x="28331" y="68646"/>
                    <a:pt x="33593" y="65661"/>
                    <a:pt x="38045" y="59692"/>
                  </a:cubicBezTo>
                  <a:cubicBezTo>
                    <a:pt x="42092" y="53723"/>
                    <a:pt x="44116" y="45515"/>
                    <a:pt x="44116" y="35815"/>
                  </a:cubicBezTo>
                  <a:cubicBezTo>
                    <a:pt x="44116" y="32085"/>
                    <a:pt x="43711" y="29100"/>
                    <a:pt x="43306" y="25369"/>
                  </a:cubicBezTo>
                  <a:cubicBezTo>
                    <a:pt x="42901" y="22385"/>
                    <a:pt x="42092" y="18654"/>
                    <a:pt x="40878" y="16415"/>
                  </a:cubicBezTo>
                  <a:lnTo>
                    <a:pt x="53425" y="16415"/>
                  </a:lnTo>
                  <a:lnTo>
                    <a:pt x="53425" y="6715"/>
                  </a:lnTo>
                  <a:lnTo>
                    <a:pt x="37235" y="6715"/>
                  </a:lnTo>
                  <a:cubicBezTo>
                    <a:pt x="35616" y="3731"/>
                    <a:pt x="33188" y="2238"/>
                    <a:pt x="31164" y="1492"/>
                  </a:cubicBezTo>
                  <a:close/>
                  <a:moveTo>
                    <a:pt x="23474" y="98492"/>
                  </a:moveTo>
                  <a:lnTo>
                    <a:pt x="29950" y="100731"/>
                  </a:lnTo>
                  <a:cubicBezTo>
                    <a:pt x="33188" y="101477"/>
                    <a:pt x="36830" y="103715"/>
                    <a:pt x="39664" y="106700"/>
                  </a:cubicBezTo>
                  <a:cubicBezTo>
                    <a:pt x="41283" y="109684"/>
                    <a:pt x="41687" y="113415"/>
                    <a:pt x="41687" y="117146"/>
                  </a:cubicBezTo>
                  <a:cubicBezTo>
                    <a:pt x="41687" y="123861"/>
                    <a:pt x="39664" y="129831"/>
                    <a:pt x="36830" y="133561"/>
                  </a:cubicBezTo>
                  <a:cubicBezTo>
                    <a:pt x="33188" y="138038"/>
                    <a:pt x="29141" y="140277"/>
                    <a:pt x="24689" y="140277"/>
                  </a:cubicBezTo>
                  <a:lnTo>
                    <a:pt x="23474" y="140277"/>
                  </a:lnTo>
                  <a:cubicBezTo>
                    <a:pt x="19832" y="140277"/>
                    <a:pt x="16594" y="138038"/>
                    <a:pt x="13761" y="133561"/>
                  </a:cubicBezTo>
                  <a:cubicBezTo>
                    <a:pt x="10928" y="129831"/>
                    <a:pt x="9309" y="123861"/>
                    <a:pt x="9309" y="117892"/>
                  </a:cubicBezTo>
                  <a:cubicBezTo>
                    <a:pt x="9309" y="113415"/>
                    <a:pt x="10118" y="108938"/>
                    <a:pt x="11737" y="105208"/>
                  </a:cubicBezTo>
                  <a:cubicBezTo>
                    <a:pt x="13761" y="101477"/>
                    <a:pt x="16189" y="98492"/>
                    <a:pt x="19022" y="97000"/>
                  </a:cubicBezTo>
                  <a:close/>
                  <a:moveTo>
                    <a:pt x="31569" y="52977"/>
                  </a:moveTo>
                  <a:cubicBezTo>
                    <a:pt x="29545" y="57454"/>
                    <a:pt x="26712" y="60438"/>
                    <a:pt x="23474" y="59692"/>
                  </a:cubicBezTo>
                  <a:cubicBezTo>
                    <a:pt x="20237" y="59692"/>
                    <a:pt x="17403" y="57454"/>
                    <a:pt x="15784" y="52977"/>
                  </a:cubicBezTo>
                  <a:cubicBezTo>
                    <a:pt x="13356" y="47754"/>
                    <a:pt x="12142" y="41038"/>
                    <a:pt x="12547" y="35069"/>
                  </a:cubicBezTo>
                  <a:cubicBezTo>
                    <a:pt x="12142" y="28354"/>
                    <a:pt x="13356" y="21638"/>
                    <a:pt x="15380" y="16415"/>
                  </a:cubicBezTo>
                  <a:cubicBezTo>
                    <a:pt x="19427" y="8208"/>
                    <a:pt x="25903" y="7461"/>
                    <a:pt x="30355" y="14177"/>
                  </a:cubicBezTo>
                  <a:lnTo>
                    <a:pt x="31569" y="16415"/>
                  </a:lnTo>
                  <a:cubicBezTo>
                    <a:pt x="33593" y="21638"/>
                    <a:pt x="34807" y="28354"/>
                    <a:pt x="34402" y="35069"/>
                  </a:cubicBezTo>
                  <a:cubicBezTo>
                    <a:pt x="34402" y="41038"/>
                    <a:pt x="33593" y="47008"/>
                    <a:pt x="31569" y="529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2" name="Freeform 1081"/>
            <p:cNvSpPr/>
            <p:nvPr/>
          </p:nvSpPr>
          <p:spPr>
            <a:xfrm>
              <a:off x="11001453" y="487522"/>
              <a:ext cx="58686" cy="106066"/>
            </a:xfrm>
            <a:custGeom>
              <a:avLst/>
              <a:gdLst>
                <a:gd name="connsiteX0" fmla="*/ 51401 w 58686"/>
                <a:gd name="connsiteY0" fmla="*/ 90284 h 106066"/>
                <a:gd name="connsiteX1" fmla="*/ 51401 w 58686"/>
                <a:gd name="connsiteY1" fmla="*/ 0 h 106066"/>
                <a:gd name="connsiteX2" fmla="*/ 46949 w 58686"/>
                <a:gd name="connsiteY2" fmla="*/ 0 h 106066"/>
                <a:gd name="connsiteX3" fmla="*/ 33997 w 58686"/>
                <a:gd name="connsiteY3" fmla="*/ 8208 h 106066"/>
                <a:gd name="connsiteX4" fmla="*/ 33997 w 58686"/>
                <a:gd name="connsiteY4" fmla="*/ 14923 h 106066"/>
                <a:gd name="connsiteX5" fmla="*/ 41687 w 58686"/>
                <a:gd name="connsiteY5" fmla="*/ 14923 h 106066"/>
                <a:gd name="connsiteX6" fmla="*/ 41687 w 58686"/>
                <a:gd name="connsiteY6" fmla="*/ 85808 h 106066"/>
                <a:gd name="connsiteX7" fmla="*/ 34807 w 58686"/>
                <a:gd name="connsiteY7" fmla="*/ 91031 h 106066"/>
                <a:gd name="connsiteX8" fmla="*/ 28331 w 58686"/>
                <a:gd name="connsiteY8" fmla="*/ 92523 h 106066"/>
                <a:gd name="connsiteX9" fmla="*/ 20237 w 58686"/>
                <a:gd name="connsiteY9" fmla="*/ 87300 h 106066"/>
                <a:gd name="connsiteX10" fmla="*/ 17808 w 58686"/>
                <a:gd name="connsiteY10" fmla="*/ 70138 h 106066"/>
                <a:gd name="connsiteX11" fmla="*/ 17808 w 58686"/>
                <a:gd name="connsiteY11" fmla="*/ 746 h 106066"/>
                <a:gd name="connsiteX12" fmla="*/ 13356 w 58686"/>
                <a:gd name="connsiteY12" fmla="*/ 746 h 106066"/>
                <a:gd name="connsiteX13" fmla="*/ 0 w 58686"/>
                <a:gd name="connsiteY13" fmla="*/ 8954 h 106066"/>
                <a:gd name="connsiteX14" fmla="*/ 0 w 58686"/>
                <a:gd name="connsiteY14" fmla="*/ 15669 h 106066"/>
                <a:gd name="connsiteX15" fmla="*/ 8095 w 58686"/>
                <a:gd name="connsiteY15" fmla="*/ 15669 h 106066"/>
                <a:gd name="connsiteX16" fmla="*/ 8095 w 58686"/>
                <a:gd name="connsiteY16" fmla="*/ 73869 h 106066"/>
                <a:gd name="connsiteX17" fmla="*/ 12142 w 58686"/>
                <a:gd name="connsiteY17" fmla="*/ 97746 h 106066"/>
                <a:gd name="connsiteX18" fmla="*/ 23070 w 58686"/>
                <a:gd name="connsiteY18" fmla="*/ 105954 h 106066"/>
                <a:gd name="connsiteX19" fmla="*/ 31974 w 58686"/>
                <a:gd name="connsiteY19" fmla="*/ 102969 h 106066"/>
                <a:gd name="connsiteX20" fmla="*/ 41687 w 58686"/>
                <a:gd name="connsiteY20" fmla="*/ 92523 h 106066"/>
                <a:gd name="connsiteX21" fmla="*/ 41687 w 58686"/>
                <a:gd name="connsiteY21" fmla="*/ 104461 h 106066"/>
                <a:gd name="connsiteX22" fmla="*/ 58686 w 58686"/>
                <a:gd name="connsiteY22" fmla="*/ 104461 h 106066"/>
                <a:gd name="connsiteX23" fmla="*/ 58686 w 58686"/>
                <a:gd name="connsiteY23" fmla="*/ 97000 h 106066"/>
                <a:gd name="connsiteX24" fmla="*/ 53425 w 58686"/>
                <a:gd name="connsiteY24" fmla="*/ 96254 h 10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686" h="106066">
                  <a:moveTo>
                    <a:pt x="51401" y="90284"/>
                  </a:moveTo>
                  <a:lnTo>
                    <a:pt x="51401" y="0"/>
                  </a:lnTo>
                  <a:lnTo>
                    <a:pt x="46949" y="0"/>
                  </a:lnTo>
                  <a:lnTo>
                    <a:pt x="33997" y="8208"/>
                  </a:lnTo>
                  <a:lnTo>
                    <a:pt x="33997" y="14923"/>
                  </a:lnTo>
                  <a:lnTo>
                    <a:pt x="41687" y="14923"/>
                  </a:lnTo>
                  <a:lnTo>
                    <a:pt x="41687" y="85808"/>
                  </a:lnTo>
                  <a:cubicBezTo>
                    <a:pt x="39664" y="88046"/>
                    <a:pt x="37235" y="89538"/>
                    <a:pt x="34807" y="91031"/>
                  </a:cubicBezTo>
                  <a:cubicBezTo>
                    <a:pt x="32783" y="91777"/>
                    <a:pt x="30760" y="92523"/>
                    <a:pt x="28331" y="92523"/>
                  </a:cubicBezTo>
                  <a:cubicBezTo>
                    <a:pt x="25498" y="92523"/>
                    <a:pt x="22260" y="91031"/>
                    <a:pt x="20237" y="87300"/>
                  </a:cubicBezTo>
                  <a:cubicBezTo>
                    <a:pt x="18213" y="82077"/>
                    <a:pt x="17403" y="76108"/>
                    <a:pt x="17808" y="70138"/>
                  </a:cubicBezTo>
                  <a:lnTo>
                    <a:pt x="17808" y="746"/>
                  </a:lnTo>
                  <a:lnTo>
                    <a:pt x="13356" y="746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8095" y="15669"/>
                  </a:lnTo>
                  <a:lnTo>
                    <a:pt x="8095" y="73869"/>
                  </a:lnTo>
                  <a:cubicBezTo>
                    <a:pt x="7690" y="82077"/>
                    <a:pt x="9309" y="91031"/>
                    <a:pt x="12142" y="97746"/>
                  </a:cubicBezTo>
                  <a:cubicBezTo>
                    <a:pt x="14975" y="103715"/>
                    <a:pt x="19022" y="106700"/>
                    <a:pt x="23070" y="105954"/>
                  </a:cubicBezTo>
                  <a:cubicBezTo>
                    <a:pt x="25903" y="105954"/>
                    <a:pt x="29141" y="104461"/>
                    <a:pt x="31974" y="102969"/>
                  </a:cubicBezTo>
                  <a:cubicBezTo>
                    <a:pt x="35616" y="100731"/>
                    <a:pt x="38854" y="97000"/>
                    <a:pt x="41687" y="92523"/>
                  </a:cubicBezTo>
                  <a:lnTo>
                    <a:pt x="41687" y="104461"/>
                  </a:lnTo>
                  <a:lnTo>
                    <a:pt x="58686" y="104461"/>
                  </a:lnTo>
                  <a:lnTo>
                    <a:pt x="58686" y="97000"/>
                  </a:lnTo>
                  <a:lnTo>
                    <a:pt x="53425" y="962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3" name="Freeform 1082"/>
            <p:cNvSpPr/>
            <p:nvPr/>
          </p:nvSpPr>
          <p:spPr>
            <a:xfrm>
              <a:off x="10936696" y="435292"/>
              <a:ext cx="59900" cy="153707"/>
            </a:xfrm>
            <a:custGeom>
              <a:avLst/>
              <a:gdLst>
                <a:gd name="connsiteX0" fmla="*/ 52210 w 59900"/>
                <a:gd name="connsiteY0" fmla="*/ 142515 h 153707"/>
                <a:gd name="connsiteX1" fmla="*/ 52210 w 59900"/>
                <a:gd name="connsiteY1" fmla="*/ 84315 h 153707"/>
                <a:gd name="connsiteX2" fmla="*/ 48568 w 59900"/>
                <a:gd name="connsiteY2" fmla="*/ 60438 h 153707"/>
                <a:gd name="connsiteX3" fmla="*/ 37235 w 59900"/>
                <a:gd name="connsiteY3" fmla="*/ 51485 h 153707"/>
                <a:gd name="connsiteX4" fmla="*/ 29545 w 59900"/>
                <a:gd name="connsiteY4" fmla="*/ 54469 h 153707"/>
                <a:gd name="connsiteX5" fmla="*/ 18618 w 59900"/>
                <a:gd name="connsiteY5" fmla="*/ 64169 h 153707"/>
                <a:gd name="connsiteX6" fmla="*/ 18618 w 59900"/>
                <a:gd name="connsiteY6" fmla="*/ 0 h 153707"/>
                <a:gd name="connsiteX7" fmla="*/ 14166 w 59900"/>
                <a:gd name="connsiteY7" fmla="*/ 0 h 153707"/>
                <a:gd name="connsiteX8" fmla="*/ 0 w 59900"/>
                <a:gd name="connsiteY8" fmla="*/ 7461 h 153707"/>
                <a:gd name="connsiteX9" fmla="*/ 0 w 59900"/>
                <a:gd name="connsiteY9" fmla="*/ 14177 h 153707"/>
                <a:gd name="connsiteX10" fmla="*/ 8904 w 59900"/>
                <a:gd name="connsiteY10" fmla="*/ 14177 h 153707"/>
                <a:gd name="connsiteX11" fmla="*/ 8904 w 59900"/>
                <a:gd name="connsiteY11" fmla="*/ 141769 h 153707"/>
                <a:gd name="connsiteX12" fmla="*/ 7285 w 59900"/>
                <a:gd name="connsiteY12" fmla="*/ 145500 h 153707"/>
                <a:gd name="connsiteX13" fmla="*/ 1214 w 59900"/>
                <a:gd name="connsiteY13" fmla="*/ 146246 h 153707"/>
                <a:gd name="connsiteX14" fmla="*/ 1214 w 59900"/>
                <a:gd name="connsiteY14" fmla="*/ 153708 h 153707"/>
                <a:gd name="connsiteX15" fmla="*/ 25903 w 59900"/>
                <a:gd name="connsiteY15" fmla="*/ 153708 h 153707"/>
                <a:gd name="connsiteX16" fmla="*/ 25903 w 59900"/>
                <a:gd name="connsiteY16" fmla="*/ 146246 h 153707"/>
                <a:gd name="connsiteX17" fmla="*/ 20641 w 59900"/>
                <a:gd name="connsiteY17" fmla="*/ 145500 h 153707"/>
                <a:gd name="connsiteX18" fmla="*/ 18618 w 59900"/>
                <a:gd name="connsiteY18" fmla="*/ 141769 h 153707"/>
                <a:gd name="connsiteX19" fmla="*/ 18618 w 59900"/>
                <a:gd name="connsiteY19" fmla="*/ 71631 h 153707"/>
                <a:gd name="connsiteX20" fmla="*/ 25498 w 59900"/>
                <a:gd name="connsiteY20" fmla="*/ 66408 h 153707"/>
                <a:gd name="connsiteX21" fmla="*/ 31164 w 59900"/>
                <a:gd name="connsiteY21" fmla="*/ 64915 h 153707"/>
                <a:gd name="connsiteX22" fmla="*/ 40068 w 59900"/>
                <a:gd name="connsiteY22" fmla="*/ 70138 h 153707"/>
                <a:gd name="connsiteX23" fmla="*/ 42497 w 59900"/>
                <a:gd name="connsiteY23" fmla="*/ 86554 h 153707"/>
                <a:gd name="connsiteX24" fmla="*/ 42497 w 59900"/>
                <a:gd name="connsiteY24" fmla="*/ 141769 h 153707"/>
                <a:gd name="connsiteX25" fmla="*/ 40878 w 59900"/>
                <a:gd name="connsiteY25" fmla="*/ 145500 h 153707"/>
                <a:gd name="connsiteX26" fmla="*/ 35616 w 59900"/>
                <a:gd name="connsiteY26" fmla="*/ 146246 h 153707"/>
                <a:gd name="connsiteX27" fmla="*/ 35616 w 59900"/>
                <a:gd name="connsiteY27" fmla="*/ 153708 h 153707"/>
                <a:gd name="connsiteX28" fmla="*/ 59900 w 59900"/>
                <a:gd name="connsiteY28" fmla="*/ 153708 h 153707"/>
                <a:gd name="connsiteX29" fmla="*/ 59900 w 59900"/>
                <a:gd name="connsiteY29" fmla="*/ 146246 h 153707"/>
                <a:gd name="connsiteX30" fmla="*/ 54234 w 59900"/>
                <a:gd name="connsiteY30" fmla="*/ 145500 h 15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900" h="153707">
                  <a:moveTo>
                    <a:pt x="52210" y="142515"/>
                  </a:moveTo>
                  <a:lnTo>
                    <a:pt x="52210" y="84315"/>
                  </a:lnTo>
                  <a:cubicBezTo>
                    <a:pt x="52615" y="76108"/>
                    <a:pt x="51401" y="67154"/>
                    <a:pt x="48568" y="60438"/>
                  </a:cubicBezTo>
                  <a:cubicBezTo>
                    <a:pt x="45735" y="54469"/>
                    <a:pt x="41283" y="51485"/>
                    <a:pt x="37235" y="51485"/>
                  </a:cubicBezTo>
                  <a:cubicBezTo>
                    <a:pt x="34807" y="51485"/>
                    <a:pt x="31974" y="52977"/>
                    <a:pt x="29545" y="54469"/>
                  </a:cubicBezTo>
                  <a:cubicBezTo>
                    <a:pt x="25903" y="56708"/>
                    <a:pt x="22260" y="60438"/>
                    <a:pt x="18618" y="64169"/>
                  </a:cubicBezTo>
                  <a:lnTo>
                    <a:pt x="18618" y="0"/>
                  </a:lnTo>
                  <a:lnTo>
                    <a:pt x="14166" y="0"/>
                  </a:lnTo>
                  <a:lnTo>
                    <a:pt x="0" y="7461"/>
                  </a:lnTo>
                  <a:lnTo>
                    <a:pt x="0" y="14177"/>
                  </a:lnTo>
                  <a:lnTo>
                    <a:pt x="8904" y="14177"/>
                  </a:lnTo>
                  <a:lnTo>
                    <a:pt x="8904" y="141769"/>
                  </a:lnTo>
                  <a:lnTo>
                    <a:pt x="7285" y="145500"/>
                  </a:lnTo>
                  <a:lnTo>
                    <a:pt x="1214" y="146246"/>
                  </a:lnTo>
                  <a:lnTo>
                    <a:pt x="1214" y="153708"/>
                  </a:lnTo>
                  <a:lnTo>
                    <a:pt x="25903" y="153708"/>
                  </a:lnTo>
                  <a:lnTo>
                    <a:pt x="25903" y="146246"/>
                  </a:lnTo>
                  <a:lnTo>
                    <a:pt x="20641" y="145500"/>
                  </a:lnTo>
                  <a:lnTo>
                    <a:pt x="18618" y="141769"/>
                  </a:lnTo>
                  <a:lnTo>
                    <a:pt x="18618" y="71631"/>
                  </a:lnTo>
                  <a:cubicBezTo>
                    <a:pt x="21046" y="69392"/>
                    <a:pt x="23070" y="67900"/>
                    <a:pt x="25498" y="66408"/>
                  </a:cubicBezTo>
                  <a:cubicBezTo>
                    <a:pt x="27522" y="65661"/>
                    <a:pt x="29545" y="64915"/>
                    <a:pt x="31164" y="64915"/>
                  </a:cubicBezTo>
                  <a:cubicBezTo>
                    <a:pt x="34402" y="64169"/>
                    <a:pt x="37640" y="66408"/>
                    <a:pt x="40068" y="70138"/>
                  </a:cubicBezTo>
                  <a:cubicBezTo>
                    <a:pt x="42092" y="74615"/>
                    <a:pt x="42901" y="80584"/>
                    <a:pt x="42497" y="86554"/>
                  </a:cubicBezTo>
                  <a:lnTo>
                    <a:pt x="42497" y="141769"/>
                  </a:lnTo>
                  <a:lnTo>
                    <a:pt x="40878" y="145500"/>
                  </a:lnTo>
                  <a:lnTo>
                    <a:pt x="35616" y="146246"/>
                  </a:lnTo>
                  <a:lnTo>
                    <a:pt x="35616" y="153708"/>
                  </a:lnTo>
                  <a:lnTo>
                    <a:pt x="59900" y="153708"/>
                  </a:lnTo>
                  <a:lnTo>
                    <a:pt x="59900" y="146246"/>
                  </a:lnTo>
                  <a:lnTo>
                    <a:pt x="54234" y="1455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4" name="Freeform 1083"/>
            <p:cNvSpPr/>
            <p:nvPr/>
          </p:nvSpPr>
          <p:spPr>
            <a:xfrm>
              <a:off x="10814872" y="486776"/>
              <a:ext cx="58686" cy="102223"/>
            </a:xfrm>
            <a:custGeom>
              <a:avLst/>
              <a:gdLst>
                <a:gd name="connsiteX0" fmla="*/ 50591 w 58686"/>
                <a:gd name="connsiteY0" fmla="*/ 91031 h 102223"/>
                <a:gd name="connsiteX1" fmla="*/ 50591 w 58686"/>
                <a:gd name="connsiteY1" fmla="*/ 32831 h 102223"/>
                <a:gd name="connsiteX2" fmla="*/ 46949 w 58686"/>
                <a:gd name="connsiteY2" fmla="*/ 8954 h 102223"/>
                <a:gd name="connsiteX3" fmla="*/ 35616 w 58686"/>
                <a:gd name="connsiteY3" fmla="*/ 0 h 102223"/>
                <a:gd name="connsiteX4" fmla="*/ 28331 w 58686"/>
                <a:gd name="connsiteY4" fmla="*/ 2985 h 102223"/>
                <a:gd name="connsiteX5" fmla="*/ 17403 w 58686"/>
                <a:gd name="connsiteY5" fmla="*/ 12685 h 102223"/>
                <a:gd name="connsiteX6" fmla="*/ 17403 w 58686"/>
                <a:gd name="connsiteY6" fmla="*/ 1492 h 102223"/>
                <a:gd name="connsiteX7" fmla="*/ 12951 w 58686"/>
                <a:gd name="connsiteY7" fmla="*/ 1492 h 102223"/>
                <a:gd name="connsiteX8" fmla="*/ 0 w 58686"/>
                <a:gd name="connsiteY8" fmla="*/ 8208 h 102223"/>
                <a:gd name="connsiteX9" fmla="*/ 0 w 58686"/>
                <a:gd name="connsiteY9" fmla="*/ 14923 h 102223"/>
                <a:gd name="connsiteX10" fmla="*/ 8095 w 58686"/>
                <a:gd name="connsiteY10" fmla="*/ 14923 h 102223"/>
                <a:gd name="connsiteX11" fmla="*/ 8095 w 58686"/>
                <a:gd name="connsiteY11" fmla="*/ 90284 h 102223"/>
                <a:gd name="connsiteX12" fmla="*/ 6071 w 58686"/>
                <a:gd name="connsiteY12" fmla="*/ 94015 h 102223"/>
                <a:gd name="connsiteX13" fmla="*/ 0 w 58686"/>
                <a:gd name="connsiteY13" fmla="*/ 94761 h 102223"/>
                <a:gd name="connsiteX14" fmla="*/ 0 w 58686"/>
                <a:gd name="connsiteY14" fmla="*/ 102223 h 102223"/>
                <a:gd name="connsiteX15" fmla="*/ 24689 w 58686"/>
                <a:gd name="connsiteY15" fmla="*/ 102223 h 102223"/>
                <a:gd name="connsiteX16" fmla="*/ 24689 w 58686"/>
                <a:gd name="connsiteY16" fmla="*/ 94761 h 102223"/>
                <a:gd name="connsiteX17" fmla="*/ 19427 w 58686"/>
                <a:gd name="connsiteY17" fmla="*/ 94015 h 102223"/>
                <a:gd name="connsiteX18" fmla="*/ 17403 w 58686"/>
                <a:gd name="connsiteY18" fmla="*/ 90284 h 102223"/>
                <a:gd name="connsiteX19" fmla="*/ 17403 w 58686"/>
                <a:gd name="connsiteY19" fmla="*/ 20146 h 102223"/>
                <a:gd name="connsiteX20" fmla="*/ 24284 w 58686"/>
                <a:gd name="connsiteY20" fmla="*/ 14923 h 102223"/>
                <a:gd name="connsiteX21" fmla="*/ 29950 w 58686"/>
                <a:gd name="connsiteY21" fmla="*/ 13431 h 102223"/>
                <a:gd name="connsiteX22" fmla="*/ 38854 w 58686"/>
                <a:gd name="connsiteY22" fmla="*/ 18654 h 102223"/>
                <a:gd name="connsiteX23" fmla="*/ 41283 w 58686"/>
                <a:gd name="connsiteY23" fmla="*/ 35069 h 102223"/>
                <a:gd name="connsiteX24" fmla="*/ 41283 w 58686"/>
                <a:gd name="connsiteY24" fmla="*/ 90284 h 102223"/>
                <a:gd name="connsiteX25" fmla="*/ 39259 w 58686"/>
                <a:gd name="connsiteY25" fmla="*/ 94015 h 102223"/>
                <a:gd name="connsiteX26" fmla="*/ 33593 w 58686"/>
                <a:gd name="connsiteY26" fmla="*/ 94761 h 102223"/>
                <a:gd name="connsiteX27" fmla="*/ 33593 w 58686"/>
                <a:gd name="connsiteY27" fmla="*/ 102223 h 102223"/>
                <a:gd name="connsiteX28" fmla="*/ 58686 w 58686"/>
                <a:gd name="connsiteY28" fmla="*/ 102223 h 102223"/>
                <a:gd name="connsiteX29" fmla="*/ 58686 w 58686"/>
                <a:gd name="connsiteY29" fmla="*/ 94761 h 102223"/>
                <a:gd name="connsiteX30" fmla="*/ 52615 w 58686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8686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5" y="16415"/>
                    <a:pt x="24284" y="14923"/>
                  </a:cubicBezTo>
                  <a:cubicBezTo>
                    <a:pt x="26307" y="14177"/>
                    <a:pt x="28331" y="13431"/>
                    <a:pt x="29950" y="13431"/>
                  </a:cubicBezTo>
                  <a:cubicBezTo>
                    <a:pt x="33188" y="12685"/>
                    <a:pt x="36426" y="14177"/>
                    <a:pt x="38854" y="18654"/>
                  </a:cubicBezTo>
                  <a:cubicBezTo>
                    <a:pt x="40878" y="23131"/>
                    <a:pt x="41687" y="29100"/>
                    <a:pt x="41283" y="35069"/>
                  </a:cubicBezTo>
                  <a:lnTo>
                    <a:pt x="41283" y="90284"/>
                  </a:lnTo>
                  <a:lnTo>
                    <a:pt x="39259" y="94015"/>
                  </a:lnTo>
                  <a:lnTo>
                    <a:pt x="33593" y="94761"/>
                  </a:lnTo>
                  <a:lnTo>
                    <a:pt x="33593" y="102223"/>
                  </a:lnTo>
                  <a:lnTo>
                    <a:pt x="58686" y="102223"/>
                  </a:lnTo>
                  <a:lnTo>
                    <a:pt x="58686" y="94761"/>
                  </a:lnTo>
                  <a:lnTo>
                    <a:pt x="52615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5" name="Freeform 1084"/>
            <p:cNvSpPr/>
            <p:nvPr/>
          </p:nvSpPr>
          <p:spPr>
            <a:xfrm>
              <a:off x="10789779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1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405" y="16415"/>
                    <a:pt x="1214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6" name="Freeform 1085"/>
            <p:cNvSpPr/>
            <p:nvPr/>
          </p:nvSpPr>
          <p:spPr>
            <a:xfrm>
              <a:off x="10783303" y="489015"/>
              <a:ext cx="25498" cy="101476"/>
            </a:xfrm>
            <a:custGeom>
              <a:avLst/>
              <a:gdLst>
                <a:gd name="connsiteX0" fmla="*/ 12951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403 w 25498"/>
                <a:gd name="connsiteY11" fmla="*/ 88792 h 101476"/>
                <a:gd name="connsiteX12" fmla="*/ 17403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2951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7" name="Freeform 1086"/>
            <p:cNvSpPr/>
            <p:nvPr/>
          </p:nvSpPr>
          <p:spPr>
            <a:xfrm>
              <a:off x="10738782" y="487410"/>
              <a:ext cx="35616" cy="105432"/>
            </a:xfrm>
            <a:custGeom>
              <a:avLst/>
              <a:gdLst>
                <a:gd name="connsiteX0" fmla="*/ 31569 w 35616"/>
                <a:gd name="connsiteY0" fmla="*/ 55328 h 105432"/>
                <a:gd name="connsiteX1" fmla="*/ 22260 w 35616"/>
                <a:gd name="connsiteY1" fmla="*/ 45628 h 105432"/>
                <a:gd name="connsiteX2" fmla="*/ 19427 w 35616"/>
                <a:gd name="connsiteY2" fmla="*/ 43390 h 105432"/>
                <a:gd name="connsiteX3" fmla="*/ 11737 w 35616"/>
                <a:gd name="connsiteY3" fmla="*/ 34436 h 105432"/>
                <a:gd name="connsiteX4" fmla="*/ 9714 w 35616"/>
                <a:gd name="connsiteY4" fmla="*/ 23990 h 105432"/>
                <a:gd name="connsiteX5" fmla="*/ 12142 w 35616"/>
                <a:gd name="connsiteY5" fmla="*/ 13543 h 105432"/>
                <a:gd name="connsiteX6" fmla="*/ 19022 w 35616"/>
                <a:gd name="connsiteY6" fmla="*/ 9066 h 105432"/>
                <a:gd name="connsiteX7" fmla="*/ 23070 w 35616"/>
                <a:gd name="connsiteY7" fmla="*/ 9813 h 105432"/>
                <a:gd name="connsiteX8" fmla="*/ 27117 w 35616"/>
                <a:gd name="connsiteY8" fmla="*/ 13543 h 105432"/>
                <a:gd name="connsiteX9" fmla="*/ 28331 w 35616"/>
                <a:gd name="connsiteY9" fmla="*/ 27720 h 105432"/>
                <a:gd name="connsiteX10" fmla="*/ 33997 w 35616"/>
                <a:gd name="connsiteY10" fmla="*/ 27720 h 105432"/>
                <a:gd name="connsiteX11" fmla="*/ 33997 w 35616"/>
                <a:gd name="connsiteY11" fmla="*/ 4590 h 105432"/>
                <a:gd name="connsiteX12" fmla="*/ 27926 w 35616"/>
                <a:gd name="connsiteY12" fmla="*/ 1605 h 105432"/>
                <a:gd name="connsiteX13" fmla="*/ 20641 w 35616"/>
                <a:gd name="connsiteY13" fmla="*/ 113 h 105432"/>
                <a:gd name="connsiteX14" fmla="*/ 5666 w 35616"/>
                <a:gd name="connsiteY14" fmla="*/ 8320 h 105432"/>
                <a:gd name="connsiteX15" fmla="*/ 405 w 35616"/>
                <a:gd name="connsiteY15" fmla="*/ 29959 h 105432"/>
                <a:gd name="connsiteX16" fmla="*/ 3643 w 35616"/>
                <a:gd name="connsiteY16" fmla="*/ 45628 h 105432"/>
                <a:gd name="connsiteX17" fmla="*/ 14975 w 35616"/>
                <a:gd name="connsiteY17" fmla="*/ 58313 h 105432"/>
                <a:gd name="connsiteX18" fmla="*/ 24689 w 35616"/>
                <a:gd name="connsiteY18" fmla="*/ 68759 h 105432"/>
                <a:gd name="connsiteX19" fmla="*/ 26712 w 35616"/>
                <a:gd name="connsiteY19" fmla="*/ 79205 h 105432"/>
                <a:gd name="connsiteX20" fmla="*/ 23879 w 35616"/>
                <a:gd name="connsiteY20" fmla="*/ 91889 h 105432"/>
                <a:gd name="connsiteX21" fmla="*/ 16189 w 35616"/>
                <a:gd name="connsiteY21" fmla="*/ 97113 h 105432"/>
                <a:gd name="connsiteX22" fmla="*/ 11332 w 35616"/>
                <a:gd name="connsiteY22" fmla="*/ 95620 h 105432"/>
                <a:gd name="connsiteX23" fmla="*/ 6476 w 35616"/>
                <a:gd name="connsiteY23" fmla="*/ 91889 h 105432"/>
                <a:gd name="connsiteX24" fmla="*/ 5261 w 35616"/>
                <a:gd name="connsiteY24" fmla="*/ 73982 h 105432"/>
                <a:gd name="connsiteX25" fmla="*/ 0 w 35616"/>
                <a:gd name="connsiteY25" fmla="*/ 73982 h 105432"/>
                <a:gd name="connsiteX26" fmla="*/ 0 w 35616"/>
                <a:gd name="connsiteY26" fmla="*/ 101589 h 105432"/>
                <a:gd name="connsiteX27" fmla="*/ 6880 w 35616"/>
                <a:gd name="connsiteY27" fmla="*/ 104574 h 105432"/>
                <a:gd name="connsiteX28" fmla="*/ 14570 w 35616"/>
                <a:gd name="connsiteY28" fmla="*/ 105320 h 105432"/>
                <a:gd name="connsiteX29" fmla="*/ 29950 w 35616"/>
                <a:gd name="connsiteY29" fmla="*/ 97113 h 105432"/>
                <a:gd name="connsiteX30" fmla="*/ 35616 w 35616"/>
                <a:gd name="connsiteY30" fmla="*/ 73982 h 105432"/>
                <a:gd name="connsiteX31" fmla="*/ 34807 w 35616"/>
                <a:gd name="connsiteY31" fmla="*/ 63536 h 105432"/>
                <a:gd name="connsiteX32" fmla="*/ 31569 w 35616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616" h="105432">
                  <a:moveTo>
                    <a:pt x="31569" y="55328"/>
                  </a:moveTo>
                  <a:cubicBezTo>
                    <a:pt x="28736" y="51597"/>
                    <a:pt x="25498" y="48613"/>
                    <a:pt x="22260" y="45628"/>
                  </a:cubicBezTo>
                  <a:cubicBezTo>
                    <a:pt x="20641" y="44882"/>
                    <a:pt x="19832" y="44136"/>
                    <a:pt x="19427" y="43390"/>
                  </a:cubicBezTo>
                  <a:cubicBezTo>
                    <a:pt x="16594" y="41151"/>
                    <a:pt x="14166" y="38166"/>
                    <a:pt x="11737" y="34436"/>
                  </a:cubicBezTo>
                  <a:cubicBezTo>
                    <a:pt x="10523" y="31451"/>
                    <a:pt x="9714" y="27720"/>
                    <a:pt x="9714" y="23990"/>
                  </a:cubicBezTo>
                  <a:cubicBezTo>
                    <a:pt x="9714" y="19513"/>
                    <a:pt x="10523" y="15782"/>
                    <a:pt x="12142" y="13543"/>
                  </a:cubicBezTo>
                  <a:cubicBezTo>
                    <a:pt x="14166" y="10559"/>
                    <a:pt x="16594" y="9066"/>
                    <a:pt x="19022" y="9066"/>
                  </a:cubicBezTo>
                  <a:cubicBezTo>
                    <a:pt x="20237" y="9066"/>
                    <a:pt x="21855" y="9813"/>
                    <a:pt x="23070" y="9813"/>
                  </a:cubicBezTo>
                  <a:cubicBezTo>
                    <a:pt x="24284" y="10559"/>
                    <a:pt x="25498" y="12051"/>
                    <a:pt x="27117" y="13543"/>
                  </a:cubicBezTo>
                  <a:lnTo>
                    <a:pt x="28331" y="27720"/>
                  </a:lnTo>
                  <a:lnTo>
                    <a:pt x="33997" y="27720"/>
                  </a:lnTo>
                  <a:lnTo>
                    <a:pt x="33997" y="4590"/>
                  </a:lnTo>
                  <a:cubicBezTo>
                    <a:pt x="31974" y="3097"/>
                    <a:pt x="29950" y="1605"/>
                    <a:pt x="27926" y="1605"/>
                  </a:cubicBezTo>
                  <a:cubicBezTo>
                    <a:pt x="25498" y="859"/>
                    <a:pt x="23070" y="113"/>
                    <a:pt x="20641" y="113"/>
                  </a:cubicBezTo>
                  <a:cubicBezTo>
                    <a:pt x="15380" y="-634"/>
                    <a:pt x="10118" y="2351"/>
                    <a:pt x="5666" y="8320"/>
                  </a:cubicBezTo>
                  <a:cubicBezTo>
                    <a:pt x="2024" y="13543"/>
                    <a:pt x="0" y="21751"/>
                    <a:pt x="405" y="29959"/>
                  </a:cubicBezTo>
                  <a:cubicBezTo>
                    <a:pt x="405" y="35928"/>
                    <a:pt x="1619" y="41151"/>
                    <a:pt x="3643" y="45628"/>
                  </a:cubicBezTo>
                  <a:cubicBezTo>
                    <a:pt x="6880" y="50851"/>
                    <a:pt x="10928" y="55328"/>
                    <a:pt x="14975" y="58313"/>
                  </a:cubicBezTo>
                  <a:cubicBezTo>
                    <a:pt x="18618" y="60551"/>
                    <a:pt x="21855" y="64282"/>
                    <a:pt x="24689" y="68759"/>
                  </a:cubicBezTo>
                  <a:cubicBezTo>
                    <a:pt x="26307" y="71743"/>
                    <a:pt x="26712" y="75474"/>
                    <a:pt x="26712" y="79205"/>
                  </a:cubicBezTo>
                  <a:cubicBezTo>
                    <a:pt x="26712" y="83682"/>
                    <a:pt x="25903" y="88905"/>
                    <a:pt x="23879" y="91889"/>
                  </a:cubicBezTo>
                  <a:cubicBezTo>
                    <a:pt x="21855" y="94874"/>
                    <a:pt x="19022" y="97113"/>
                    <a:pt x="16189" y="97113"/>
                  </a:cubicBezTo>
                  <a:cubicBezTo>
                    <a:pt x="14570" y="97113"/>
                    <a:pt x="12951" y="96366"/>
                    <a:pt x="11332" y="95620"/>
                  </a:cubicBezTo>
                  <a:cubicBezTo>
                    <a:pt x="9714" y="94874"/>
                    <a:pt x="7690" y="94128"/>
                    <a:pt x="6476" y="91889"/>
                  </a:cubicBezTo>
                  <a:lnTo>
                    <a:pt x="526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2142" y="105320"/>
                    <a:pt x="14570" y="105320"/>
                  </a:cubicBezTo>
                  <a:cubicBezTo>
                    <a:pt x="20237" y="106066"/>
                    <a:pt x="25498" y="103082"/>
                    <a:pt x="29950" y="97113"/>
                  </a:cubicBezTo>
                  <a:cubicBezTo>
                    <a:pt x="33593" y="91143"/>
                    <a:pt x="35616" y="82936"/>
                    <a:pt x="35616" y="73982"/>
                  </a:cubicBezTo>
                  <a:cubicBezTo>
                    <a:pt x="35616" y="70251"/>
                    <a:pt x="35212" y="67266"/>
                    <a:pt x="34807" y="63536"/>
                  </a:cubicBezTo>
                  <a:cubicBezTo>
                    <a:pt x="33997" y="59805"/>
                    <a:pt x="32783" y="57566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8" name="Freeform 1087"/>
            <p:cNvSpPr/>
            <p:nvPr/>
          </p:nvSpPr>
          <p:spPr>
            <a:xfrm>
              <a:off x="10667954" y="450215"/>
              <a:ext cx="63947" cy="140276"/>
            </a:xfrm>
            <a:custGeom>
              <a:avLst/>
              <a:gdLst>
                <a:gd name="connsiteX0" fmla="*/ 7690 w 63947"/>
                <a:gd name="connsiteY0" fmla="*/ 11938 h 140276"/>
                <a:gd name="connsiteX1" fmla="*/ 9714 w 63947"/>
                <a:gd name="connsiteY1" fmla="*/ 8954 h 140276"/>
                <a:gd name="connsiteX2" fmla="*/ 26712 w 63947"/>
                <a:gd name="connsiteY2" fmla="*/ 8954 h 140276"/>
                <a:gd name="connsiteX3" fmla="*/ 26712 w 63947"/>
                <a:gd name="connsiteY3" fmla="*/ 127592 h 140276"/>
                <a:gd name="connsiteX4" fmla="*/ 25093 w 63947"/>
                <a:gd name="connsiteY4" fmla="*/ 130577 h 140276"/>
                <a:gd name="connsiteX5" fmla="*/ 17403 w 63947"/>
                <a:gd name="connsiteY5" fmla="*/ 131323 h 140276"/>
                <a:gd name="connsiteX6" fmla="*/ 17403 w 63947"/>
                <a:gd name="connsiteY6" fmla="*/ 140277 h 140276"/>
                <a:gd name="connsiteX7" fmla="*/ 46949 w 63947"/>
                <a:gd name="connsiteY7" fmla="*/ 140277 h 140276"/>
                <a:gd name="connsiteX8" fmla="*/ 46949 w 63947"/>
                <a:gd name="connsiteY8" fmla="*/ 131323 h 140276"/>
                <a:gd name="connsiteX9" fmla="*/ 39259 w 63947"/>
                <a:gd name="connsiteY9" fmla="*/ 130577 h 140276"/>
                <a:gd name="connsiteX10" fmla="*/ 37640 w 63947"/>
                <a:gd name="connsiteY10" fmla="*/ 127592 h 140276"/>
                <a:gd name="connsiteX11" fmla="*/ 37640 w 63947"/>
                <a:gd name="connsiteY11" fmla="*/ 8954 h 140276"/>
                <a:gd name="connsiteX12" fmla="*/ 54639 w 63947"/>
                <a:gd name="connsiteY12" fmla="*/ 8954 h 140276"/>
                <a:gd name="connsiteX13" fmla="*/ 56662 w 63947"/>
                <a:gd name="connsiteY13" fmla="*/ 11938 h 140276"/>
                <a:gd name="connsiteX14" fmla="*/ 57877 w 63947"/>
                <a:gd name="connsiteY14" fmla="*/ 31338 h 140276"/>
                <a:gd name="connsiteX15" fmla="*/ 63948 w 63947"/>
                <a:gd name="connsiteY15" fmla="*/ 31338 h 140276"/>
                <a:gd name="connsiteX16" fmla="*/ 63948 w 63947"/>
                <a:gd name="connsiteY16" fmla="*/ 0 h 140276"/>
                <a:gd name="connsiteX17" fmla="*/ 0 w 63947"/>
                <a:gd name="connsiteY17" fmla="*/ 0 h 140276"/>
                <a:gd name="connsiteX18" fmla="*/ 0 w 63947"/>
                <a:gd name="connsiteY18" fmla="*/ 31338 h 140276"/>
                <a:gd name="connsiteX19" fmla="*/ 6476 w 63947"/>
                <a:gd name="connsiteY19" fmla="*/ 31338 h 140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3947" h="140276">
                  <a:moveTo>
                    <a:pt x="7690" y="11938"/>
                  </a:moveTo>
                  <a:lnTo>
                    <a:pt x="9714" y="8954"/>
                  </a:lnTo>
                  <a:lnTo>
                    <a:pt x="26712" y="8954"/>
                  </a:lnTo>
                  <a:lnTo>
                    <a:pt x="26712" y="127592"/>
                  </a:lnTo>
                  <a:lnTo>
                    <a:pt x="25093" y="130577"/>
                  </a:lnTo>
                  <a:lnTo>
                    <a:pt x="17403" y="131323"/>
                  </a:lnTo>
                  <a:lnTo>
                    <a:pt x="17403" y="140277"/>
                  </a:lnTo>
                  <a:lnTo>
                    <a:pt x="46949" y="140277"/>
                  </a:lnTo>
                  <a:lnTo>
                    <a:pt x="46949" y="131323"/>
                  </a:lnTo>
                  <a:lnTo>
                    <a:pt x="39259" y="130577"/>
                  </a:lnTo>
                  <a:lnTo>
                    <a:pt x="37640" y="127592"/>
                  </a:lnTo>
                  <a:lnTo>
                    <a:pt x="37640" y="8954"/>
                  </a:lnTo>
                  <a:lnTo>
                    <a:pt x="54639" y="8954"/>
                  </a:lnTo>
                  <a:lnTo>
                    <a:pt x="56662" y="11938"/>
                  </a:lnTo>
                  <a:lnTo>
                    <a:pt x="57877" y="31338"/>
                  </a:lnTo>
                  <a:lnTo>
                    <a:pt x="63948" y="31338"/>
                  </a:lnTo>
                  <a:lnTo>
                    <a:pt x="63948" y="0"/>
                  </a:lnTo>
                  <a:lnTo>
                    <a:pt x="0" y="0"/>
                  </a:lnTo>
                  <a:lnTo>
                    <a:pt x="0" y="31338"/>
                  </a:lnTo>
                  <a:lnTo>
                    <a:pt x="6476" y="313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Rounded Rectangle 9"/>
          <p:cNvSpPr/>
          <p:nvPr/>
        </p:nvSpPr>
        <p:spPr>
          <a:xfrm>
            <a:off x="238760" y="850969"/>
            <a:ext cx="11720830" cy="232918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9"/>
          <p:cNvSpPr/>
          <p:nvPr/>
        </p:nvSpPr>
        <p:spPr>
          <a:xfrm>
            <a:off x="238760" y="3293698"/>
            <a:ext cx="11720830" cy="232918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1480" y="822198"/>
            <a:ext cx="6144768" cy="2240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8000"/>
              </a:lnSpc>
              <a:spcAft>
                <a:spcPts val="60"/>
              </a:spcAft>
              <a:buNone/>
            </a:pPr>
            <a:r>
              <a:rPr lang="zh-CN" altLang="en-US" sz="13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 ChatGPT 疾病因果发现·AI for Science（BDMA 2026，共同一作）</a:t>
            </a:r>
            <a:endParaRPr lang="zh-CN" altLang="en-US" sz="13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12000"/>
              </a:lnSpc>
              <a:spcAft>
                <a:spcPts val="110"/>
              </a:spcAft>
              <a:buNone/>
            </a:pPr>
            <a:r>
              <a:rPr lang="zh-CN" altLang="en-US" sz="850" i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Towards Artificial Intelligence for Science: A Case Study of Using ChatGPT for Disease Causality Discovery from Biomedical Literature</a:t>
            </a:r>
            <a:endParaRPr lang="zh-CN" altLang="en-US" sz="850" i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28000"/>
              </a:lnSpc>
              <a:spcAft>
                <a:spcPts val="40"/>
              </a:spcAft>
              <a:buFont typeface="Wingdings" panose="05000000000000000000" pitchFamily="2" charset="2"/>
              <a:buChar char="Ø"/>
            </a:pPr>
            <a:r>
              <a:rPr lang="zh-CN" altLang="en-US" sz="11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为什么做：</a:t>
            </a:r>
            <a:r>
              <a:rPr lang="zh-CN" altLang="en-US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疾病成因知识是防治基础，但 1300 万篇 PubMed 文献靠专家逐条标注（约 1 分钟/条），传统抽取方法依赖人工模板、难以泛化。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28000"/>
              </a:lnSpc>
              <a:spcAft>
                <a:spcPts val="40"/>
              </a:spcAft>
              <a:buFont typeface="Wingdings" panose="05000000000000000000" pitchFamily="2" charset="2"/>
              <a:buChar char="Ø"/>
            </a:pPr>
            <a:r>
              <a:rPr lang="zh-CN" altLang="en-US" sz="11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怎么做：</a:t>
            </a:r>
            <a:r>
              <a:rPr lang="zh-CN" altLang="en-US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构建“千万级文献→句级因果抽取→金标标注”全流程，设计零样本/少样本/长思维链 3 类 6 种提示范式，首次系统评测 ChatGPT 非特定疾病因果发现能力。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28000"/>
              </a:lnSpc>
              <a:spcAft>
                <a:spcPts val="40"/>
              </a:spcAft>
              <a:buFont typeface="Wingdings" panose="05000000000000000000" pitchFamily="2" charset="2"/>
              <a:buChar char="Ø"/>
            </a:pPr>
            <a:r>
              <a:rPr lang="zh-CN" altLang="en-US" sz="11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成果：</a:t>
            </a:r>
            <a:r>
              <a:rPr lang="zh-CN" altLang="en-US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整体精确率 93.6%（疾病-疾病 94.73%、化学-疾病 92.47%），全面超越传统方法（61.9%–91.9%）；单条仅 0.7 秒，效率约为人工的 100 倍。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28000"/>
              </a:lnSpc>
              <a:spcAft>
                <a:spcPts val="40"/>
              </a:spcAft>
              <a:buFont typeface="Wingdings" panose="05000000000000000000" pitchFamily="2" charset="2"/>
              <a:buChar char="Ø"/>
            </a:pPr>
            <a:r>
              <a:rPr lang="zh-CN" altLang="en-US" sz="11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意义与影响：</a:t>
            </a:r>
            <a:r>
              <a:rPr lang="zh-CN" altLang="en-US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验证“LLM 驱动科学发现（AI4S）”新范式，为医学知识库构建、药物警戒提供高效可信的新路径，大幅降低生物医学标注的人力与时间成本。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1480" y="3328416"/>
            <a:ext cx="6144768" cy="2240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8000"/>
              </a:lnSpc>
              <a:spcAft>
                <a:spcPts val="60"/>
              </a:spcAft>
              <a:buNone/>
            </a:pPr>
            <a:r>
              <a:rPr lang="zh-CN" altLang="en-US" sz="13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② MemoPilot·LLM 智能体记忆强化学习（ICML 2026，四作）</a:t>
            </a:r>
            <a:endParaRPr lang="zh-CN" altLang="en-US" sz="13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12000"/>
              </a:lnSpc>
              <a:spcAft>
                <a:spcPts val="110"/>
              </a:spcAft>
              <a:buNone/>
            </a:pPr>
            <a:r>
              <a:rPr lang="zh-CN" altLang="en-US" sz="850" i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From Player to Master: Enhancing Test-Time Learning of LLM Agents via Reinforcement Learning over Memory</a:t>
            </a:r>
            <a:endParaRPr lang="zh-CN" altLang="en-US" sz="850" i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28000"/>
              </a:lnSpc>
              <a:spcAft>
                <a:spcPts val="40"/>
              </a:spcAft>
              <a:buFont typeface="Wingdings" panose="05000000000000000000" pitchFamily="2" charset="2"/>
              <a:buChar char="Ø"/>
            </a:pPr>
            <a:r>
              <a:rPr lang="zh-CN" altLang="en-US" sz="11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为什么做：</a:t>
            </a:r>
            <a:r>
              <a:rPr lang="zh-CN" altLang="en-US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智能体长期运行需要“越用越聪明”的测试时学习，但现有记忆更新依赖人工提示规则，难以与多步任务目标稳定对齐，经验难变能力。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28000"/>
              </a:lnSpc>
              <a:spcAft>
                <a:spcPts val="40"/>
              </a:spcAft>
              <a:buFont typeface="Wingdings" panose="05000000000000000000" pitchFamily="2" charset="2"/>
              <a:buChar char="Ø"/>
            </a:pPr>
            <a:r>
              <a:rPr lang="zh-CN" altLang="en-US" sz="11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怎么做：</a:t>
            </a:r>
            <a:r>
              <a:rPr lang="zh-CN" altLang="en-US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提出即插即用记忆副驾驶 MemoPilot，将记忆更新建模为多轮决策问题，用多轮 GRPO 端到端训练，引入轮级奖励与优势估计实现细粒度归因。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28000"/>
              </a:lnSpc>
              <a:spcAft>
                <a:spcPts val="40"/>
              </a:spcAft>
              <a:buFont typeface="Wingdings" panose="05000000000000000000" pitchFamily="2" charset="2"/>
              <a:buChar char="Ø"/>
            </a:pPr>
            <a:r>
              <a:rPr lang="zh-CN" altLang="en-US" sz="11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成果：</a:t>
            </a:r>
            <a:r>
              <a:rPr lang="zh-CN" altLang="en-US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德州扑克/石头剪刀布 Elo 1762/1590 双榜第一，超越 DeepSeek-V3.2 等全部基线；零样本迁移至更强模型与真实流式任务（StreamBench）均最优。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28000"/>
              </a:lnSpc>
              <a:spcAft>
                <a:spcPts val="40"/>
              </a:spcAft>
              <a:buFont typeface="Wingdings" panose="05000000000000000000" pitchFamily="2" charset="2"/>
              <a:buChar char="Ø"/>
            </a:pPr>
            <a:r>
              <a:rPr lang="zh-CN" altLang="en-US" sz="11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意义与影响：</a:t>
            </a:r>
            <a:r>
              <a:rPr lang="zh-CN" altLang="en-US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首次将“记忆更新”变为可训练能力：冻结大模型无需重训即可持续进化，显著降低应用适配成本，为长期自主智能体提供新范式。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8469" y="5661527"/>
            <a:ext cx="1132836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个人承诺：</a:t>
            </a:r>
            <a:endParaRPr lang="en-US" altLang="zh-CN" sz="10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本人确认符合综合奖学金申请条件。</a:t>
            </a:r>
            <a:endParaRPr lang="en-US" altLang="zh-CN" sz="10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本人已知悉国家奖学金与港澳台奖学金、综合奖学金不可兼得。本人若有违纪违法记录，已在本</a:t>
            </a:r>
            <a:r>
              <a:rPr lang="en-US" altLang="zh-CN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中明确标注。</a:t>
            </a:r>
            <a:endParaRPr lang="en-US" altLang="zh-CN" sz="10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本人所填写的论文均为已正式录用论文，并已明确标注作者排序，以及 </a:t>
            </a:r>
            <a:r>
              <a:rPr lang="en-US" altLang="zh-CN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Short</a:t>
            </a: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Findings </a:t>
            </a: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等特殊论文类型。本人承诺所提交材料真实、准确，并愿对其真实性负责。</a:t>
            </a:r>
            <a:endParaRPr lang="zh-CN" altLang="en-US" sz="10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3" name="图片 1" descr="/Users/pika/Library/Containers/com.kingsoft.wpsoffice.mac/Data/tmp/picturecompress_20261013014943/output_1.pngoutput_1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6737985" y="973455"/>
            <a:ext cx="4999990" cy="207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Picture 1088" descr="memo_fig2.png"/>
          <p:cNvPicPr>
            <a:picLocks noChangeAspect="1"/>
          </p:cNvPicPr>
          <p:nvPr/>
        </p:nvPicPr>
        <p:blipFill>
          <a:blip r:embed="rId2"/>
          <a:srcRect l="9902" t="3816" r="14561" b="8236"/>
          <a:stretch>
            <a:fillRect/>
          </a:stretch>
        </p:blipFill>
        <p:spPr>
          <a:xfrm>
            <a:off x="6778625" y="3571875"/>
            <a:ext cx="4918710" cy="1924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1731</Words>
  <Application>WPS 文字</Application>
  <PresentationFormat>宽屏</PresentationFormat>
  <Paragraphs>54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宋体</vt:lpstr>
      <vt:lpstr>Arial Unicode MS</vt:lpstr>
      <vt:lpstr>Calibri Light</vt:lpstr>
      <vt:lpstr>等线</vt:lpstr>
      <vt:lpstr>汉仪中等线KW</vt:lpstr>
      <vt:lpstr>汉仪书宋二KW</vt:lpstr>
      <vt:lpstr>Wingdings</vt:lpstr>
      <vt:lpstr>微软雅黑</vt:lpstr>
      <vt:lpstr>Office Theme</vt:lpstr>
      <vt:lpstr>主要信息</vt:lpstr>
      <vt:lpstr>代表成果介绍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个人介绍</dc:title>
  <dc:creator>昊飞 卢</dc:creator>
  <cp:lastModifiedBy>杜晋华(2022310811)</cp:lastModifiedBy>
  <cp:revision>92</cp:revision>
  <dcterms:created xsi:type="dcterms:W3CDTF">2026-10-12T18:50:06Z</dcterms:created>
  <dcterms:modified xsi:type="dcterms:W3CDTF">2026-10-12T18:50:06Z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3AD1FA23A9C24C13A4D4737C6DD4AA13_12</vt:lpwstr>
  </property>
  <property fmtid="{D5CDD505-2E9C-101B-9397-08002B2CF9AE}" pid="3" name="KSOProductBuildVer">
    <vt:lpwstr>2052-7.3.1.8967</vt:lpwstr>
  </property>
</Properties>
</file>